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xml" ContentType="application/vnd.openxmlformats-officedocument.presentationml.notesSlide+xml"/>
  <Override PartName="/ppt/tags/tag32.xml" ContentType="application/vnd.openxmlformats-officedocument.presentationml.tags+xml"/>
  <Override PartName="/ppt/notesSlides/notesSlide2.xml" ContentType="application/vnd.openxmlformats-officedocument.presentationml.notesSlide+xml"/>
  <Override PartName="/ppt/tags/tag33.xml" ContentType="application/vnd.openxmlformats-officedocument.presentationml.tags+xml"/>
  <Override PartName="/ppt/notesSlides/notesSlide3.xml" ContentType="application/vnd.openxmlformats-officedocument.presentationml.notesSlide+xml"/>
  <Override PartName="/ppt/tags/tag34.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7.xml" ContentType="application/vnd.openxmlformats-officedocument.presentationml.tags+xml"/>
  <Override PartName="/ppt/notesSlides/notesSlide11.xml" ContentType="application/vnd.openxmlformats-officedocument.presentationml.notesSlide+xml"/>
  <Override PartName="/ppt/tags/tag38.xml" ContentType="application/vnd.openxmlformats-officedocument.presentationml.tags+xml"/>
  <Override PartName="/ppt/notesSlides/notesSlide12.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notesSlides/notesSlide13.xml" ContentType="application/vnd.openxmlformats-officedocument.presentationml.notesSlide+xml"/>
  <Override PartName="/ppt/tags/tag41.xml" ContentType="application/vnd.openxmlformats-officedocument.presentationml.tags+xml"/>
  <Override PartName="/ppt/notesSlides/notesSlide14.xml" ContentType="application/vnd.openxmlformats-officedocument.presentationml.notesSlide+xml"/>
  <Override PartName="/ppt/tags/tag42.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43.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44.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45.xml" ContentType="application/vnd.openxmlformats-officedocument.presentationml.tags+xml"/>
  <Override PartName="/ppt/notesSlides/notesSlide21.xml" ContentType="application/vnd.openxmlformats-officedocument.presentationml.notesSlide+xml"/>
  <Override PartName="/ppt/tags/tag46.xml" ContentType="application/vnd.openxmlformats-officedocument.presentationml.tags+xml"/>
  <Override PartName="/ppt/notesSlides/notesSlide22.xml" ContentType="application/vnd.openxmlformats-officedocument.presentationml.notesSlide+xml"/>
  <Override PartName="/ppt/tags/tag47.xml" ContentType="application/vnd.openxmlformats-officedocument.presentationml.tags+xml"/>
  <Override PartName="/ppt/notesSlides/notesSlide23.xml" ContentType="application/vnd.openxmlformats-officedocument.presentationml.notesSlide+xml"/>
  <Override PartName="/ppt/tags/tag48.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49.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50.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51.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52.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53.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notesSlides/notesSlide37.xml" ContentType="application/vnd.openxmlformats-officedocument.presentationml.notesSlide+xml"/>
  <Override PartName="/ppt/tags/tag56.xml" ContentType="application/vnd.openxmlformats-officedocument.presentationml.tags+xml"/>
  <Override PartName="/ppt/notesSlides/notesSlide38.xml" ContentType="application/vnd.openxmlformats-officedocument.presentationml.notesSlide+xml"/>
  <Override PartName="/ppt/tags/tag57.xml" ContentType="application/vnd.openxmlformats-officedocument.presentationml.tags+xml"/>
  <Override PartName="/ppt/notesSlides/notesSlide39.xml" ContentType="application/vnd.openxmlformats-officedocument.presentationml.notesSlide+xml"/>
  <Override PartName="/ppt/tags/tag58.xml" ContentType="application/vnd.openxmlformats-officedocument.presentationml.tags+xml"/>
  <Override PartName="/ppt/notesSlides/notesSlide40.xml" ContentType="application/vnd.openxmlformats-officedocument.presentationml.notesSlide+xml"/>
  <Override PartName="/ppt/tags/tag59.xml" ContentType="application/vnd.openxmlformats-officedocument.presentationml.tags+xml"/>
  <Override PartName="/ppt/notesSlides/notesSlide41.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54"/>
  </p:notesMasterIdLst>
  <p:handoutMasterIdLst>
    <p:handoutMasterId r:id="rId55"/>
  </p:handoutMasterIdLst>
  <p:sldIdLst>
    <p:sldId id="299" r:id="rId5"/>
    <p:sldId id="465" r:id="rId6"/>
    <p:sldId id="297" r:id="rId7"/>
    <p:sldId id="302" r:id="rId8"/>
    <p:sldId id="313" r:id="rId9"/>
    <p:sldId id="626" r:id="rId10"/>
    <p:sldId id="569" r:id="rId11"/>
    <p:sldId id="570" r:id="rId12"/>
    <p:sldId id="627" r:id="rId13"/>
    <p:sldId id="628" r:id="rId14"/>
    <p:sldId id="629" r:id="rId15"/>
    <p:sldId id="630" r:id="rId16"/>
    <p:sldId id="631" r:id="rId17"/>
    <p:sldId id="595" r:id="rId18"/>
    <p:sldId id="632" r:id="rId19"/>
    <p:sldId id="310" r:id="rId20"/>
    <p:sldId id="309" r:id="rId21"/>
    <p:sldId id="315" r:id="rId22"/>
    <p:sldId id="500" r:id="rId23"/>
    <p:sldId id="543" r:id="rId24"/>
    <p:sldId id="634" r:id="rId25"/>
    <p:sldId id="635" r:id="rId26"/>
    <p:sldId id="636" r:id="rId27"/>
    <p:sldId id="637" r:id="rId28"/>
    <p:sldId id="605" r:id="rId29"/>
    <p:sldId id="654" r:id="rId30"/>
    <p:sldId id="441" r:id="rId31"/>
    <p:sldId id="576" r:id="rId32"/>
    <p:sldId id="638" r:id="rId33"/>
    <p:sldId id="575" r:id="rId34"/>
    <p:sldId id="639" r:id="rId35"/>
    <p:sldId id="640" r:id="rId36"/>
    <p:sldId id="641" r:id="rId37"/>
    <p:sldId id="642" r:id="rId38"/>
    <p:sldId id="643" r:id="rId39"/>
    <p:sldId id="644" r:id="rId40"/>
    <p:sldId id="645" r:id="rId41"/>
    <p:sldId id="646" r:id="rId42"/>
    <p:sldId id="647" r:id="rId43"/>
    <p:sldId id="648" r:id="rId44"/>
    <p:sldId id="649" r:id="rId45"/>
    <p:sldId id="604" r:id="rId46"/>
    <p:sldId id="633" r:id="rId47"/>
    <p:sldId id="650" r:id="rId48"/>
    <p:sldId id="651" r:id="rId49"/>
    <p:sldId id="652" r:id="rId50"/>
    <p:sldId id="653" r:id="rId51"/>
    <p:sldId id="609" r:id="rId52"/>
    <p:sldId id="572" r:id="rId53"/>
  </p:sldIdLst>
  <p:sldSz cx="9144000" cy="5143500" type="screen16x9"/>
  <p:notesSz cx="6858000" cy="9144000"/>
  <p:custDataLst>
    <p:tags r:id="rId5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E02080-9668-7E2C-D4C1-EC21C276C2AE}" name="Danielle Andries" initials="DA" userId="S::dandries@comptia.org::93d179e4-3c18-40f7-920e-ae80b202540d" providerId="AD"/>
  <p188:author id="{2AB4928F-3885-C63F-F2DF-420967CDD779}" name="Yvette Delim" initials="YD" userId="S::ydelim@comptia.org::1eb1221e-2905-468b-b6ca-e1e332e3c4b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3644"/>
    <a:srgbClr val="CF9FDE"/>
    <a:srgbClr val="FEAE62"/>
    <a:srgbClr val="7FC8DD"/>
    <a:srgbClr val="ED6D00"/>
    <a:srgbClr val="44545F"/>
    <a:srgbClr val="B1B7BC"/>
    <a:srgbClr val="0A7DA0"/>
    <a:srgbClr val="007C9E"/>
    <a:srgbClr val="004D72"/>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527295-78A5-4A57-BE4E-44F933A6931E}" v="7" dt="2025-06-17T17:26:18.1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1513" autoAdjust="0"/>
  </p:normalViewPr>
  <p:slideViewPr>
    <p:cSldViewPr snapToGrid="0">
      <p:cViewPr varScale="1">
        <p:scale>
          <a:sx n="114" d="100"/>
          <a:sy n="114" d="100"/>
        </p:scale>
        <p:origin x="1446" y="96"/>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63"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gs" Target="tags/tag1.xml"/><Relationship Id="rId64"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commentAuthors" Target="commen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vette Delim" userId="1eb1221e-2905-468b-b6ca-e1e332e3c4b6" providerId="ADAL" clId="{290F0DBF-B744-4271-9020-6CBFE871C2FA}"/>
    <pc:docChg chg="modSld modMainMaster">
      <pc:chgData name="Yvette Delim" userId="1eb1221e-2905-468b-b6ca-e1e332e3c4b6" providerId="ADAL" clId="{290F0DBF-B744-4271-9020-6CBFE871C2FA}" dt="2025-04-28T18:58:20.197" v="30" actId="1038"/>
      <pc:docMkLst>
        <pc:docMk/>
      </pc:docMkLst>
      <pc:sldMasterChg chg="addSldLayout modSldLayout">
        <pc:chgData name="Yvette Delim" userId="1eb1221e-2905-468b-b6ca-e1e332e3c4b6" providerId="ADAL" clId="{290F0DBF-B744-4271-9020-6CBFE871C2FA}" dt="2025-04-28T18:58:20.197" v="30" actId="1038"/>
        <pc:sldMasterMkLst>
          <pc:docMk/>
          <pc:sldMasterMk cId="58932730" sldId="2147483910"/>
        </pc:sldMasterMkLst>
        <pc:sldLayoutChg chg="modSp add mod modTransition">
          <pc:chgData name="Yvette Delim" userId="1eb1221e-2905-468b-b6ca-e1e332e3c4b6" providerId="ADAL" clId="{290F0DBF-B744-4271-9020-6CBFE871C2FA}" dt="2025-04-28T18:58:20.197" v="30" actId="1038"/>
          <pc:sldLayoutMkLst>
            <pc:docMk/>
            <pc:sldMasterMk cId="58932730" sldId="2147483910"/>
            <pc:sldLayoutMk cId="2790083631" sldId="2147483933"/>
          </pc:sldLayoutMkLst>
          <pc:spChg chg="mod">
            <ac:chgData name="Yvette Delim" userId="1eb1221e-2905-468b-b6ca-e1e332e3c4b6" providerId="ADAL" clId="{290F0DBF-B744-4271-9020-6CBFE871C2FA}" dt="2025-04-28T18:58:11.530" v="1" actId="20577"/>
            <ac:spMkLst>
              <pc:docMk/>
              <pc:sldMasterMk cId="58932730" sldId="2147483910"/>
              <pc:sldLayoutMk cId="2790083631" sldId="2147483933"/>
              <ac:spMk id="12" creationId="{FD74DCED-5B72-479F-BD98-2FB51162CA0F}"/>
            </ac:spMkLst>
          </pc:spChg>
          <pc:picChg chg="mod">
            <ac:chgData name="Yvette Delim" userId="1eb1221e-2905-468b-b6ca-e1e332e3c4b6" providerId="ADAL" clId="{290F0DBF-B744-4271-9020-6CBFE871C2FA}" dt="2025-04-28T18:58:20.197" v="30" actId="1038"/>
            <ac:picMkLst>
              <pc:docMk/>
              <pc:sldMasterMk cId="58932730" sldId="2147483910"/>
              <pc:sldLayoutMk cId="2790083631" sldId="2147483933"/>
              <ac:picMk id="18" creationId="{E69A297E-3486-4729-A525-7D33AFFB3804}"/>
            </ac:picMkLst>
          </pc:picChg>
        </pc:sldLayoutChg>
      </pc:sldMasterChg>
    </pc:docChg>
  </pc:docChgLst>
  <pc:docChgLst>
    <pc:chgData name="Danielle Andries" userId="S::dandries@comptia.org::93d179e4-3c18-40f7-920e-ae80b202540d" providerId="AD" clId="Web-{AC8E4618-5A6C-5465-0377-5338DCC3DDC2}"/>
    <pc:docChg chg="modSld">
      <pc:chgData name="Danielle Andries" userId="S::dandries@comptia.org::93d179e4-3c18-40f7-920e-ae80b202540d" providerId="AD" clId="Web-{AC8E4618-5A6C-5465-0377-5338DCC3DDC2}" dt="2025-05-06T19:28:13" v="27" actId="20577"/>
      <pc:docMkLst>
        <pc:docMk/>
      </pc:docMkLst>
      <pc:sldChg chg="modSp">
        <pc:chgData name="Danielle Andries" userId="S::dandries@comptia.org::93d179e4-3c18-40f7-920e-ae80b202540d" providerId="AD" clId="Web-{AC8E4618-5A6C-5465-0377-5338DCC3DDC2}" dt="2025-05-06T19:28:13" v="27" actId="20577"/>
        <pc:sldMkLst>
          <pc:docMk/>
          <pc:sldMk cId="3250985680" sldId="274"/>
        </pc:sldMkLst>
      </pc:sldChg>
    </pc:docChg>
  </pc:docChgLst>
  <pc:docChgLst>
    <pc:chgData name="Katherine Keyes" userId="2cd50168-9358-44e7-b3b2-0786b2b8ee66" providerId="ADAL" clId="{389E2D1B-3571-4453-9F32-EC2942C1FF95}"/>
    <pc:docChg chg="modMainMaster">
      <pc:chgData name="Katherine Keyes" userId="2cd50168-9358-44e7-b3b2-0786b2b8ee66" providerId="ADAL" clId="{389E2D1B-3571-4453-9F32-EC2942C1FF95}" dt="2021-11-02T15:05:59.203" v="1" actId="20578"/>
      <pc:docMkLst>
        <pc:docMk/>
      </pc:docMkLst>
      <pc:sldMasterChg chg="modSldLayout sldLayoutOrd">
        <pc:chgData name="Katherine Keyes" userId="2cd50168-9358-44e7-b3b2-0786b2b8ee66" providerId="ADAL" clId="{389E2D1B-3571-4453-9F32-EC2942C1FF95}" dt="2021-11-02T15:05:59.203" v="1" actId="20578"/>
        <pc:sldMasterMkLst>
          <pc:docMk/>
          <pc:sldMasterMk cId="58932730" sldId="2147483910"/>
        </pc:sldMasterMkLst>
        <pc:sldLayoutChg chg="ord">
          <pc:chgData name="Katherine Keyes" userId="2cd50168-9358-44e7-b3b2-0786b2b8ee66" providerId="ADAL" clId="{389E2D1B-3571-4453-9F32-EC2942C1FF95}" dt="2021-11-02T15:05:59.203" v="1" actId="20578"/>
          <pc:sldLayoutMkLst>
            <pc:docMk/>
            <pc:sldMasterMk cId="58932730" sldId="2147483910"/>
            <pc:sldLayoutMk cId="137773212" sldId="2147483914"/>
          </pc:sldLayoutMkLst>
        </pc:sldLayoutChg>
      </pc:sldMasterChg>
    </pc:docChg>
  </pc:docChgLst>
  <pc:docChgLst>
    <pc:chgData name="Danielle Andries" userId="93d179e4-3c18-40f7-920e-ae80b202540d" providerId="ADAL" clId="{E9C614E3-A1EE-4D1E-84D8-8FC9F0171C92}"/>
    <pc:docChg chg="undo custSel addSld delSld modSld sldOrd">
      <pc:chgData name="Danielle Andries" userId="93d179e4-3c18-40f7-920e-ae80b202540d" providerId="ADAL" clId="{E9C614E3-A1EE-4D1E-84D8-8FC9F0171C92}" dt="2022-05-03T20:11:34.298" v="394" actId="20577"/>
      <pc:docMkLst>
        <pc:docMk/>
      </pc:docMkLst>
      <pc:sldChg chg="new del">
        <pc:chgData name="Danielle Andries" userId="93d179e4-3c18-40f7-920e-ae80b202540d" providerId="ADAL" clId="{E9C614E3-A1EE-4D1E-84D8-8FC9F0171C92}" dt="2022-05-03T19:49:33.597" v="3" actId="2696"/>
        <pc:sldMkLst>
          <pc:docMk/>
          <pc:sldMk cId="3809199461" sldId="256"/>
        </pc:sldMkLst>
      </pc:sldChg>
      <pc:sldChg chg="new">
        <pc:chgData name="Danielle Andries" userId="93d179e4-3c18-40f7-920e-ae80b202540d" providerId="ADAL" clId="{E9C614E3-A1EE-4D1E-84D8-8FC9F0171C92}" dt="2022-05-03T19:42:20.472" v="1" actId="680"/>
        <pc:sldMkLst>
          <pc:docMk/>
          <pc:sldMk cId="3995608643" sldId="257"/>
        </pc:sldMkLst>
      </pc:sldChg>
      <pc:sldChg chg="new">
        <pc:chgData name="Danielle Andries" userId="93d179e4-3c18-40f7-920e-ae80b202540d" providerId="ADAL" clId="{E9C614E3-A1EE-4D1E-84D8-8FC9F0171C92}" dt="2022-05-03T19:42:25.033" v="2" actId="680"/>
        <pc:sldMkLst>
          <pc:docMk/>
          <pc:sldMk cId="2170154808" sldId="258"/>
        </pc:sldMkLst>
      </pc:sldChg>
      <pc:sldChg chg="addSp modSp new mod">
        <pc:chgData name="Danielle Andries" userId="93d179e4-3c18-40f7-920e-ae80b202540d" providerId="ADAL" clId="{E9C614E3-A1EE-4D1E-84D8-8FC9F0171C92}" dt="2022-05-03T19:51:04.298" v="60" actId="1076"/>
        <pc:sldMkLst>
          <pc:docMk/>
          <pc:sldMk cId="3549381897" sldId="259"/>
        </pc:sldMkLst>
      </pc:sldChg>
      <pc:sldChg chg="addSp delSp modSp new mod">
        <pc:chgData name="Danielle Andries" userId="93d179e4-3c18-40f7-920e-ae80b202540d" providerId="ADAL" clId="{E9C614E3-A1EE-4D1E-84D8-8FC9F0171C92}" dt="2022-05-03T20:04:27.208" v="141" actId="20577"/>
        <pc:sldMkLst>
          <pc:docMk/>
          <pc:sldMk cId="1702716025" sldId="260"/>
        </pc:sldMkLst>
      </pc:sldChg>
      <pc:sldChg chg="addSp modSp new mod">
        <pc:chgData name="Danielle Andries" userId="93d179e4-3c18-40f7-920e-ae80b202540d" providerId="ADAL" clId="{E9C614E3-A1EE-4D1E-84D8-8FC9F0171C92}" dt="2022-05-03T20:06:51.826" v="152" actId="14100"/>
        <pc:sldMkLst>
          <pc:docMk/>
          <pc:sldMk cId="1821724871" sldId="261"/>
        </pc:sldMkLst>
      </pc:sldChg>
      <pc:sldChg chg="addSp delSp modSp new mod">
        <pc:chgData name="Danielle Andries" userId="93d179e4-3c18-40f7-920e-ae80b202540d" providerId="ADAL" clId="{E9C614E3-A1EE-4D1E-84D8-8FC9F0171C92}" dt="2022-05-03T20:09:02.426" v="205"/>
        <pc:sldMkLst>
          <pc:docMk/>
          <pc:sldMk cId="2298346470" sldId="262"/>
        </pc:sldMkLst>
      </pc:sldChg>
      <pc:sldChg chg="modSp add del mod ord">
        <pc:chgData name="Danielle Andries" userId="93d179e4-3c18-40f7-920e-ae80b202540d" providerId="ADAL" clId="{E9C614E3-A1EE-4D1E-84D8-8FC9F0171C92}" dt="2022-05-03T20:09:58.168" v="258" actId="2696"/>
        <pc:sldMkLst>
          <pc:docMk/>
          <pc:sldMk cId="695845461" sldId="263"/>
        </pc:sldMkLst>
      </pc:sldChg>
      <pc:sldChg chg="modSp new mod modNotesTx">
        <pc:chgData name="Danielle Andries" userId="93d179e4-3c18-40f7-920e-ae80b202540d" providerId="ADAL" clId="{E9C614E3-A1EE-4D1E-84D8-8FC9F0171C92}" dt="2022-05-03T20:11:19.569" v="371"/>
        <pc:sldMkLst>
          <pc:docMk/>
          <pc:sldMk cId="2631819795" sldId="263"/>
        </pc:sldMkLst>
      </pc:sldChg>
      <pc:sldChg chg="modSp new mod">
        <pc:chgData name="Danielle Andries" userId="93d179e4-3c18-40f7-920e-ae80b202540d" providerId="ADAL" clId="{E9C614E3-A1EE-4D1E-84D8-8FC9F0171C92}" dt="2022-05-03T20:11:34.298" v="394" actId="20577"/>
        <pc:sldMkLst>
          <pc:docMk/>
          <pc:sldMk cId="3051765853" sldId="264"/>
        </pc:sldMkLst>
      </pc:sldChg>
    </pc:docChg>
  </pc:docChgLst>
  <pc:docChgLst>
    <pc:chgData name="Yvette Delim" userId="S::ydelim@comptia.org::1eb1221e-2905-468b-b6ca-e1e332e3c4b6" providerId="AD" clId="Web-{C113A6AE-3E14-CFD0-4D1D-B1BDC3661C6F}"/>
    <pc:docChg chg="delSld modSld">
      <pc:chgData name="Yvette Delim" userId="S::ydelim@comptia.org::1eb1221e-2905-468b-b6ca-e1e332e3c4b6" providerId="AD" clId="Web-{C113A6AE-3E14-CFD0-4D1D-B1BDC3661C6F}" dt="2025-05-07T21:44:57.002" v="9"/>
      <pc:docMkLst>
        <pc:docMk/>
      </pc:docMkLst>
      <pc:sldChg chg="del">
        <pc:chgData name="Yvette Delim" userId="S::ydelim@comptia.org::1eb1221e-2905-468b-b6ca-e1e332e3c4b6" providerId="AD" clId="Web-{C113A6AE-3E14-CFD0-4D1D-B1BDC3661C6F}" dt="2025-05-07T21:44:57.002" v="9"/>
        <pc:sldMkLst>
          <pc:docMk/>
          <pc:sldMk cId="3678982506" sldId="278"/>
        </pc:sldMkLst>
      </pc:sldChg>
      <pc:sldChg chg="modSp">
        <pc:chgData name="Yvette Delim" userId="S::ydelim@comptia.org::1eb1221e-2905-468b-b6ca-e1e332e3c4b6" providerId="AD" clId="Web-{C113A6AE-3E14-CFD0-4D1D-B1BDC3661C6F}" dt="2025-05-07T21:44:46.143" v="8" actId="20577"/>
        <pc:sldMkLst>
          <pc:docMk/>
          <pc:sldMk cId="1878458843" sldId="309"/>
        </pc:sldMkLst>
        <pc:spChg chg="mod">
          <ac:chgData name="Yvette Delim" userId="S::ydelim@comptia.org::1eb1221e-2905-468b-b6ca-e1e332e3c4b6" providerId="AD" clId="Web-{C113A6AE-3E14-CFD0-4D1D-B1BDC3661C6F}" dt="2025-05-07T21:44:46.143" v="8" actId="20577"/>
          <ac:spMkLst>
            <pc:docMk/>
            <pc:sldMk cId="1878458843" sldId="309"/>
            <ac:spMk id="2" creationId="{CC05FF38-6BD6-38E2-A21F-D565CE8948E1}"/>
          </ac:spMkLst>
        </pc:spChg>
      </pc:sldChg>
    </pc:docChg>
  </pc:docChgLst>
  <pc:docChgLst>
    <pc:chgData name="Danielle Andries" userId="93d179e4-3c18-40f7-920e-ae80b202540d" providerId="ADAL" clId="{6B6E66F0-A942-4E48-A38F-A18A3BD0DF70}"/>
    <pc:docChg chg="undo custSel addSld modSld sldOrd modMainMaster">
      <pc:chgData name="Danielle Andries" userId="93d179e4-3c18-40f7-920e-ae80b202540d" providerId="ADAL" clId="{6B6E66F0-A942-4E48-A38F-A18A3BD0DF70}" dt="2025-06-09T21:59:41.828" v="286" actId="20577"/>
      <pc:docMkLst>
        <pc:docMk/>
      </pc:docMkLst>
      <pc:sldChg chg="ord">
        <pc:chgData name="Danielle Andries" userId="93d179e4-3c18-40f7-920e-ae80b202540d" providerId="ADAL" clId="{6B6E66F0-A942-4E48-A38F-A18A3BD0DF70}" dt="2025-06-09T21:32:49.189" v="23"/>
        <pc:sldMkLst>
          <pc:docMk/>
          <pc:sldMk cId="1878458843" sldId="309"/>
        </pc:sldMkLst>
      </pc:sldChg>
      <pc:sldChg chg="modNotesTx">
        <pc:chgData name="Danielle Andries" userId="93d179e4-3c18-40f7-920e-ae80b202540d" providerId="ADAL" clId="{6B6E66F0-A942-4E48-A38F-A18A3BD0DF70}" dt="2025-06-09T20:38:55.933" v="1" actId="20577"/>
        <pc:sldMkLst>
          <pc:docMk/>
          <pc:sldMk cId="3868167892" sldId="313"/>
        </pc:sldMkLst>
      </pc:sldChg>
      <pc:sldChg chg="modSp mod">
        <pc:chgData name="Danielle Andries" userId="93d179e4-3c18-40f7-920e-ae80b202540d" providerId="ADAL" clId="{6B6E66F0-A942-4E48-A38F-A18A3BD0DF70}" dt="2025-06-09T21:38:43.114" v="24" actId="2085"/>
        <pc:sldMkLst>
          <pc:docMk/>
          <pc:sldMk cId="1961792442" sldId="543"/>
        </pc:sldMkLst>
        <pc:picChg chg="mod">
          <ac:chgData name="Danielle Andries" userId="93d179e4-3c18-40f7-920e-ae80b202540d" providerId="ADAL" clId="{6B6E66F0-A942-4E48-A38F-A18A3BD0DF70}" dt="2025-06-09T21:38:43.114" v="24" actId="2085"/>
          <ac:picMkLst>
            <pc:docMk/>
            <pc:sldMk cId="1961792442" sldId="543"/>
            <ac:picMk id="5" creationId="{FBEDADCB-EEB2-34AE-3418-36B0EB964381}"/>
          </ac:picMkLst>
        </pc:picChg>
      </pc:sldChg>
      <pc:sldChg chg="modSp mod">
        <pc:chgData name="Danielle Andries" userId="93d179e4-3c18-40f7-920e-ae80b202540d" providerId="ADAL" clId="{6B6E66F0-A942-4E48-A38F-A18A3BD0DF70}" dt="2025-06-09T20:55:27.448" v="6" actId="20577"/>
        <pc:sldMkLst>
          <pc:docMk/>
          <pc:sldMk cId="2436142003" sldId="569"/>
        </pc:sldMkLst>
        <pc:spChg chg="mod">
          <ac:chgData name="Danielle Andries" userId="93d179e4-3c18-40f7-920e-ae80b202540d" providerId="ADAL" clId="{6B6E66F0-A942-4E48-A38F-A18A3BD0DF70}" dt="2025-06-09T20:55:27.448" v="6" actId="20577"/>
          <ac:spMkLst>
            <pc:docMk/>
            <pc:sldMk cId="2436142003" sldId="569"/>
            <ac:spMk id="3" creationId="{C6F96774-36B8-B8FC-7220-DEB733B577E6}"/>
          </ac:spMkLst>
        </pc:spChg>
      </pc:sldChg>
      <pc:sldChg chg="ord">
        <pc:chgData name="Danielle Andries" userId="93d179e4-3c18-40f7-920e-ae80b202540d" providerId="ADAL" clId="{6B6E66F0-A942-4E48-A38F-A18A3BD0DF70}" dt="2025-06-09T21:57:17.661" v="231"/>
        <pc:sldMkLst>
          <pc:docMk/>
          <pc:sldMk cId="3267495596" sldId="572"/>
        </pc:sldMkLst>
      </pc:sldChg>
      <pc:sldChg chg="modSp mod">
        <pc:chgData name="Danielle Andries" userId="93d179e4-3c18-40f7-920e-ae80b202540d" providerId="ADAL" clId="{6B6E66F0-A942-4E48-A38F-A18A3BD0DF70}" dt="2025-06-09T21:49:42.629" v="201" actId="2085"/>
        <pc:sldMkLst>
          <pc:docMk/>
          <pc:sldMk cId="2344874781" sldId="575"/>
        </pc:sldMkLst>
        <pc:picChg chg="mod">
          <ac:chgData name="Danielle Andries" userId="93d179e4-3c18-40f7-920e-ae80b202540d" providerId="ADAL" clId="{6B6E66F0-A942-4E48-A38F-A18A3BD0DF70}" dt="2025-06-09T21:49:42.629" v="201" actId="2085"/>
          <ac:picMkLst>
            <pc:docMk/>
            <pc:sldMk cId="2344874781" sldId="575"/>
            <ac:picMk id="6" creationId="{4B8C6770-8D31-9C33-3AEE-541315F3DBAC}"/>
          </ac:picMkLst>
        </pc:picChg>
      </pc:sldChg>
      <pc:sldChg chg="modSp mod">
        <pc:chgData name="Danielle Andries" userId="93d179e4-3c18-40f7-920e-ae80b202540d" providerId="ADAL" clId="{6B6E66F0-A942-4E48-A38F-A18A3BD0DF70}" dt="2025-06-09T21:48:40.798" v="199" actId="20577"/>
        <pc:sldMkLst>
          <pc:docMk/>
          <pc:sldMk cId="2216117190" sldId="576"/>
        </pc:sldMkLst>
        <pc:spChg chg="mod">
          <ac:chgData name="Danielle Andries" userId="93d179e4-3c18-40f7-920e-ae80b202540d" providerId="ADAL" clId="{6B6E66F0-A942-4E48-A38F-A18A3BD0DF70}" dt="2025-06-09T21:48:40.798" v="199" actId="20577"/>
          <ac:spMkLst>
            <pc:docMk/>
            <pc:sldMk cId="2216117190" sldId="576"/>
            <ac:spMk id="3" creationId="{6D5A74EA-3ADC-D1D9-D7E4-CED6E293EF4C}"/>
          </ac:spMkLst>
        </pc:spChg>
      </pc:sldChg>
      <pc:sldChg chg="modSp mod">
        <pc:chgData name="Danielle Andries" userId="93d179e4-3c18-40f7-920e-ae80b202540d" providerId="ADAL" clId="{6B6E66F0-A942-4E48-A38F-A18A3BD0DF70}" dt="2025-06-09T21:59:41.828" v="286" actId="20577"/>
        <pc:sldMkLst>
          <pc:docMk/>
          <pc:sldMk cId="3546818160" sldId="609"/>
        </pc:sldMkLst>
        <pc:spChg chg="mod">
          <ac:chgData name="Danielle Andries" userId="93d179e4-3c18-40f7-920e-ae80b202540d" providerId="ADAL" clId="{6B6E66F0-A942-4E48-A38F-A18A3BD0DF70}" dt="2025-06-09T21:59:41.828" v="286" actId="20577"/>
          <ac:spMkLst>
            <pc:docMk/>
            <pc:sldMk cId="3546818160" sldId="609"/>
            <ac:spMk id="3" creationId="{73CBCE7E-70C5-0794-C3E0-758581D4D74A}"/>
          </ac:spMkLst>
        </pc:spChg>
      </pc:sldChg>
      <pc:sldChg chg="modSp mod">
        <pc:chgData name="Danielle Andries" userId="93d179e4-3c18-40f7-920e-ae80b202540d" providerId="ADAL" clId="{6B6E66F0-A942-4E48-A38F-A18A3BD0DF70}" dt="2025-06-09T20:40:05.235" v="5" actId="20577"/>
        <pc:sldMkLst>
          <pc:docMk/>
          <pc:sldMk cId="845454721" sldId="626"/>
        </pc:sldMkLst>
        <pc:spChg chg="mod">
          <ac:chgData name="Danielle Andries" userId="93d179e4-3c18-40f7-920e-ae80b202540d" providerId="ADAL" clId="{6B6E66F0-A942-4E48-A38F-A18A3BD0DF70}" dt="2025-06-09T20:40:05.235" v="5" actId="20577"/>
          <ac:spMkLst>
            <pc:docMk/>
            <pc:sldMk cId="845454721" sldId="626"/>
            <ac:spMk id="3" creationId="{BEBE6111-3DA3-AAB3-DD0D-C5AB98E96504}"/>
          </ac:spMkLst>
        </pc:spChg>
      </pc:sldChg>
      <pc:sldChg chg="modSp mod">
        <pc:chgData name="Danielle Andries" userId="93d179e4-3c18-40f7-920e-ae80b202540d" providerId="ADAL" clId="{6B6E66F0-A942-4E48-A38F-A18A3BD0DF70}" dt="2025-06-09T21:28:38.468" v="9" actId="20577"/>
        <pc:sldMkLst>
          <pc:docMk/>
          <pc:sldMk cId="3489540652" sldId="627"/>
        </pc:sldMkLst>
        <pc:spChg chg="mod">
          <ac:chgData name="Danielle Andries" userId="93d179e4-3c18-40f7-920e-ae80b202540d" providerId="ADAL" clId="{6B6E66F0-A942-4E48-A38F-A18A3BD0DF70}" dt="2025-06-09T21:28:38.468" v="9" actId="20577"/>
          <ac:spMkLst>
            <pc:docMk/>
            <pc:sldMk cId="3489540652" sldId="627"/>
            <ac:spMk id="3" creationId="{3BE5A173-DB4F-2204-5AE4-E1BF6DAE9C27}"/>
          </ac:spMkLst>
        </pc:spChg>
      </pc:sldChg>
      <pc:sldChg chg="modSp mod">
        <pc:chgData name="Danielle Andries" userId="93d179e4-3c18-40f7-920e-ae80b202540d" providerId="ADAL" clId="{6B6E66F0-A942-4E48-A38F-A18A3BD0DF70}" dt="2025-06-09T21:28:54.003" v="10" actId="2085"/>
        <pc:sldMkLst>
          <pc:docMk/>
          <pc:sldMk cId="3930807609" sldId="628"/>
        </pc:sldMkLst>
        <pc:picChg chg="mod">
          <ac:chgData name="Danielle Andries" userId="93d179e4-3c18-40f7-920e-ae80b202540d" providerId="ADAL" clId="{6B6E66F0-A942-4E48-A38F-A18A3BD0DF70}" dt="2025-06-09T21:28:54.003" v="10" actId="2085"/>
          <ac:picMkLst>
            <pc:docMk/>
            <pc:sldMk cId="3930807609" sldId="628"/>
            <ac:picMk id="6" creationId="{18098F4C-C8C1-5BB8-4C84-1DA2A1AC201D}"/>
          </ac:picMkLst>
        </pc:picChg>
      </pc:sldChg>
      <pc:sldChg chg="modSp mod">
        <pc:chgData name="Danielle Andries" userId="93d179e4-3c18-40f7-920e-ae80b202540d" providerId="ADAL" clId="{6B6E66F0-A942-4E48-A38F-A18A3BD0DF70}" dt="2025-06-09T21:30:16.233" v="11" actId="2085"/>
        <pc:sldMkLst>
          <pc:docMk/>
          <pc:sldMk cId="1664456317" sldId="631"/>
        </pc:sldMkLst>
        <pc:picChg chg="mod">
          <ac:chgData name="Danielle Andries" userId="93d179e4-3c18-40f7-920e-ae80b202540d" providerId="ADAL" clId="{6B6E66F0-A942-4E48-A38F-A18A3BD0DF70}" dt="2025-06-09T21:30:16.233" v="11" actId="2085"/>
          <ac:picMkLst>
            <pc:docMk/>
            <pc:sldMk cId="1664456317" sldId="631"/>
            <ac:picMk id="9" creationId="{378C9495-4D5F-053F-3B28-5D1ACCCA9BA6}"/>
          </ac:picMkLst>
        </pc:picChg>
      </pc:sldChg>
      <pc:sldChg chg="ord">
        <pc:chgData name="Danielle Andries" userId="93d179e4-3c18-40f7-920e-ae80b202540d" providerId="ADAL" clId="{6B6E66F0-A942-4E48-A38F-A18A3BD0DF70}" dt="2025-06-09T21:55:12.811" v="226"/>
        <pc:sldMkLst>
          <pc:docMk/>
          <pc:sldMk cId="290686950" sldId="633"/>
        </pc:sldMkLst>
      </pc:sldChg>
      <pc:sldChg chg="modSp mod">
        <pc:chgData name="Danielle Andries" userId="93d179e4-3c18-40f7-920e-ae80b202540d" providerId="ADAL" clId="{6B6E66F0-A942-4E48-A38F-A18A3BD0DF70}" dt="2025-06-09T21:39:52.963" v="30" actId="20577"/>
        <pc:sldMkLst>
          <pc:docMk/>
          <pc:sldMk cId="253043364" sldId="634"/>
        </pc:sldMkLst>
        <pc:spChg chg="mod">
          <ac:chgData name="Danielle Andries" userId="93d179e4-3c18-40f7-920e-ae80b202540d" providerId="ADAL" clId="{6B6E66F0-A942-4E48-A38F-A18A3BD0DF70}" dt="2025-06-09T21:39:52.963" v="30" actId="20577"/>
          <ac:spMkLst>
            <pc:docMk/>
            <pc:sldMk cId="253043364" sldId="634"/>
            <ac:spMk id="3" creationId="{EF90602C-E698-14FB-8233-AEA344742D0F}"/>
          </ac:spMkLst>
        </pc:spChg>
      </pc:sldChg>
      <pc:sldChg chg="modSp mod">
        <pc:chgData name="Danielle Andries" userId="93d179e4-3c18-40f7-920e-ae80b202540d" providerId="ADAL" clId="{6B6E66F0-A942-4E48-A38F-A18A3BD0DF70}" dt="2025-06-09T21:40:02.281" v="31" actId="2085"/>
        <pc:sldMkLst>
          <pc:docMk/>
          <pc:sldMk cId="1328676165" sldId="635"/>
        </pc:sldMkLst>
        <pc:picChg chg="mod">
          <ac:chgData name="Danielle Andries" userId="93d179e4-3c18-40f7-920e-ae80b202540d" providerId="ADAL" clId="{6B6E66F0-A942-4E48-A38F-A18A3BD0DF70}" dt="2025-06-09T21:40:02.281" v="31" actId="2085"/>
          <ac:picMkLst>
            <pc:docMk/>
            <pc:sldMk cId="1328676165" sldId="635"/>
            <ac:picMk id="6" creationId="{565137A5-4C4E-5423-500E-1D50FA0C6A1D}"/>
          </ac:picMkLst>
        </pc:picChg>
      </pc:sldChg>
      <pc:sldChg chg="modSp mod modNotesTx">
        <pc:chgData name="Danielle Andries" userId="93d179e4-3c18-40f7-920e-ae80b202540d" providerId="ADAL" clId="{6B6E66F0-A942-4E48-A38F-A18A3BD0DF70}" dt="2025-06-09T21:43:50.337" v="39"/>
        <pc:sldMkLst>
          <pc:docMk/>
          <pc:sldMk cId="1508988506" sldId="637"/>
        </pc:sldMkLst>
        <pc:picChg chg="mod">
          <ac:chgData name="Danielle Andries" userId="93d179e4-3c18-40f7-920e-ae80b202540d" providerId="ADAL" clId="{6B6E66F0-A942-4E48-A38F-A18A3BD0DF70}" dt="2025-06-09T21:42:45.194" v="32" actId="2085"/>
          <ac:picMkLst>
            <pc:docMk/>
            <pc:sldMk cId="1508988506" sldId="637"/>
            <ac:picMk id="5" creationId="{0F0F7DBC-DDFF-ED2C-AFC9-8AC7ADC6CE7D}"/>
          </ac:picMkLst>
        </pc:picChg>
      </pc:sldChg>
      <pc:sldChg chg="modSp mod modNotesTx">
        <pc:chgData name="Danielle Andries" userId="93d179e4-3c18-40f7-920e-ae80b202540d" providerId="ADAL" clId="{6B6E66F0-A942-4E48-A38F-A18A3BD0DF70}" dt="2025-06-09T21:50:05.572" v="209"/>
        <pc:sldMkLst>
          <pc:docMk/>
          <pc:sldMk cId="2893943582" sldId="639"/>
        </pc:sldMkLst>
        <pc:spChg chg="mod">
          <ac:chgData name="Danielle Andries" userId="93d179e4-3c18-40f7-920e-ae80b202540d" providerId="ADAL" clId="{6B6E66F0-A942-4E48-A38F-A18A3BD0DF70}" dt="2025-06-09T21:49:53.042" v="202" actId="20577"/>
          <ac:spMkLst>
            <pc:docMk/>
            <pc:sldMk cId="2893943582" sldId="639"/>
            <ac:spMk id="3" creationId="{F7B5CDD4-110B-6FF0-DA00-A0D4A5FCB6A5}"/>
          </ac:spMkLst>
        </pc:spChg>
      </pc:sldChg>
      <pc:sldChg chg="modSp mod">
        <pc:chgData name="Danielle Andries" userId="93d179e4-3c18-40f7-920e-ae80b202540d" providerId="ADAL" clId="{6B6E66F0-A942-4E48-A38F-A18A3BD0DF70}" dt="2025-06-09T21:50:42.207" v="211" actId="20577"/>
        <pc:sldMkLst>
          <pc:docMk/>
          <pc:sldMk cId="347999701" sldId="643"/>
        </pc:sldMkLst>
        <pc:spChg chg="mod">
          <ac:chgData name="Danielle Andries" userId="93d179e4-3c18-40f7-920e-ae80b202540d" providerId="ADAL" clId="{6B6E66F0-A942-4E48-A38F-A18A3BD0DF70}" dt="2025-06-09T21:50:42.207" v="211" actId="20577"/>
          <ac:spMkLst>
            <pc:docMk/>
            <pc:sldMk cId="347999701" sldId="643"/>
            <ac:spMk id="3" creationId="{B13929B8-C4A7-9C56-286C-63FF3F40C987}"/>
          </ac:spMkLst>
        </pc:spChg>
      </pc:sldChg>
      <pc:sldChg chg="modSp mod">
        <pc:chgData name="Danielle Andries" userId="93d179e4-3c18-40f7-920e-ae80b202540d" providerId="ADAL" clId="{6B6E66F0-A942-4E48-A38F-A18A3BD0DF70}" dt="2025-06-09T21:51:19.636" v="212" actId="20577"/>
        <pc:sldMkLst>
          <pc:docMk/>
          <pc:sldMk cId="997570456" sldId="645"/>
        </pc:sldMkLst>
        <pc:spChg chg="mod">
          <ac:chgData name="Danielle Andries" userId="93d179e4-3c18-40f7-920e-ae80b202540d" providerId="ADAL" clId="{6B6E66F0-A942-4E48-A38F-A18A3BD0DF70}" dt="2025-06-09T21:51:19.636" v="212" actId="20577"/>
          <ac:spMkLst>
            <pc:docMk/>
            <pc:sldMk cId="997570456" sldId="645"/>
            <ac:spMk id="3" creationId="{5DA68BF1-1247-D063-25CF-416163841FF3}"/>
          </ac:spMkLst>
        </pc:spChg>
      </pc:sldChg>
      <pc:sldChg chg="addSp delSp modSp mod modNotesTx">
        <pc:chgData name="Danielle Andries" userId="93d179e4-3c18-40f7-920e-ae80b202540d" providerId="ADAL" clId="{6B6E66F0-A942-4E48-A38F-A18A3BD0DF70}" dt="2025-06-09T21:52:52.665" v="224"/>
        <pc:sldMkLst>
          <pc:docMk/>
          <pc:sldMk cId="2454480785" sldId="646"/>
        </pc:sldMkLst>
        <pc:picChg chg="add">
          <ac:chgData name="Danielle Andries" userId="93d179e4-3c18-40f7-920e-ae80b202540d" providerId="ADAL" clId="{6B6E66F0-A942-4E48-A38F-A18A3BD0DF70}" dt="2025-06-09T21:52:34.140" v="217" actId="22"/>
          <ac:picMkLst>
            <pc:docMk/>
            <pc:sldMk cId="2454480785" sldId="646"/>
            <ac:picMk id="9" creationId="{CD3C2E83-1591-6A0D-C4BD-670B65B0310A}"/>
          </ac:picMkLst>
        </pc:picChg>
      </pc:sldChg>
      <pc:sldChg chg="modSp mod">
        <pc:chgData name="Danielle Andries" userId="93d179e4-3c18-40f7-920e-ae80b202540d" providerId="ADAL" clId="{6B6E66F0-A942-4E48-A38F-A18A3BD0DF70}" dt="2025-06-09T21:56:28.246" v="229" actId="20577"/>
        <pc:sldMkLst>
          <pc:docMk/>
          <pc:sldMk cId="3351288596" sldId="651"/>
        </pc:sldMkLst>
        <pc:spChg chg="mod">
          <ac:chgData name="Danielle Andries" userId="93d179e4-3c18-40f7-920e-ae80b202540d" providerId="ADAL" clId="{6B6E66F0-A942-4E48-A38F-A18A3BD0DF70}" dt="2025-06-09T21:56:28.246" v="229" actId="20577"/>
          <ac:spMkLst>
            <pc:docMk/>
            <pc:sldMk cId="3351288596" sldId="651"/>
            <ac:spMk id="3" creationId="{82D6ACDB-89E8-B682-73F7-83A52AD0A0F8}"/>
          </ac:spMkLst>
        </pc:spChg>
      </pc:sldChg>
      <pc:sldChg chg="modSp new mod">
        <pc:chgData name="Danielle Andries" userId="93d179e4-3c18-40f7-920e-ae80b202540d" providerId="ADAL" clId="{6B6E66F0-A942-4E48-A38F-A18A3BD0DF70}" dt="2025-06-09T21:45:47.397" v="198" actId="20577"/>
        <pc:sldMkLst>
          <pc:docMk/>
          <pc:sldMk cId="3087168021" sldId="654"/>
        </pc:sldMkLst>
        <pc:spChg chg="mod">
          <ac:chgData name="Danielle Andries" userId="93d179e4-3c18-40f7-920e-ae80b202540d" providerId="ADAL" clId="{6B6E66F0-A942-4E48-A38F-A18A3BD0DF70}" dt="2025-06-09T21:45:47.397" v="198" actId="20577"/>
          <ac:spMkLst>
            <pc:docMk/>
            <pc:sldMk cId="3087168021" sldId="654"/>
            <ac:spMk id="2" creationId="{C81B89D9-BA76-4EFE-DD77-6DDA72A3EBE1}"/>
          </ac:spMkLst>
        </pc:spChg>
        <pc:spChg chg="mod">
          <ac:chgData name="Danielle Andries" userId="93d179e4-3c18-40f7-920e-ae80b202540d" providerId="ADAL" clId="{6B6E66F0-A942-4E48-A38F-A18A3BD0DF70}" dt="2025-06-09T21:45:08.630" v="73" actId="20577"/>
          <ac:spMkLst>
            <pc:docMk/>
            <pc:sldMk cId="3087168021" sldId="654"/>
            <ac:spMk id="3" creationId="{FE6A53F5-F332-0A86-2F45-47A33465EF60}"/>
          </ac:spMkLst>
        </pc:spChg>
      </pc:sldChg>
      <pc:sldMasterChg chg="modSldLayout sldLayoutOrd">
        <pc:chgData name="Danielle Andries" userId="93d179e4-3c18-40f7-920e-ae80b202540d" providerId="ADAL" clId="{6B6E66F0-A942-4E48-A38F-A18A3BD0DF70}" dt="2025-06-09T21:32:34.837" v="21" actId="20577"/>
        <pc:sldMasterMkLst>
          <pc:docMk/>
          <pc:sldMasterMk cId="58932730" sldId="2147483910"/>
        </pc:sldMasterMkLst>
        <pc:sldLayoutChg chg="modSp mod">
          <pc:chgData name="Danielle Andries" userId="93d179e4-3c18-40f7-920e-ae80b202540d" providerId="ADAL" clId="{6B6E66F0-A942-4E48-A38F-A18A3BD0DF70}" dt="2025-06-09T21:32:34.837" v="21" actId="20577"/>
          <pc:sldLayoutMkLst>
            <pc:docMk/>
            <pc:sldMasterMk cId="58932730" sldId="2147483910"/>
            <pc:sldLayoutMk cId="3198385692" sldId="2147483922"/>
          </pc:sldLayoutMkLst>
          <pc:spChg chg="mod">
            <ac:chgData name="Danielle Andries" userId="93d179e4-3c18-40f7-920e-ae80b202540d" providerId="ADAL" clId="{6B6E66F0-A942-4E48-A38F-A18A3BD0DF70}" dt="2025-06-09T21:32:34.837" v="21" actId="20577"/>
            <ac:spMkLst>
              <pc:docMk/>
              <pc:sldMasterMk cId="58932730" sldId="2147483910"/>
              <pc:sldLayoutMk cId="3198385692" sldId="2147483922"/>
              <ac:spMk id="4" creationId="{48DA206A-2516-457B-9C8F-9BDD445DD373}"/>
            </ac:spMkLst>
          </pc:spChg>
        </pc:sldLayoutChg>
        <pc:sldLayoutChg chg="ord">
          <pc:chgData name="Danielle Andries" userId="93d179e4-3c18-40f7-920e-ae80b202540d" providerId="ADAL" clId="{6B6E66F0-A942-4E48-A38F-A18A3BD0DF70}" dt="2025-06-09T21:32:27.136" v="12" actId="20578"/>
          <pc:sldLayoutMkLst>
            <pc:docMk/>
            <pc:sldMasterMk cId="58932730" sldId="2147483910"/>
            <pc:sldLayoutMk cId="3241009506" sldId="2147483924"/>
          </pc:sldLayoutMkLst>
        </pc:sldLayoutChg>
      </pc:sldMasterChg>
    </pc:docChg>
  </pc:docChgLst>
  <pc:docChgLst>
    <pc:chgData name="Amy Glidewell" userId="095a4851-014c-47ed-bf1b-0c4b57406e94" providerId="ADAL" clId="{DE8602E1-C0B3-4C47-883B-C82D0474D809}"/>
    <pc:docChg chg="undo custSel modSld">
      <pc:chgData name="Amy Glidewell" userId="095a4851-014c-47ed-bf1b-0c4b57406e94" providerId="ADAL" clId="{DE8602E1-C0B3-4C47-883B-C82D0474D809}" dt="2025-05-13T18:29:56.851" v="23" actId="1076"/>
      <pc:docMkLst>
        <pc:docMk/>
      </pc:docMkLst>
      <pc:sldChg chg="modSp mod">
        <pc:chgData name="Amy Glidewell" userId="095a4851-014c-47ed-bf1b-0c4b57406e94" providerId="ADAL" clId="{DE8602E1-C0B3-4C47-883B-C82D0474D809}" dt="2025-05-13T18:09:13.364" v="3"/>
        <pc:sldMkLst>
          <pc:docMk/>
          <pc:sldMk cId="590793581" sldId="314"/>
        </pc:sldMkLst>
      </pc:sldChg>
      <pc:sldChg chg="modSp mod">
        <pc:chgData name="Amy Glidewell" userId="095a4851-014c-47ed-bf1b-0c4b57406e94" providerId="ADAL" clId="{DE8602E1-C0B3-4C47-883B-C82D0474D809}" dt="2025-05-13T18:08:13.207" v="0" actId="208"/>
        <pc:sldMkLst>
          <pc:docMk/>
          <pc:sldMk cId="52830680" sldId="317"/>
        </pc:sldMkLst>
      </pc:sldChg>
      <pc:sldChg chg="modSp mod">
        <pc:chgData name="Amy Glidewell" userId="095a4851-014c-47ed-bf1b-0c4b57406e94" providerId="ADAL" clId="{DE8602E1-C0B3-4C47-883B-C82D0474D809}" dt="2025-05-13T18:27:47.725" v="21" actId="962"/>
        <pc:sldMkLst>
          <pc:docMk/>
          <pc:sldMk cId="3518303122" sldId="328"/>
        </pc:sldMkLst>
      </pc:sldChg>
      <pc:sldChg chg="modSp mod">
        <pc:chgData name="Amy Glidewell" userId="095a4851-014c-47ed-bf1b-0c4b57406e94" providerId="ADAL" clId="{DE8602E1-C0B3-4C47-883B-C82D0474D809}" dt="2025-05-13T18:29:20.788" v="22" actId="208"/>
        <pc:sldMkLst>
          <pc:docMk/>
          <pc:sldMk cId="3239892951" sldId="331"/>
        </pc:sldMkLst>
      </pc:sldChg>
      <pc:sldChg chg="modSp mod">
        <pc:chgData name="Amy Glidewell" userId="095a4851-014c-47ed-bf1b-0c4b57406e94" providerId="ADAL" clId="{DE8602E1-C0B3-4C47-883B-C82D0474D809}" dt="2025-05-13T18:15:36.547" v="11" actId="2711"/>
        <pc:sldMkLst>
          <pc:docMk/>
          <pc:sldMk cId="61153059" sldId="366"/>
        </pc:sldMkLst>
      </pc:sldChg>
      <pc:sldChg chg="modSp mod">
        <pc:chgData name="Amy Glidewell" userId="095a4851-014c-47ed-bf1b-0c4b57406e94" providerId="ADAL" clId="{DE8602E1-C0B3-4C47-883B-C82D0474D809}" dt="2025-05-13T18:15:00.840" v="10" actId="14100"/>
        <pc:sldMkLst>
          <pc:docMk/>
          <pc:sldMk cId="2734452679" sldId="367"/>
        </pc:sldMkLst>
      </pc:sldChg>
      <pc:sldChg chg="modSp mod">
        <pc:chgData name="Amy Glidewell" userId="095a4851-014c-47ed-bf1b-0c4b57406e94" providerId="ADAL" clId="{DE8602E1-C0B3-4C47-883B-C82D0474D809}" dt="2025-05-13T18:25:47.419" v="13" actId="962"/>
        <pc:sldMkLst>
          <pc:docMk/>
          <pc:sldMk cId="3337312230" sldId="385"/>
        </pc:sldMkLst>
      </pc:sldChg>
      <pc:sldChg chg="modSp mod">
        <pc:chgData name="Amy Glidewell" userId="095a4851-014c-47ed-bf1b-0c4b57406e94" providerId="ADAL" clId="{DE8602E1-C0B3-4C47-883B-C82D0474D809}" dt="2025-05-13T18:27:27.113" v="17" actId="208"/>
        <pc:sldMkLst>
          <pc:docMk/>
          <pc:sldMk cId="1679106911" sldId="388"/>
        </pc:sldMkLst>
      </pc:sldChg>
      <pc:sldChg chg="modSp mod">
        <pc:chgData name="Amy Glidewell" userId="095a4851-014c-47ed-bf1b-0c4b57406e94" providerId="ADAL" clId="{DE8602E1-C0B3-4C47-883B-C82D0474D809}" dt="2025-05-13T18:29:56.851" v="23" actId="1076"/>
        <pc:sldMkLst>
          <pc:docMk/>
          <pc:sldMk cId="2428098006" sldId="393"/>
        </pc:sldMkLst>
      </pc:sldChg>
    </pc:docChg>
  </pc:docChgLst>
  <pc:docChgLst>
    <pc:chgData name="Danielle Andries" userId="93d179e4-3c18-40f7-920e-ae80b202540d" providerId="ADAL" clId="{9BEE7BE4-3064-428B-B611-24EC7FACCC97}"/>
    <pc:docChg chg="custSel modSld modMainMaster">
      <pc:chgData name="Danielle Andries" userId="93d179e4-3c18-40f7-920e-ae80b202540d" providerId="ADAL" clId="{9BEE7BE4-3064-428B-B611-24EC7FACCC97}" dt="2025-04-24T19:15:51.219" v="57" actId="20577"/>
      <pc:docMkLst>
        <pc:docMk/>
      </pc:docMkLst>
      <pc:sldChg chg="delSp mod">
        <pc:chgData name="Danielle Andries" userId="93d179e4-3c18-40f7-920e-ae80b202540d" providerId="ADAL" clId="{9BEE7BE4-3064-428B-B611-24EC7FACCC97}" dt="2025-04-24T19:13:53.437" v="56" actId="478"/>
        <pc:sldMkLst>
          <pc:docMk/>
          <pc:sldMk cId="2170154808" sldId="258"/>
        </pc:sldMkLst>
      </pc:sldChg>
      <pc:sldChg chg="modSp mod">
        <pc:chgData name="Danielle Andries" userId="93d179e4-3c18-40f7-920e-ae80b202540d" providerId="ADAL" clId="{9BEE7BE4-3064-428B-B611-24EC7FACCC97}" dt="2025-04-24T19:15:51.219" v="57" actId="20577"/>
        <pc:sldMkLst>
          <pc:docMk/>
          <pc:sldMk cId="3549381897" sldId="259"/>
        </pc:sldMkLst>
      </pc:sldChg>
      <pc:sldMasterChg chg="modSldLayout">
        <pc:chgData name="Danielle Andries" userId="93d179e4-3c18-40f7-920e-ae80b202540d" providerId="ADAL" clId="{9BEE7BE4-3064-428B-B611-24EC7FACCC97}" dt="2025-04-24T15:25:18.702" v="35" actId="478"/>
        <pc:sldMasterMkLst>
          <pc:docMk/>
          <pc:sldMasterMk cId="58932730" sldId="2147483910"/>
        </pc:sldMasterMkLst>
        <pc:sldLayoutChg chg="delSp modSp mod">
          <pc:chgData name="Danielle Andries" userId="93d179e4-3c18-40f7-920e-ae80b202540d" providerId="ADAL" clId="{9BEE7BE4-3064-428B-B611-24EC7FACCC97}" dt="2025-04-24T15:25:18.702" v="35" actId="478"/>
          <pc:sldLayoutMkLst>
            <pc:docMk/>
            <pc:sldMasterMk cId="58932730" sldId="2147483910"/>
            <pc:sldLayoutMk cId="4084809213" sldId="2147483911"/>
          </pc:sldLayoutMkLst>
          <pc:spChg chg="mod">
            <ac:chgData name="Danielle Andries" userId="93d179e4-3c18-40f7-920e-ae80b202540d" providerId="ADAL" clId="{9BEE7BE4-3064-428B-B611-24EC7FACCC97}" dt="2025-04-24T14:58:56.325" v="32" actId="20577"/>
            <ac:spMkLst>
              <pc:docMk/>
              <pc:sldMasterMk cId="58932730" sldId="2147483910"/>
              <pc:sldLayoutMk cId="4084809213" sldId="2147483911"/>
              <ac:spMk id="8" creationId="{85CB60B9-005C-47AF-9FB6-D41274CD49DC}"/>
            </ac:spMkLst>
          </pc:spChg>
          <pc:spChg chg="mod">
            <ac:chgData name="Danielle Andries" userId="93d179e4-3c18-40f7-920e-ae80b202540d" providerId="ADAL" clId="{9BEE7BE4-3064-428B-B611-24EC7FACCC97}" dt="2025-04-24T14:52:18.744" v="26" actId="20577"/>
            <ac:spMkLst>
              <pc:docMk/>
              <pc:sldMasterMk cId="58932730" sldId="2147483910"/>
              <pc:sldLayoutMk cId="4084809213" sldId="2147483911"/>
              <ac:spMk id="13" creationId="{B2FEEEDD-0751-854A-9852-93F3EA02290E}"/>
            </ac:spMkLst>
          </pc:spChg>
          <pc:spChg chg="mod">
            <ac:chgData name="Danielle Andries" userId="93d179e4-3c18-40f7-920e-ae80b202540d" providerId="ADAL" clId="{9BEE7BE4-3064-428B-B611-24EC7FACCC97}" dt="2025-04-24T14:52:10.913" v="19" actId="20577"/>
            <ac:spMkLst>
              <pc:docMk/>
              <pc:sldMasterMk cId="58932730" sldId="2147483910"/>
              <pc:sldLayoutMk cId="4084809213" sldId="2147483911"/>
              <ac:spMk id="14" creationId="{658038CC-5DF0-1545-A424-EA63B177F16F}"/>
            </ac:spMkLst>
          </pc:spChg>
        </pc:sldLayoutChg>
        <pc:sldLayoutChg chg="modSp mod">
          <pc:chgData name="Danielle Andries" userId="93d179e4-3c18-40f7-920e-ae80b202540d" providerId="ADAL" clId="{9BEE7BE4-3064-428B-B611-24EC7FACCC97}" dt="2025-04-24T14:58:52.368" v="31" actId="20577"/>
          <pc:sldLayoutMkLst>
            <pc:docMk/>
            <pc:sldMasterMk cId="58932730" sldId="2147483910"/>
            <pc:sldLayoutMk cId="1974321300" sldId="2147483912"/>
          </pc:sldLayoutMkLst>
          <pc:spChg chg="mod">
            <ac:chgData name="Danielle Andries" userId="93d179e4-3c18-40f7-920e-ae80b202540d" providerId="ADAL" clId="{9BEE7BE4-3064-428B-B611-24EC7FACCC97}" dt="2025-04-24T14:51:53.797" v="13" actId="20577"/>
            <ac:spMkLst>
              <pc:docMk/>
              <pc:sldMasterMk cId="58932730" sldId="2147483910"/>
              <pc:sldLayoutMk cId="1974321300" sldId="2147483912"/>
              <ac:spMk id="11" creationId="{7711F5D9-3DD6-474B-AB29-EB60551B8787}"/>
            </ac:spMkLst>
          </pc:spChg>
          <pc:spChg chg="mod">
            <ac:chgData name="Danielle Andries" userId="93d179e4-3c18-40f7-920e-ae80b202540d" providerId="ADAL" clId="{9BEE7BE4-3064-428B-B611-24EC7FACCC97}" dt="2025-04-24T14:51:27.646" v="7" actId="20577"/>
            <ac:spMkLst>
              <pc:docMk/>
              <pc:sldMasterMk cId="58932730" sldId="2147483910"/>
              <pc:sldLayoutMk cId="1974321300" sldId="2147483912"/>
              <ac:spMk id="12" creationId="{FD74DCED-5B72-479F-BD98-2FB51162CA0F}"/>
            </ac:spMkLst>
          </pc:spChg>
          <pc:spChg chg="mod">
            <ac:chgData name="Danielle Andries" userId="93d179e4-3c18-40f7-920e-ae80b202540d" providerId="ADAL" clId="{9BEE7BE4-3064-428B-B611-24EC7FACCC97}" dt="2025-04-24T14:58:52.368" v="31" actId="20577"/>
            <ac:spMkLst>
              <pc:docMk/>
              <pc:sldMasterMk cId="58932730" sldId="2147483910"/>
              <pc:sldLayoutMk cId="1974321300" sldId="2147483912"/>
              <ac:spMk id="14" creationId="{DC95779D-C23F-4838-A4E9-42CBBB5D9F56}"/>
            </ac:spMkLst>
          </pc:spChg>
        </pc:sldLayoutChg>
        <pc:sldLayoutChg chg="modSp mod">
          <pc:chgData name="Danielle Andries" userId="93d179e4-3c18-40f7-920e-ae80b202540d" providerId="ADAL" clId="{9BEE7BE4-3064-428B-B611-24EC7FACCC97}" dt="2025-04-24T14:58:59.876" v="33" actId="20577"/>
          <pc:sldLayoutMkLst>
            <pc:docMk/>
            <pc:sldMasterMk cId="58932730" sldId="2147483910"/>
            <pc:sldLayoutMk cId="4111725238" sldId="2147483926"/>
          </pc:sldLayoutMkLst>
          <pc:spChg chg="mod">
            <ac:chgData name="Danielle Andries" userId="93d179e4-3c18-40f7-920e-ae80b202540d" providerId="ADAL" clId="{9BEE7BE4-3064-428B-B611-24EC7FACCC97}" dt="2025-04-24T14:58:59.876" v="33" actId="20577"/>
            <ac:spMkLst>
              <pc:docMk/>
              <pc:sldMasterMk cId="58932730" sldId="2147483910"/>
              <pc:sldLayoutMk cId="4111725238" sldId="2147483926"/>
              <ac:spMk id="14" creationId="{A81A1DFC-41A7-4E3E-A038-1E4DC1D675D6}"/>
            </ac:spMkLst>
          </pc:spChg>
        </pc:sldLayoutChg>
        <pc:sldLayoutChg chg="modSp mod">
          <pc:chgData name="Danielle Andries" userId="93d179e4-3c18-40f7-920e-ae80b202540d" providerId="ADAL" clId="{9BEE7BE4-3064-428B-B611-24EC7FACCC97}" dt="2025-04-24T14:58:49.128" v="30" actId="20577"/>
          <pc:sldLayoutMkLst>
            <pc:docMk/>
            <pc:sldMasterMk cId="58932730" sldId="2147483910"/>
            <pc:sldLayoutMk cId="2001968655" sldId="2147483932"/>
          </pc:sldLayoutMkLst>
          <pc:spChg chg="mod">
            <ac:chgData name="Danielle Andries" userId="93d179e4-3c18-40f7-920e-ae80b202540d" providerId="ADAL" clId="{9BEE7BE4-3064-428B-B611-24EC7FACCC97}" dt="2025-04-24T14:58:49.128" v="30" actId="20577"/>
            <ac:spMkLst>
              <pc:docMk/>
              <pc:sldMasterMk cId="58932730" sldId="2147483910"/>
              <pc:sldLayoutMk cId="2001968655" sldId="2147483932"/>
              <ac:spMk id="14" creationId="{DC95779D-C23F-4838-A4E9-42CBBB5D9F56}"/>
            </ac:spMkLst>
          </pc:spChg>
        </pc:sldLayoutChg>
      </pc:sldMasterChg>
    </pc:docChg>
  </pc:docChgLst>
  <pc:docChgLst>
    <pc:chgData name="Yvette Delim" userId="1eb1221e-2905-468b-b6ca-e1e332e3c4b6" providerId="ADAL" clId="{D6B9B1E0-642D-4D7B-AFA0-008ADE2C67F0}"/>
    <pc:docChg chg="undo custSel addSld delSld modSld modMainMaster">
      <pc:chgData name="Yvette Delim" userId="1eb1221e-2905-468b-b6ca-e1e332e3c4b6" providerId="ADAL" clId="{D6B9B1E0-642D-4D7B-AFA0-008ADE2C67F0}" dt="2025-05-09T17:18:13.779" v="3159" actId="27636"/>
      <pc:docMkLst>
        <pc:docMk/>
      </pc:docMkLst>
      <pc:sldChg chg="del">
        <pc:chgData name="Yvette Delim" userId="1eb1221e-2905-468b-b6ca-e1e332e3c4b6" providerId="ADAL" clId="{D6B9B1E0-642D-4D7B-AFA0-008ADE2C67F0}" dt="2025-05-06T22:53:01.224" v="3" actId="47"/>
        <pc:sldMkLst>
          <pc:docMk/>
          <pc:sldMk cId="3995608643" sldId="257"/>
        </pc:sldMkLst>
      </pc:sldChg>
      <pc:sldChg chg="del">
        <pc:chgData name="Yvette Delim" userId="1eb1221e-2905-468b-b6ca-e1e332e3c4b6" providerId="ADAL" clId="{D6B9B1E0-642D-4D7B-AFA0-008ADE2C67F0}" dt="2025-05-06T23:20:09.762" v="901" actId="47"/>
        <pc:sldMkLst>
          <pc:docMk/>
          <pc:sldMk cId="2170154808" sldId="258"/>
        </pc:sldMkLst>
      </pc:sldChg>
      <pc:sldChg chg="del">
        <pc:chgData name="Yvette Delim" userId="1eb1221e-2905-468b-b6ca-e1e332e3c4b6" providerId="ADAL" clId="{D6B9B1E0-642D-4D7B-AFA0-008ADE2C67F0}" dt="2025-05-06T23:20:09.762" v="901" actId="47"/>
        <pc:sldMkLst>
          <pc:docMk/>
          <pc:sldMk cId="1702716025" sldId="260"/>
        </pc:sldMkLst>
      </pc:sldChg>
      <pc:sldChg chg="del">
        <pc:chgData name="Yvette Delim" userId="1eb1221e-2905-468b-b6ca-e1e332e3c4b6" providerId="ADAL" clId="{D6B9B1E0-642D-4D7B-AFA0-008ADE2C67F0}" dt="2025-05-07T21:04:04.652" v="2684" actId="47"/>
        <pc:sldMkLst>
          <pc:docMk/>
          <pc:sldMk cId="1821724871" sldId="261"/>
        </pc:sldMkLst>
      </pc:sldChg>
      <pc:sldChg chg="del">
        <pc:chgData name="Yvette Delim" userId="1eb1221e-2905-468b-b6ca-e1e332e3c4b6" providerId="ADAL" clId="{D6B9B1E0-642D-4D7B-AFA0-008ADE2C67F0}" dt="2025-05-07T21:04:04.652" v="2684" actId="47"/>
        <pc:sldMkLst>
          <pc:docMk/>
          <pc:sldMk cId="3051765853" sldId="264"/>
        </pc:sldMkLst>
      </pc:sldChg>
      <pc:sldChg chg="del">
        <pc:chgData name="Yvette Delim" userId="1eb1221e-2905-468b-b6ca-e1e332e3c4b6" providerId="ADAL" clId="{D6B9B1E0-642D-4D7B-AFA0-008ADE2C67F0}" dt="2025-05-06T23:20:09.762" v="901" actId="47"/>
        <pc:sldMkLst>
          <pc:docMk/>
          <pc:sldMk cId="768759039" sldId="266"/>
        </pc:sldMkLst>
      </pc:sldChg>
      <pc:sldChg chg="del">
        <pc:chgData name="Yvette Delim" userId="1eb1221e-2905-468b-b6ca-e1e332e3c4b6" providerId="ADAL" clId="{D6B9B1E0-642D-4D7B-AFA0-008ADE2C67F0}" dt="2025-05-06T23:20:09.762" v="901" actId="47"/>
        <pc:sldMkLst>
          <pc:docMk/>
          <pc:sldMk cId="118820383" sldId="267"/>
        </pc:sldMkLst>
      </pc:sldChg>
      <pc:sldChg chg="del">
        <pc:chgData name="Yvette Delim" userId="1eb1221e-2905-468b-b6ca-e1e332e3c4b6" providerId="ADAL" clId="{D6B9B1E0-642D-4D7B-AFA0-008ADE2C67F0}" dt="2025-05-06T23:20:09.762" v="901" actId="47"/>
        <pc:sldMkLst>
          <pc:docMk/>
          <pc:sldMk cId="4018795062" sldId="268"/>
        </pc:sldMkLst>
      </pc:sldChg>
      <pc:sldChg chg="del">
        <pc:chgData name="Yvette Delim" userId="1eb1221e-2905-468b-b6ca-e1e332e3c4b6" providerId="ADAL" clId="{D6B9B1E0-642D-4D7B-AFA0-008ADE2C67F0}" dt="2025-05-06T23:20:09.762" v="901" actId="47"/>
        <pc:sldMkLst>
          <pc:docMk/>
          <pc:sldMk cId="854937935" sldId="271"/>
        </pc:sldMkLst>
      </pc:sldChg>
      <pc:sldChg chg="del">
        <pc:chgData name="Yvette Delim" userId="1eb1221e-2905-468b-b6ca-e1e332e3c4b6" providerId="ADAL" clId="{D6B9B1E0-642D-4D7B-AFA0-008ADE2C67F0}" dt="2025-05-06T23:20:09.762" v="901" actId="47"/>
        <pc:sldMkLst>
          <pc:docMk/>
          <pc:sldMk cId="1181436222" sldId="273"/>
        </pc:sldMkLst>
      </pc:sldChg>
      <pc:sldChg chg="del">
        <pc:chgData name="Yvette Delim" userId="1eb1221e-2905-468b-b6ca-e1e332e3c4b6" providerId="ADAL" clId="{D6B9B1E0-642D-4D7B-AFA0-008ADE2C67F0}" dt="2025-05-06T23:20:09.762" v="901" actId="47"/>
        <pc:sldMkLst>
          <pc:docMk/>
          <pc:sldMk cId="3250985680" sldId="274"/>
        </pc:sldMkLst>
      </pc:sldChg>
      <pc:sldChg chg="del">
        <pc:chgData name="Yvette Delim" userId="1eb1221e-2905-468b-b6ca-e1e332e3c4b6" providerId="ADAL" clId="{D6B9B1E0-642D-4D7B-AFA0-008ADE2C67F0}" dt="2025-05-06T23:20:09.762" v="901" actId="47"/>
        <pc:sldMkLst>
          <pc:docMk/>
          <pc:sldMk cId="475225693" sldId="275"/>
        </pc:sldMkLst>
      </pc:sldChg>
      <pc:sldChg chg="del">
        <pc:chgData name="Yvette Delim" userId="1eb1221e-2905-468b-b6ca-e1e332e3c4b6" providerId="ADAL" clId="{D6B9B1E0-642D-4D7B-AFA0-008ADE2C67F0}" dt="2025-05-06T23:20:09.762" v="901" actId="47"/>
        <pc:sldMkLst>
          <pc:docMk/>
          <pc:sldMk cId="622141998" sldId="276"/>
        </pc:sldMkLst>
      </pc:sldChg>
      <pc:sldChg chg="del">
        <pc:chgData name="Yvette Delim" userId="1eb1221e-2905-468b-b6ca-e1e332e3c4b6" providerId="ADAL" clId="{D6B9B1E0-642D-4D7B-AFA0-008ADE2C67F0}" dt="2025-05-06T23:20:09.762" v="901" actId="47"/>
        <pc:sldMkLst>
          <pc:docMk/>
          <pc:sldMk cId="3762045304" sldId="277"/>
        </pc:sldMkLst>
      </pc:sldChg>
      <pc:sldChg chg="modSp mod">
        <pc:chgData name="Yvette Delim" userId="1eb1221e-2905-468b-b6ca-e1e332e3c4b6" providerId="ADAL" clId="{D6B9B1E0-642D-4D7B-AFA0-008ADE2C67F0}" dt="2025-05-07T18:22:47.197" v="2242" actId="6549"/>
        <pc:sldMkLst>
          <pc:docMk/>
          <pc:sldMk cId="3678982506" sldId="278"/>
        </pc:sldMkLst>
      </pc:sldChg>
      <pc:sldChg chg="del">
        <pc:chgData name="Yvette Delim" userId="1eb1221e-2905-468b-b6ca-e1e332e3c4b6" providerId="ADAL" clId="{D6B9B1E0-642D-4D7B-AFA0-008ADE2C67F0}" dt="2025-05-07T21:04:04.652" v="2684" actId="47"/>
        <pc:sldMkLst>
          <pc:docMk/>
          <pc:sldMk cId="2327471343" sldId="279"/>
        </pc:sldMkLst>
      </pc:sldChg>
      <pc:sldChg chg="del">
        <pc:chgData name="Yvette Delim" userId="1eb1221e-2905-468b-b6ca-e1e332e3c4b6" providerId="ADAL" clId="{D6B9B1E0-642D-4D7B-AFA0-008ADE2C67F0}" dt="2025-05-07T21:04:04.652" v="2684" actId="47"/>
        <pc:sldMkLst>
          <pc:docMk/>
          <pc:sldMk cId="3682215070" sldId="280"/>
        </pc:sldMkLst>
      </pc:sldChg>
      <pc:sldChg chg="del">
        <pc:chgData name="Yvette Delim" userId="1eb1221e-2905-468b-b6ca-e1e332e3c4b6" providerId="ADAL" clId="{D6B9B1E0-642D-4D7B-AFA0-008ADE2C67F0}" dt="2025-05-07T21:04:04.652" v="2684" actId="47"/>
        <pc:sldMkLst>
          <pc:docMk/>
          <pc:sldMk cId="3564386640" sldId="281"/>
        </pc:sldMkLst>
      </pc:sldChg>
      <pc:sldChg chg="del">
        <pc:chgData name="Yvette Delim" userId="1eb1221e-2905-468b-b6ca-e1e332e3c4b6" providerId="ADAL" clId="{D6B9B1E0-642D-4D7B-AFA0-008ADE2C67F0}" dt="2025-05-07T21:04:04.652" v="2684" actId="47"/>
        <pc:sldMkLst>
          <pc:docMk/>
          <pc:sldMk cId="3550209258" sldId="282"/>
        </pc:sldMkLst>
      </pc:sldChg>
      <pc:sldChg chg="del">
        <pc:chgData name="Yvette Delim" userId="1eb1221e-2905-468b-b6ca-e1e332e3c4b6" providerId="ADAL" clId="{D6B9B1E0-642D-4D7B-AFA0-008ADE2C67F0}" dt="2025-05-07T21:04:04.652" v="2684" actId="47"/>
        <pc:sldMkLst>
          <pc:docMk/>
          <pc:sldMk cId="96460123" sldId="283"/>
        </pc:sldMkLst>
      </pc:sldChg>
      <pc:sldChg chg="del">
        <pc:chgData name="Yvette Delim" userId="1eb1221e-2905-468b-b6ca-e1e332e3c4b6" providerId="ADAL" clId="{D6B9B1E0-642D-4D7B-AFA0-008ADE2C67F0}" dt="2025-05-07T21:04:04.652" v="2684" actId="47"/>
        <pc:sldMkLst>
          <pc:docMk/>
          <pc:sldMk cId="2676566542" sldId="284"/>
        </pc:sldMkLst>
      </pc:sldChg>
      <pc:sldChg chg="del">
        <pc:chgData name="Yvette Delim" userId="1eb1221e-2905-468b-b6ca-e1e332e3c4b6" providerId="ADAL" clId="{D6B9B1E0-642D-4D7B-AFA0-008ADE2C67F0}" dt="2025-05-07T21:04:04.652" v="2684" actId="47"/>
        <pc:sldMkLst>
          <pc:docMk/>
          <pc:sldMk cId="2259825047" sldId="285"/>
        </pc:sldMkLst>
      </pc:sldChg>
      <pc:sldChg chg="del">
        <pc:chgData name="Yvette Delim" userId="1eb1221e-2905-468b-b6ca-e1e332e3c4b6" providerId="ADAL" clId="{D6B9B1E0-642D-4D7B-AFA0-008ADE2C67F0}" dt="2025-05-07T21:04:04.652" v="2684" actId="47"/>
        <pc:sldMkLst>
          <pc:docMk/>
          <pc:sldMk cId="2704407885" sldId="286"/>
        </pc:sldMkLst>
      </pc:sldChg>
      <pc:sldChg chg="del">
        <pc:chgData name="Yvette Delim" userId="1eb1221e-2905-468b-b6ca-e1e332e3c4b6" providerId="ADAL" clId="{D6B9B1E0-642D-4D7B-AFA0-008ADE2C67F0}" dt="2025-05-07T21:04:04.652" v="2684" actId="47"/>
        <pc:sldMkLst>
          <pc:docMk/>
          <pc:sldMk cId="2656989860" sldId="287"/>
        </pc:sldMkLst>
      </pc:sldChg>
      <pc:sldChg chg="del">
        <pc:chgData name="Yvette Delim" userId="1eb1221e-2905-468b-b6ca-e1e332e3c4b6" providerId="ADAL" clId="{D6B9B1E0-642D-4D7B-AFA0-008ADE2C67F0}" dt="2025-05-07T21:04:04.652" v="2684" actId="47"/>
        <pc:sldMkLst>
          <pc:docMk/>
          <pc:sldMk cId="3131101751" sldId="288"/>
        </pc:sldMkLst>
      </pc:sldChg>
      <pc:sldChg chg="del">
        <pc:chgData name="Yvette Delim" userId="1eb1221e-2905-468b-b6ca-e1e332e3c4b6" providerId="ADAL" clId="{D6B9B1E0-642D-4D7B-AFA0-008ADE2C67F0}" dt="2025-05-07T21:04:04.652" v="2684" actId="47"/>
        <pc:sldMkLst>
          <pc:docMk/>
          <pc:sldMk cId="1325574624" sldId="289"/>
        </pc:sldMkLst>
      </pc:sldChg>
      <pc:sldChg chg="del">
        <pc:chgData name="Yvette Delim" userId="1eb1221e-2905-468b-b6ca-e1e332e3c4b6" providerId="ADAL" clId="{D6B9B1E0-642D-4D7B-AFA0-008ADE2C67F0}" dt="2025-05-07T21:04:04.652" v="2684" actId="47"/>
        <pc:sldMkLst>
          <pc:docMk/>
          <pc:sldMk cId="4182089878" sldId="290"/>
        </pc:sldMkLst>
      </pc:sldChg>
      <pc:sldChg chg="del">
        <pc:chgData name="Yvette Delim" userId="1eb1221e-2905-468b-b6ca-e1e332e3c4b6" providerId="ADAL" clId="{D6B9B1E0-642D-4D7B-AFA0-008ADE2C67F0}" dt="2025-05-07T21:04:04.652" v="2684" actId="47"/>
        <pc:sldMkLst>
          <pc:docMk/>
          <pc:sldMk cId="3863939650" sldId="291"/>
        </pc:sldMkLst>
      </pc:sldChg>
      <pc:sldChg chg="del">
        <pc:chgData name="Yvette Delim" userId="1eb1221e-2905-468b-b6ca-e1e332e3c4b6" providerId="ADAL" clId="{D6B9B1E0-642D-4D7B-AFA0-008ADE2C67F0}" dt="2025-05-07T21:04:04.652" v="2684" actId="47"/>
        <pc:sldMkLst>
          <pc:docMk/>
          <pc:sldMk cId="956317542" sldId="292"/>
        </pc:sldMkLst>
      </pc:sldChg>
      <pc:sldChg chg="del">
        <pc:chgData name="Yvette Delim" userId="1eb1221e-2905-468b-b6ca-e1e332e3c4b6" providerId="ADAL" clId="{D6B9B1E0-642D-4D7B-AFA0-008ADE2C67F0}" dt="2025-05-07T21:04:04.652" v="2684" actId="47"/>
        <pc:sldMkLst>
          <pc:docMk/>
          <pc:sldMk cId="3235051181" sldId="293"/>
        </pc:sldMkLst>
      </pc:sldChg>
      <pc:sldChg chg="del">
        <pc:chgData name="Yvette Delim" userId="1eb1221e-2905-468b-b6ca-e1e332e3c4b6" providerId="ADAL" clId="{D6B9B1E0-642D-4D7B-AFA0-008ADE2C67F0}" dt="2025-05-07T21:04:04.652" v="2684" actId="47"/>
        <pc:sldMkLst>
          <pc:docMk/>
          <pc:sldMk cId="3019627366" sldId="294"/>
        </pc:sldMkLst>
      </pc:sldChg>
      <pc:sldChg chg="del">
        <pc:chgData name="Yvette Delim" userId="1eb1221e-2905-468b-b6ca-e1e332e3c4b6" providerId="ADAL" clId="{D6B9B1E0-642D-4D7B-AFA0-008ADE2C67F0}" dt="2025-05-07T21:04:04.652" v="2684" actId="47"/>
        <pc:sldMkLst>
          <pc:docMk/>
          <pc:sldMk cId="4204280167" sldId="295"/>
        </pc:sldMkLst>
      </pc:sldChg>
      <pc:sldChg chg="modSp mod modCm">
        <pc:chgData name="Yvette Delim" userId="1eb1221e-2905-468b-b6ca-e1e332e3c4b6" providerId="ADAL" clId="{D6B9B1E0-642D-4D7B-AFA0-008ADE2C67F0}" dt="2025-05-06T22:55:29.271" v="144" actId="27636"/>
        <pc:sldMkLst>
          <pc:docMk/>
          <pc:sldMk cId="2615260713" sldId="297"/>
        </pc:sldMkLst>
        <pc:spChg chg="mod">
          <ac:chgData name="Yvette Delim" userId="1eb1221e-2905-468b-b6ca-e1e332e3c4b6" providerId="ADAL" clId="{D6B9B1E0-642D-4D7B-AFA0-008ADE2C67F0}" dt="2025-05-06T22:55:29.271" v="144" actId="27636"/>
          <ac:spMkLst>
            <pc:docMk/>
            <pc:sldMk cId="2615260713" sldId="297"/>
            <ac:spMk id="3" creationId="{E02E4B53-B7C6-1D08-F07F-C168A65984CB}"/>
          </ac:spMkLst>
        </pc:spChg>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6B9B1E0-642D-4D7B-AFA0-008ADE2C67F0}" dt="2025-05-06T22:55:29.202" v="143" actId="20577"/>
              <pc2:cmMkLst xmlns:pc2="http://schemas.microsoft.com/office/powerpoint/2019/9/main/command">
                <pc:docMk/>
                <pc:sldMk cId="2615260713" sldId="297"/>
                <pc2:cmMk id="{D8D993E4-77AF-4D0A-97FF-48DF9FAE016C}"/>
              </pc2:cmMkLst>
            </pc226:cmChg>
          </p:ext>
        </pc:extLst>
      </pc:sldChg>
      <pc:sldChg chg="del">
        <pc:chgData name="Yvette Delim" userId="1eb1221e-2905-468b-b6ca-e1e332e3c4b6" providerId="ADAL" clId="{D6B9B1E0-642D-4D7B-AFA0-008ADE2C67F0}" dt="2025-05-06T22:45:37.325" v="1" actId="47"/>
        <pc:sldMkLst>
          <pc:docMk/>
          <pc:sldMk cId="1768159664" sldId="298"/>
        </pc:sldMkLst>
      </pc:sldChg>
      <pc:sldChg chg="new">
        <pc:chgData name="Yvette Delim" userId="1eb1221e-2905-468b-b6ca-e1e332e3c4b6" providerId="ADAL" clId="{D6B9B1E0-642D-4D7B-AFA0-008ADE2C67F0}" dt="2025-05-06T22:45:33.780" v="0" actId="680"/>
        <pc:sldMkLst>
          <pc:docMk/>
          <pc:sldMk cId="3004902157" sldId="299"/>
        </pc:sldMkLst>
      </pc:sldChg>
      <pc:sldChg chg="new modNotes">
        <pc:chgData name="Yvette Delim" userId="1eb1221e-2905-468b-b6ca-e1e332e3c4b6" providerId="ADAL" clId="{D6B9B1E0-642D-4D7B-AFA0-008ADE2C67F0}" dt="2025-05-07T15:59:45.762" v="1660"/>
        <pc:sldMkLst>
          <pc:docMk/>
          <pc:sldMk cId="532328398" sldId="300"/>
        </pc:sldMkLst>
      </pc:sldChg>
      <pc:sldChg chg="new del">
        <pc:chgData name="Yvette Delim" userId="1eb1221e-2905-468b-b6ca-e1e332e3c4b6" providerId="ADAL" clId="{D6B9B1E0-642D-4D7B-AFA0-008ADE2C67F0}" dt="2025-05-06T23:20:09.762" v="901" actId="47"/>
        <pc:sldMkLst>
          <pc:docMk/>
          <pc:sldMk cId="1751708094" sldId="301"/>
        </pc:sldMkLst>
      </pc:sldChg>
      <pc:sldChg chg="new modNotes modNotesTx">
        <pc:chgData name="Yvette Delim" userId="1eb1221e-2905-468b-b6ca-e1e332e3c4b6" providerId="ADAL" clId="{D6B9B1E0-642D-4D7B-AFA0-008ADE2C67F0}" dt="2025-05-06T22:59:47.770" v="244" actId="5793"/>
        <pc:sldMkLst>
          <pc:docMk/>
          <pc:sldMk cId="2349293421" sldId="302"/>
        </pc:sldMkLst>
      </pc:sldChg>
      <pc:sldChg chg="addSp delSp modSp new mod modClrScheme chgLayout modNotes modNotesTx">
        <pc:chgData name="Yvette Delim" userId="1eb1221e-2905-468b-b6ca-e1e332e3c4b6" providerId="ADAL" clId="{D6B9B1E0-642D-4D7B-AFA0-008ADE2C67F0}" dt="2025-05-09T17:18:13.676" v="3158" actId="27636"/>
        <pc:sldMkLst>
          <pc:docMk/>
          <pc:sldMk cId="151209867" sldId="303"/>
        </pc:sldMkLst>
      </pc:sldChg>
      <pc:sldChg chg="modSp add mod modNotes modNotesTx">
        <pc:chgData name="Yvette Delim" userId="1eb1221e-2905-468b-b6ca-e1e332e3c4b6" providerId="ADAL" clId="{D6B9B1E0-642D-4D7B-AFA0-008ADE2C67F0}" dt="2025-05-07T21:22:04.799" v="2988" actId="20577"/>
        <pc:sldMkLst>
          <pc:docMk/>
          <pc:sldMk cId="1142814001" sldId="304"/>
        </pc:sldMkLst>
      </pc:sldChg>
      <pc:sldChg chg="modSp new mod modNotes modNotesTx">
        <pc:chgData name="Yvette Delim" userId="1eb1221e-2905-468b-b6ca-e1e332e3c4b6" providerId="ADAL" clId="{D6B9B1E0-642D-4D7B-AFA0-008ADE2C67F0}" dt="2025-05-07T21:22:25.588" v="2991"/>
        <pc:sldMkLst>
          <pc:docMk/>
          <pc:sldMk cId="730319496" sldId="305"/>
        </pc:sldMkLst>
      </pc:sldChg>
      <pc:sldChg chg="addSp delSp modSp new mod chgLayout modNotes modNotesTx">
        <pc:chgData name="Yvette Delim" userId="1eb1221e-2905-468b-b6ca-e1e332e3c4b6" providerId="ADAL" clId="{D6B9B1E0-642D-4D7B-AFA0-008ADE2C67F0}" dt="2025-05-07T21:22:30.897" v="2992"/>
        <pc:sldMkLst>
          <pc:docMk/>
          <pc:sldMk cId="2970511930" sldId="306"/>
        </pc:sldMkLst>
      </pc:sldChg>
      <pc:sldChg chg="modSp new mod modNotes modNotesTx">
        <pc:chgData name="Yvette Delim" userId="1eb1221e-2905-468b-b6ca-e1e332e3c4b6" providerId="ADAL" clId="{D6B9B1E0-642D-4D7B-AFA0-008ADE2C67F0}" dt="2025-05-07T21:22:35.767" v="2993"/>
        <pc:sldMkLst>
          <pc:docMk/>
          <pc:sldMk cId="1750846455" sldId="307"/>
        </pc:sldMkLst>
      </pc:sldChg>
      <pc:sldChg chg="addSp delSp modSp new mod modClrScheme chgLayout modNotes modNotesTx">
        <pc:chgData name="Yvette Delim" userId="1eb1221e-2905-468b-b6ca-e1e332e3c4b6" providerId="ADAL" clId="{D6B9B1E0-642D-4D7B-AFA0-008ADE2C67F0}" dt="2025-05-07T21:22:40.004" v="2994"/>
        <pc:sldMkLst>
          <pc:docMk/>
          <pc:sldMk cId="1096898488" sldId="308"/>
        </pc:sldMkLst>
      </pc:sldChg>
      <pc:sldChg chg="modSp new mod modNotes modNotesTx">
        <pc:chgData name="Yvette Delim" userId="1eb1221e-2905-468b-b6ca-e1e332e3c4b6" providerId="ADAL" clId="{D6B9B1E0-642D-4D7B-AFA0-008ADE2C67F0}" dt="2025-05-09T17:18:13.779" v="3159" actId="27636"/>
        <pc:sldMkLst>
          <pc:docMk/>
          <pc:sldMk cId="1878458843" sldId="309"/>
        </pc:sldMkLst>
        <pc:spChg chg="mod">
          <ac:chgData name="Yvette Delim" userId="1eb1221e-2905-468b-b6ca-e1e332e3c4b6" providerId="ADAL" clId="{D6B9B1E0-642D-4D7B-AFA0-008ADE2C67F0}" dt="2025-05-09T17:18:13.779" v="3159" actId="27636"/>
          <ac:spMkLst>
            <pc:docMk/>
            <pc:sldMk cId="1878458843" sldId="309"/>
            <ac:spMk id="2" creationId="{CC05FF38-6BD6-38E2-A21F-D565CE8948E1}"/>
          </ac:spMkLst>
        </pc:spChg>
      </pc:sldChg>
      <pc:sldChg chg="modSp add mod">
        <pc:chgData name="Yvette Delim" userId="1eb1221e-2905-468b-b6ca-e1e332e3c4b6" providerId="ADAL" clId="{D6B9B1E0-642D-4D7B-AFA0-008ADE2C67F0}" dt="2025-05-08T18:23:15.546" v="3146" actId="20577"/>
        <pc:sldMkLst>
          <pc:docMk/>
          <pc:sldMk cId="1169523784" sldId="310"/>
        </pc:sldMkLst>
        <pc:spChg chg="mod">
          <ac:chgData name="Yvette Delim" userId="1eb1221e-2905-468b-b6ca-e1e332e3c4b6" providerId="ADAL" clId="{D6B9B1E0-642D-4D7B-AFA0-008ADE2C67F0}" dt="2025-05-08T18:23:15.546" v="3146" actId="20577"/>
          <ac:spMkLst>
            <pc:docMk/>
            <pc:sldMk cId="1169523784" sldId="310"/>
            <ac:spMk id="3" creationId="{97B1D7C6-6A50-5E9C-3F50-A9E46AEF1132}"/>
          </ac:spMkLst>
        </pc:spChg>
      </pc:sldChg>
      <pc:sldChg chg="modSp new mod modNotes modNotesTx">
        <pc:chgData name="Yvette Delim" userId="1eb1221e-2905-468b-b6ca-e1e332e3c4b6" providerId="ADAL" clId="{D6B9B1E0-642D-4D7B-AFA0-008ADE2C67F0}" dt="2025-05-08T17:24:28.909" v="3048" actId="20577"/>
        <pc:sldMkLst>
          <pc:docMk/>
          <pc:sldMk cId="2476667439" sldId="311"/>
        </pc:sldMkLst>
      </pc:sldChg>
      <pc:sldChg chg="new modNotes modNotesTx">
        <pc:chgData name="Yvette Delim" userId="1eb1221e-2905-468b-b6ca-e1e332e3c4b6" providerId="ADAL" clId="{D6B9B1E0-642D-4D7B-AFA0-008ADE2C67F0}" dt="2025-05-07T21:03:41.703" v="2683" actId="20577"/>
        <pc:sldMkLst>
          <pc:docMk/>
          <pc:sldMk cId="343299899" sldId="312"/>
        </pc:sldMkLst>
      </pc:sldChg>
      <pc:sldMasterChg chg="modSp addSldLayout modSldLayout">
        <pc:chgData name="Yvette Delim" userId="1eb1221e-2905-468b-b6ca-e1e332e3c4b6" providerId="ADAL" clId="{D6B9B1E0-642D-4D7B-AFA0-008ADE2C67F0}" dt="2025-05-09T17:17:54.415" v="3157" actId="179"/>
        <pc:sldMasterMkLst>
          <pc:docMk/>
          <pc:sldMasterMk cId="58932730" sldId="2147483910"/>
        </pc:sldMasterMkLst>
        <pc:spChg chg="mod">
          <ac:chgData name="Yvette Delim" userId="1eb1221e-2905-468b-b6ca-e1e332e3c4b6" providerId="ADAL" clId="{D6B9B1E0-642D-4D7B-AFA0-008ADE2C67F0}" dt="2025-05-09T17:17:54.415" v="3157" actId="179"/>
          <ac:spMkLst>
            <pc:docMk/>
            <pc:sldMasterMk cId="58932730" sldId="2147483910"/>
            <ac:spMk id="8" creationId="{12D1C9D9-BB2F-4CEE-AB77-E7FB81417221}"/>
          </ac:spMkLst>
        </pc:spChg>
        <pc:sldLayoutChg chg="modSp">
          <pc:chgData name="Yvette Delim" userId="1eb1221e-2905-468b-b6ca-e1e332e3c4b6" providerId="ADAL" clId="{D6B9B1E0-642D-4D7B-AFA0-008ADE2C67F0}" dt="2025-05-07T20:57:49.141" v="2548" actId="20577"/>
          <pc:sldLayoutMkLst>
            <pc:docMk/>
            <pc:sldMasterMk cId="58932730" sldId="2147483910"/>
            <pc:sldLayoutMk cId="4111725238" sldId="2147483926"/>
          </pc:sldLayoutMkLst>
          <pc:spChg chg="mod">
            <ac:chgData name="Yvette Delim" userId="1eb1221e-2905-468b-b6ca-e1e332e3c4b6" providerId="ADAL" clId="{D6B9B1E0-642D-4D7B-AFA0-008ADE2C67F0}" dt="2025-05-07T20:57:49.141" v="2548" actId="20577"/>
            <ac:spMkLst>
              <pc:docMk/>
              <pc:sldMasterMk cId="58932730" sldId="2147483910"/>
              <pc:sldLayoutMk cId="4111725238" sldId="2147483926"/>
              <ac:spMk id="11" creationId="{077B2DE0-D1DB-4EE0-B864-29DFD9293408}"/>
            </ac:spMkLst>
          </pc:spChg>
        </pc:sldLayoutChg>
        <pc:sldLayoutChg chg="modSp add mod modTransition">
          <pc:chgData name="Yvette Delim" userId="1eb1221e-2905-468b-b6ca-e1e332e3c4b6" providerId="ADAL" clId="{D6B9B1E0-642D-4D7B-AFA0-008ADE2C67F0}" dt="2025-05-07T20:58:34.328" v="2575" actId="1038"/>
          <pc:sldLayoutMkLst>
            <pc:docMk/>
            <pc:sldMasterMk cId="58932730" sldId="2147483910"/>
            <pc:sldLayoutMk cId="2570707714" sldId="2147483946"/>
          </pc:sldLayoutMkLst>
          <pc:spChg chg="mod">
            <ac:chgData name="Yvette Delim" userId="1eb1221e-2905-468b-b6ca-e1e332e3c4b6" providerId="ADAL" clId="{D6B9B1E0-642D-4D7B-AFA0-008ADE2C67F0}" dt="2025-05-07T20:58:28.488" v="2550" actId="20577"/>
            <ac:spMkLst>
              <pc:docMk/>
              <pc:sldMasterMk cId="58932730" sldId="2147483910"/>
              <pc:sldLayoutMk cId="2570707714" sldId="2147483946"/>
              <ac:spMk id="11" creationId="{077B2DE0-D1DB-4EE0-B864-29DFD9293408}"/>
            </ac:spMkLst>
          </pc:spChg>
          <pc:picChg chg="mod">
            <ac:chgData name="Yvette Delim" userId="1eb1221e-2905-468b-b6ca-e1e332e3c4b6" providerId="ADAL" clId="{D6B9B1E0-642D-4D7B-AFA0-008ADE2C67F0}" dt="2025-05-07T20:58:34.328" v="2575" actId="1038"/>
            <ac:picMkLst>
              <pc:docMk/>
              <pc:sldMasterMk cId="58932730" sldId="2147483910"/>
              <pc:sldLayoutMk cId="2570707714" sldId="2147483946"/>
              <ac:picMk id="18" creationId="{7F806275-D0BB-4D90-A9D5-E13362DDB248}"/>
            </ac:picMkLst>
          </pc:picChg>
        </pc:sldLayoutChg>
      </pc:sldMasterChg>
    </pc:docChg>
  </pc:docChgLst>
  <pc:docChgLst>
    <pc:chgData name="Amanda Kissinger" userId="0440470d-4bd8-4812-9337-f95059fb652d" providerId="ADAL" clId="{A96C30A4-1B3D-49AA-9C2D-0FBBA264ADFA}"/>
    <pc:docChg chg="undo custSel modMainMaster">
      <pc:chgData name="Amanda Kissinger" userId="0440470d-4bd8-4812-9337-f95059fb652d" providerId="ADAL" clId="{A96C30A4-1B3D-49AA-9C2D-0FBBA264ADFA}" dt="2025-05-08T18:01:32.294" v="1" actId="21"/>
      <pc:docMkLst>
        <pc:docMk/>
      </pc:docMkLst>
      <pc:sldMasterChg chg="modSldLayout">
        <pc:chgData name="Amanda Kissinger" userId="0440470d-4bd8-4812-9337-f95059fb652d" providerId="ADAL" clId="{A96C30A4-1B3D-49AA-9C2D-0FBBA264ADFA}" dt="2025-05-08T18:01:32.294" v="1" actId="21"/>
        <pc:sldMasterMkLst>
          <pc:docMk/>
          <pc:sldMasterMk cId="58932730" sldId="2147483910"/>
        </pc:sldMasterMkLst>
        <pc:sldLayoutChg chg="addSp delSp mod">
          <pc:chgData name="Amanda Kissinger" userId="0440470d-4bd8-4812-9337-f95059fb652d" providerId="ADAL" clId="{A96C30A4-1B3D-49AA-9C2D-0FBBA264ADFA}" dt="2025-05-08T18:01:32.294" v="1" actId="21"/>
          <pc:sldLayoutMkLst>
            <pc:docMk/>
            <pc:sldMasterMk cId="58932730" sldId="2147483910"/>
            <pc:sldLayoutMk cId="2001968655" sldId="2147483932"/>
          </pc:sldLayoutMkLst>
          <pc:spChg chg="add del">
            <ac:chgData name="Amanda Kissinger" userId="0440470d-4bd8-4812-9337-f95059fb652d" providerId="ADAL" clId="{A96C30A4-1B3D-49AA-9C2D-0FBBA264ADFA}" dt="2025-05-08T18:01:32.294" v="1" actId="21"/>
            <ac:spMkLst>
              <pc:docMk/>
              <pc:sldMasterMk cId="58932730" sldId="2147483910"/>
              <pc:sldLayoutMk cId="2001968655" sldId="2147483932"/>
              <ac:spMk id="14" creationId="{DC95779D-C23F-4838-A4E9-42CBBB5D9F56}"/>
            </ac:spMkLst>
          </pc:spChg>
        </pc:sldLayoutChg>
      </pc:sldMasterChg>
    </pc:docChg>
  </pc:docChgLst>
  <pc:docChgLst>
    <pc:chgData name="Yvette Delim" userId="1eb1221e-2905-468b-b6ca-e1e332e3c4b6" providerId="ADAL" clId="{DA7A546E-94E1-4582-8A10-7F7943C9DA93}"/>
    <pc:docChg chg="undo custSel addSld delSld modSld modMainMaster">
      <pc:chgData name="Yvette Delim" userId="1eb1221e-2905-468b-b6ca-e1e332e3c4b6" providerId="ADAL" clId="{DA7A546E-94E1-4582-8A10-7F7943C9DA93}" dt="2025-05-06T20:56:06.876" v="418" actId="47"/>
      <pc:docMkLst>
        <pc:docMk/>
      </pc:docMkLst>
      <pc:sldChg chg="modNotesTx">
        <pc:chgData name="Yvette Delim" userId="1eb1221e-2905-468b-b6ca-e1e332e3c4b6" providerId="ADAL" clId="{DA7A546E-94E1-4582-8A10-7F7943C9DA93}" dt="2025-05-06T20:54:10.927" v="417" actId="20577"/>
        <pc:sldMkLst>
          <pc:docMk/>
          <pc:sldMk cId="2170154808" sldId="258"/>
        </pc:sldMkLst>
      </pc:sldChg>
      <pc:sldChg chg="del">
        <pc:chgData name="Yvette Delim" userId="1eb1221e-2905-468b-b6ca-e1e332e3c4b6" providerId="ADAL" clId="{DA7A546E-94E1-4582-8A10-7F7943C9DA93}" dt="2025-05-06T20:56:06.876" v="418" actId="47"/>
        <pc:sldMkLst>
          <pc:docMk/>
          <pc:sldMk cId="3549381897" sldId="259"/>
        </pc:sldMkLst>
      </pc:sldChg>
      <pc:sldChg chg="del">
        <pc:chgData name="Yvette Delim" userId="1eb1221e-2905-468b-b6ca-e1e332e3c4b6" providerId="ADAL" clId="{DA7A546E-94E1-4582-8A10-7F7943C9DA93}" dt="2025-05-06T20:56:06.876" v="418" actId="47"/>
        <pc:sldMkLst>
          <pc:docMk/>
          <pc:sldMk cId="2295165259" sldId="265"/>
        </pc:sldMkLst>
      </pc:sldChg>
      <pc:sldChg chg="addSp delSp modSp del mod modCm">
        <pc:chgData name="Yvette Delim" userId="1eb1221e-2905-468b-b6ca-e1e332e3c4b6" providerId="ADAL" clId="{DA7A546E-94E1-4582-8A10-7F7943C9DA93}" dt="2025-05-06T20:50:24.514" v="368" actId="47"/>
        <pc:sldMkLst>
          <pc:docMk/>
          <pc:sldMk cId="629264104" sldId="296"/>
        </pc:sldMkLst>
        <pc:extLst>
          <p:ext xmlns:p="http://schemas.openxmlformats.org/presentationml/2006/main" uri="{D6D511B9-2390-475A-947B-AFAB55BFBCF1}">
            <pc226:cmChg xmlns:pc226="http://schemas.microsoft.com/office/powerpoint/2022/06/main/command" chg="mod">
              <pc226:chgData name="Yvette Delim" userId="1eb1221e-2905-468b-b6ca-e1e332e3c4b6" providerId="ADAL" clId="{DA7A546E-94E1-4582-8A10-7F7943C9DA93}" dt="2025-05-06T20:47:52.254" v="366" actId="478"/>
              <pc2:cmMkLst xmlns:pc2="http://schemas.microsoft.com/office/powerpoint/2019/9/main/command">
                <pc:docMk/>
                <pc:sldMk cId="629264104" sldId="296"/>
                <pc2:cmMk id="{A50ABA80-35E4-46EC-AFBE-6B2B6A4F8A99}"/>
              </pc2:cmMkLst>
            </pc226:cmChg>
          </p:ext>
        </pc:extLst>
      </pc:sldChg>
      <pc:sldChg chg="addSp delSp modSp mod modClrScheme chgLayout">
        <pc:chgData name="Yvette Delim" userId="1eb1221e-2905-468b-b6ca-e1e332e3c4b6" providerId="ADAL" clId="{DA7A546E-94E1-4582-8A10-7F7943C9DA93}" dt="2025-05-06T20:50:11.984" v="367" actId="700"/>
        <pc:sldMkLst>
          <pc:docMk/>
          <pc:sldMk cId="2615260713" sldId="297"/>
        </pc:sldMkLst>
        <pc:spChg chg="mod ord">
          <ac:chgData name="Yvette Delim" userId="1eb1221e-2905-468b-b6ca-e1e332e3c4b6" providerId="ADAL" clId="{DA7A546E-94E1-4582-8A10-7F7943C9DA93}" dt="2025-05-06T20:50:11.984" v="367" actId="700"/>
          <ac:spMkLst>
            <pc:docMk/>
            <pc:sldMk cId="2615260713" sldId="297"/>
            <ac:spMk id="3" creationId="{E02E4B53-B7C6-1D08-F07F-C168A65984CB}"/>
          </ac:spMkLst>
        </pc:spChg>
        <pc:spChg chg="mod ord">
          <ac:chgData name="Yvette Delim" userId="1eb1221e-2905-468b-b6ca-e1e332e3c4b6" providerId="ADAL" clId="{DA7A546E-94E1-4582-8A10-7F7943C9DA93}" dt="2025-05-06T20:50:11.984" v="367" actId="700"/>
          <ac:spMkLst>
            <pc:docMk/>
            <pc:sldMk cId="2615260713" sldId="297"/>
            <ac:spMk id="4" creationId="{C090C768-1FA1-220C-8EB0-02B46B3FAF18}"/>
          </ac:spMkLst>
        </pc:spChg>
        <pc:spChg chg="add mod ord">
          <ac:chgData name="Yvette Delim" userId="1eb1221e-2905-468b-b6ca-e1e332e3c4b6" providerId="ADAL" clId="{DA7A546E-94E1-4582-8A10-7F7943C9DA93}" dt="2025-05-06T20:50:11.984" v="367" actId="700"/>
          <ac:spMkLst>
            <pc:docMk/>
            <pc:sldMk cId="2615260713" sldId="297"/>
            <ac:spMk id="5" creationId="{3F9B06E0-25E2-2207-FA53-43B03A3DD8B6}"/>
          </ac:spMkLst>
        </pc:spChg>
      </pc:sldChg>
      <pc:sldChg chg="modSp new mod">
        <pc:chgData name="Yvette Delim" userId="1eb1221e-2905-468b-b6ca-e1e332e3c4b6" providerId="ADAL" clId="{DA7A546E-94E1-4582-8A10-7F7943C9DA93}" dt="2025-05-06T20:47:03.274" v="364" actId="20577"/>
        <pc:sldMkLst>
          <pc:docMk/>
          <pc:sldMk cId="1768159664" sldId="298"/>
        </pc:sldMkLst>
      </pc:sldChg>
      <pc:sldMasterChg chg="addSldLayout modSldLayout sldLayoutOrd">
        <pc:chgData name="Yvette Delim" userId="1eb1221e-2905-468b-b6ca-e1e332e3c4b6" providerId="ADAL" clId="{DA7A546E-94E1-4582-8A10-7F7943C9DA93}" dt="2025-05-06T20:41:38.065" v="346" actId="255"/>
        <pc:sldMasterMkLst>
          <pc:docMk/>
          <pc:sldMasterMk cId="58932730" sldId="2147483910"/>
        </pc:sldMasterMkLst>
        <pc:sldLayoutChg chg="ord">
          <pc:chgData name="Yvette Delim" userId="1eb1221e-2905-468b-b6ca-e1e332e3c4b6" providerId="ADAL" clId="{DA7A546E-94E1-4582-8A10-7F7943C9DA93}" dt="2025-05-06T20:21:48.999" v="229" actId="20578"/>
          <pc:sldLayoutMkLst>
            <pc:docMk/>
            <pc:sldMasterMk cId="58932730" sldId="2147483910"/>
            <pc:sldLayoutMk cId="4084809213" sldId="2147483911"/>
          </pc:sldLayoutMkLst>
        </pc:sldLayoutChg>
        <pc:sldLayoutChg chg="ord">
          <pc:chgData name="Yvette Delim" userId="1eb1221e-2905-468b-b6ca-e1e332e3c4b6" providerId="ADAL" clId="{DA7A546E-94E1-4582-8A10-7F7943C9DA93}" dt="2025-05-06T20:22:05.817" v="230" actId="20578"/>
          <pc:sldLayoutMkLst>
            <pc:docMk/>
            <pc:sldMasterMk cId="58932730" sldId="2147483910"/>
            <pc:sldLayoutMk cId="1974321300" sldId="2147483912"/>
          </pc:sldLayoutMkLst>
        </pc:sldLayoutChg>
        <pc:sldLayoutChg chg="addSp modSp">
          <pc:chgData name="Yvette Delim" userId="1eb1221e-2905-468b-b6ca-e1e332e3c4b6" providerId="ADAL" clId="{DA7A546E-94E1-4582-8A10-7F7943C9DA93}" dt="2025-05-06T20:19:19.894" v="216"/>
          <pc:sldLayoutMkLst>
            <pc:docMk/>
            <pc:sldMasterMk cId="58932730" sldId="2147483910"/>
            <pc:sldLayoutMk cId="137773212" sldId="2147483914"/>
          </pc:sldLayoutMkLst>
          <pc:spChg chg="mod">
            <ac:chgData name="Yvette Delim" userId="1eb1221e-2905-468b-b6ca-e1e332e3c4b6" providerId="ADAL" clId="{DA7A546E-94E1-4582-8A10-7F7943C9DA93}" dt="2025-05-06T20:12:09.321" v="85" actId="20577"/>
            <ac:spMkLst>
              <pc:docMk/>
              <pc:sldMasterMk cId="58932730" sldId="2147483910"/>
              <pc:sldLayoutMk cId="137773212" sldId="2147483914"/>
              <ac:spMk id="2" creationId="{FEEC7DB1-AF77-4C23-97D2-AB7420353204}"/>
            </ac:spMkLst>
          </pc:spChg>
        </pc:sldLayoutChg>
        <pc:sldLayoutChg chg="modSp">
          <pc:chgData name="Yvette Delim" userId="1eb1221e-2905-468b-b6ca-e1e332e3c4b6" providerId="ADAL" clId="{DA7A546E-94E1-4582-8A10-7F7943C9DA93}" dt="2025-05-06T20:15:49.603" v="194" actId="20577"/>
          <pc:sldLayoutMkLst>
            <pc:docMk/>
            <pc:sldMasterMk cId="58932730" sldId="2147483910"/>
            <pc:sldLayoutMk cId="3853961223" sldId="2147483917"/>
          </pc:sldLayoutMkLst>
          <pc:spChg chg="mod">
            <ac:chgData name="Yvette Delim" userId="1eb1221e-2905-468b-b6ca-e1e332e3c4b6" providerId="ADAL" clId="{DA7A546E-94E1-4582-8A10-7F7943C9DA93}" dt="2025-05-06T20:15:49.603" v="194" actId="20577"/>
            <ac:spMkLst>
              <pc:docMk/>
              <pc:sldMasterMk cId="58932730" sldId="2147483910"/>
              <pc:sldLayoutMk cId="3853961223" sldId="2147483917"/>
              <ac:spMk id="5" creationId="{FC333B3E-5BEA-4514-BC19-7601420AECFA}"/>
            </ac:spMkLst>
          </pc:spChg>
        </pc:sldLayoutChg>
        <pc:sldLayoutChg chg="modSp">
          <pc:chgData name="Yvette Delim" userId="1eb1221e-2905-468b-b6ca-e1e332e3c4b6" providerId="ADAL" clId="{DA7A546E-94E1-4582-8A10-7F7943C9DA93}" dt="2025-05-06T20:17:59.600" v="210" actId="20577"/>
          <pc:sldLayoutMkLst>
            <pc:docMk/>
            <pc:sldMasterMk cId="58932730" sldId="2147483910"/>
            <pc:sldLayoutMk cId="4103617856" sldId="2147483918"/>
          </pc:sldLayoutMkLst>
          <pc:spChg chg="mod">
            <ac:chgData name="Yvette Delim" userId="1eb1221e-2905-468b-b6ca-e1e332e3c4b6" providerId="ADAL" clId="{DA7A546E-94E1-4582-8A10-7F7943C9DA93}" dt="2025-05-06T20:17:59.600" v="210" actId="20577"/>
            <ac:spMkLst>
              <pc:docMk/>
              <pc:sldMasterMk cId="58932730" sldId="2147483910"/>
              <pc:sldLayoutMk cId="4103617856" sldId="2147483918"/>
              <ac:spMk id="2" creationId="{CBD8AA6A-10F2-4CA6-8925-E15CCE24451A}"/>
            </ac:spMkLst>
          </pc:spChg>
        </pc:sldLayoutChg>
        <pc:sldLayoutChg chg="modSp mod ord">
          <pc:chgData name="Yvette Delim" userId="1eb1221e-2905-468b-b6ca-e1e332e3c4b6" providerId="ADAL" clId="{DA7A546E-94E1-4582-8A10-7F7943C9DA93}" dt="2025-05-06T20:18:30.962" v="213" actId="20578"/>
          <pc:sldLayoutMkLst>
            <pc:docMk/>
            <pc:sldMasterMk cId="58932730" sldId="2147483910"/>
            <pc:sldLayoutMk cId="3198385692" sldId="2147483922"/>
          </pc:sldLayoutMkLst>
          <pc:spChg chg="mod">
            <ac:chgData name="Yvette Delim" userId="1eb1221e-2905-468b-b6ca-e1e332e3c4b6" providerId="ADAL" clId="{DA7A546E-94E1-4582-8A10-7F7943C9DA93}" dt="2025-05-06T20:04:45.645" v="11" actId="20577"/>
            <ac:spMkLst>
              <pc:docMk/>
              <pc:sldMasterMk cId="58932730" sldId="2147483910"/>
              <pc:sldLayoutMk cId="3198385692" sldId="2147483922"/>
              <ac:spMk id="3" creationId="{755610DE-03A3-4171-87CD-CB837BA3D0EB}"/>
            </ac:spMkLst>
          </pc:spChg>
          <pc:spChg chg="mod">
            <ac:chgData name="Yvette Delim" userId="1eb1221e-2905-468b-b6ca-e1e332e3c4b6" providerId="ADAL" clId="{DA7A546E-94E1-4582-8A10-7F7943C9DA93}" dt="2025-05-06T20:05:04.247" v="12" actId="20577"/>
            <ac:spMkLst>
              <pc:docMk/>
              <pc:sldMasterMk cId="58932730" sldId="2147483910"/>
              <pc:sldLayoutMk cId="3198385692" sldId="2147483922"/>
              <ac:spMk id="7" creationId="{C20DDD6C-AB38-440E-A2B7-E3AD1F167ED5}"/>
            </ac:spMkLst>
          </pc:spChg>
        </pc:sldLayoutChg>
        <pc:sldLayoutChg chg="modSp mod ord">
          <pc:chgData name="Yvette Delim" userId="1eb1221e-2905-468b-b6ca-e1e332e3c4b6" providerId="ADAL" clId="{DA7A546E-94E1-4582-8A10-7F7943C9DA93}" dt="2025-05-06T20:19:59.361" v="218" actId="108"/>
          <pc:sldLayoutMkLst>
            <pc:docMk/>
            <pc:sldMasterMk cId="58932730" sldId="2147483910"/>
            <pc:sldLayoutMk cId="3241009506" sldId="2147483924"/>
          </pc:sldLayoutMkLst>
          <pc:spChg chg="mod">
            <ac:chgData name="Yvette Delim" userId="1eb1221e-2905-468b-b6ca-e1e332e3c4b6" providerId="ADAL" clId="{DA7A546E-94E1-4582-8A10-7F7943C9DA93}" dt="2025-05-06T20:19:59.361" v="218" actId="108"/>
            <ac:spMkLst>
              <pc:docMk/>
              <pc:sldMasterMk cId="58932730" sldId="2147483910"/>
              <pc:sldLayoutMk cId="3241009506" sldId="2147483924"/>
              <ac:spMk id="4" creationId="{F14BCB8D-8BA4-4A40-81CF-DAD00077BF4C}"/>
            </ac:spMkLst>
          </pc:spChg>
        </pc:sldLayoutChg>
        <pc:sldLayoutChg chg="ord">
          <pc:chgData name="Yvette Delim" userId="1eb1221e-2905-468b-b6ca-e1e332e3c4b6" providerId="ADAL" clId="{DA7A546E-94E1-4582-8A10-7F7943C9DA93}" dt="2025-05-06T20:20:36.352" v="221" actId="20578"/>
          <pc:sldLayoutMkLst>
            <pc:docMk/>
            <pc:sldMasterMk cId="58932730" sldId="2147483910"/>
            <pc:sldLayoutMk cId="2001968655" sldId="2147483932"/>
          </pc:sldLayoutMkLst>
        </pc:sldLayoutChg>
        <pc:sldLayoutChg chg="ord">
          <pc:chgData name="Yvette Delim" userId="1eb1221e-2905-468b-b6ca-e1e332e3c4b6" providerId="ADAL" clId="{DA7A546E-94E1-4582-8A10-7F7943C9DA93}" dt="2025-05-06T20:22:08.110" v="231" actId="20578"/>
          <pc:sldLayoutMkLst>
            <pc:docMk/>
            <pc:sldMasterMk cId="58932730" sldId="2147483910"/>
            <pc:sldLayoutMk cId="2790083631" sldId="2147483933"/>
          </pc:sldLayoutMkLst>
        </pc:sldLayoutChg>
        <pc:sldLayoutChg chg="modSp add mod ord modTransition">
          <pc:chgData name="Yvette Delim" userId="1eb1221e-2905-468b-b6ca-e1e332e3c4b6" providerId="ADAL" clId="{DA7A546E-94E1-4582-8A10-7F7943C9DA93}" dt="2025-05-06T20:17:42.559" v="199" actId="20578"/>
          <pc:sldLayoutMkLst>
            <pc:docMk/>
            <pc:sldMasterMk cId="58932730" sldId="2147483910"/>
            <pc:sldLayoutMk cId="4052621465" sldId="2147483934"/>
          </pc:sldLayoutMkLst>
          <pc:spChg chg="mod">
            <ac:chgData name="Yvette Delim" userId="1eb1221e-2905-468b-b6ca-e1e332e3c4b6" providerId="ADAL" clId="{DA7A546E-94E1-4582-8A10-7F7943C9DA93}" dt="2025-05-06T20:10:49.155" v="73" actId="20577"/>
            <ac:spMkLst>
              <pc:docMk/>
              <pc:sldMasterMk cId="58932730" sldId="2147483910"/>
              <pc:sldLayoutMk cId="4052621465" sldId="2147483934"/>
              <ac:spMk id="2" creationId="{FEEC7DB1-AF77-4C23-97D2-AB7420353204}"/>
            </ac:spMkLst>
          </pc:spChg>
          <pc:spChg chg="mod">
            <ac:chgData name="Yvette Delim" userId="1eb1221e-2905-468b-b6ca-e1e332e3c4b6" providerId="ADAL" clId="{DA7A546E-94E1-4582-8A10-7F7943C9DA93}" dt="2025-05-06T20:10:54.452" v="74" actId="20577"/>
            <ac:spMkLst>
              <pc:docMk/>
              <pc:sldMasterMk cId="58932730" sldId="2147483910"/>
              <pc:sldLayoutMk cId="4052621465" sldId="2147483934"/>
              <ac:spMk id="10" creationId="{9133DACF-FEBA-45AC-9EB7-694DBCD1BE0F}"/>
            </ac:spMkLst>
          </pc:spChg>
        </pc:sldLayoutChg>
        <pc:sldLayoutChg chg="modSp add mod modTransition">
          <pc:chgData name="Yvette Delim" userId="1eb1221e-2905-468b-b6ca-e1e332e3c4b6" providerId="ADAL" clId="{DA7A546E-94E1-4582-8A10-7F7943C9DA93}" dt="2025-05-06T20:14:46.185" v="182" actId="255"/>
          <pc:sldLayoutMkLst>
            <pc:docMk/>
            <pc:sldMasterMk cId="58932730" sldId="2147483910"/>
            <pc:sldLayoutMk cId="2985914211" sldId="2147483935"/>
          </pc:sldLayoutMkLst>
          <pc:spChg chg="mod">
            <ac:chgData name="Yvette Delim" userId="1eb1221e-2905-468b-b6ca-e1e332e3c4b6" providerId="ADAL" clId="{DA7A546E-94E1-4582-8A10-7F7943C9DA93}" dt="2025-05-06T20:14:46.185" v="182" actId="255"/>
            <ac:spMkLst>
              <pc:docMk/>
              <pc:sldMasterMk cId="58932730" sldId="2147483910"/>
              <pc:sldLayoutMk cId="2985914211" sldId="2147483935"/>
              <ac:spMk id="2" creationId="{FEEC7DB1-AF77-4C23-97D2-AB7420353204}"/>
            </ac:spMkLst>
          </pc:spChg>
        </pc:sldLayoutChg>
        <pc:sldLayoutChg chg="modSp add mod modTransition">
          <pc:chgData name="Yvette Delim" userId="1eb1221e-2905-468b-b6ca-e1e332e3c4b6" providerId="ADAL" clId="{DA7A546E-94E1-4582-8A10-7F7943C9DA93}" dt="2025-05-06T20:17:03.327" v="198" actId="255"/>
          <pc:sldLayoutMkLst>
            <pc:docMk/>
            <pc:sldMasterMk cId="58932730" sldId="2147483910"/>
            <pc:sldLayoutMk cId="1517090647" sldId="2147483936"/>
          </pc:sldLayoutMkLst>
          <pc:spChg chg="mod">
            <ac:chgData name="Yvette Delim" userId="1eb1221e-2905-468b-b6ca-e1e332e3c4b6" providerId="ADAL" clId="{DA7A546E-94E1-4582-8A10-7F7943C9DA93}" dt="2025-05-06T20:17:03.327" v="198" actId="255"/>
            <ac:spMkLst>
              <pc:docMk/>
              <pc:sldMasterMk cId="58932730" sldId="2147483910"/>
              <pc:sldLayoutMk cId="1517090647" sldId="2147483936"/>
              <ac:spMk id="5" creationId="{FC333B3E-5BEA-4514-BC19-7601420AECFA}"/>
            </ac:spMkLst>
          </pc:spChg>
        </pc:sldLayoutChg>
        <pc:sldLayoutChg chg="modSp add mod modTransition">
          <pc:chgData name="Yvette Delim" userId="1eb1221e-2905-468b-b6ca-e1e332e3c4b6" providerId="ADAL" clId="{DA7A546E-94E1-4582-8A10-7F7943C9DA93}" dt="2025-05-06T20:35:16.559" v="317" actId="255"/>
          <pc:sldLayoutMkLst>
            <pc:docMk/>
            <pc:sldMasterMk cId="58932730" sldId="2147483910"/>
            <pc:sldLayoutMk cId="583458851" sldId="2147483937"/>
          </pc:sldLayoutMkLst>
          <pc:spChg chg="mod">
            <ac:chgData name="Yvette Delim" userId="1eb1221e-2905-468b-b6ca-e1e332e3c4b6" providerId="ADAL" clId="{DA7A546E-94E1-4582-8A10-7F7943C9DA93}" dt="2025-05-06T20:35:16.559" v="317" actId="255"/>
            <ac:spMkLst>
              <pc:docMk/>
              <pc:sldMasterMk cId="58932730" sldId="2147483910"/>
              <pc:sldLayoutMk cId="583458851" sldId="2147483937"/>
              <ac:spMk id="2" creationId="{CBD8AA6A-10F2-4CA6-8925-E15CCE24451A}"/>
            </ac:spMkLst>
          </pc:spChg>
        </pc:sldLayoutChg>
        <pc:sldLayoutChg chg="addSp delSp modSp add mod ord modTransition">
          <pc:chgData name="Yvette Delim" userId="1eb1221e-2905-468b-b6ca-e1e332e3c4b6" providerId="ADAL" clId="{DA7A546E-94E1-4582-8A10-7F7943C9DA93}" dt="2025-05-06T20:30:22.079" v="289" actId="14100"/>
          <pc:sldLayoutMkLst>
            <pc:docMk/>
            <pc:sldMasterMk cId="58932730" sldId="2147483910"/>
            <pc:sldLayoutMk cId="927130793" sldId="2147483938"/>
          </pc:sldLayoutMkLst>
          <pc:spChg chg="add mod">
            <ac:chgData name="Yvette Delim" userId="1eb1221e-2905-468b-b6ca-e1e332e3c4b6" providerId="ADAL" clId="{DA7A546E-94E1-4582-8A10-7F7943C9DA93}" dt="2025-05-06T20:29:52.524" v="285" actId="14100"/>
            <ac:spMkLst>
              <pc:docMk/>
              <pc:sldMasterMk cId="58932730" sldId="2147483910"/>
              <pc:sldLayoutMk cId="927130793" sldId="2147483938"/>
              <ac:spMk id="4" creationId="{14133404-1EF1-C64B-A104-2BC02D120C37}"/>
            </ac:spMkLst>
          </pc:spChg>
          <pc:spChg chg="add mod">
            <ac:chgData name="Yvette Delim" userId="1eb1221e-2905-468b-b6ca-e1e332e3c4b6" providerId="ADAL" clId="{DA7A546E-94E1-4582-8A10-7F7943C9DA93}" dt="2025-05-06T20:30:22.079" v="289" actId="14100"/>
            <ac:spMkLst>
              <pc:docMk/>
              <pc:sldMasterMk cId="58932730" sldId="2147483910"/>
              <pc:sldLayoutMk cId="927130793" sldId="2147483938"/>
              <ac:spMk id="6" creationId="{B60091C6-A4E2-7816-56F7-8B21A97E0C14}"/>
            </ac:spMkLst>
          </pc:spChg>
        </pc:sldLayoutChg>
        <pc:sldLayoutChg chg="addSp delSp modSp">
          <pc:chgData name="Yvette Delim" userId="1eb1221e-2905-468b-b6ca-e1e332e3c4b6" providerId="ADAL" clId="{DA7A546E-94E1-4582-8A10-7F7943C9DA93}" dt="2025-05-06T20:24:46.497" v="235" actId="11529"/>
          <pc:sldLayoutMkLst>
            <pc:docMk/>
            <pc:sldMasterMk cId="58932730" sldId="2147483910"/>
            <pc:sldLayoutMk cId="688228703" sldId="2147483939"/>
          </pc:sldLayoutMkLst>
        </pc:sldLayoutChg>
        <pc:sldLayoutChg chg="addSp delSp modSp add mod modTransition">
          <pc:chgData name="Yvette Delim" userId="1eb1221e-2905-468b-b6ca-e1e332e3c4b6" providerId="ADAL" clId="{DA7A546E-94E1-4582-8A10-7F7943C9DA93}" dt="2025-05-06T20:38:22.527" v="334" actId="1076"/>
          <pc:sldLayoutMkLst>
            <pc:docMk/>
            <pc:sldMasterMk cId="58932730" sldId="2147483910"/>
            <pc:sldLayoutMk cId="1673279809" sldId="2147483939"/>
          </pc:sldLayoutMkLst>
          <pc:spChg chg="add mod">
            <ac:chgData name="Yvette Delim" userId="1eb1221e-2905-468b-b6ca-e1e332e3c4b6" providerId="ADAL" clId="{DA7A546E-94E1-4582-8A10-7F7943C9DA93}" dt="2025-05-06T20:38:09.631" v="332" actId="1076"/>
            <ac:spMkLst>
              <pc:docMk/>
              <pc:sldMasterMk cId="58932730" sldId="2147483910"/>
              <pc:sldLayoutMk cId="1673279809" sldId="2147483939"/>
              <ac:spMk id="4" creationId="{EC59B256-B3DA-F502-7D0F-6BD97C0C8446}"/>
            </ac:spMkLst>
          </pc:spChg>
          <pc:spChg chg="mod">
            <ac:chgData name="Yvette Delim" userId="1eb1221e-2905-468b-b6ca-e1e332e3c4b6" providerId="ADAL" clId="{DA7A546E-94E1-4582-8A10-7F7943C9DA93}" dt="2025-05-06T20:38:22.527" v="334" actId="1076"/>
            <ac:spMkLst>
              <pc:docMk/>
              <pc:sldMasterMk cId="58932730" sldId="2147483910"/>
              <pc:sldLayoutMk cId="1673279809" sldId="2147483939"/>
              <ac:spMk id="11" creationId="{5E22AB62-0F44-4520-87A4-B6F4E29936B4}"/>
            </ac:spMkLst>
          </pc:spChg>
        </pc:sldLayoutChg>
        <pc:sldLayoutChg chg="modSp add mod ord modTransition">
          <pc:chgData name="Yvette Delim" userId="1eb1221e-2905-468b-b6ca-e1e332e3c4b6" providerId="ADAL" clId="{DA7A546E-94E1-4582-8A10-7F7943C9DA93}" dt="2025-05-06T20:40:29.163" v="343" actId="14100"/>
          <pc:sldLayoutMkLst>
            <pc:docMk/>
            <pc:sldMasterMk cId="58932730" sldId="2147483910"/>
            <pc:sldLayoutMk cId="956967912" sldId="2147483940"/>
          </pc:sldLayoutMkLst>
          <pc:spChg chg="mod">
            <ac:chgData name="Yvette Delim" userId="1eb1221e-2905-468b-b6ca-e1e332e3c4b6" providerId="ADAL" clId="{DA7A546E-94E1-4582-8A10-7F7943C9DA93}" dt="2025-05-06T20:40:29.163" v="343" actId="14100"/>
            <ac:spMkLst>
              <pc:docMk/>
              <pc:sldMasterMk cId="58932730" sldId="2147483910"/>
              <pc:sldLayoutMk cId="956967912" sldId="2147483940"/>
              <ac:spMk id="4" creationId="{EC59B256-B3DA-F502-7D0F-6BD97C0C8446}"/>
            </ac:spMkLst>
          </pc:spChg>
          <pc:spChg chg="mod">
            <ac:chgData name="Yvette Delim" userId="1eb1221e-2905-468b-b6ca-e1e332e3c4b6" providerId="ADAL" clId="{DA7A546E-94E1-4582-8A10-7F7943C9DA93}" dt="2025-05-06T20:28:53.942" v="282" actId="255"/>
            <ac:spMkLst>
              <pc:docMk/>
              <pc:sldMasterMk cId="58932730" sldId="2147483910"/>
              <pc:sldLayoutMk cId="956967912" sldId="2147483940"/>
              <ac:spMk id="5" creationId="{FC333B3E-5BEA-4514-BC19-7601420AECFA}"/>
            </ac:spMkLst>
          </pc:spChg>
        </pc:sldLayoutChg>
        <pc:sldLayoutChg chg="modSp add mod modTransition">
          <pc:chgData name="Yvette Delim" userId="1eb1221e-2905-468b-b6ca-e1e332e3c4b6" providerId="ADAL" clId="{DA7A546E-94E1-4582-8A10-7F7943C9DA93}" dt="2025-05-06T20:31:28.992" v="295"/>
          <pc:sldLayoutMkLst>
            <pc:docMk/>
            <pc:sldMasterMk cId="58932730" sldId="2147483910"/>
            <pc:sldLayoutMk cId="4018889132" sldId="2147483941"/>
          </pc:sldLayoutMkLst>
          <pc:spChg chg="mod">
            <ac:chgData name="Yvette Delim" userId="1eb1221e-2905-468b-b6ca-e1e332e3c4b6" providerId="ADAL" clId="{DA7A546E-94E1-4582-8A10-7F7943C9DA93}" dt="2025-05-06T20:31:28.992" v="295"/>
            <ac:spMkLst>
              <pc:docMk/>
              <pc:sldMasterMk cId="58932730" sldId="2147483910"/>
              <pc:sldLayoutMk cId="4018889132" sldId="2147483941"/>
              <ac:spMk id="2" creationId="{FEEC7DB1-AF77-4C23-97D2-AB7420353204}"/>
            </ac:spMkLst>
          </pc:spChg>
        </pc:sldLayoutChg>
        <pc:sldLayoutChg chg="addSp delSp modSp add mod ord modTransition">
          <pc:chgData name="Yvette Delim" userId="1eb1221e-2905-468b-b6ca-e1e332e3c4b6" providerId="ADAL" clId="{DA7A546E-94E1-4582-8A10-7F7943C9DA93}" dt="2025-05-06T20:34:45.152" v="315" actId="1076"/>
          <pc:sldLayoutMkLst>
            <pc:docMk/>
            <pc:sldMasterMk cId="58932730" sldId="2147483910"/>
            <pc:sldLayoutMk cId="242110922" sldId="2147483942"/>
          </pc:sldLayoutMkLst>
          <pc:spChg chg="add mod">
            <ac:chgData name="Yvette Delim" userId="1eb1221e-2905-468b-b6ca-e1e332e3c4b6" providerId="ADAL" clId="{DA7A546E-94E1-4582-8A10-7F7943C9DA93}" dt="2025-05-06T20:33:10.263" v="301"/>
            <ac:spMkLst>
              <pc:docMk/>
              <pc:sldMasterMk cId="58932730" sldId="2147483910"/>
              <pc:sldLayoutMk cId="242110922" sldId="2147483942"/>
              <ac:spMk id="5" creationId="{6C8108A7-CF6A-E45E-3271-AD5F0CCCBD35}"/>
            </ac:spMkLst>
          </pc:spChg>
          <pc:spChg chg="add mod">
            <ac:chgData name="Yvette Delim" userId="1eb1221e-2905-468b-b6ca-e1e332e3c4b6" providerId="ADAL" clId="{DA7A546E-94E1-4582-8A10-7F7943C9DA93}" dt="2025-05-06T20:33:41.342" v="305" actId="1076"/>
            <ac:spMkLst>
              <pc:docMk/>
              <pc:sldMasterMk cId="58932730" sldId="2147483910"/>
              <pc:sldLayoutMk cId="242110922" sldId="2147483942"/>
              <ac:spMk id="6" creationId="{37ECB071-96AD-8795-C8D4-9A81241975C8}"/>
            </ac:spMkLst>
          </pc:spChg>
          <pc:spChg chg="add mod">
            <ac:chgData name="Yvette Delim" userId="1eb1221e-2905-468b-b6ca-e1e332e3c4b6" providerId="ADAL" clId="{DA7A546E-94E1-4582-8A10-7F7943C9DA93}" dt="2025-05-06T20:34:22.566" v="312" actId="1076"/>
            <ac:spMkLst>
              <pc:docMk/>
              <pc:sldMasterMk cId="58932730" sldId="2147483910"/>
              <pc:sldLayoutMk cId="242110922" sldId="2147483942"/>
              <ac:spMk id="8" creationId="{DE1A393B-AED2-4359-5564-F91E33B7D820}"/>
            </ac:spMkLst>
          </pc:spChg>
          <pc:spChg chg="add mod">
            <ac:chgData name="Yvette Delim" userId="1eb1221e-2905-468b-b6ca-e1e332e3c4b6" providerId="ADAL" clId="{DA7A546E-94E1-4582-8A10-7F7943C9DA93}" dt="2025-05-06T20:34:45.152" v="315" actId="1076"/>
            <ac:spMkLst>
              <pc:docMk/>
              <pc:sldMasterMk cId="58932730" sldId="2147483910"/>
              <pc:sldLayoutMk cId="242110922" sldId="2147483942"/>
              <ac:spMk id="9" creationId="{207D2617-5664-6F18-3225-0FCA4E33CFC3}"/>
            </ac:spMkLst>
          </pc:spChg>
        </pc:sldLayoutChg>
        <pc:sldLayoutChg chg="modSp add mod modTransition">
          <pc:chgData name="Yvette Delim" userId="1eb1221e-2905-468b-b6ca-e1e332e3c4b6" providerId="ADAL" clId="{DA7A546E-94E1-4582-8A10-7F7943C9DA93}" dt="2025-05-06T20:35:31.604" v="319" actId="255"/>
          <pc:sldLayoutMkLst>
            <pc:docMk/>
            <pc:sldMasterMk cId="58932730" sldId="2147483910"/>
            <pc:sldLayoutMk cId="1064194118" sldId="2147483943"/>
          </pc:sldLayoutMkLst>
          <pc:spChg chg="mod">
            <ac:chgData name="Yvette Delim" userId="1eb1221e-2905-468b-b6ca-e1e332e3c4b6" providerId="ADAL" clId="{DA7A546E-94E1-4582-8A10-7F7943C9DA93}" dt="2025-05-06T20:35:31.604" v="319" actId="255"/>
            <ac:spMkLst>
              <pc:docMk/>
              <pc:sldMasterMk cId="58932730" sldId="2147483910"/>
              <pc:sldLayoutMk cId="1064194118" sldId="2147483943"/>
              <ac:spMk id="2" creationId="{CBD8AA6A-10F2-4CA6-8925-E15CCE24451A}"/>
            </ac:spMkLst>
          </pc:spChg>
        </pc:sldLayoutChg>
        <pc:sldLayoutChg chg="modSp add mod ord modTransition">
          <pc:chgData name="Yvette Delim" userId="1eb1221e-2905-468b-b6ca-e1e332e3c4b6" providerId="ADAL" clId="{DA7A546E-94E1-4582-8A10-7F7943C9DA93}" dt="2025-05-06T20:39:28.826" v="339" actId="1076"/>
          <pc:sldLayoutMkLst>
            <pc:docMk/>
            <pc:sldMasterMk cId="58932730" sldId="2147483910"/>
            <pc:sldLayoutMk cId="623132797" sldId="2147483944"/>
          </pc:sldLayoutMkLst>
          <pc:spChg chg="mod">
            <ac:chgData name="Yvette Delim" userId="1eb1221e-2905-468b-b6ca-e1e332e3c4b6" providerId="ADAL" clId="{DA7A546E-94E1-4582-8A10-7F7943C9DA93}" dt="2025-05-06T20:39:28.826" v="339" actId="1076"/>
            <ac:spMkLst>
              <pc:docMk/>
              <pc:sldMasterMk cId="58932730" sldId="2147483910"/>
              <pc:sldLayoutMk cId="623132797" sldId="2147483944"/>
              <ac:spMk id="4" creationId="{EC59B256-B3DA-F502-7D0F-6BD97C0C8446}"/>
            </ac:spMkLst>
          </pc:spChg>
          <pc:spChg chg="mod">
            <ac:chgData name="Yvette Delim" userId="1eb1221e-2905-468b-b6ca-e1e332e3c4b6" providerId="ADAL" clId="{DA7A546E-94E1-4582-8A10-7F7943C9DA93}" dt="2025-05-06T20:37:22.688" v="329" actId="1076"/>
            <ac:spMkLst>
              <pc:docMk/>
              <pc:sldMasterMk cId="58932730" sldId="2147483910"/>
              <pc:sldLayoutMk cId="623132797" sldId="2147483944"/>
              <ac:spMk id="11" creationId="{5E22AB62-0F44-4520-87A4-B6F4E29936B4}"/>
            </ac:spMkLst>
          </pc:spChg>
          <pc:spChg chg="mod">
            <ac:chgData name="Yvette Delim" userId="1eb1221e-2905-468b-b6ca-e1e332e3c4b6" providerId="ADAL" clId="{DA7A546E-94E1-4582-8A10-7F7943C9DA93}" dt="2025-05-06T20:38:53.276" v="337" actId="1076"/>
            <ac:spMkLst>
              <pc:docMk/>
              <pc:sldMasterMk cId="58932730" sldId="2147483910"/>
              <pc:sldLayoutMk cId="623132797" sldId="2147483944"/>
              <ac:spMk id="13" creationId="{0FCEDE76-6906-4DE3-843C-BBB6CA5A2170}"/>
            </ac:spMkLst>
          </pc:spChg>
        </pc:sldLayoutChg>
        <pc:sldLayoutChg chg="modSp add mod modTransition">
          <pc:chgData name="Yvette Delim" userId="1eb1221e-2905-468b-b6ca-e1e332e3c4b6" providerId="ADAL" clId="{DA7A546E-94E1-4582-8A10-7F7943C9DA93}" dt="2025-05-06T20:41:38.065" v="346" actId="255"/>
          <pc:sldLayoutMkLst>
            <pc:docMk/>
            <pc:sldMasterMk cId="58932730" sldId="2147483910"/>
            <pc:sldLayoutMk cId="1915926914" sldId="2147483945"/>
          </pc:sldLayoutMkLst>
          <pc:spChg chg="mod">
            <ac:chgData name="Yvette Delim" userId="1eb1221e-2905-468b-b6ca-e1e332e3c4b6" providerId="ADAL" clId="{DA7A546E-94E1-4582-8A10-7F7943C9DA93}" dt="2025-05-06T20:41:38.065" v="346" actId="255"/>
            <ac:spMkLst>
              <pc:docMk/>
              <pc:sldMasterMk cId="58932730" sldId="2147483910"/>
              <pc:sldLayoutMk cId="1915926914" sldId="2147483945"/>
              <ac:spMk id="5" creationId="{FC333B3E-5BEA-4514-BC19-7601420AECFA}"/>
            </ac:spMkLst>
          </pc:spChg>
        </pc:sldLayoutChg>
      </pc:sldMasterChg>
    </pc:docChg>
  </pc:docChgLst>
  <pc:docChgLst>
    <pc:chgData name="Yvette Delim" userId="1eb1221e-2905-468b-b6ca-e1e332e3c4b6" providerId="ADAL" clId="{3DD4A52F-BCE5-4F98-AFB1-46E3D620C2E2}"/>
    <pc:docChg chg="modSld">
      <pc:chgData name="Yvette Delim" userId="1eb1221e-2905-468b-b6ca-e1e332e3c4b6" providerId="ADAL" clId="{3DD4A52F-BCE5-4F98-AFB1-46E3D620C2E2}" dt="2025-06-17T21:07:21.927" v="0"/>
      <pc:docMkLst>
        <pc:docMk/>
      </pc:docMkLst>
      <pc:sldChg chg="modSp mod">
        <pc:chgData name="Yvette Delim" userId="1eb1221e-2905-468b-b6ca-e1e332e3c4b6" providerId="ADAL" clId="{3DD4A52F-BCE5-4F98-AFB1-46E3D620C2E2}" dt="2025-06-17T21:07:21.927" v="0"/>
        <pc:sldMkLst>
          <pc:docMk/>
          <pc:sldMk cId="2615260713" sldId="297"/>
        </pc:sldMkLst>
        <pc:spChg chg="mod">
          <ac:chgData name="Yvette Delim" userId="1eb1221e-2905-468b-b6ca-e1e332e3c4b6" providerId="ADAL" clId="{3DD4A52F-BCE5-4F98-AFB1-46E3D620C2E2}" dt="2025-06-17T21:07:21.927" v="0"/>
          <ac:spMkLst>
            <pc:docMk/>
            <pc:sldMk cId="2615260713" sldId="297"/>
            <ac:spMk id="5" creationId="{3F9B06E0-25E2-2207-FA53-43B03A3DD8B6}"/>
          </ac:spMkLst>
        </pc:spChg>
      </pc:sldChg>
    </pc:docChg>
  </pc:docChgLst>
  <pc:docChgLst>
    <pc:chgData name="Nicholas Pierce" userId="S::npierce@comptia.global::ee89543b-d064-42d7-b9d5-60e771afdcba" providerId="AD" clId="Web-{989430B5-07EA-F956-369A-12FF25E2F172}"/>
    <pc:docChg chg="modSld">
      <pc:chgData name="Nicholas Pierce" userId="S::npierce@comptia.global::ee89543b-d064-42d7-b9d5-60e771afdcba" providerId="AD" clId="Web-{989430B5-07EA-F956-369A-12FF25E2F172}" dt="2025-06-07T19:39:04.506" v="3786"/>
      <pc:docMkLst>
        <pc:docMk/>
      </pc:docMkLst>
      <pc:sldChg chg="modSp modNotes">
        <pc:chgData name="Nicholas Pierce" userId="S::npierce@comptia.global::ee89543b-d064-42d7-b9d5-60e771afdcba" providerId="AD" clId="Web-{989430B5-07EA-F956-369A-12FF25E2F172}" dt="2025-06-07T16:24:21.672" v="276"/>
        <pc:sldMkLst>
          <pc:docMk/>
          <pc:sldMk cId="3868167892" sldId="313"/>
        </pc:sldMkLst>
        <pc:spChg chg="mod">
          <ac:chgData name="Nicholas Pierce" userId="S::npierce@comptia.global::ee89543b-d064-42d7-b9d5-60e771afdcba" providerId="AD" clId="Web-{989430B5-07EA-F956-369A-12FF25E2F172}" dt="2025-06-07T16:22:33.373" v="232" actId="20577"/>
          <ac:spMkLst>
            <pc:docMk/>
            <pc:sldMk cId="3868167892" sldId="313"/>
            <ac:spMk id="3" creationId="{BEF0CD94-701E-BF31-F57D-0F0245971FB7}"/>
          </ac:spMkLst>
        </pc:spChg>
      </pc:sldChg>
      <pc:sldChg chg="modSp modNotes">
        <pc:chgData name="Nicholas Pierce" userId="S::npierce@comptia.global::ee89543b-d064-42d7-b9d5-60e771afdcba" providerId="AD" clId="Web-{989430B5-07EA-F956-369A-12FF25E2F172}" dt="2025-06-07T17:00:14.775" v="1679"/>
        <pc:sldMkLst>
          <pc:docMk/>
          <pc:sldMk cId="57776708" sldId="500"/>
        </pc:sldMkLst>
        <pc:spChg chg="mod">
          <ac:chgData name="Nicholas Pierce" userId="S::npierce@comptia.global::ee89543b-d064-42d7-b9d5-60e771afdcba" providerId="AD" clId="Web-{989430B5-07EA-F956-369A-12FF25E2F172}" dt="2025-06-07T16:59:28.586" v="1596" actId="20577"/>
          <ac:spMkLst>
            <pc:docMk/>
            <pc:sldMk cId="57776708" sldId="500"/>
            <ac:spMk id="3" creationId="{8BE8D574-67F5-4E16-5BD1-2DB5FF1EDD9E}"/>
          </ac:spMkLst>
        </pc:spChg>
      </pc:sldChg>
      <pc:sldChg chg="modSp modNotes">
        <pc:chgData name="Nicholas Pierce" userId="S::npierce@comptia.global::ee89543b-d064-42d7-b9d5-60e771afdcba" providerId="AD" clId="Web-{989430B5-07EA-F956-369A-12FF25E2F172}" dt="2025-06-07T16:29:27.992" v="618" actId="20577"/>
        <pc:sldMkLst>
          <pc:docMk/>
          <pc:sldMk cId="2436142003" sldId="569"/>
        </pc:sldMkLst>
        <pc:spChg chg="mod">
          <ac:chgData name="Nicholas Pierce" userId="S::npierce@comptia.global::ee89543b-d064-42d7-b9d5-60e771afdcba" providerId="AD" clId="Web-{989430B5-07EA-F956-369A-12FF25E2F172}" dt="2025-06-07T16:29:27.992" v="618" actId="20577"/>
          <ac:spMkLst>
            <pc:docMk/>
            <pc:sldMk cId="2436142003" sldId="569"/>
            <ac:spMk id="3" creationId="{C6F96774-36B8-B8FC-7220-DEB733B577E6}"/>
          </ac:spMkLst>
        </pc:spChg>
      </pc:sldChg>
      <pc:sldChg chg="modSp modNotes">
        <pc:chgData name="Nicholas Pierce" userId="S::npierce@comptia.global::ee89543b-d064-42d7-b9d5-60e771afdcba" providerId="AD" clId="Web-{989430B5-07EA-F956-369A-12FF25E2F172}" dt="2025-06-07T19:19:11.028" v="2631" actId="20577"/>
        <pc:sldMkLst>
          <pc:docMk/>
          <pc:sldMk cId="2216117190" sldId="576"/>
        </pc:sldMkLst>
        <pc:spChg chg="mod">
          <ac:chgData name="Nicholas Pierce" userId="S::npierce@comptia.global::ee89543b-d064-42d7-b9d5-60e771afdcba" providerId="AD" clId="Web-{989430B5-07EA-F956-369A-12FF25E2F172}" dt="2025-06-07T19:19:11.028" v="2631" actId="20577"/>
          <ac:spMkLst>
            <pc:docMk/>
            <pc:sldMk cId="2216117190" sldId="576"/>
            <ac:spMk id="3" creationId="{6D5A74EA-3ADC-D1D9-D7E4-CED6E293EF4C}"/>
          </ac:spMkLst>
        </pc:spChg>
      </pc:sldChg>
      <pc:sldChg chg="modSp modNotes">
        <pc:chgData name="Nicholas Pierce" userId="S::npierce@comptia.global::ee89543b-d064-42d7-b9d5-60e771afdcba" providerId="AD" clId="Web-{989430B5-07EA-F956-369A-12FF25E2F172}" dt="2025-06-07T16:52:24.185" v="1325"/>
        <pc:sldMkLst>
          <pc:docMk/>
          <pc:sldMk cId="3472094641" sldId="595"/>
        </pc:sldMkLst>
        <pc:spChg chg="mod">
          <ac:chgData name="Nicholas Pierce" userId="S::npierce@comptia.global::ee89543b-d064-42d7-b9d5-60e771afdcba" providerId="AD" clId="Web-{989430B5-07EA-F956-369A-12FF25E2F172}" dt="2025-06-07T16:52:21.716" v="1324" actId="20577"/>
          <ac:spMkLst>
            <pc:docMk/>
            <pc:sldMk cId="3472094641" sldId="595"/>
            <ac:spMk id="3" creationId="{A01B904E-8D64-3CE1-1BF8-448762148B0B}"/>
          </ac:spMkLst>
        </pc:spChg>
      </pc:sldChg>
      <pc:sldChg chg="modSp modNotes">
        <pc:chgData name="Nicholas Pierce" userId="S::npierce@comptia.global::ee89543b-d064-42d7-b9d5-60e771afdcba" providerId="AD" clId="Web-{989430B5-07EA-F956-369A-12FF25E2F172}" dt="2025-06-07T18:54:34.592" v="2300"/>
        <pc:sldMkLst>
          <pc:docMk/>
          <pc:sldMk cId="2335324567" sldId="605"/>
        </pc:sldMkLst>
        <pc:spChg chg="mod">
          <ac:chgData name="Nicholas Pierce" userId="S::npierce@comptia.global::ee89543b-d064-42d7-b9d5-60e771afdcba" providerId="AD" clId="Web-{989430B5-07EA-F956-369A-12FF25E2F172}" dt="2025-06-07T17:24:03.669" v="2243" actId="20577"/>
          <ac:spMkLst>
            <pc:docMk/>
            <pc:sldMk cId="2335324567" sldId="605"/>
            <ac:spMk id="3" creationId="{0FC0DD0D-DD7A-2005-9E07-D1559E9FF3CD}"/>
          </ac:spMkLst>
        </pc:spChg>
      </pc:sldChg>
      <pc:sldChg chg="modSp modNotes">
        <pc:chgData name="Nicholas Pierce" userId="S::npierce@comptia.global::ee89543b-d064-42d7-b9d5-60e771afdcba" providerId="AD" clId="Web-{989430B5-07EA-F956-369A-12FF25E2F172}" dt="2025-06-07T16:26:32.238" v="416"/>
        <pc:sldMkLst>
          <pc:docMk/>
          <pc:sldMk cId="845454721" sldId="626"/>
        </pc:sldMkLst>
        <pc:spChg chg="mod">
          <ac:chgData name="Nicholas Pierce" userId="S::npierce@comptia.global::ee89543b-d064-42d7-b9d5-60e771afdcba" providerId="AD" clId="Web-{989430B5-07EA-F956-369A-12FF25E2F172}" dt="2025-06-07T16:25:56.893" v="353" actId="20577"/>
          <ac:spMkLst>
            <pc:docMk/>
            <pc:sldMk cId="845454721" sldId="626"/>
            <ac:spMk id="3" creationId="{BEBE6111-3DA3-AAB3-DD0D-C5AB98E96504}"/>
          </ac:spMkLst>
        </pc:spChg>
      </pc:sldChg>
      <pc:sldChg chg="modSp modNotes">
        <pc:chgData name="Nicholas Pierce" userId="S::npierce@comptia.global::ee89543b-d064-42d7-b9d5-60e771afdcba" providerId="AD" clId="Web-{989430B5-07EA-F956-369A-12FF25E2F172}" dt="2025-06-07T16:44:38.095" v="882"/>
        <pc:sldMkLst>
          <pc:docMk/>
          <pc:sldMk cId="3489540652" sldId="627"/>
        </pc:sldMkLst>
        <pc:spChg chg="mod">
          <ac:chgData name="Nicholas Pierce" userId="S::npierce@comptia.global::ee89543b-d064-42d7-b9d5-60e771afdcba" providerId="AD" clId="Web-{989430B5-07EA-F956-369A-12FF25E2F172}" dt="2025-06-07T16:37:13.694" v="748" actId="20577"/>
          <ac:spMkLst>
            <pc:docMk/>
            <pc:sldMk cId="3489540652" sldId="627"/>
            <ac:spMk id="3" creationId="{3BE5A173-DB4F-2204-5AE4-E1BF6DAE9C27}"/>
          </ac:spMkLst>
        </pc:spChg>
      </pc:sldChg>
      <pc:sldChg chg="modSp modNotes">
        <pc:chgData name="Nicholas Pierce" userId="S::npierce@comptia.global::ee89543b-d064-42d7-b9d5-60e771afdcba" providerId="AD" clId="Web-{989430B5-07EA-F956-369A-12FF25E2F172}" dt="2025-06-07T16:49:55.525" v="1178"/>
        <pc:sldMkLst>
          <pc:docMk/>
          <pc:sldMk cId="3696803340" sldId="629"/>
        </pc:sldMkLst>
        <pc:spChg chg="mod">
          <ac:chgData name="Nicholas Pierce" userId="S::npierce@comptia.global::ee89543b-d064-42d7-b9d5-60e771afdcba" providerId="AD" clId="Web-{989430B5-07EA-F956-369A-12FF25E2F172}" dt="2025-06-07T16:48:20.491" v="1112" actId="20577"/>
          <ac:spMkLst>
            <pc:docMk/>
            <pc:sldMk cId="3696803340" sldId="629"/>
            <ac:spMk id="3" creationId="{6792A312-3977-C898-24EB-8E74FD412136}"/>
          </ac:spMkLst>
        </pc:spChg>
      </pc:sldChg>
      <pc:sldChg chg="modSp modNotes">
        <pc:chgData name="Nicholas Pierce" userId="S::npierce@comptia.global::ee89543b-d064-42d7-b9d5-60e771afdcba" providerId="AD" clId="Web-{989430B5-07EA-F956-369A-12FF25E2F172}" dt="2025-06-07T16:56:29.878" v="1471"/>
        <pc:sldMkLst>
          <pc:docMk/>
          <pc:sldMk cId="2762422748" sldId="632"/>
        </pc:sldMkLst>
        <pc:spChg chg="mod">
          <ac:chgData name="Nicholas Pierce" userId="S::npierce@comptia.global::ee89543b-d064-42d7-b9d5-60e771afdcba" providerId="AD" clId="Web-{989430B5-07EA-F956-369A-12FF25E2F172}" dt="2025-06-07T16:55:35.815" v="1439" actId="20577"/>
          <ac:spMkLst>
            <pc:docMk/>
            <pc:sldMk cId="2762422748" sldId="632"/>
            <ac:spMk id="3" creationId="{4EE51EE2-F843-F884-064A-6F32727D8152}"/>
          </ac:spMkLst>
        </pc:spChg>
      </pc:sldChg>
      <pc:sldChg chg="modSp modNotes">
        <pc:chgData name="Nicholas Pierce" userId="S::npierce@comptia.global::ee89543b-d064-42d7-b9d5-60e771afdcba" providerId="AD" clId="Web-{989430B5-07EA-F956-369A-12FF25E2F172}" dt="2025-06-07T17:02:38.638" v="1816"/>
        <pc:sldMkLst>
          <pc:docMk/>
          <pc:sldMk cId="253043364" sldId="634"/>
        </pc:sldMkLst>
        <pc:spChg chg="mod">
          <ac:chgData name="Nicholas Pierce" userId="S::npierce@comptia.global::ee89543b-d064-42d7-b9d5-60e771afdcba" providerId="AD" clId="Web-{989430B5-07EA-F956-369A-12FF25E2F172}" dt="2025-06-07T17:02:36.200" v="1815" actId="20577"/>
          <ac:spMkLst>
            <pc:docMk/>
            <pc:sldMk cId="253043364" sldId="634"/>
            <ac:spMk id="3" creationId="{EF90602C-E698-14FB-8233-AEA344742D0F}"/>
          </ac:spMkLst>
        </pc:spChg>
      </pc:sldChg>
      <pc:sldChg chg="modSp modNotes">
        <pc:chgData name="Nicholas Pierce" userId="S::npierce@comptia.global::ee89543b-d064-42d7-b9d5-60e771afdcba" providerId="AD" clId="Web-{989430B5-07EA-F956-369A-12FF25E2F172}" dt="2025-06-07T17:05:28.564" v="1968" actId="20577"/>
        <pc:sldMkLst>
          <pc:docMk/>
          <pc:sldMk cId="2410165120" sldId="636"/>
        </pc:sldMkLst>
        <pc:spChg chg="mod">
          <ac:chgData name="Nicholas Pierce" userId="S::npierce@comptia.global::ee89543b-d064-42d7-b9d5-60e771afdcba" providerId="AD" clId="Web-{989430B5-07EA-F956-369A-12FF25E2F172}" dt="2025-06-07T17:05:28.564" v="1968" actId="20577"/>
          <ac:spMkLst>
            <pc:docMk/>
            <pc:sldMk cId="2410165120" sldId="636"/>
            <ac:spMk id="3" creationId="{90B9F50E-4F38-3D2C-3EEF-29C1C6D33F32}"/>
          </ac:spMkLst>
        </pc:spChg>
      </pc:sldChg>
      <pc:sldChg chg="modSp modNotes">
        <pc:chgData name="Nicholas Pierce" userId="S::npierce@comptia.global::ee89543b-d064-42d7-b9d5-60e771afdcba" providerId="AD" clId="Web-{989430B5-07EA-F956-369A-12FF25E2F172}" dt="2025-06-07T19:21:38.080" v="2775" actId="20577"/>
        <pc:sldMkLst>
          <pc:docMk/>
          <pc:sldMk cId="336347526" sldId="638"/>
        </pc:sldMkLst>
        <pc:spChg chg="mod">
          <ac:chgData name="Nicholas Pierce" userId="S::npierce@comptia.global::ee89543b-d064-42d7-b9d5-60e771afdcba" providerId="AD" clId="Web-{989430B5-07EA-F956-369A-12FF25E2F172}" dt="2025-06-07T19:21:38.080" v="2775" actId="20577"/>
          <ac:spMkLst>
            <pc:docMk/>
            <pc:sldMk cId="336347526" sldId="638"/>
            <ac:spMk id="3" creationId="{D851ED77-127C-EE4A-808F-04292AB7D46E}"/>
          </ac:spMkLst>
        </pc:spChg>
      </pc:sldChg>
      <pc:sldChg chg="modSp modNotes">
        <pc:chgData name="Nicholas Pierce" userId="S::npierce@comptia.global::ee89543b-d064-42d7-b9d5-60e771afdcba" providerId="AD" clId="Web-{989430B5-07EA-F956-369A-12FF25E2F172}" dt="2025-06-07T19:23:13.177" v="2871"/>
        <pc:sldMkLst>
          <pc:docMk/>
          <pc:sldMk cId="2893943582" sldId="639"/>
        </pc:sldMkLst>
        <pc:spChg chg="mod">
          <ac:chgData name="Nicholas Pierce" userId="S::npierce@comptia.global::ee89543b-d064-42d7-b9d5-60e771afdcba" providerId="AD" clId="Web-{989430B5-07EA-F956-369A-12FF25E2F172}" dt="2025-06-07T19:23:10.880" v="2870" actId="20577"/>
          <ac:spMkLst>
            <pc:docMk/>
            <pc:sldMk cId="2893943582" sldId="639"/>
            <ac:spMk id="3" creationId="{F7B5CDD4-110B-6FF0-DA00-A0D4A5FCB6A5}"/>
          </ac:spMkLst>
        </pc:spChg>
      </pc:sldChg>
      <pc:sldChg chg="modSp modNotes">
        <pc:chgData name="Nicholas Pierce" userId="S::npierce@comptia.global::ee89543b-d064-42d7-b9d5-60e771afdcba" providerId="AD" clId="Web-{989430B5-07EA-F956-369A-12FF25E2F172}" dt="2025-06-07T19:24:35.711" v="2941" actId="20577"/>
        <pc:sldMkLst>
          <pc:docMk/>
          <pc:sldMk cId="1525580807" sldId="641"/>
        </pc:sldMkLst>
        <pc:spChg chg="mod">
          <ac:chgData name="Nicholas Pierce" userId="S::npierce@comptia.global::ee89543b-d064-42d7-b9d5-60e771afdcba" providerId="AD" clId="Web-{989430B5-07EA-F956-369A-12FF25E2F172}" dt="2025-06-07T19:24:35.711" v="2941" actId="20577"/>
          <ac:spMkLst>
            <pc:docMk/>
            <pc:sldMk cId="1525580807" sldId="641"/>
            <ac:spMk id="3" creationId="{879C2352-B167-A417-3CA3-43E17B8E805A}"/>
          </ac:spMkLst>
        </pc:spChg>
      </pc:sldChg>
      <pc:sldChg chg="modSp modNotes">
        <pc:chgData name="Nicholas Pierce" userId="S::npierce@comptia.global::ee89543b-d064-42d7-b9d5-60e771afdcba" providerId="AD" clId="Web-{989430B5-07EA-F956-369A-12FF25E2F172}" dt="2025-06-07T19:27:11.623" v="3102"/>
        <pc:sldMkLst>
          <pc:docMk/>
          <pc:sldMk cId="347999701" sldId="643"/>
        </pc:sldMkLst>
        <pc:spChg chg="mod">
          <ac:chgData name="Nicholas Pierce" userId="S::npierce@comptia.global::ee89543b-d064-42d7-b9d5-60e771afdcba" providerId="AD" clId="Web-{989430B5-07EA-F956-369A-12FF25E2F172}" dt="2025-06-07T19:27:09.310" v="3101" actId="20577"/>
          <ac:spMkLst>
            <pc:docMk/>
            <pc:sldMk cId="347999701" sldId="643"/>
            <ac:spMk id="3" creationId="{B13929B8-C4A7-9C56-286C-63FF3F40C987}"/>
          </ac:spMkLst>
        </pc:spChg>
      </pc:sldChg>
      <pc:sldChg chg="modSp modNotes">
        <pc:chgData name="Nicholas Pierce" userId="S::npierce@comptia.global::ee89543b-d064-42d7-b9d5-60e771afdcba" providerId="AD" clId="Web-{989430B5-07EA-F956-369A-12FF25E2F172}" dt="2025-06-07T19:28:26.188" v="3170"/>
        <pc:sldMkLst>
          <pc:docMk/>
          <pc:sldMk cId="997570456" sldId="645"/>
        </pc:sldMkLst>
        <pc:spChg chg="mod">
          <ac:chgData name="Nicholas Pierce" userId="S::npierce@comptia.global::ee89543b-d064-42d7-b9d5-60e771afdcba" providerId="AD" clId="Web-{989430B5-07EA-F956-369A-12FF25E2F172}" dt="2025-06-07T19:28:23.719" v="3169" actId="20577"/>
          <ac:spMkLst>
            <pc:docMk/>
            <pc:sldMk cId="997570456" sldId="645"/>
            <ac:spMk id="3" creationId="{5DA68BF1-1247-D063-25CF-416163841FF3}"/>
          </ac:spMkLst>
        </pc:spChg>
      </pc:sldChg>
      <pc:sldChg chg="modSp modNotes">
        <pc:chgData name="Nicholas Pierce" userId="S::npierce@comptia.global::ee89543b-d064-42d7-b9d5-60e771afdcba" providerId="AD" clId="Web-{989430B5-07EA-F956-369A-12FF25E2F172}" dt="2025-06-07T19:30:54.490" v="3330" actId="20577"/>
        <pc:sldMkLst>
          <pc:docMk/>
          <pc:sldMk cId="371159982" sldId="647"/>
        </pc:sldMkLst>
        <pc:spChg chg="mod">
          <ac:chgData name="Nicholas Pierce" userId="S::npierce@comptia.global::ee89543b-d064-42d7-b9d5-60e771afdcba" providerId="AD" clId="Web-{989430B5-07EA-F956-369A-12FF25E2F172}" dt="2025-06-07T19:30:54.490" v="3330" actId="20577"/>
          <ac:spMkLst>
            <pc:docMk/>
            <pc:sldMk cId="371159982" sldId="647"/>
            <ac:spMk id="3" creationId="{E8EEBEE8-AA9B-D7AB-740C-8AC45332BEA2}"/>
          </ac:spMkLst>
        </pc:spChg>
      </pc:sldChg>
      <pc:sldChg chg="modSp modNotes">
        <pc:chgData name="Nicholas Pierce" userId="S::npierce@comptia.global::ee89543b-d064-42d7-b9d5-60e771afdcba" providerId="AD" clId="Web-{989430B5-07EA-F956-369A-12FF25E2F172}" dt="2025-06-07T19:32:36.665" v="3409"/>
        <pc:sldMkLst>
          <pc:docMk/>
          <pc:sldMk cId="3351288596" sldId="651"/>
        </pc:sldMkLst>
        <pc:spChg chg="mod">
          <ac:chgData name="Nicholas Pierce" userId="S::npierce@comptia.global::ee89543b-d064-42d7-b9d5-60e771afdcba" providerId="AD" clId="Web-{989430B5-07EA-F956-369A-12FF25E2F172}" dt="2025-06-07T19:32:33.931" v="3408" actId="20577"/>
          <ac:spMkLst>
            <pc:docMk/>
            <pc:sldMk cId="3351288596" sldId="651"/>
            <ac:spMk id="3" creationId="{82D6ACDB-89E8-B682-73F7-83A52AD0A0F8}"/>
          </ac:spMkLst>
        </pc:spChg>
      </pc:sldChg>
      <pc:sldChg chg="modSp modNotes">
        <pc:chgData name="Nicholas Pierce" userId="S::npierce@comptia.global::ee89543b-d064-42d7-b9d5-60e771afdcba" providerId="AD" clId="Web-{989430B5-07EA-F956-369A-12FF25E2F172}" dt="2025-06-07T19:39:04.506" v="3786"/>
        <pc:sldMkLst>
          <pc:docMk/>
          <pc:sldMk cId="1814514657" sldId="652"/>
        </pc:sldMkLst>
        <pc:spChg chg="mod">
          <ac:chgData name="Nicholas Pierce" userId="S::npierce@comptia.global::ee89543b-d064-42d7-b9d5-60e771afdcba" providerId="AD" clId="Web-{989430B5-07EA-F956-369A-12FF25E2F172}" dt="2025-06-07T19:37:13.956" v="3649" actId="20577"/>
          <ac:spMkLst>
            <pc:docMk/>
            <pc:sldMk cId="1814514657" sldId="652"/>
            <ac:spMk id="3" creationId="{F404AFA6-110F-F612-4E46-A40865824209}"/>
          </ac:spMkLst>
        </pc:spChg>
      </pc:sldChg>
      <pc:sldChg chg="modSp modNotes">
        <pc:chgData name="Nicholas Pierce" userId="S::npierce@comptia.global::ee89543b-d064-42d7-b9d5-60e771afdcba" providerId="AD" clId="Web-{989430B5-07EA-F956-369A-12FF25E2F172}" dt="2025-06-07T19:36:31.626" v="3600"/>
        <pc:sldMkLst>
          <pc:docMk/>
          <pc:sldMk cId="3438920813" sldId="653"/>
        </pc:sldMkLst>
        <pc:spChg chg="mod">
          <ac:chgData name="Nicholas Pierce" userId="S::npierce@comptia.global::ee89543b-d064-42d7-b9d5-60e771afdcba" providerId="AD" clId="Web-{989430B5-07EA-F956-369A-12FF25E2F172}" dt="2025-06-07T19:36:29.189" v="3599" actId="20577"/>
          <ac:spMkLst>
            <pc:docMk/>
            <pc:sldMk cId="3438920813" sldId="653"/>
            <ac:spMk id="3" creationId="{E6A1C387-C2AA-D4CD-A48A-B7BB9A06E75A}"/>
          </ac:spMkLst>
        </pc:spChg>
        <pc:spChg chg="mod">
          <ac:chgData name="Nicholas Pierce" userId="S::npierce@comptia.global::ee89543b-d064-42d7-b9d5-60e771afdcba" providerId="AD" clId="Web-{989430B5-07EA-F956-369A-12FF25E2F172}" dt="2025-06-07T19:34:54.060" v="3514" actId="20577"/>
          <ac:spMkLst>
            <pc:docMk/>
            <pc:sldMk cId="3438920813" sldId="653"/>
            <ac:spMk id="8" creationId="{D5431B79-861A-6AC9-4E7A-84FCBBAFAED0}"/>
          </ac:spMkLst>
        </pc:spChg>
      </pc:sldChg>
    </pc:docChg>
  </pc:docChgLst>
  <pc:docChgLst>
    <pc:chgData name="Yvette Delim" userId="1eb1221e-2905-468b-b6ca-e1e332e3c4b6" providerId="ADAL" clId="{F6F4A0A2-F8AA-43F0-ABFB-1FEA641C4432}"/>
    <pc:docChg chg="undo custSel addSld delSld modSld sldOrd">
      <pc:chgData name="Yvette Delim" userId="1eb1221e-2905-468b-b6ca-e1e332e3c4b6" providerId="ADAL" clId="{F6F4A0A2-F8AA-43F0-ABFB-1FEA641C4432}" dt="2025-05-06T19:02:14.440" v="1588" actId="20577"/>
      <pc:docMkLst>
        <pc:docMk/>
      </pc:docMkLst>
      <pc:sldChg chg="modSp mod">
        <pc:chgData name="Yvette Delim" userId="1eb1221e-2905-468b-b6ca-e1e332e3c4b6" providerId="ADAL" clId="{F6F4A0A2-F8AA-43F0-ABFB-1FEA641C4432}" dt="2025-04-28T19:47:22.270" v="13" actId="139"/>
        <pc:sldMkLst>
          <pc:docMk/>
          <pc:sldMk cId="3995608643" sldId="257"/>
        </pc:sldMkLst>
      </pc:sldChg>
      <pc:sldChg chg="modSp mod ord modNotes modNotesTx">
        <pc:chgData name="Yvette Delim" userId="1eb1221e-2905-468b-b6ca-e1e332e3c4b6" providerId="ADAL" clId="{F6F4A0A2-F8AA-43F0-ABFB-1FEA641C4432}" dt="2025-05-06T18:46:46.258" v="1580" actId="5793"/>
        <pc:sldMkLst>
          <pc:docMk/>
          <pc:sldMk cId="2170154808" sldId="258"/>
        </pc:sldMkLst>
      </pc:sldChg>
      <pc:sldChg chg="modSp mod">
        <pc:chgData name="Yvette Delim" userId="1eb1221e-2905-468b-b6ca-e1e332e3c4b6" providerId="ADAL" clId="{F6F4A0A2-F8AA-43F0-ABFB-1FEA641C4432}" dt="2025-04-28T19:51:47.631" v="71" actId="255"/>
        <pc:sldMkLst>
          <pc:docMk/>
          <pc:sldMk cId="3549381897" sldId="259"/>
        </pc:sldMkLst>
      </pc:sldChg>
      <pc:sldChg chg="addSp delSp modSp mod modClrScheme chgLayout">
        <pc:chgData name="Yvette Delim" userId="1eb1221e-2905-468b-b6ca-e1e332e3c4b6" providerId="ADAL" clId="{F6F4A0A2-F8AA-43F0-ABFB-1FEA641C4432}" dt="2025-05-01T20:48:46.770" v="460" actId="20577"/>
        <pc:sldMkLst>
          <pc:docMk/>
          <pc:sldMk cId="1702716025" sldId="260"/>
        </pc:sldMkLst>
      </pc:sldChg>
      <pc:sldChg chg="del">
        <pc:chgData name="Yvette Delim" userId="1eb1221e-2905-468b-b6ca-e1e332e3c4b6" providerId="ADAL" clId="{F6F4A0A2-F8AA-43F0-ABFB-1FEA641C4432}" dt="2025-05-02T01:13:17.522" v="1448" actId="47"/>
        <pc:sldMkLst>
          <pc:docMk/>
          <pc:sldMk cId="2298346470" sldId="262"/>
        </pc:sldMkLst>
      </pc:sldChg>
      <pc:sldChg chg="del">
        <pc:chgData name="Yvette Delim" userId="1eb1221e-2905-468b-b6ca-e1e332e3c4b6" providerId="ADAL" clId="{F6F4A0A2-F8AA-43F0-ABFB-1FEA641C4432}" dt="2025-05-02T01:13:22.300" v="1449" actId="47"/>
        <pc:sldMkLst>
          <pc:docMk/>
          <pc:sldMk cId="2631819795" sldId="263"/>
        </pc:sldMkLst>
      </pc:sldChg>
      <pc:sldChg chg="new del">
        <pc:chgData name="Yvette Delim" userId="1eb1221e-2905-468b-b6ca-e1e332e3c4b6" providerId="ADAL" clId="{F6F4A0A2-F8AA-43F0-ABFB-1FEA641C4432}" dt="2025-04-28T19:48:16.105" v="17" actId="47"/>
        <pc:sldMkLst>
          <pc:docMk/>
          <pc:sldMk cId="1401178164" sldId="265"/>
        </pc:sldMkLst>
      </pc:sldChg>
      <pc:sldChg chg="modSp add mod">
        <pc:chgData name="Yvette Delim" userId="1eb1221e-2905-468b-b6ca-e1e332e3c4b6" providerId="ADAL" clId="{F6F4A0A2-F8AA-43F0-ABFB-1FEA641C4432}" dt="2025-04-28T19:54:03.166" v="72" actId="6549"/>
        <pc:sldMkLst>
          <pc:docMk/>
          <pc:sldMk cId="2295165259" sldId="265"/>
        </pc:sldMkLst>
      </pc:sldChg>
      <pc:sldChg chg="new del">
        <pc:chgData name="Yvette Delim" userId="1eb1221e-2905-468b-b6ca-e1e332e3c4b6" providerId="ADAL" clId="{F6F4A0A2-F8AA-43F0-ABFB-1FEA641C4432}" dt="2025-04-28T19:48:33.796" v="19" actId="47"/>
        <pc:sldMkLst>
          <pc:docMk/>
          <pc:sldMk cId="3644299184" sldId="265"/>
        </pc:sldMkLst>
      </pc:sldChg>
      <pc:sldChg chg="modSp new mod">
        <pc:chgData name="Yvette Delim" userId="1eb1221e-2905-468b-b6ca-e1e332e3c4b6" providerId="ADAL" clId="{F6F4A0A2-F8AA-43F0-ABFB-1FEA641C4432}" dt="2025-05-05T17:42:59.413" v="1552" actId="6549"/>
        <pc:sldMkLst>
          <pc:docMk/>
          <pc:sldMk cId="768759039" sldId="266"/>
        </pc:sldMkLst>
      </pc:sldChg>
      <pc:sldChg chg="addSp delSp modSp new mod">
        <pc:chgData name="Yvette Delim" userId="1eb1221e-2905-468b-b6ca-e1e332e3c4b6" providerId="ADAL" clId="{F6F4A0A2-F8AA-43F0-ABFB-1FEA641C4432}" dt="2025-05-02T01:04:50.833" v="1418" actId="1076"/>
        <pc:sldMkLst>
          <pc:docMk/>
          <pc:sldMk cId="118820383" sldId="267"/>
        </pc:sldMkLst>
      </pc:sldChg>
      <pc:sldChg chg="addSp delSp modSp add mod">
        <pc:chgData name="Yvette Delim" userId="1eb1221e-2905-468b-b6ca-e1e332e3c4b6" providerId="ADAL" clId="{F6F4A0A2-F8AA-43F0-ABFB-1FEA641C4432}" dt="2025-05-02T01:04:37.258" v="1417" actId="1076"/>
        <pc:sldMkLst>
          <pc:docMk/>
          <pc:sldMk cId="4018795062" sldId="268"/>
        </pc:sldMkLst>
      </pc:sldChg>
      <pc:sldChg chg="modSp new del mod ord">
        <pc:chgData name="Yvette Delim" userId="1eb1221e-2905-468b-b6ca-e1e332e3c4b6" providerId="ADAL" clId="{F6F4A0A2-F8AA-43F0-ABFB-1FEA641C4432}" dt="2025-05-01T18:33:46.013" v="441" actId="2696"/>
        <pc:sldMkLst>
          <pc:docMk/>
          <pc:sldMk cId="1112699275" sldId="269"/>
        </pc:sldMkLst>
      </pc:sldChg>
      <pc:sldChg chg="add del">
        <pc:chgData name="Yvette Delim" userId="1eb1221e-2905-468b-b6ca-e1e332e3c4b6" providerId="ADAL" clId="{F6F4A0A2-F8AA-43F0-ABFB-1FEA641C4432}" dt="2025-05-01T18:33:40.788" v="440" actId="2696"/>
        <pc:sldMkLst>
          <pc:docMk/>
          <pc:sldMk cId="2791046347" sldId="270"/>
        </pc:sldMkLst>
      </pc:sldChg>
      <pc:sldChg chg="modSp new mod">
        <pc:chgData name="Yvette Delim" userId="1eb1221e-2905-468b-b6ca-e1e332e3c4b6" providerId="ADAL" clId="{F6F4A0A2-F8AA-43F0-ABFB-1FEA641C4432}" dt="2025-05-05T17:23:48.907" v="1551" actId="14"/>
        <pc:sldMkLst>
          <pc:docMk/>
          <pc:sldMk cId="854937935" sldId="271"/>
        </pc:sldMkLst>
      </pc:sldChg>
      <pc:sldChg chg="modSp add del mod ord">
        <pc:chgData name="Yvette Delim" userId="1eb1221e-2905-468b-b6ca-e1e332e3c4b6" providerId="ADAL" clId="{F6F4A0A2-F8AA-43F0-ABFB-1FEA641C4432}" dt="2025-05-01T18:33:59.369" v="442" actId="2696"/>
        <pc:sldMkLst>
          <pc:docMk/>
          <pc:sldMk cId="3145964520" sldId="272"/>
        </pc:sldMkLst>
      </pc:sldChg>
      <pc:sldChg chg="addSp delSp modSp new mod">
        <pc:chgData name="Yvette Delim" userId="1eb1221e-2905-468b-b6ca-e1e332e3c4b6" providerId="ADAL" clId="{F6F4A0A2-F8AA-43F0-ABFB-1FEA641C4432}" dt="2025-05-02T16:38:30.511" v="1498" actId="20577"/>
        <pc:sldMkLst>
          <pc:docMk/>
          <pc:sldMk cId="1181436222" sldId="273"/>
        </pc:sldMkLst>
      </pc:sldChg>
      <pc:sldChg chg="addSp delSp modSp new mod modClrScheme chgLayout">
        <pc:chgData name="Yvette Delim" userId="1eb1221e-2905-468b-b6ca-e1e332e3c4b6" providerId="ADAL" clId="{F6F4A0A2-F8AA-43F0-ABFB-1FEA641C4432}" dt="2025-05-06T19:02:14.440" v="1588" actId="20577"/>
        <pc:sldMkLst>
          <pc:docMk/>
          <pc:sldMk cId="3250985680" sldId="274"/>
        </pc:sldMkLst>
      </pc:sldChg>
      <pc:sldChg chg="addSp delSp modSp add mod">
        <pc:chgData name="Yvette Delim" userId="1eb1221e-2905-468b-b6ca-e1e332e3c4b6" providerId="ADAL" clId="{F6F4A0A2-F8AA-43F0-ABFB-1FEA641C4432}" dt="2025-05-02T16:38:39.635" v="1502" actId="20577"/>
        <pc:sldMkLst>
          <pc:docMk/>
          <pc:sldMk cId="475225693" sldId="275"/>
        </pc:sldMkLst>
      </pc:sldChg>
      <pc:sldChg chg="addSp modSp new mod modClrScheme chgLayout">
        <pc:chgData name="Yvette Delim" userId="1eb1221e-2905-468b-b6ca-e1e332e3c4b6" providerId="ADAL" clId="{F6F4A0A2-F8AA-43F0-ABFB-1FEA641C4432}" dt="2025-05-02T16:38:46.579" v="1504" actId="20577"/>
        <pc:sldMkLst>
          <pc:docMk/>
          <pc:sldMk cId="622141998" sldId="276"/>
        </pc:sldMkLst>
      </pc:sldChg>
      <pc:sldChg chg="addSp delSp modSp new del mod modClrScheme chgLayout">
        <pc:chgData name="Yvette Delim" userId="1eb1221e-2905-468b-b6ca-e1e332e3c4b6" providerId="ADAL" clId="{F6F4A0A2-F8AA-43F0-ABFB-1FEA641C4432}" dt="2025-05-01T23:06:09.241" v="624" actId="47"/>
        <pc:sldMkLst>
          <pc:docMk/>
          <pc:sldMk cId="800978551" sldId="277"/>
        </pc:sldMkLst>
      </pc:sldChg>
      <pc:sldChg chg="addSp delSp modSp new mod">
        <pc:chgData name="Yvette Delim" userId="1eb1221e-2905-468b-b6ca-e1e332e3c4b6" providerId="ADAL" clId="{F6F4A0A2-F8AA-43F0-ABFB-1FEA641C4432}" dt="2025-05-01T23:19:22.206" v="758" actId="20577"/>
        <pc:sldMkLst>
          <pc:docMk/>
          <pc:sldMk cId="3762045304" sldId="277"/>
        </pc:sldMkLst>
      </pc:sldChg>
      <pc:sldChg chg="modSp new mod">
        <pc:chgData name="Yvette Delim" userId="1eb1221e-2905-468b-b6ca-e1e332e3c4b6" providerId="ADAL" clId="{F6F4A0A2-F8AA-43F0-ABFB-1FEA641C4432}" dt="2025-05-02T16:28:02.620" v="1482" actId="20577"/>
        <pc:sldMkLst>
          <pc:docMk/>
          <pc:sldMk cId="3678982506" sldId="278"/>
        </pc:sldMkLst>
      </pc:sldChg>
      <pc:sldChg chg="addSp delSp modSp new mod chgLayout">
        <pc:chgData name="Yvette Delim" userId="1eb1221e-2905-468b-b6ca-e1e332e3c4b6" providerId="ADAL" clId="{F6F4A0A2-F8AA-43F0-ABFB-1FEA641C4432}" dt="2025-05-01T23:27:14.079" v="788" actId="20577"/>
        <pc:sldMkLst>
          <pc:docMk/>
          <pc:sldMk cId="2327471343" sldId="279"/>
        </pc:sldMkLst>
      </pc:sldChg>
      <pc:sldChg chg="addSp delSp modSp add mod modClrScheme chgLayout">
        <pc:chgData name="Yvette Delim" userId="1eb1221e-2905-468b-b6ca-e1e332e3c4b6" providerId="ADAL" clId="{F6F4A0A2-F8AA-43F0-ABFB-1FEA641C4432}" dt="2025-05-01T23:37:39.272" v="865"/>
        <pc:sldMkLst>
          <pc:docMk/>
          <pc:sldMk cId="3682215070" sldId="280"/>
        </pc:sldMkLst>
      </pc:sldChg>
      <pc:sldChg chg="delSp modSp new mod modClrScheme chgLayout">
        <pc:chgData name="Yvette Delim" userId="1eb1221e-2905-468b-b6ca-e1e332e3c4b6" providerId="ADAL" clId="{F6F4A0A2-F8AA-43F0-ABFB-1FEA641C4432}" dt="2025-05-01T23:54:04.742" v="942" actId="255"/>
        <pc:sldMkLst>
          <pc:docMk/>
          <pc:sldMk cId="3564386640" sldId="281"/>
        </pc:sldMkLst>
      </pc:sldChg>
      <pc:sldChg chg="addSp delSp modSp add mod modClrScheme chgLayout">
        <pc:chgData name="Yvette Delim" userId="1eb1221e-2905-468b-b6ca-e1e332e3c4b6" providerId="ADAL" clId="{F6F4A0A2-F8AA-43F0-ABFB-1FEA641C4432}" dt="2025-05-01T23:54:29.508" v="946" actId="20577"/>
        <pc:sldMkLst>
          <pc:docMk/>
          <pc:sldMk cId="3550209258" sldId="282"/>
        </pc:sldMkLst>
      </pc:sldChg>
      <pc:sldChg chg="addSp delSp modSp add mod modClrScheme chgLayout">
        <pc:chgData name="Yvette Delim" userId="1eb1221e-2905-468b-b6ca-e1e332e3c4b6" providerId="ADAL" clId="{F6F4A0A2-F8AA-43F0-ABFB-1FEA641C4432}" dt="2025-05-01T23:54:39.593" v="950" actId="20577"/>
        <pc:sldMkLst>
          <pc:docMk/>
          <pc:sldMk cId="96460123" sldId="283"/>
        </pc:sldMkLst>
      </pc:sldChg>
      <pc:sldChg chg="modSp new mod">
        <pc:chgData name="Yvette Delim" userId="1eb1221e-2905-468b-b6ca-e1e332e3c4b6" providerId="ADAL" clId="{F6F4A0A2-F8AA-43F0-ABFB-1FEA641C4432}" dt="2025-05-02T00:10:54.361" v="1062" actId="20577"/>
        <pc:sldMkLst>
          <pc:docMk/>
          <pc:sldMk cId="2676566542" sldId="284"/>
        </pc:sldMkLst>
      </pc:sldChg>
      <pc:sldChg chg="modSp add mod">
        <pc:chgData name="Yvette Delim" userId="1eb1221e-2905-468b-b6ca-e1e332e3c4b6" providerId="ADAL" clId="{F6F4A0A2-F8AA-43F0-ABFB-1FEA641C4432}" dt="2025-05-02T00:11:12.264" v="1065" actId="20577"/>
        <pc:sldMkLst>
          <pc:docMk/>
          <pc:sldMk cId="2259825047" sldId="285"/>
        </pc:sldMkLst>
      </pc:sldChg>
      <pc:sldChg chg="modSp new mod">
        <pc:chgData name="Yvette Delim" userId="1eb1221e-2905-468b-b6ca-e1e332e3c4b6" providerId="ADAL" clId="{F6F4A0A2-F8AA-43F0-ABFB-1FEA641C4432}" dt="2025-05-02T00:11:20.446" v="1067"/>
        <pc:sldMkLst>
          <pc:docMk/>
          <pc:sldMk cId="2704407885" sldId="286"/>
        </pc:sldMkLst>
      </pc:sldChg>
      <pc:sldChg chg="addSp delSp modSp new mod modClrScheme chgLayout">
        <pc:chgData name="Yvette Delim" userId="1eb1221e-2905-468b-b6ca-e1e332e3c4b6" providerId="ADAL" clId="{F6F4A0A2-F8AA-43F0-ABFB-1FEA641C4432}" dt="2025-05-02T00:40:01.735" v="1246" actId="20577"/>
        <pc:sldMkLst>
          <pc:docMk/>
          <pc:sldMk cId="2656989860" sldId="287"/>
        </pc:sldMkLst>
      </pc:sldChg>
      <pc:sldChg chg="modSp new mod">
        <pc:chgData name="Yvette Delim" userId="1eb1221e-2905-468b-b6ca-e1e332e3c4b6" providerId="ADAL" clId="{F6F4A0A2-F8AA-43F0-ABFB-1FEA641C4432}" dt="2025-05-02T00:40:36.497" v="1251" actId="21"/>
        <pc:sldMkLst>
          <pc:docMk/>
          <pc:sldMk cId="3131101751" sldId="288"/>
        </pc:sldMkLst>
      </pc:sldChg>
      <pc:sldChg chg="addSp delSp modSp add mod ord modClrScheme chgLayout">
        <pc:chgData name="Yvette Delim" userId="1eb1221e-2905-468b-b6ca-e1e332e3c4b6" providerId="ADAL" clId="{F6F4A0A2-F8AA-43F0-ABFB-1FEA641C4432}" dt="2025-05-02T01:02:59.154" v="1352" actId="1076"/>
        <pc:sldMkLst>
          <pc:docMk/>
          <pc:sldMk cId="1325574624" sldId="289"/>
        </pc:sldMkLst>
      </pc:sldChg>
      <pc:sldChg chg="addSp delSp modSp add mod modClrScheme chgLayout">
        <pc:chgData name="Yvette Delim" userId="1eb1221e-2905-468b-b6ca-e1e332e3c4b6" providerId="ADAL" clId="{F6F4A0A2-F8AA-43F0-ABFB-1FEA641C4432}" dt="2025-05-02T16:40:02.292" v="1506" actId="20577"/>
        <pc:sldMkLst>
          <pc:docMk/>
          <pc:sldMk cId="4182089878" sldId="290"/>
        </pc:sldMkLst>
      </pc:sldChg>
      <pc:sldChg chg="addSp delSp modSp add mod modClrScheme chgLayout">
        <pc:chgData name="Yvette Delim" userId="1eb1221e-2905-468b-b6ca-e1e332e3c4b6" providerId="ADAL" clId="{F6F4A0A2-F8AA-43F0-ABFB-1FEA641C4432}" dt="2025-05-02T00:57:36.935" v="1329" actId="12788"/>
        <pc:sldMkLst>
          <pc:docMk/>
          <pc:sldMk cId="3863939650" sldId="291"/>
        </pc:sldMkLst>
      </pc:sldChg>
      <pc:sldChg chg="addSp delSp modSp new mod modClrScheme chgLayout">
        <pc:chgData name="Yvette Delim" userId="1eb1221e-2905-468b-b6ca-e1e332e3c4b6" providerId="ADAL" clId="{F6F4A0A2-F8AA-43F0-ABFB-1FEA641C4432}" dt="2025-05-02T01:02:34.752" v="1351" actId="1076"/>
        <pc:sldMkLst>
          <pc:docMk/>
          <pc:sldMk cId="956317542" sldId="292"/>
        </pc:sldMkLst>
      </pc:sldChg>
      <pc:sldChg chg="modSp new mod">
        <pc:chgData name="Yvette Delim" userId="1eb1221e-2905-468b-b6ca-e1e332e3c4b6" providerId="ADAL" clId="{F6F4A0A2-F8AA-43F0-ABFB-1FEA641C4432}" dt="2025-05-02T01:06:24.247" v="1422"/>
        <pc:sldMkLst>
          <pc:docMk/>
          <pc:sldMk cId="3235051181" sldId="293"/>
        </pc:sldMkLst>
      </pc:sldChg>
      <pc:sldChg chg="modSp new mod">
        <pc:chgData name="Yvette Delim" userId="1eb1221e-2905-468b-b6ca-e1e332e3c4b6" providerId="ADAL" clId="{F6F4A0A2-F8AA-43F0-ABFB-1FEA641C4432}" dt="2025-05-02T16:28:32.792" v="1496" actId="20577"/>
        <pc:sldMkLst>
          <pc:docMk/>
          <pc:sldMk cId="3019627366" sldId="294"/>
        </pc:sldMkLst>
      </pc:sldChg>
      <pc:sldChg chg="addSp modSp new mod modClrScheme chgLayout modNotes modNotesTx">
        <pc:chgData name="Yvette Delim" userId="1eb1221e-2905-468b-b6ca-e1e332e3c4b6" providerId="ADAL" clId="{F6F4A0A2-F8AA-43F0-ABFB-1FEA641C4432}" dt="2025-05-02T01:14:00.291" v="1454" actId="700"/>
        <pc:sldMkLst>
          <pc:docMk/>
          <pc:sldMk cId="4204280167" sldId="295"/>
        </pc:sldMkLst>
      </pc:sldChg>
      <pc:sldChg chg="addSp delSp modSp new mod chgLayout modNotes">
        <pc:chgData name="Yvette Delim" userId="1eb1221e-2905-468b-b6ca-e1e332e3c4b6" providerId="ADAL" clId="{F6F4A0A2-F8AA-43F0-ABFB-1FEA641C4432}" dt="2025-05-06T18:43:59.897" v="1556" actId="12"/>
        <pc:sldMkLst>
          <pc:docMk/>
          <pc:sldMk cId="629264104" sldId="296"/>
        </pc:sldMkLst>
      </pc:sldChg>
      <pc:sldChg chg="new del">
        <pc:chgData name="Yvette Delim" userId="1eb1221e-2905-468b-b6ca-e1e332e3c4b6" providerId="ADAL" clId="{F6F4A0A2-F8AA-43F0-ABFB-1FEA641C4432}" dt="2025-05-06T18:42:24.109" v="1554" actId="47"/>
        <pc:sldMkLst>
          <pc:docMk/>
          <pc:sldMk cId="1236886220" sldId="297"/>
        </pc:sldMkLst>
      </pc:sldChg>
      <pc:sldChg chg="modSp new mod">
        <pc:chgData name="Yvette Delim" userId="1eb1221e-2905-468b-b6ca-e1e332e3c4b6" providerId="ADAL" clId="{F6F4A0A2-F8AA-43F0-ABFB-1FEA641C4432}" dt="2025-05-06T18:44:26.525" v="1558"/>
        <pc:sldMkLst>
          <pc:docMk/>
          <pc:sldMk cId="2615260713" sldId="297"/>
        </pc:sldMkLst>
        <pc:spChg chg="mod">
          <ac:chgData name="Yvette Delim" userId="1eb1221e-2905-468b-b6ca-e1e332e3c4b6" providerId="ADAL" clId="{F6F4A0A2-F8AA-43F0-ABFB-1FEA641C4432}" dt="2025-05-06T18:44:26.525" v="1558"/>
          <ac:spMkLst>
            <pc:docMk/>
            <pc:sldMk cId="2615260713" sldId="297"/>
            <ac:spMk id="3" creationId="{E02E4B53-B7C6-1D08-F07F-C168A65984CB}"/>
          </ac:spMkLst>
        </pc:spChg>
      </pc:sldChg>
    </pc:docChg>
  </pc:docChgLst>
  <pc:docChgLst>
    <pc:chgData name="Amy Glidewell" userId="095a4851-014c-47ed-bf1b-0c4b57406e94" providerId="ADAL" clId="{D9527295-78A5-4A57-BE4E-44F933A6931E}"/>
    <pc:docChg chg="custSel modSld">
      <pc:chgData name="Amy Glidewell" userId="095a4851-014c-47ed-bf1b-0c4b57406e94" providerId="ADAL" clId="{D9527295-78A5-4A57-BE4E-44F933A6931E}" dt="2025-06-17T17:26:39.169" v="261" actId="313"/>
      <pc:docMkLst>
        <pc:docMk/>
      </pc:docMkLst>
      <pc:sldChg chg="modNotesTx">
        <pc:chgData name="Amy Glidewell" userId="095a4851-014c-47ed-bf1b-0c4b57406e94" providerId="ADAL" clId="{D9527295-78A5-4A57-BE4E-44F933A6931E}" dt="2025-06-17T17:26:35.122" v="258" actId="313"/>
        <pc:sldMkLst>
          <pc:docMk/>
          <pc:sldMk cId="1878458843" sldId="309"/>
        </pc:sldMkLst>
      </pc:sldChg>
      <pc:sldChg chg="modSp mod">
        <pc:chgData name="Amy Glidewell" userId="095a4851-014c-47ed-bf1b-0c4b57406e94" providerId="ADAL" clId="{D9527295-78A5-4A57-BE4E-44F933A6931E}" dt="2025-06-17T17:08:32.385" v="1" actId="27636"/>
        <pc:sldMkLst>
          <pc:docMk/>
          <pc:sldMk cId="3868167892" sldId="313"/>
        </pc:sldMkLst>
        <pc:spChg chg="mod">
          <ac:chgData name="Amy Glidewell" userId="095a4851-014c-47ed-bf1b-0c4b57406e94" providerId="ADAL" clId="{D9527295-78A5-4A57-BE4E-44F933A6931E}" dt="2025-06-17T17:08:32.385" v="1" actId="27636"/>
          <ac:spMkLst>
            <pc:docMk/>
            <pc:sldMk cId="3868167892" sldId="313"/>
            <ac:spMk id="3" creationId="{BEF0CD94-701E-BF31-F57D-0F0245971FB7}"/>
          </ac:spMkLst>
        </pc:spChg>
      </pc:sldChg>
      <pc:sldChg chg="modSp mod">
        <pc:chgData name="Amy Glidewell" userId="095a4851-014c-47ed-bf1b-0c4b57406e94" providerId="ADAL" clId="{D9527295-78A5-4A57-BE4E-44F933A6931E}" dt="2025-06-17T17:14:27.706" v="8" actId="208"/>
        <pc:sldMkLst>
          <pc:docMk/>
          <pc:sldMk cId="1961792442" sldId="543"/>
        </pc:sldMkLst>
        <pc:picChg chg="mod">
          <ac:chgData name="Amy Glidewell" userId="095a4851-014c-47ed-bf1b-0c4b57406e94" providerId="ADAL" clId="{D9527295-78A5-4A57-BE4E-44F933A6931E}" dt="2025-06-17T17:14:27.706" v="8" actId="208"/>
          <ac:picMkLst>
            <pc:docMk/>
            <pc:sldMk cId="1961792442" sldId="543"/>
            <ac:picMk id="5" creationId="{FBEDADCB-EEB2-34AE-3418-36B0EB964381}"/>
          </ac:picMkLst>
        </pc:picChg>
      </pc:sldChg>
      <pc:sldChg chg="modSp mod">
        <pc:chgData name="Amy Glidewell" userId="095a4851-014c-47ed-bf1b-0c4b57406e94" providerId="ADAL" clId="{D9527295-78A5-4A57-BE4E-44F933A6931E}" dt="2025-06-17T17:09:00.594" v="2" actId="2085"/>
        <pc:sldMkLst>
          <pc:docMk/>
          <pc:sldMk cId="231484435" sldId="570"/>
        </pc:sldMkLst>
        <pc:picChg chg="mod">
          <ac:chgData name="Amy Glidewell" userId="095a4851-014c-47ed-bf1b-0c4b57406e94" providerId="ADAL" clId="{D9527295-78A5-4A57-BE4E-44F933A6931E}" dt="2025-06-17T17:09:00.594" v="2" actId="2085"/>
          <ac:picMkLst>
            <pc:docMk/>
            <pc:sldMk cId="231484435" sldId="570"/>
            <ac:picMk id="7" creationId="{E27E0EBC-B979-67CC-3E6D-ED2EE11B33AC}"/>
          </ac:picMkLst>
        </pc:picChg>
      </pc:sldChg>
      <pc:sldChg chg="modNotesTx">
        <pc:chgData name="Amy Glidewell" userId="095a4851-014c-47ed-bf1b-0c4b57406e94" providerId="ADAL" clId="{D9527295-78A5-4A57-BE4E-44F933A6931E}" dt="2025-06-17T17:26:39.169" v="261" actId="313"/>
        <pc:sldMkLst>
          <pc:docMk/>
          <pc:sldMk cId="3267495596" sldId="572"/>
        </pc:sldMkLst>
      </pc:sldChg>
      <pc:sldChg chg="modSp mod">
        <pc:chgData name="Amy Glidewell" userId="095a4851-014c-47ed-bf1b-0c4b57406e94" providerId="ADAL" clId="{D9527295-78A5-4A57-BE4E-44F933A6931E}" dt="2025-06-17T17:20:03.143" v="113" actId="208"/>
        <pc:sldMkLst>
          <pc:docMk/>
          <pc:sldMk cId="2344874781" sldId="575"/>
        </pc:sldMkLst>
        <pc:picChg chg="mod">
          <ac:chgData name="Amy Glidewell" userId="095a4851-014c-47ed-bf1b-0c4b57406e94" providerId="ADAL" clId="{D9527295-78A5-4A57-BE4E-44F933A6931E}" dt="2025-06-17T17:20:03.143" v="113" actId="208"/>
          <ac:picMkLst>
            <pc:docMk/>
            <pc:sldMk cId="2344874781" sldId="575"/>
            <ac:picMk id="6" creationId="{4B8C6770-8D31-9C33-3AEE-541315F3DBAC}"/>
          </ac:picMkLst>
        </pc:picChg>
      </pc:sldChg>
      <pc:sldChg chg="modNotesTx">
        <pc:chgData name="Amy Glidewell" userId="095a4851-014c-47ed-bf1b-0c4b57406e94" providerId="ADAL" clId="{D9527295-78A5-4A57-BE4E-44F933A6931E}" dt="2025-06-17T17:16:33.526" v="108" actId="20577"/>
        <pc:sldMkLst>
          <pc:docMk/>
          <pc:sldMk cId="2335324567" sldId="605"/>
        </pc:sldMkLst>
      </pc:sldChg>
      <pc:sldChg chg="modSp mod">
        <pc:chgData name="Amy Glidewell" userId="095a4851-014c-47ed-bf1b-0c4b57406e94" providerId="ADAL" clId="{D9527295-78A5-4A57-BE4E-44F933A6931E}" dt="2025-06-17T17:09:46.654" v="5" actId="2085"/>
        <pc:sldMkLst>
          <pc:docMk/>
          <pc:sldMk cId="3462596387" sldId="630"/>
        </pc:sldMkLst>
        <pc:picChg chg="mod">
          <ac:chgData name="Amy Glidewell" userId="095a4851-014c-47ed-bf1b-0c4b57406e94" providerId="ADAL" clId="{D9527295-78A5-4A57-BE4E-44F933A6931E}" dt="2025-06-17T17:09:46.654" v="5" actId="2085"/>
          <ac:picMkLst>
            <pc:docMk/>
            <pc:sldMk cId="3462596387" sldId="630"/>
            <ac:picMk id="6" creationId="{4C18A597-B263-A3A6-C456-13FDCAB8D88A}"/>
          </ac:picMkLst>
        </pc:picChg>
      </pc:sldChg>
      <pc:sldChg chg="modSp mod">
        <pc:chgData name="Amy Glidewell" userId="095a4851-014c-47ed-bf1b-0c4b57406e94" providerId="ADAL" clId="{D9527295-78A5-4A57-BE4E-44F933A6931E}" dt="2025-06-17T17:10:02.081" v="7" actId="208"/>
        <pc:sldMkLst>
          <pc:docMk/>
          <pc:sldMk cId="1664456317" sldId="631"/>
        </pc:sldMkLst>
        <pc:picChg chg="mod">
          <ac:chgData name="Amy Glidewell" userId="095a4851-014c-47ed-bf1b-0c4b57406e94" providerId="ADAL" clId="{D9527295-78A5-4A57-BE4E-44F933A6931E}" dt="2025-06-17T17:10:02.081" v="7" actId="208"/>
          <ac:picMkLst>
            <pc:docMk/>
            <pc:sldMk cId="1664456317" sldId="631"/>
            <ac:picMk id="9" creationId="{378C9495-4D5F-053F-3B28-5D1ACCCA9BA6}"/>
          </ac:picMkLst>
        </pc:picChg>
      </pc:sldChg>
      <pc:sldChg chg="modNotesTx">
        <pc:chgData name="Amy Glidewell" userId="095a4851-014c-47ed-bf1b-0c4b57406e94" providerId="ADAL" clId="{D9527295-78A5-4A57-BE4E-44F933A6931E}" dt="2025-06-17T17:26:36.348" v="259" actId="313"/>
        <pc:sldMkLst>
          <pc:docMk/>
          <pc:sldMk cId="290686950" sldId="633"/>
        </pc:sldMkLst>
      </pc:sldChg>
      <pc:sldChg chg="modSp mod">
        <pc:chgData name="Amy Glidewell" userId="095a4851-014c-47ed-bf1b-0c4b57406e94" providerId="ADAL" clId="{D9527295-78A5-4A57-BE4E-44F933A6931E}" dt="2025-06-17T17:15:21.156" v="11" actId="20577"/>
        <pc:sldMkLst>
          <pc:docMk/>
          <pc:sldMk cId="2410165120" sldId="636"/>
        </pc:sldMkLst>
        <pc:spChg chg="mod">
          <ac:chgData name="Amy Glidewell" userId="095a4851-014c-47ed-bf1b-0c4b57406e94" providerId="ADAL" clId="{D9527295-78A5-4A57-BE4E-44F933A6931E}" dt="2025-06-17T17:15:21.156" v="11" actId="20577"/>
          <ac:spMkLst>
            <pc:docMk/>
            <pc:sldMk cId="2410165120" sldId="636"/>
            <ac:spMk id="3" creationId="{90B9F50E-4F38-3D2C-3EEF-29C1C6D33F32}"/>
          </ac:spMkLst>
        </pc:spChg>
      </pc:sldChg>
      <pc:sldChg chg="modNotesTx">
        <pc:chgData name="Amy Glidewell" userId="095a4851-014c-47ed-bf1b-0c4b57406e94" providerId="ADAL" clId="{D9527295-78A5-4A57-BE4E-44F933A6931E}" dt="2025-06-17T17:16:11.638" v="107" actId="20577"/>
        <pc:sldMkLst>
          <pc:docMk/>
          <pc:sldMk cId="1508988506" sldId="637"/>
        </pc:sldMkLst>
      </pc:sldChg>
      <pc:sldChg chg="modSp mod">
        <pc:chgData name="Amy Glidewell" userId="095a4851-014c-47ed-bf1b-0c4b57406e94" providerId="ADAL" clId="{D9527295-78A5-4A57-BE4E-44F933A6931E}" dt="2025-06-17T17:18:56.400" v="109" actId="14100"/>
        <pc:sldMkLst>
          <pc:docMk/>
          <pc:sldMk cId="336347526" sldId="638"/>
        </pc:sldMkLst>
        <pc:spChg chg="mod">
          <ac:chgData name="Amy Glidewell" userId="095a4851-014c-47ed-bf1b-0c4b57406e94" providerId="ADAL" clId="{D9527295-78A5-4A57-BE4E-44F933A6931E}" dt="2025-06-17T17:18:56.400" v="109" actId="14100"/>
          <ac:spMkLst>
            <pc:docMk/>
            <pc:sldMk cId="336347526" sldId="638"/>
            <ac:spMk id="3" creationId="{D851ED77-127C-EE4A-808F-04292AB7D46E}"/>
          </ac:spMkLst>
        </pc:spChg>
      </pc:sldChg>
      <pc:sldChg chg="modSp mod">
        <pc:chgData name="Amy Glidewell" userId="095a4851-014c-47ed-bf1b-0c4b57406e94" providerId="ADAL" clId="{D9527295-78A5-4A57-BE4E-44F933A6931E}" dt="2025-06-17T17:20:09.284" v="114" actId="208"/>
        <pc:sldMkLst>
          <pc:docMk/>
          <pc:sldMk cId="686955483" sldId="640"/>
        </pc:sldMkLst>
        <pc:picChg chg="mod">
          <ac:chgData name="Amy Glidewell" userId="095a4851-014c-47ed-bf1b-0c4b57406e94" providerId="ADAL" clId="{D9527295-78A5-4A57-BE4E-44F933A6931E}" dt="2025-06-17T17:20:09.284" v="114" actId="208"/>
          <ac:picMkLst>
            <pc:docMk/>
            <pc:sldMk cId="686955483" sldId="640"/>
            <ac:picMk id="7" creationId="{02196E6F-FC8D-D50C-A051-821146D8AC47}"/>
          </ac:picMkLst>
        </pc:picChg>
      </pc:sldChg>
      <pc:sldChg chg="modSp mod">
        <pc:chgData name="Amy Glidewell" userId="095a4851-014c-47ed-bf1b-0c4b57406e94" providerId="ADAL" clId="{D9527295-78A5-4A57-BE4E-44F933A6931E}" dt="2025-06-17T17:19:54.989" v="111" actId="2085"/>
        <pc:sldMkLst>
          <pc:docMk/>
          <pc:sldMk cId="1024154339" sldId="642"/>
        </pc:sldMkLst>
        <pc:picChg chg="mod">
          <ac:chgData name="Amy Glidewell" userId="095a4851-014c-47ed-bf1b-0c4b57406e94" providerId="ADAL" clId="{D9527295-78A5-4A57-BE4E-44F933A6931E}" dt="2025-06-17T17:19:54.989" v="111" actId="2085"/>
          <ac:picMkLst>
            <pc:docMk/>
            <pc:sldMk cId="1024154339" sldId="642"/>
            <ac:picMk id="6" creationId="{68E4C38A-8298-294D-1C9B-D7740F35A9C8}"/>
          </ac:picMkLst>
        </pc:picChg>
      </pc:sldChg>
      <pc:sldChg chg="modSp mod">
        <pc:chgData name="Amy Glidewell" userId="095a4851-014c-47ed-bf1b-0c4b57406e94" providerId="ADAL" clId="{D9527295-78A5-4A57-BE4E-44F933A6931E}" dt="2025-06-17T17:22:48.388" v="130" actId="1035"/>
        <pc:sldMkLst>
          <pc:docMk/>
          <pc:sldMk cId="2454480785" sldId="646"/>
        </pc:sldMkLst>
        <pc:spChg chg="mod">
          <ac:chgData name="Amy Glidewell" userId="095a4851-014c-47ed-bf1b-0c4b57406e94" providerId="ADAL" clId="{D9527295-78A5-4A57-BE4E-44F933A6931E}" dt="2025-06-17T17:22:43.021" v="124" actId="1076"/>
          <ac:spMkLst>
            <pc:docMk/>
            <pc:sldMk cId="2454480785" sldId="646"/>
            <ac:spMk id="4" creationId="{05B4A3A4-846C-C615-B331-4C9D55AA306C}"/>
          </ac:spMkLst>
        </pc:spChg>
        <pc:picChg chg="mod">
          <ac:chgData name="Amy Glidewell" userId="095a4851-014c-47ed-bf1b-0c4b57406e94" providerId="ADAL" clId="{D9527295-78A5-4A57-BE4E-44F933A6931E}" dt="2025-06-17T17:22:48.388" v="130" actId="1035"/>
          <ac:picMkLst>
            <pc:docMk/>
            <pc:sldMk cId="2454480785" sldId="646"/>
            <ac:picMk id="9" creationId="{CD3C2E83-1591-6A0D-C4BD-670B65B0310A}"/>
          </ac:picMkLst>
        </pc:picChg>
      </pc:sldChg>
      <pc:sldChg chg="modNotesTx">
        <pc:chgData name="Amy Glidewell" userId="095a4851-014c-47ed-bf1b-0c4b57406e94" providerId="ADAL" clId="{D9527295-78A5-4A57-BE4E-44F933A6931E}" dt="2025-06-17T17:24:12.567" v="257" actId="20577"/>
        <pc:sldMkLst>
          <pc:docMk/>
          <pc:sldMk cId="371159982" sldId="647"/>
        </pc:sldMkLst>
      </pc:sldChg>
      <pc:sldChg chg="modSp mod">
        <pc:chgData name="Amy Glidewell" userId="095a4851-014c-47ed-bf1b-0c4b57406e94" providerId="ADAL" clId="{D9527295-78A5-4A57-BE4E-44F933A6931E}" dt="2025-06-17T17:23:20.238" v="132" actId="1076"/>
        <pc:sldMkLst>
          <pc:docMk/>
          <pc:sldMk cId="2610444789" sldId="648"/>
        </pc:sldMkLst>
        <pc:picChg chg="mod">
          <ac:chgData name="Amy Glidewell" userId="095a4851-014c-47ed-bf1b-0c4b57406e94" providerId="ADAL" clId="{D9527295-78A5-4A57-BE4E-44F933A6931E}" dt="2025-06-17T17:23:20.238" v="132" actId="1076"/>
          <ac:picMkLst>
            <pc:docMk/>
            <pc:sldMk cId="2610444789" sldId="648"/>
            <ac:picMk id="6" creationId="{97788E98-9F43-CD3E-F57F-57FD29568547}"/>
          </ac:picMkLst>
        </pc:picChg>
      </pc:sldChg>
      <pc:sldChg chg="modNotesTx">
        <pc:chgData name="Amy Glidewell" userId="095a4851-014c-47ed-bf1b-0c4b57406e94" providerId="ADAL" clId="{D9527295-78A5-4A57-BE4E-44F933A6931E}" dt="2025-06-17T17:26:37.638" v="260" actId="313"/>
        <pc:sldMkLst>
          <pc:docMk/>
          <pc:sldMk cId="1814514657" sldId="652"/>
        </pc:sldMkLst>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tags" Target="../tags/tag28.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custDataLst>
      <p:tags r:id="rId2"/>
    </p:custDataLst>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dirty="0"/>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cert.europa.eu/publications/threat-intelligence/threat-memo-190802-1/pdf"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cloud.google.com/blog/products/identity-security/google-cloud-mitigated-largest-ddos-attack-peaking-above-398-million-rps" TargetMode="External"/><Relationship Id="rId5" Type="http://schemas.openxmlformats.org/officeDocument/2006/relationships/hyperlink" Target="https://www.cybersecuritydive.com/news/massive-iran-botnet-ddos-telecom/741359/" TargetMode="External"/><Relationship Id="rId4" Type="http://schemas.openxmlformats.org/officeDocument/2006/relationships/hyperlink" Target="https://www.csoonline.com/article/567833/equifax-data-breach-faq-what-happened-who-was-affected-what-was-the-impact.html"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2.5 Compare and contrast common social engineering attacks, threats, and vulnerabilities.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What makes a zero-day vulnerability so unique?</a:t>
            </a:r>
          </a:p>
          <a:p>
            <a:pPr marL="171450" indent="-171450" algn="l">
              <a:buFont typeface="Arial" panose="020B0604020202020204" pitchFamily="34" charset="0"/>
              <a:buChar char="•"/>
            </a:pPr>
            <a:r>
              <a:rPr lang="en-US" b="0" i="0" dirty="0">
                <a:solidFill>
                  <a:srgbClr val="191D1F"/>
                </a:solidFill>
                <a:effectLst/>
                <a:latin typeface="+mn-lt"/>
              </a:rPr>
              <a:t>Why is having a system that is beyond its End of Life a security vulnerability?</a:t>
            </a:r>
          </a:p>
          <a:p>
            <a:pPr marL="171450" indent="-171450" algn="l">
              <a:buFont typeface="Arial" panose="020B0604020202020204" pitchFamily="34" charset="0"/>
              <a:buChar char="•"/>
            </a:pPr>
            <a:r>
              <a:rPr lang="en-US" b="0" i="0" dirty="0">
                <a:solidFill>
                  <a:srgbClr val="191D1F"/>
                </a:solidFill>
                <a:effectLst/>
                <a:latin typeface="+mn-lt"/>
              </a:rPr>
              <a:t>Why would someone go dumpster diving?</a:t>
            </a:r>
          </a:p>
          <a:p>
            <a:pPr marL="171450" indent="-171450" algn="l">
              <a:buFont typeface="Arial" panose="020B0604020202020204" pitchFamily="34" charset="0"/>
              <a:buChar char="•"/>
            </a:pPr>
            <a:r>
              <a:rPr lang="en-US" b="0" i="0" dirty="0">
                <a:solidFill>
                  <a:srgbClr val="191D1F"/>
                </a:solidFill>
                <a:effectLst/>
                <a:latin typeface="+mn-lt"/>
              </a:rPr>
              <a:t>What encryption method uses the same key to encrypt and decrypt data?</a:t>
            </a:r>
          </a:p>
          <a:p>
            <a:pPr marL="171450" indent="-171450" algn="l">
              <a:buFont typeface="Arial" panose="020B0604020202020204" pitchFamily="34" charset="0"/>
              <a:buChar char="•"/>
            </a:pPr>
            <a:r>
              <a:rPr lang="en-US" b="0" i="0" dirty="0">
                <a:solidFill>
                  <a:srgbClr val="191D1F"/>
                </a:solidFill>
                <a:effectLst/>
                <a:latin typeface="+mn-lt"/>
              </a:rPr>
              <a:t>What are digital signatures used for?</a:t>
            </a:r>
          </a:p>
          <a:p>
            <a:endParaRPr lang="en-US" dirty="0"/>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dirty="0"/>
          </a:p>
        </p:txBody>
      </p:sp>
    </p:spTree>
    <p:extLst>
      <p:ext uri="{BB962C8B-B14F-4D97-AF65-F5344CB8AC3E}">
        <p14:creationId xmlns:p14="http://schemas.microsoft.com/office/powerpoint/2010/main" val="115675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E0849-F706-3FAE-D2BD-9C2EE7B48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7A530-14CE-A32F-53C1-B8DABDC80B1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8AB86FD-1C91-71EB-2502-10BEA4D448F3}"/>
              </a:ext>
            </a:extLst>
          </p:cNvPr>
          <p:cNvSpPr>
            <a:spLocks noGrp="1"/>
          </p:cNvSpPr>
          <p:nvPr>
            <p:ph type="body" idx="1"/>
          </p:nvPr>
        </p:nvSpPr>
        <p:spPr/>
        <p:txBody>
          <a:bodyPr/>
          <a:lstStyle/>
          <a:p>
            <a:pPr>
              <a:defRPr/>
            </a:pPr>
            <a:r>
              <a:rPr lang="en-US" dirty="0">
                <a:ea typeface="Calibri"/>
                <a:cs typeface="Calibri"/>
              </a:rPr>
              <a:t>Zero-day vulnerabilities are those vulnerabilities that are previously unknown to the developer.</a:t>
            </a:r>
          </a:p>
        </p:txBody>
      </p:sp>
      <p:sp>
        <p:nvSpPr>
          <p:cNvPr id="4" name="Slide Number Placeholder 3">
            <a:extLst>
              <a:ext uri="{FF2B5EF4-FFF2-40B4-BE49-F238E27FC236}">
                <a16:creationId xmlns:a16="http://schemas.microsoft.com/office/drawing/2014/main" id="{8184AB86-ACF4-2C6A-3BC4-EE2F01C0729B}"/>
              </a:ext>
            </a:extLst>
          </p:cNvPr>
          <p:cNvSpPr>
            <a:spLocks noGrp="1"/>
          </p:cNvSpPr>
          <p:nvPr>
            <p:ph type="sldNum" sz="quarter" idx="5"/>
          </p:nvPr>
        </p:nvSpPr>
        <p:spPr/>
        <p:txBody>
          <a:bodyPr/>
          <a:lstStyle/>
          <a:p>
            <a:fld id="{B7CF8A19-3A9E-4ABC-B336-2FDDE321C72D}" type="slidenum">
              <a:rPr lang="en-US" smtClean="0"/>
              <a:pPr/>
              <a:t>5</a:t>
            </a:fld>
            <a:endParaRPr lang="en-US" dirty="0"/>
          </a:p>
        </p:txBody>
      </p:sp>
    </p:spTree>
    <p:extLst>
      <p:ext uri="{BB962C8B-B14F-4D97-AF65-F5344CB8AC3E}">
        <p14:creationId xmlns:p14="http://schemas.microsoft.com/office/powerpoint/2010/main" val="178032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0FF07-086A-E339-D16A-355078A21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646818-7EB8-9797-B030-5F26AC085CC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49B7516-FBD1-5580-A1FC-E954D5D704D2}"/>
              </a:ext>
            </a:extLst>
          </p:cNvPr>
          <p:cNvSpPr>
            <a:spLocks noGrp="1"/>
          </p:cNvSpPr>
          <p:nvPr>
            <p:ph type="body" idx="1"/>
          </p:nvPr>
        </p:nvSpPr>
        <p:spPr/>
        <p:txBody>
          <a:bodyPr/>
          <a:lstStyle/>
          <a:p>
            <a:pPr>
              <a:defRPr/>
            </a:pPr>
            <a:r>
              <a:rPr lang="en-US" dirty="0">
                <a:ea typeface="Calibri"/>
                <a:cs typeface="Calibri"/>
              </a:rPr>
              <a:t>Learners should be able to provide examples and scenarios of social engineering.</a:t>
            </a:r>
          </a:p>
        </p:txBody>
      </p:sp>
      <p:sp>
        <p:nvSpPr>
          <p:cNvPr id="4" name="Slide Number Placeholder 3">
            <a:extLst>
              <a:ext uri="{FF2B5EF4-FFF2-40B4-BE49-F238E27FC236}">
                <a16:creationId xmlns:a16="http://schemas.microsoft.com/office/drawing/2014/main" id="{96BDBC1B-9C0D-7BAA-EA51-4E0D16BBD73C}"/>
              </a:ext>
            </a:extLst>
          </p:cNvPr>
          <p:cNvSpPr>
            <a:spLocks noGrp="1"/>
          </p:cNvSpPr>
          <p:nvPr>
            <p:ph type="sldNum" sz="quarter" idx="5"/>
          </p:nvPr>
        </p:nvSpPr>
        <p:spPr/>
        <p:txBody>
          <a:bodyPr/>
          <a:lstStyle/>
          <a:p>
            <a:fld id="{B7CF8A19-3A9E-4ABC-B336-2FDDE321C72D}" type="slidenum">
              <a:rPr lang="en-US" smtClean="0"/>
              <a:pPr/>
              <a:t>6</a:t>
            </a:fld>
            <a:endParaRPr lang="en-US" dirty="0"/>
          </a:p>
        </p:txBody>
      </p:sp>
    </p:spTree>
    <p:extLst>
      <p:ext uri="{BB962C8B-B14F-4D97-AF65-F5344CB8AC3E}">
        <p14:creationId xmlns:p14="http://schemas.microsoft.com/office/powerpoint/2010/main" val="2739726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22627-DAE7-AE7A-C052-A33DE50B3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31782C-288F-7742-83C2-363A80428F3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EAF4E2A-8B75-0F46-462A-9C31EA016D5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417D10C3-35A5-7185-4DE2-C7791D1D941C}"/>
              </a:ext>
            </a:extLst>
          </p:cNvPr>
          <p:cNvSpPr>
            <a:spLocks noGrp="1"/>
          </p:cNvSpPr>
          <p:nvPr>
            <p:ph type="sldNum" sz="quarter" idx="5"/>
          </p:nvPr>
        </p:nvSpPr>
        <p:spPr/>
        <p:txBody>
          <a:bodyPr/>
          <a:lstStyle/>
          <a:p>
            <a:fld id="{B7CF8A19-3A9E-4ABC-B336-2FDDE321C72D}" type="slidenum">
              <a:rPr lang="en-US" smtClean="0"/>
              <a:pPr/>
              <a:t>7</a:t>
            </a:fld>
            <a:endParaRPr lang="en-US" dirty="0"/>
          </a:p>
        </p:txBody>
      </p:sp>
    </p:spTree>
    <p:extLst>
      <p:ext uri="{BB962C8B-B14F-4D97-AF65-F5344CB8AC3E}">
        <p14:creationId xmlns:p14="http://schemas.microsoft.com/office/powerpoint/2010/main" val="28466178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1E0A0-21D9-1A1B-4DB9-D3EA81F8C5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4AD7C-8802-D2AC-CEFE-0EF4BE6E489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2F48CA3-A2BA-D900-D4E3-A9D52A693D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81BED8-B147-86ED-A24C-1CF298BD51AA}"/>
              </a:ext>
            </a:extLst>
          </p:cNvPr>
          <p:cNvSpPr>
            <a:spLocks noGrp="1"/>
          </p:cNvSpPr>
          <p:nvPr>
            <p:ph type="sldNum" sz="quarter" idx="5"/>
          </p:nvPr>
        </p:nvSpPr>
        <p:spPr/>
        <p:txBody>
          <a:bodyPr/>
          <a:lstStyle/>
          <a:p>
            <a:fld id="{B7CF8A19-3A9E-4ABC-B336-2FDDE321C72D}" type="slidenum">
              <a:rPr lang="en-US" smtClean="0"/>
              <a:pPr/>
              <a:t>8</a:t>
            </a:fld>
            <a:endParaRPr lang="en-US" dirty="0"/>
          </a:p>
        </p:txBody>
      </p:sp>
    </p:spTree>
    <p:extLst>
      <p:ext uri="{BB962C8B-B14F-4D97-AF65-F5344CB8AC3E}">
        <p14:creationId xmlns:p14="http://schemas.microsoft.com/office/powerpoint/2010/main" val="2160330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49471-1F86-6120-98DA-299E14EDBC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F2D02-2BE6-C8E8-1C66-CAED915CBE6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E6066BA-C24A-B259-A88E-947C20FE4008}"/>
              </a:ext>
            </a:extLst>
          </p:cNvPr>
          <p:cNvSpPr>
            <a:spLocks noGrp="1"/>
          </p:cNvSpPr>
          <p:nvPr>
            <p:ph type="body" idx="1"/>
          </p:nvPr>
        </p:nvSpPr>
        <p:spPr/>
        <p:txBody>
          <a:bodyPr/>
          <a:lstStyle/>
          <a:p>
            <a:pPr>
              <a:defRPr/>
            </a:pPr>
            <a:r>
              <a:rPr lang="en-US" dirty="0">
                <a:ea typeface="Calibri"/>
                <a:cs typeface="Calibri"/>
              </a:rPr>
              <a:t>Learners should be able to provide examples of threats based on their mode of operation and objective. Instructors can provide examples of these threats from the real world. Examples may include: </a:t>
            </a:r>
          </a:p>
          <a:p>
            <a:pPr>
              <a:defRPr/>
            </a:pPr>
            <a:endParaRPr lang="en-US" dirty="0">
              <a:ea typeface="Calibri"/>
              <a:cs typeface="Calibri"/>
            </a:endParaRPr>
          </a:p>
          <a:p>
            <a:pPr>
              <a:defRPr/>
            </a:pPr>
            <a:r>
              <a:rPr lang="en-US" dirty="0">
                <a:ea typeface="Calibri"/>
                <a:cs typeface="Calibri"/>
              </a:rPr>
              <a:t>Internal Threat- </a:t>
            </a:r>
            <a:r>
              <a:rPr lang="en-US" dirty="0">
                <a:hlinkClick r:id="rId3"/>
              </a:rPr>
              <a:t>https://cert.europa.eu/publications/threat-intelligence/threat-memo-190802-1/pdf</a:t>
            </a:r>
            <a:endParaRPr lang="en-US" dirty="0">
              <a:ea typeface="Calibri"/>
              <a:cs typeface="Calibri"/>
              <a:hlinkClick r:id="rId3"/>
            </a:endParaRPr>
          </a:p>
          <a:p>
            <a:pPr>
              <a:defRPr/>
            </a:pPr>
            <a:r>
              <a:rPr lang="en-US" dirty="0">
                <a:ea typeface="Calibri"/>
                <a:cs typeface="Calibri"/>
              </a:rPr>
              <a:t>On-path- </a:t>
            </a:r>
            <a:r>
              <a:rPr lang="en-US" dirty="0">
                <a:hlinkClick r:id="rId4"/>
              </a:rPr>
              <a:t>https://www.csoonline.com/article/567833/equifax-data-breach-faq-what-happened-who-was-affected-what-was-the-impact.html</a:t>
            </a:r>
            <a:r>
              <a:rPr lang="en-US" dirty="0"/>
              <a:t> </a:t>
            </a:r>
            <a:endParaRPr lang="en-US" dirty="0">
              <a:ea typeface="Calibri"/>
              <a:cs typeface="Calibri"/>
            </a:endParaRPr>
          </a:p>
          <a:p>
            <a:pPr>
              <a:defRPr/>
            </a:pPr>
            <a:r>
              <a:rPr lang="en-US" dirty="0">
                <a:ea typeface="Calibri"/>
                <a:cs typeface="Calibri"/>
              </a:rPr>
              <a:t>DDos/Botnet- </a:t>
            </a:r>
            <a:r>
              <a:rPr lang="en-US" dirty="0">
                <a:hlinkClick r:id="rId5"/>
              </a:rPr>
              <a:t>https://www.cybersecuritydive.com/news/massive-iran-botnet-ddos-telecom/741359/</a:t>
            </a:r>
            <a:r>
              <a:rPr lang="en-US" dirty="0"/>
              <a:t> </a:t>
            </a:r>
            <a:endParaRPr lang="en-US" dirty="0">
              <a:ea typeface="Calibri"/>
              <a:cs typeface="Calibri"/>
            </a:endParaRPr>
          </a:p>
          <a:p>
            <a:pPr>
              <a:defRPr/>
            </a:pPr>
            <a:r>
              <a:rPr lang="en-US" dirty="0">
                <a:ea typeface="Calibri"/>
                <a:cs typeface="Calibri"/>
              </a:rPr>
              <a:t>DDoS/Botnet- </a:t>
            </a:r>
            <a:r>
              <a:rPr lang="en-US" dirty="0">
                <a:hlinkClick r:id="rId6"/>
              </a:rPr>
              <a:t>https://cloud.google.com/blog/products/identity-security/google-cloud-mitigated-largest-ddos-attack-peaking-above-398-million-rps</a:t>
            </a:r>
            <a:r>
              <a:rPr lang="en-US" dirty="0"/>
              <a:t> </a:t>
            </a:r>
            <a:endParaRPr lang="en-US" dirty="0">
              <a:ea typeface="Calibri"/>
              <a:cs typeface="Calibri"/>
            </a:endParaRPr>
          </a:p>
          <a:p>
            <a:pPr>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E33AB7D1-FD8B-6E28-62B6-C0C7BB228A1E}"/>
              </a:ext>
            </a:extLst>
          </p:cNvPr>
          <p:cNvSpPr>
            <a:spLocks noGrp="1"/>
          </p:cNvSpPr>
          <p:nvPr>
            <p:ph type="sldNum" sz="quarter" idx="5"/>
          </p:nvPr>
        </p:nvSpPr>
        <p:spPr/>
        <p:txBody>
          <a:bodyPr/>
          <a:lstStyle/>
          <a:p>
            <a:fld id="{B7CF8A19-3A9E-4ABC-B336-2FDDE321C72D}" type="slidenum">
              <a:rPr lang="en-US" smtClean="0"/>
              <a:pPr/>
              <a:t>9</a:t>
            </a:fld>
            <a:endParaRPr lang="en-US" dirty="0"/>
          </a:p>
        </p:txBody>
      </p:sp>
    </p:spTree>
    <p:extLst>
      <p:ext uri="{BB962C8B-B14F-4D97-AF65-F5344CB8AC3E}">
        <p14:creationId xmlns:p14="http://schemas.microsoft.com/office/powerpoint/2010/main" val="1490010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E9544-DCF1-3EE1-2BD7-229B0A1E1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89668-D059-F127-6662-CE6C994E631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B5E74A4-A6E2-89F9-4386-42DFBBA343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0FBAA0-4E2B-942C-1A24-F3D8C9D14EC6}"/>
              </a:ext>
            </a:extLst>
          </p:cNvPr>
          <p:cNvSpPr>
            <a:spLocks noGrp="1"/>
          </p:cNvSpPr>
          <p:nvPr>
            <p:ph type="sldNum" sz="quarter" idx="5"/>
          </p:nvPr>
        </p:nvSpPr>
        <p:spPr/>
        <p:txBody>
          <a:bodyPr/>
          <a:lstStyle/>
          <a:p>
            <a:fld id="{B7CF8A19-3A9E-4ABC-B336-2FDDE321C72D}" type="slidenum">
              <a:rPr lang="en-US" smtClean="0"/>
              <a:pPr/>
              <a:t>10</a:t>
            </a:fld>
            <a:endParaRPr lang="en-US" dirty="0"/>
          </a:p>
        </p:txBody>
      </p:sp>
    </p:spTree>
    <p:extLst>
      <p:ext uri="{BB962C8B-B14F-4D97-AF65-F5344CB8AC3E}">
        <p14:creationId xmlns:p14="http://schemas.microsoft.com/office/powerpoint/2010/main" val="3852390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CFF6E-B207-A760-83EF-B26023FE2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D4C697-64B3-F7B7-98E4-EF30EA3F550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017DF2C-CEB1-257A-66F1-A4F559F3049F}"/>
              </a:ext>
            </a:extLst>
          </p:cNvPr>
          <p:cNvSpPr>
            <a:spLocks noGrp="1"/>
          </p:cNvSpPr>
          <p:nvPr>
            <p:ph type="body" idx="1"/>
          </p:nvPr>
        </p:nvSpPr>
        <p:spPr/>
        <p:txBody>
          <a:bodyPr/>
          <a:lstStyle/>
          <a:p>
            <a:pPr>
              <a:defRPr/>
            </a:pPr>
            <a:r>
              <a:rPr lang="en-US" dirty="0">
                <a:ea typeface="Calibri"/>
                <a:cs typeface="Calibri"/>
              </a:rPr>
              <a:t>Instructors may want to mention tools that facilitate password attacks such as: Aircrack, Brutus, L0phtCrack, John the Ripper, etc.</a:t>
            </a:r>
          </a:p>
        </p:txBody>
      </p:sp>
      <p:sp>
        <p:nvSpPr>
          <p:cNvPr id="4" name="Slide Number Placeholder 3">
            <a:extLst>
              <a:ext uri="{FF2B5EF4-FFF2-40B4-BE49-F238E27FC236}">
                <a16:creationId xmlns:a16="http://schemas.microsoft.com/office/drawing/2014/main" id="{D8E19BED-CDD6-FCB1-0939-19586C9E0834}"/>
              </a:ext>
            </a:extLst>
          </p:cNvPr>
          <p:cNvSpPr>
            <a:spLocks noGrp="1"/>
          </p:cNvSpPr>
          <p:nvPr>
            <p:ph type="sldNum" sz="quarter" idx="5"/>
          </p:nvPr>
        </p:nvSpPr>
        <p:spPr/>
        <p:txBody>
          <a:bodyPr/>
          <a:lstStyle/>
          <a:p>
            <a:fld id="{B7CF8A19-3A9E-4ABC-B336-2FDDE321C72D}" type="slidenum">
              <a:rPr lang="en-US" smtClean="0"/>
              <a:pPr/>
              <a:t>11</a:t>
            </a:fld>
            <a:endParaRPr lang="en-US" dirty="0"/>
          </a:p>
        </p:txBody>
      </p:sp>
    </p:spTree>
    <p:extLst>
      <p:ext uri="{BB962C8B-B14F-4D97-AF65-F5344CB8AC3E}">
        <p14:creationId xmlns:p14="http://schemas.microsoft.com/office/powerpoint/2010/main" val="7311999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FD37F-D7E7-B4DB-ACB8-D7A162591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8E4CE-9039-EF7A-5444-0B066B5C79D5}"/>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9DA37427-E43F-6799-F49C-4F7548D594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1867A9-744C-A98C-040B-C9A6F5AD935A}"/>
              </a:ext>
            </a:extLst>
          </p:cNvPr>
          <p:cNvSpPr>
            <a:spLocks noGrp="1"/>
          </p:cNvSpPr>
          <p:nvPr>
            <p:ph type="sldNum" sz="quarter" idx="5"/>
          </p:nvPr>
        </p:nvSpPr>
        <p:spPr/>
        <p:txBody>
          <a:bodyPr/>
          <a:lstStyle/>
          <a:p>
            <a:fld id="{B7CF8A19-3A9E-4ABC-B336-2FDDE321C72D}" type="slidenum">
              <a:rPr lang="en-US" smtClean="0"/>
              <a:pPr/>
              <a:t>12</a:t>
            </a:fld>
            <a:endParaRPr lang="en-US" dirty="0"/>
          </a:p>
        </p:txBody>
      </p:sp>
    </p:spTree>
    <p:extLst>
      <p:ext uri="{BB962C8B-B14F-4D97-AF65-F5344CB8AC3E}">
        <p14:creationId xmlns:p14="http://schemas.microsoft.com/office/powerpoint/2010/main" val="17453434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37049-4E54-AAEA-EBC8-F5B30A1092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23CC2E-280C-1B5C-2043-7A5EB3B67AB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1B60CE0-0667-A3B3-D805-04D312D80B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AB01FF-54B1-ACE1-E262-11D17F97AD7A}"/>
              </a:ext>
            </a:extLst>
          </p:cNvPr>
          <p:cNvSpPr>
            <a:spLocks noGrp="1"/>
          </p:cNvSpPr>
          <p:nvPr>
            <p:ph type="sldNum" sz="quarter" idx="5"/>
          </p:nvPr>
        </p:nvSpPr>
        <p:spPr/>
        <p:txBody>
          <a:bodyPr/>
          <a:lstStyle/>
          <a:p>
            <a:fld id="{B7CF8A19-3A9E-4ABC-B336-2FDDE321C72D}" type="slidenum">
              <a:rPr lang="en-US" smtClean="0"/>
              <a:pPr/>
              <a:t>13</a:t>
            </a:fld>
            <a:endParaRPr lang="en-US" dirty="0"/>
          </a:p>
        </p:txBody>
      </p:sp>
    </p:spTree>
    <p:extLst>
      <p:ext uri="{BB962C8B-B14F-4D97-AF65-F5344CB8AC3E}">
        <p14:creationId xmlns:p14="http://schemas.microsoft.com/office/powerpoint/2010/main" val="2007281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2A771-0D60-ADA6-ED34-CB5B9D139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4DD11-31A8-5E6D-87DB-F1D318E9BF4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2ECEFCC-1715-4D7B-DB3D-6CA3DC3DD44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133166CB-3B7B-ECE2-B409-F1AF4B0CD5DF}"/>
              </a:ext>
            </a:extLst>
          </p:cNvPr>
          <p:cNvSpPr>
            <a:spLocks noGrp="1"/>
          </p:cNvSpPr>
          <p:nvPr>
            <p:ph type="sldNum" sz="quarter" idx="5"/>
          </p:nvPr>
        </p:nvSpPr>
        <p:spPr/>
        <p:txBody>
          <a:bodyPr/>
          <a:lstStyle/>
          <a:p>
            <a:fld id="{B7CF8A19-3A9E-4ABC-B336-2FDDE321C72D}" type="slidenum">
              <a:rPr lang="en-US" smtClean="0"/>
              <a:pPr/>
              <a:t>14</a:t>
            </a:fld>
            <a:endParaRPr lang="en-US" dirty="0"/>
          </a:p>
        </p:txBody>
      </p:sp>
    </p:spTree>
    <p:extLst>
      <p:ext uri="{BB962C8B-B14F-4D97-AF65-F5344CB8AC3E}">
        <p14:creationId xmlns:p14="http://schemas.microsoft.com/office/powerpoint/2010/main" val="478296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6083A-87C5-160B-4A73-117AC79B4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5BFA62-F05B-A6F7-648A-80E303953197}"/>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08469FE-0626-8D68-A8DD-F467B010B5DC}"/>
              </a:ext>
            </a:extLst>
          </p:cNvPr>
          <p:cNvSpPr>
            <a:spLocks noGrp="1"/>
          </p:cNvSpPr>
          <p:nvPr>
            <p:ph type="body" idx="1"/>
          </p:nvPr>
        </p:nvSpPr>
        <p:spPr/>
        <p:txBody>
          <a:bodyPr/>
          <a:lstStyle/>
          <a:p>
            <a:pPr>
              <a:defRPr/>
            </a:pPr>
            <a:r>
              <a:rPr lang="en-US" dirty="0">
                <a:ea typeface="Calibri"/>
                <a:cs typeface="Calibri"/>
              </a:rPr>
              <a:t>Instructors may wish to utilize the Lab: Explore SQL Injection Flaws to further illustrate this attack type.</a:t>
            </a:r>
          </a:p>
        </p:txBody>
      </p:sp>
      <p:sp>
        <p:nvSpPr>
          <p:cNvPr id="4" name="Slide Number Placeholder 3">
            <a:extLst>
              <a:ext uri="{FF2B5EF4-FFF2-40B4-BE49-F238E27FC236}">
                <a16:creationId xmlns:a16="http://schemas.microsoft.com/office/drawing/2014/main" id="{C8640CD2-4852-62CB-0638-C4B0FF4C6824}"/>
              </a:ext>
            </a:extLst>
          </p:cNvPr>
          <p:cNvSpPr>
            <a:spLocks noGrp="1"/>
          </p:cNvSpPr>
          <p:nvPr>
            <p:ph type="sldNum" sz="quarter" idx="5"/>
          </p:nvPr>
        </p:nvSpPr>
        <p:spPr/>
        <p:txBody>
          <a:bodyPr/>
          <a:lstStyle/>
          <a:p>
            <a:fld id="{B7CF8A19-3A9E-4ABC-B336-2FDDE321C72D}" type="slidenum">
              <a:rPr lang="en-US" smtClean="0"/>
              <a:pPr/>
              <a:t>15</a:t>
            </a:fld>
            <a:endParaRPr lang="en-US" dirty="0"/>
          </a:p>
        </p:txBody>
      </p:sp>
    </p:spTree>
    <p:extLst>
      <p:ext uri="{BB962C8B-B14F-4D97-AF65-F5344CB8AC3E}">
        <p14:creationId xmlns:p14="http://schemas.microsoft.com/office/powerpoint/2010/main" val="20761314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17</a:t>
            </a:fld>
            <a:endParaRPr lang="en-US" dirty="0"/>
          </a:p>
        </p:txBody>
      </p:sp>
    </p:spTree>
    <p:extLst>
      <p:ext uri="{BB962C8B-B14F-4D97-AF65-F5344CB8AC3E}">
        <p14:creationId xmlns:p14="http://schemas.microsoft.com/office/powerpoint/2010/main" val="8628270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D919F-A6D9-4169-751F-6F247476B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88F3F-5702-FFBA-C741-CDA5258AA5C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3ADF51A8-3EA7-8623-5DEA-A064FFB0DA45}"/>
              </a:ext>
            </a:extLst>
          </p:cNvPr>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2.3 Compare and contrast wireless security protocols and authentication methods.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Which wireless encryption method should be used with WPA2 and WPA3?</a:t>
            </a:r>
          </a:p>
          <a:p>
            <a:pPr marL="171450" indent="-171450" algn="l">
              <a:buFont typeface="Arial" panose="020B0604020202020204" pitchFamily="34" charset="0"/>
              <a:buChar char="•"/>
            </a:pPr>
            <a:r>
              <a:rPr lang="en-US" b="0" i="0" dirty="0">
                <a:solidFill>
                  <a:srgbClr val="191D1F"/>
                </a:solidFill>
                <a:effectLst/>
                <a:latin typeface="+mn-lt"/>
              </a:rPr>
              <a:t>What protocol is typically deployed with AES?</a:t>
            </a:r>
          </a:p>
          <a:p>
            <a:pPr marL="171450" indent="-171450" algn="l">
              <a:buFont typeface="Arial" panose="020B0604020202020204" pitchFamily="34" charset="0"/>
              <a:buChar char="•"/>
            </a:pPr>
            <a:r>
              <a:rPr lang="en-US" b="0" i="0" dirty="0">
                <a:solidFill>
                  <a:srgbClr val="191D1F"/>
                </a:solidFill>
                <a:effectLst/>
                <a:latin typeface="+mn-lt"/>
              </a:rPr>
              <a:t>What protocol replaced the 4-way handshake in WPA3?</a:t>
            </a:r>
          </a:p>
          <a:p>
            <a:pPr marL="171450" indent="-171450" algn="l">
              <a:buFont typeface="Arial" panose="020B0604020202020204" pitchFamily="34" charset="0"/>
              <a:buChar char="•"/>
            </a:pPr>
            <a:r>
              <a:rPr lang="en-US" b="0" i="0" dirty="0">
                <a:solidFill>
                  <a:srgbClr val="191D1F"/>
                </a:solidFill>
                <a:effectLst/>
                <a:latin typeface="+mn-lt"/>
              </a:rPr>
              <a:t>Which enterprise authentication method is typically used with wireless networks?</a:t>
            </a:r>
          </a:p>
        </p:txBody>
      </p:sp>
      <p:sp>
        <p:nvSpPr>
          <p:cNvPr id="4" name="Slide Number Placeholder 3">
            <a:extLst>
              <a:ext uri="{FF2B5EF4-FFF2-40B4-BE49-F238E27FC236}">
                <a16:creationId xmlns:a16="http://schemas.microsoft.com/office/drawing/2014/main" id="{66760CDF-3BCC-60D7-7E27-A691915A1EDE}"/>
              </a:ext>
            </a:extLst>
          </p:cNvPr>
          <p:cNvSpPr>
            <a:spLocks noGrp="1"/>
          </p:cNvSpPr>
          <p:nvPr>
            <p:ph type="sldNum" sz="quarter" idx="5"/>
          </p:nvPr>
        </p:nvSpPr>
        <p:spPr/>
        <p:txBody>
          <a:bodyPr/>
          <a:lstStyle/>
          <a:p>
            <a:fld id="{B7CF8A19-3A9E-4ABC-B336-2FDDE321C72D}" type="slidenum">
              <a:rPr lang="en-US" smtClean="0"/>
              <a:pPr/>
              <a:t>18</a:t>
            </a:fld>
            <a:endParaRPr lang="en-US" dirty="0"/>
          </a:p>
        </p:txBody>
      </p:sp>
    </p:spTree>
    <p:extLst>
      <p:ext uri="{BB962C8B-B14F-4D97-AF65-F5344CB8AC3E}">
        <p14:creationId xmlns:p14="http://schemas.microsoft.com/office/powerpoint/2010/main" val="25823303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B4531-807F-F0D3-1AC3-6F410360C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79B92F-83FF-43F3-F461-B7206502FC2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D146D52-9E09-2923-DC11-CC590D31B734}"/>
              </a:ext>
            </a:extLst>
          </p:cNvPr>
          <p:cNvSpPr>
            <a:spLocks noGrp="1"/>
          </p:cNvSpPr>
          <p:nvPr>
            <p:ph type="body" idx="1"/>
          </p:nvPr>
        </p:nvSpPr>
        <p:spPr/>
        <p:txBody>
          <a:bodyPr/>
          <a:lstStyle/>
          <a:p>
            <a:pPr>
              <a:defRPr/>
            </a:pPr>
            <a:r>
              <a:rPr lang="en-US" dirty="0">
                <a:ea typeface="Calibri"/>
                <a:cs typeface="Calibri"/>
              </a:rPr>
              <a:t>Instructors should mention the WPA should not be used. The minimum recommendation for modern networks is WPA2.</a:t>
            </a:r>
          </a:p>
        </p:txBody>
      </p:sp>
      <p:sp>
        <p:nvSpPr>
          <p:cNvPr id="4" name="Slide Number Placeholder 3">
            <a:extLst>
              <a:ext uri="{FF2B5EF4-FFF2-40B4-BE49-F238E27FC236}">
                <a16:creationId xmlns:a16="http://schemas.microsoft.com/office/drawing/2014/main" id="{CCE67785-D33B-EEB9-6C7D-796BE3BFC393}"/>
              </a:ext>
            </a:extLst>
          </p:cNvPr>
          <p:cNvSpPr>
            <a:spLocks noGrp="1"/>
          </p:cNvSpPr>
          <p:nvPr>
            <p:ph type="sldNum" sz="quarter" idx="5"/>
          </p:nvPr>
        </p:nvSpPr>
        <p:spPr/>
        <p:txBody>
          <a:bodyPr/>
          <a:lstStyle/>
          <a:p>
            <a:fld id="{B7CF8A19-3A9E-4ABC-B336-2FDDE321C72D}" type="slidenum">
              <a:rPr lang="en-US" smtClean="0"/>
              <a:pPr/>
              <a:t>19</a:t>
            </a:fld>
            <a:endParaRPr lang="en-US" dirty="0"/>
          </a:p>
        </p:txBody>
      </p:sp>
    </p:spTree>
    <p:extLst>
      <p:ext uri="{BB962C8B-B14F-4D97-AF65-F5344CB8AC3E}">
        <p14:creationId xmlns:p14="http://schemas.microsoft.com/office/powerpoint/2010/main" val="8308468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7B7C1-3444-E849-69FB-C132F79D0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F451B8-F0BA-16FA-5916-D1B373FCC69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6033672-CF74-AB8A-496F-183BB1353F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46C72C-CB15-8BBB-3199-A65476B3197C}"/>
              </a:ext>
            </a:extLst>
          </p:cNvPr>
          <p:cNvSpPr>
            <a:spLocks noGrp="1"/>
          </p:cNvSpPr>
          <p:nvPr>
            <p:ph type="sldNum" sz="quarter" idx="5"/>
          </p:nvPr>
        </p:nvSpPr>
        <p:spPr/>
        <p:txBody>
          <a:bodyPr/>
          <a:lstStyle/>
          <a:p>
            <a:fld id="{B7CF8A19-3A9E-4ABC-B336-2FDDE321C72D}" type="slidenum">
              <a:rPr lang="en-US" smtClean="0"/>
              <a:pPr/>
              <a:t>20</a:t>
            </a:fld>
            <a:endParaRPr lang="en-US" dirty="0"/>
          </a:p>
        </p:txBody>
      </p:sp>
    </p:spTree>
    <p:extLst>
      <p:ext uri="{BB962C8B-B14F-4D97-AF65-F5344CB8AC3E}">
        <p14:creationId xmlns:p14="http://schemas.microsoft.com/office/powerpoint/2010/main" val="29530901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79EA5-819D-41DA-87FA-0098A1A87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EED624-65DB-D137-E2CC-85AD3FE91BFA}"/>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0D4A9C4-6893-958D-C124-DBE481C1C30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D3047938-56AD-FC8E-7537-E04734D439F5}"/>
              </a:ext>
            </a:extLst>
          </p:cNvPr>
          <p:cNvSpPr>
            <a:spLocks noGrp="1"/>
          </p:cNvSpPr>
          <p:nvPr>
            <p:ph type="sldNum" sz="quarter" idx="5"/>
          </p:nvPr>
        </p:nvSpPr>
        <p:spPr/>
        <p:txBody>
          <a:bodyPr/>
          <a:lstStyle/>
          <a:p>
            <a:fld id="{B7CF8A19-3A9E-4ABC-B336-2FDDE321C72D}" type="slidenum">
              <a:rPr lang="en-US" smtClean="0"/>
              <a:pPr/>
              <a:t>21</a:t>
            </a:fld>
            <a:endParaRPr lang="en-US" dirty="0"/>
          </a:p>
        </p:txBody>
      </p:sp>
    </p:spTree>
    <p:extLst>
      <p:ext uri="{BB962C8B-B14F-4D97-AF65-F5344CB8AC3E}">
        <p14:creationId xmlns:p14="http://schemas.microsoft.com/office/powerpoint/2010/main" val="3395546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D2279-828B-932F-B069-3BB531300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1D5AAF-A1D1-4589-6308-9912E30AAD7D}"/>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AA776CB-682F-ED86-69EC-3BD6EECF09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087EC3-D698-FDF8-D904-234EF627E01A}"/>
              </a:ext>
            </a:extLst>
          </p:cNvPr>
          <p:cNvSpPr>
            <a:spLocks noGrp="1"/>
          </p:cNvSpPr>
          <p:nvPr>
            <p:ph type="sldNum" sz="quarter" idx="5"/>
          </p:nvPr>
        </p:nvSpPr>
        <p:spPr/>
        <p:txBody>
          <a:bodyPr/>
          <a:lstStyle/>
          <a:p>
            <a:fld id="{B7CF8A19-3A9E-4ABC-B336-2FDDE321C72D}" type="slidenum">
              <a:rPr lang="en-US" smtClean="0"/>
              <a:pPr/>
              <a:t>22</a:t>
            </a:fld>
            <a:endParaRPr lang="en-US" dirty="0"/>
          </a:p>
        </p:txBody>
      </p:sp>
    </p:spTree>
    <p:extLst>
      <p:ext uri="{BB962C8B-B14F-4D97-AF65-F5344CB8AC3E}">
        <p14:creationId xmlns:p14="http://schemas.microsoft.com/office/powerpoint/2010/main" val="13581599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3A54A-45BD-F0D6-67D9-FA3EA2D10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5FEC0-5978-F8A7-420B-81FC4413B0B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03DBDCC8-2F28-D8B9-D2AC-7D72CD3D7DA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96BD4966-034D-D752-9F12-58D8557BD610}"/>
              </a:ext>
            </a:extLst>
          </p:cNvPr>
          <p:cNvSpPr>
            <a:spLocks noGrp="1"/>
          </p:cNvSpPr>
          <p:nvPr>
            <p:ph type="sldNum" sz="quarter" idx="5"/>
          </p:nvPr>
        </p:nvSpPr>
        <p:spPr/>
        <p:txBody>
          <a:bodyPr/>
          <a:lstStyle/>
          <a:p>
            <a:fld id="{B7CF8A19-3A9E-4ABC-B336-2FDDE321C72D}" type="slidenum">
              <a:rPr lang="en-US" smtClean="0"/>
              <a:pPr/>
              <a:t>23</a:t>
            </a:fld>
            <a:endParaRPr lang="en-US" dirty="0"/>
          </a:p>
        </p:txBody>
      </p:sp>
    </p:spTree>
    <p:extLst>
      <p:ext uri="{BB962C8B-B14F-4D97-AF65-F5344CB8AC3E}">
        <p14:creationId xmlns:p14="http://schemas.microsoft.com/office/powerpoint/2010/main" val="20279126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45003-0FF1-5CDE-7E99-9F1972D139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50CB-9590-2B6E-24FC-1D090B2DCBB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EEC2016-8571-6EB1-0F1F-4857F292FF73}"/>
              </a:ext>
            </a:extLst>
          </p:cNvPr>
          <p:cNvSpPr>
            <a:spLocks noGrp="1"/>
          </p:cNvSpPr>
          <p:nvPr>
            <p:ph type="body" idx="1"/>
          </p:nvPr>
        </p:nvSpPr>
        <p:spPr/>
        <p:txBody>
          <a:bodyPr/>
          <a:lstStyle/>
          <a:p>
            <a:r>
              <a:rPr lang="en-US" dirty="0"/>
              <a:t>Note: Other methods of EAP use a certificate on the AAA server only. The AAA server uses the certificate to create an encrypted tunnel for the supplicant to send a username/password credential securely.</a:t>
            </a:r>
          </a:p>
          <a:p>
            <a:endParaRPr lang="en-US" dirty="0"/>
          </a:p>
          <a:p>
            <a:r>
              <a:rPr lang="en-US" dirty="0"/>
              <a:t>Consider showing the video Authentication Methods to reinforce these concepts.</a:t>
            </a:r>
          </a:p>
        </p:txBody>
      </p:sp>
      <p:sp>
        <p:nvSpPr>
          <p:cNvPr id="4" name="Slide Number Placeholder 3">
            <a:extLst>
              <a:ext uri="{FF2B5EF4-FFF2-40B4-BE49-F238E27FC236}">
                <a16:creationId xmlns:a16="http://schemas.microsoft.com/office/drawing/2014/main" id="{853644C5-CCC9-D615-2043-A3974D2650AF}"/>
              </a:ext>
            </a:extLst>
          </p:cNvPr>
          <p:cNvSpPr>
            <a:spLocks noGrp="1"/>
          </p:cNvSpPr>
          <p:nvPr>
            <p:ph type="sldNum" sz="quarter" idx="5"/>
          </p:nvPr>
        </p:nvSpPr>
        <p:spPr/>
        <p:txBody>
          <a:bodyPr/>
          <a:lstStyle/>
          <a:p>
            <a:fld id="{B7CF8A19-3A9E-4ABC-B336-2FDDE321C72D}" type="slidenum">
              <a:rPr lang="en-US" smtClean="0"/>
              <a:pPr/>
              <a:t>24</a:t>
            </a:fld>
            <a:endParaRPr lang="en-US" dirty="0"/>
          </a:p>
        </p:txBody>
      </p:sp>
    </p:spTree>
    <p:extLst>
      <p:ext uri="{BB962C8B-B14F-4D97-AF65-F5344CB8AC3E}">
        <p14:creationId xmlns:p14="http://schemas.microsoft.com/office/powerpoint/2010/main" val="3430557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0A74E-69E4-E7D1-D93A-128CDEEC9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AB3FFA-9C28-4489-1C46-FFC53F41F1C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744E4F13-B1ED-8611-9E79-1E91E9A7544E}"/>
              </a:ext>
            </a:extLst>
          </p:cNvPr>
          <p:cNvSpPr>
            <a:spLocks noGrp="1"/>
          </p:cNvSpPr>
          <p:nvPr>
            <p:ph type="body" idx="1"/>
          </p:nvPr>
        </p:nvSpPr>
        <p:spPr/>
        <p:txBody>
          <a:bodyPr/>
          <a:lstStyle/>
          <a:p>
            <a:pPr>
              <a:defRPr/>
            </a:pPr>
            <a:r>
              <a:rPr lang="en-US" dirty="0">
                <a:ea typeface="Calibri"/>
                <a:cs typeface="Calibri"/>
              </a:rPr>
              <a:t>Learners should understand that RADIUS is NOT for dial up internet connections; it is for remote (dial in) authentication.</a:t>
            </a:r>
          </a:p>
        </p:txBody>
      </p:sp>
      <p:sp>
        <p:nvSpPr>
          <p:cNvPr id="4" name="Slide Number Placeholder 3">
            <a:extLst>
              <a:ext uri="{FF2B5EF4-FFF2-40B4-BE49-F238E27FC236}">
                <a16:creationId xmlns:a16="http://schemas.microsoft.com/office/drawing/2014/main" id="{A2418588-EE68-630B-A6C8-A06D08EB5851}"/>
              </a:ext>
            </a:extLst>
          </p:cNvPr>
          <p:cNvSpPr>
            <a:spLocks noGrp="1"/>
          </p:cNvSpPr>
          <p:nvPr>
            <p:ph type="sldNum" sz="quarter" idx="5"/>
          </p:nvPr>
        </p:nvSpPr>
        <p:spPr/>
        <p:txBody>
          <a:bodyPr/>
          <a:lstStyle/>
          <a:p>
            <a:fld id="{B7CF8A19-3A9E-4ABC-B336-2FDDE321C72D}" type="slidenum">
              <a:rPr lang="en-US" smtClean="0"/>
              <a:pPr/>
              <a:t>25</a:t>
            </a:fld>
            <a:endParaRPr lang="en-US" dirty="0"/>
          </a:p>
        </p:txBody>
      </p:sp>
    </p:spTree>
    <p:extLst>
      <p:ext uri="{BB962C8B-B14F-4D97-AF65-F5344CB8AC3E}">
        <p14:creationId xmlns:p14="http://schemas.microsoft.com/office/powerpoint/2010/main" val="29379584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89D60-AB46-447A-D6A6-5C5409C03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D5CB4-3A51-6302-2CC0-5CDDFD832E1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90F7F92-4B0A-F7DF-AC90-7ACACE72B058}"/>
              </a:ext>
            </a:extLst>
          </p:cNvPr>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2.10 Given a scenario, apply security settings on SOHO wireless and wired networks.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Typically, where should a SOHO router be physically placed?</a:t>
            </a:r>
          </a:p>
          <a:p>
            <a:pPr marL="171450" indent="-171450" algn="l">
              <a:buFont typeface="Arial" panose="020B0604020202020204" pitchFamily="34" charset="0"/>
              <a:buChar char="•"/>
            </a:pPr>
            <a:r>
              <a:rPr lang="en-US" b="0" i="0" dirty="0">
                <a:solidFill>
                  <a:srgbClr val="191D1F"/>
                </a:solidFill>
                <a:effectLst/>
                <a:latin typeface="+mn-lt"/>
              </a:rPr>
              <a:t>What are some of the key steps that should be taken when securing access to the router management interface?</a:t>
            </a:r>
          </a:p>
          <a:p>
            <a:pPr marL="171450" indent="-171450" algn="l">
              <a:buFont typeface="Arial" panose="020B0604020202020204" pitchFamily="34" charset="0"/>
              <a:buChar char="•"/>
            </a:pPr>
            <a:r>
              <a:rPr lang="en-US" b="0" i="0" dirty="0">
                <a:solidFill>
                  <a:srgbClr val="191D1F"/>
                </a:solidFill>
                <a:effectLst/>
                <a:latin typeface="+mn-lt"/>
              </a:rPr>
              <a:t>What is the purpose of the SSID?</a:t>
            </a:r>
          </a:p>
          <a:p>
            <a:pPr marL="171450" indent="-171450" algn="l">
              <a:buFont typeface="Arial" panose="020B0604020202020204" pitchFamily="34" charset="0"/>
              <a:buChar char="•"/>
            </a:pPr>
            <a:r>
              <a:rPr lang="en-US" b="0" i="0" dirty="0">
                <a:solidFill>
                  <a:srgbClr val="191D1F"/>
                </a:solidFill>
                <a:effectLst/>
                <a:latin typeface="+mn-lt"/>
              </a:rPr>
              <a:t>In what situation would you configure port-forwarding?</a:t>
            </a:r>
          </a:p>
          <a:p>
            <a:pPr marL="171450" indent="-171450" algn="l">
              <a:buFont typeface="Arial" panose="020B0604020202020204" pitchFamily="34" charset="0"/>
              <a:buChar char="•"/>
            </a:pPr>
            <a:r>
              <a:rPr lang="en-US" b="0" i="0" dirty="0">
                <a:solidFill>
                  <a:srgbClr val="191D1F"/>
                </a:solidFill>
                <a:effectLst/>
                <a:latin typeface="+mn-lt"/>
              </a:rPr>
              <a:t>What type of devices would typically be placed in a screened subnet?</a:t>
            </a:r>
          </a:p>
          <a:p>
            <a:endParaRPr lang="en-US" dirty="0"/>
          </a:p>
        </p:txBody>
      </p:sp>
      <p:sp>
        <p:nvSpPr>
          <p:cNvPr id="4" name="Slide Number Placeholder 3">
            <a:extLst>
              <a:ext uri="{FF2B5EF4-FFF2-40B4-BE49-F238E27FC236}">
                <a16:creationId xmlns:a16="http://schemas.microsoft.com/office/drawing/2014/main" id="{E503613D-70BB-75DA-C349-9F5F66739A67}"/>
              </a:ext>
            </a:extLst>
          </p:cNvPr>
          <p:cNvSpPr>
            <a:spLocks noGrp="1"/>
          </p:cNvSpPr>
          <p:nvPr>
            <p:ph type="sldNum" sz="quarter" idx="5"/>
          </p:nvPr>
        </p:nvSpPr>
        <p:spPr/>
        <p:txBody>
          <a:bodyPr/>
          <a:lstStyle/>
          <a:p>
            <a:fld id="{B7CF8A19-3A9E-4ABC-B336-2FDDE321C72D}" type="slidenum">
              <a:rPr lang="en-US" smtClean="0"/>
              <a:pPr/>
              <a:t>27</a:t>
            </a:fld>
            <a:endParaRPr lang="en-US" dirty="0"/>
          </a:p>
        </p:txBody>
      </p:sp>
    </p:spTree>
    <p:extLst>
      <p:ext uri="{BB962C8B-B14F-4D97-AF65-F5344CB8AC3E}">
        <p14:creationId xmlns:p14="http://schemas.microsoft.com/office/powerpoint/2010/main" val="23948982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83F62-A2BC-AB2B-072F-1969B44345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74221-F017-A4D1-2D30-5DDDC52E2AC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9B82832-91AB-7F3C-D068-D9E414041965}"/>
              </a:ext>
            </a:extLst>
          </p:cNvPr>
          <p:cNvSpPr>
            <a:spLocks noGrp="1"/>
          </p:cNvSpPr>
          <p:nvPr>
            <p:ph type="body" idx="1"/>
          </p:nvPr>
        </p:nvSpPr>
        <p:spPr/>
        <p:txBody>
          <a:bodyPr/>
          <a:lstStyle/>
          <a:p>
            <a:pPr>
              <a:defRPr/>
            </a:pPr>
            <a:r>
              <a:rPr lang="en-US" dirty="0">
                <a:ea typeface="Calibri"/>
                <a:cs typeface="Calibri"/>
              </a:rPr>
              <a:t>While many learners may be familiar with setting up a SOHO router in their own home or office, learners should be reminded to pay close attention to detail when it comes to selecting specific settings if given a scenario.</a:t>
            </a:r>
          </a:p>
        </p:txBody>
      </p:sp>
      <p:sp>
        <p:nvSpPr>
          <p:cNvPr id="4" name="Slide Number Placeholder 3">
            <a:extLst>
              <a:ext uri="{FF2B5EF4-FFF2-40B4-BE49-F238E27FC236}">
                <a16:creationId xmlns:a16="http://schemas.microsoft.com/office/drawing/2014/main" id="{E08C83D0-4693-67AB-C352-72FA48AEEF0D}"/>
              </a:ext>
            </a:extLst>
          </p:cNvPr>
          <p:cNvSpPr>
            <a:spLocks noGrp="1"/>
          </p:cNvSpPr>
          <p:nvPr>
            <p:ph type="sldNum" sz="quarter" idx="5"/>
          </p:nvPr>
        </p:nvSpPr>
        <p:spPr/>
        <p:txBody>
          <a:bodyPr/>
          <a:lstStyle/>
          <a:p>
            <a:fld id="{B7CF8A19-3A9E-4ABC-B336-2FDDE321C72D}" type="slidenum">
              <a:rPr lang="en-US" smtClean="0"/>
              <a:pPr/>
              <a:t>28</a:t>
            </a:fld>
            <a:endParaRPr lang="en-US" dirty="0"/>
          </a:p>
        </p:txBody>
      </p:sp>
    </p:spTree>
    <p:extLst>
      <p:ext uri="{BB962C8B-B14F-4D97-AF65-F5344CB8AC3E}">
        <p14:creationId xmlns:p14="http://schemas.microsoft.com/office/powerpoint/2010/main" val="14421684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971BA-8A93-0E12-D21B-37908C1D75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FDE18E-41A5-1322-62BA-3188BFF6F22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70770CE-A99F-FC3B-7D78-A3A20D93218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8E85E7C7-34C6-CC2A-A014-82D5B0D419E7}"/>
              </a:ext>
            </a:extLst>
          </p:cNvPr>
          <p:cNvSpPr>
            <a:spLocks noGrp="1"/>
          </p:cNvSpPr>
          <p:nvPr>
            <p:ph type="sldNum" sz="quarter" idx="5"/>
          </p:nvPr>
        </p:nvSpPr>
        <p:spPr/>
        <p:txBody>
          <a:bodyPr/>
          <a:lstStyle/>
          <a:p>
            <a:fld id="{B7CF8A19-3A9E-4ABC-B336-2FDDE321C72D}" type="slidenum">
              <a:rPr lang="en-US" smtClean="0"/>
              <a:pPr/>
              <a:t>29</a:t>
            </a:fld>
            <a:endParaRPr lang="en-US" dirty="0"/>
          </a:p>
        </p:txBody>
      </p:sp>
    </p:spTree>
    <p:extLst>
      <p:ext uri="{BB962C8B-B14F-4D97-AF65-F5344CB8AC3E}">
        <p14:creationId xmlns:p14="http://schemas.microsoft.com/office/powerpoint/2010/main" val="9041387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FB108-5B08-A94B-0490-6C3B1C6B0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D0DEC8-49B2-1A2E-5FFC-DB607F49CEC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C5CD35FE-BC5F-D2B6-E4B3-DFC6601FD4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4FA712-774D-597B-2FB3-E65C7005CB98}"/>
              </a:ext>
            </a:extLst>
          </p:cNvPr>
          <p:cNvSpPr>
            <a:spLocks noGrp="1"/>
          </p:cNvSpPr>
          <p:nvPr>
            <p:ph type="sldNum" sz="quarter" idx="5"/>
          </p:nvPr>
        </p:nvSpPr>
        <p:spPr/>
        <p:txBody>
          <a:bodyPr/>
          <a:lstStyle/>
          <a:p>
            <a:fld id="{B7CF8A19-3A9E-4ABC-B336-2FDDE321C72D}" type="slidenum">
              <a:rPr lang="en-US" smtClean="0"/>
              <a:pPr/>
              <a:t>30</a:t>
            </a:fld>
            <a:endParaRPr lang="en-US" dirty="0"/>
          </a:p>
        </p:txBody>
      </p:sp>
    </p:spTree>
    <p:extLst>
      <p:ext uri="{BB962C8B-B14F-4D97-AF65-F5344CB8AC3E}">
        <p14:creationId xmlns:p14="http://schemas.microsoft.com/office/powerpoint/2010/main" val="39559120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DB8EF-1F00-C37A-614B-59739C4342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82CF33-448F-C63D-4E37-1D3F4180436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F1381B9B-5656-7346-6510-8B2FE5CD661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Note: </a:t>
            </a:r>
            <a:r>
              <a:rPr lang="en-US" dirty="0"/>
              <a:t>Hiding the SSID does not secure the network; you must enable encryption. Even when broadcast is disabled, the SSID can still be detected using packet sniffing tools and Wi-Fi analyzers.</a:t>
            </a:r>
            <a:endParaRPr lang="en-US" dirty="0">
              <a:ea typeface="Calibri"/>
              <a:cs typeface="Calibri"/>
            </a:endParaRPr>
          </a:p>
        </p:txBody>
      </p:sp>
      <p:sp>
        <p:nvSpPr>
          <p:cNvPr id="4" name="Slide Number Placeholder 3">
            <a:extLst>
              <a:ext uri="{FF2B5EF4-FFF2-40B4-BE49-F238E27FC236}">
                <a16:creationId xmlns:a16="http://schemas.microsoft.com/office/drawing/2014/main" id="{03A5CF34-549F-B922-19C1-3D34054F3A4E}"/>
              </a:ext>
            </a:extLst>
          </p:cNvPr>
          <p:cNvSpPr>
            <a:spLocks noGrp="1"/>
          </p:cNvSpPr>
          <p:nvPr>
            <p:ph type="sldNum" sz="quarter" idx="5"/>
          </p:nvPr>
        </p:nvSpPr>
        <p:spPr/>
        <p:txBody>
          <a:bodyPr/>
          <a:lstStyle/>
          <a:p>
            <a:fld id="{B7CF8A19-3A9E-4ABC-B336-2FDDE321C72D}" type="slidenum">
              <a:rPr lang="en-US" smtClean="0"/>
              <a:pPr/>
              <a:t>31</a:t>
            </a:fld>
            <a:endParaRPr lang="en-US" dirty="0"/>
          </a:p>
        </p:txBody>
      </p:sp>
    </p:spTree>
    <p:extLst>
      <p:ext uri="{BB962C8B-B14F-4D97-AF65-F5344CB8AC3E}">
        <p14:creationId xmlns:p14="http://schemas.microsoft.com/office/powerpoint/2010/main" val="29953700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5F1C5-4ED9-D386-AA17-25CD17357D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17E387-4C1B-F399-45D3-E46BC47C80AE}"/>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5D15875-7F96-CB54-41DE-EA0F56D5B9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EAA0A7-1A20-0311-F73F-972CADDFFDCA}"/>
              </a:ext>
            </a:extLst>
          </p:cNvPr>
          <p:cNvSpPr>
            <a:spLocks noGrp="1"/>
          </p:cNvSpPr>
          <p:nvPr>
            <p:ph type="sldNum" sz="quarter" idx="5"/>
          </p:nvPr>
        </p:nvSpPr>
        <p:spPr/>
        <p:txBody>
          <a:bodyPr/>
          <a:lstStyle/>
          <a:p>
            <a:fld id="{B7CF8A19-3A9E-4ABC-B336-2FDDE321C72D}" type="slidenum">
              <a:rPr lang="en-US" smtClean="0"/>
              <a:pPr/>
              <a:t>32</a:t>
            </a:fld>
            <a:endParaRPr lang="en-US" dirty="0"/>
          </a:p>
        </p:txBody>
      </p:sp>
    </p:spTree>
    <p:extLst>
      <p:ext uri="{BB962C8B-B14F-4D97-AF65-F5344CB8AC3E}">
        <p14:creationId xmlns:p14="http://schemas.microsoft.com/office/powerpoint/2010/main" val="42742700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FDF61-78DE-D686-744C-00303D8300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42F15-3E1E-4FEC-F7B9-4DAEF915B948}"/>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8876496-F000-AE3D-F265-7E9C316958F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3F56A60A-12A8-BCF8-D358-61F6C082CF99}"/>
              </a:ext>
            </a:extLst>
          </p:cNvPr>
          <p:cNvSpPr>
            <a:spLocks noGrp="1"/>
          </p:cNvSpPr>
          <p:nvPr>
            <p:ph type="sldNum" sz="quarter" idx="5"/>
          </p:nvPr>
        </p:nvSpPr>
        <p:spPr/>
        <p:txBody>
          <a:bodyPr/>
          <a:lstStyle/>
          <a:p>
            <a:fld id="{B7CF8A19-3A9E-4ABC-B336-2FDDE321C72D}" type="slidenum">
              <a:rPr lang="en-US" smtClean="0"/>
              <a:pPr/>
              <a:t>33</a:t>
            </a:fld>
            <a:endParaRPr lang="en-US" dirty="0"/>
          </a:p>
        </p:txBody>
      </p:sp>
    </p:spTree>
    <p:extLst>
      <p:ext uri="{BB962C8B-B14F-4D97-AF65-F5344CB8AC3E}">
        <p14:creationId xmlns:p14="http://schemas.microsoft.com/office/powerpoint/2010/main" val="12993250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47491-E0A4-A591-2A00-42ACB1E978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157C51-C850-211B-7033-E12BEB6B736F}"/>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88ABA31-02A8-0E69-E7A6-C6DDA56E8F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85F7C9-C4AD-83B9-FB40-A59DAE9E2E50}"/>
              </a:ext>
            </a:extLst>
          </p:cNvPr>
          <p:cNvSpPr>
            <a:spLocks noGrp="1"/>
          </p:cNvSpPr>
          <p:nvPr>
            <p:ph type="sldNum" sz="quarter" idx="5"/>
          </p:nvPr>
        </p:nvSpPr>
        <p:spPr/>
        <p:txBody>
          <a:bodyPr/>
          <a:lstStyle/>
          <a:p>
            <a:fld id="{B7CF8A19-3A9E-4ABC-B336-2FDDE321C72D}" type="slidenum">
              <a:rPr lang="en-US" smtClean="0"/>
              <a:pPr/>
              <a:t>34</a:t>
            </a:fld>
            <a:endParaRPr lang="en-US" dirty="0"/>
          </a:p>
        </p:txBody>
      </p:sp>
    </p:spTree>
    <p:extLst>
      <p:ext uri="{BB962C8B-B14F-4D97-AF65-F5344CB8AC3E}">
        <p14:creationId xmlns:p14="http://schemas.microsoft.com/office/powerpoint/2010/main" val="11595995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E3824-8FAD-C030-F482-541C442BE0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10714-1703-4C03-64D4-EDF79B24F341}"/>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B6DEAE5A-DF45-7A14-7128-2FF711B5AF9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04400A4E-EC17-F73E-3608-F851F60AD6D5}"/>
              </a:ext>
            </a:extLst>
          </p:cNvPr>
          <p:cNvSpPr>
            <a:spLocks noGrp="1"/>
          </p:cNvSpPr>
          <p:nvPr>
            <p:ph type="sldNum" sz="quarter" idx="5"/>
          </p:nvPr>
        </p:nvSpPr>
        <p:spPr/>
        <p:txBody>
          <a:bodyPr/>
          <a:lstStyle/>
          <a:p>
            <a:fld id="{B7CF8A19-3A9E-4ABC-B336-2FDDE321C72D}" type="slidenum">
              <a:rPr lang="en-US" smtClean="0"/>
              <a:pPr/>
              <a:t>35</a:t>
            </a:fld>
            <a:endParaRPr lang="en-US" dirty="0"/>
          </a:p>
        </p:txBody>
      </p:sp>
    </p:spTree>
    <p:extLst>
      <p:ext uri="{BB962C8B-B14F-4D97-AF65-F5344CB8AC3E}">
        <p14:creationId xmlns:p14="http://schemas.microsoft.com/office/powerpoint/2010/main" val="10468921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E9692-887E-7DD8-E735-C3B44CF0B1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D4E6E-EF59-A7B4-8BA4-10924F869AF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CD721D2-1338-FFF6-D6D7-6C3336BDD5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024BD4-BB3C-18A6-187C-3933C541F06A}"/>
              </a:ext>
            </a:extLst>
          </p:cNvPr>
          <p:cNvSpPr>
            <a:spLocks noGrp="1"/>
          </p:cNvSpPr>
          <p:nvPr>
            <p:ph type="sldNum" sz="quarter" idx="5"/>
          </p:nvPr>
        </p:nvSpPr>
        <p:spPr/>
        <p:txBody>
          <a:bodyPr/>
          <a:lstStyle/>
          <a:p>
            <a:fld id="{B7CF8A19-3A9E-4ABC-B336-2FDDE321C72D}" type="slidenum">
              <a:rPr lang="en-US" smtClean="0"/>
              <a:pPr/>
              <a:t>36</a:t>
            </a:fld>
            <a:endParaRPr lang="en-US" dirty="0"/>
          </a:p>
        </p:txBody>
      </p:sp>
    </p:spTree>
    <p:extLst>
      <p:ext uri="{BB962C8B-B14F-4D97-AF65-F5344CB8AC3E}">
        <p14:creationId xmlns:p14="http://schemas.microsoft.com/office/powerpoint/2010/main" val="26702361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606E0-1FF5-6D8B-A5EB-7131894B31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82710A-DE57-6280-D444-D6CC6BEABF7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D2ED5481-ECA5-E105-60E0-9DCB8E5A1B4D}"/>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FFD7E17C-3B6F-B415-0B88-C1F513EE3721}"/>
              </a:ext>
            </a:extLst>
          </p:cNvPr>
          <p:cNvSpPr>
            <a:spLocks noGrp="1"/>
          </p:cNvSpPr>
          <p:nvPr>
            <p:ph type="sldNum" sz="quarter" idx="5"/>
          </p:nvPr>
        </p:nvSpPr>
        <p:spPr/>
        <p:txBody>
          <a:bodyPr/>
          <a:lstStyle/>
          <a:p>
            <a:fld id="{B7CF8A19-3A9E-4ABC-B336-2FDDE321C72D}" type="slidenum">
              <a:rPr lang="en-US" smtClean="0"/>
              <a:pPr/>
              <a:t>37</a:t>
            </a:fld>
            <a:endParaRPr lang="en-US" dirty="0"/>
          </a:p>
        </p:txBody>
      </p:sp>
    </p:spTree>
    <p:extLst>
      <p:ext uri="{BB962C8B-B14F-4D97-AF65-F5344CB8AC3E}">
        <p14:creationId xmlns:p14="http://schemas.microsoft.com/office/powerpoint/2010/main" val="33085366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D41F5-F754-83A9-1B88-650E27B21B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3D6D3-18BB-F42B-AC11-10260F06EC7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BEC75B0-7583-B66D-9E50-474E48616E43}"/>
              </a:ext>
            </a:extLst>
          </p:cNvPr>
          <p:cNvSpPr>
            <a:spLocks noGrp="1"/>
          </p:cNvSpPr>
          <p:nvPr>
            <p:ph type="body" idx="1"/>
          </p:nvPr>
        </p:nvSpPr>
        <p:spPr/>
        <p:txBody>
          <a:bodyPr/>
          <a:lstStyle/>
          <a:p>
            <a:r>
              <a:rPr lang="en-US" dirty="0"/>
              <a:t>Note: Also, make sure that UPnP is disabled on client devices unless you have confirmed that the implementation is secure. As well as game consoles, vulnerabilities have been found in UPnP running on devices such as printers and webcams.</a:t>
            </a:r>
          </a:p>
        </p:txBody>
      </p:sp>
      <p:sp>
        <p:nvSpPr>
          <p:cNvPr id="4" name="Slide Number Placeholder 3">
            <a:extLst>
              <a:ext uri="{FF2B5EF4-FFF2-40B4-BE49-F238E27FC236}">
                <a16:creationId xmlns:a16="http://schemas.microsoft.com/office/drawing/2014/main" id="{E8ED070B-64EB-49D7-7B1B-0FAF83EDBBAC}"/>
              </a:ext>
            </a:extLst>
          </p:cNvPr>
          <p:cNvSpPr>
            <a:spLocks noGrp="1"/>
          </p:cNvSpPr>
          <p:nvPr>
            <p:ph type="sldNum" sz="quarter" idx="5"/>
          </p:nvPr>
        </p:nvSpPr>
        <p:spPr/>
        <p:txBody>
          <a:bodyPr/>
          <a:lstStyle/>
          <a:p>
            <a:fld id="{B7CF8A19-3A9E-4ABC-B336-2FDDE321C72D}" type="slidenum">
              <a:rPr lang="en-US" smtClean="0"/>
              <a:pPr/>
              <a:t>38</a:t>
            </a:fld>
            <a:endParaRPr lang="en-US" dirty="0"/>
          </a:p>
        </p:txBody>
      </p:sp>
    </p:spTree>
    <p:extLst>
      <p:ext uri="{BB962C8B-B14F-4D97-AF65-F5344CB8AC3E}">
        <p14:creationId xmlns:p14="http://schemas.microsoft.com/office/powerpoint/2010/main" val="22302226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49641-782F-E5BA-14E2-3C187173D6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BCD2C-58FC-1B0E-E215-916B2691FA3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A28D818-59AC-0FA2-FC9B-8A55A2E41DE7}"/>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ea typeface="Calibri"/>
                <a:cs typeface="Calibri"/>
              </a:rPr>
              <a:t>Consider showing the video Secure a Small Wireless Network to reinforce the concepts in this lesson.</a:t>
            </a:r>
          </a:p>
        </p:txBody>
      </p:sp>
      <p:sp>
        <p:nvSpPr>
          <p:cNvPr id="4" name="Slide Number Placeholder 3">
            <a:extLst>
              <a:ext uri="{FF2B5EF4-FFF2-40B4-BE49-F238E27FC236}">
                <a16:creationId xmlns:a16="http://schemas.microsoft.com/office/drawing/2014/main" id="{F6DE8110-3FE0-A318-239F-4D4F64D012C0}"/>
              </a:ext>
            </a:extLst>
          </p:cNvPr>
          <p:cNvSpPr>
            <a:spLocks noGrp="1"/>
          </p:cNvSpPr>
          <p:nvPr>
            <p:ph type="sldNum" sz="quarter" idx="5"/>
          </p:nvPr>
        </p:nvSpPr>
        <p:spPr/>
        <p:txBody>
          <a:bodyPr/>
          <a:lstStyle/>
          <a:p>
            <a:fld id="{B7CF8A19-3A9E-4ABC-B336-2FDDE321C72D}" type="slidenum">
              <a:rPr lang="en-US" smtClean="0"/>
              <a:pPr/>
              <a:t>39</a:t>
            </a:fld>
            <a:endParaRPr lang="en-US" dirty="0"/>
          </a:p>
        </p:txBody>
      </p:sp>
    </p:spTree>
    <p:extLst>
      <p:ext uri="{BB962C8B-B14F-4D97-AF65-F5344CB8AC3E}">
        <p14:creationId xmlns:p14="http://schemas.microsoft.com/office/powerpoint/2010/main" val="322503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C69EF-23CC-DDDD-A70E-8D792E84D6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220F96-7281-37B1-C863-72966E5773F3}"/>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E0434D93-39D0-1EF4-1CAE-CB15384737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F3AC72-4BE9-DAAC-9705-7FF9948A4FD5}"/>
              </a:ext>
            </a:extLst>
          </p:cNvPr>
          <p:cNvSpPr>
            <a:spLocks noGrp="1"/>
          </p:cNvSpPr>
          <p:nvPr>
            <p:ph type="sldNum" sz="quarter" idx="5"/>
          </p:nvPr>
        </p:nvSpPr>
        <p:spPr/>
        <p:txBody>
          <a:bodyPr/>
          <a:lstStyle/>
          <a:p>
            <a:fld id="{B7CF8A19-3A9E-4ABC-B336-2FDDE321C72D}" type="slidenum">
              <a:rPr lang="en-US" smtClean="0"/>
              <a:pPr/>
              <a:t>40</a:t>
            </a:fld>
            <a:endParaRPr lang="en-US" dirty="0"/>
          </a:p>
        </p:txBody>
      </p:sp>
    </p:spTree>
    <p:extLst>
      <p:ext uri="{BB962C8B-B14F-4D97-AF65-F5344CB8AC3E}">
        <p14:creationId xmlns:p14="http://schemas.microsoft.com/office/powerpoint/2010/main" val="32619037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4A7E3-9862-FFE7-5D1D-8851D174F9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33E631-AEA5-14BB-0E58-0246F74BA78C}"/>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969D108-A0FC-875E-F130-FFC4A4F4FB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B8E756-0B7C-1B8F-A30F-685A1FFC4DCD}"/>
              </a:ext>
            </a:extLst>
          </p:cNvPr>
          <p:cNvSpPr>
            <a:spLocks noGrp="1"/>
          </p:cNvSpPr>
          <p:nvPr>
            <p:ph type="sldNum" sz="quarter" idx="5"/>
          </p:nvPr>
        </p:nvSpPr>
        <p:spPr/>
        <p:txBody>
          <a:bodyPr/>
          <a:lstStyle/>
          <a:p>
            <a:fld id="{B7CF8A19-3A9E-4ABC-B336-2FDDE321C72D}" type="slidenum">
              <a:rPr lang="en-US" smtClean="0"/>
              <a:pPr/>
              <a:t>41</a:t>
            </a:fld>
            <a:endParaRPr lang="en-US" dirty="0"/>
          </a:p>
        </p:txBody>
      </p:sp>
    </p:spTree>
    <p:extLst>
      <p:ext uri="{BB962C8B-B14F-4D97-AF65-F5344CB8AC3E}">
        <p14:creationId xmlns:p14="http://schemas.microsoft.com/office/powerpoint/2010/main" val="36367175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4DBCA-B38A-FDA7-C7E1-D285030656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DF0D4A-0F90-533E-3A4A-7C695213424B}"/>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2091A88-3C65-17EF-1158-2758E5946ED8}"/>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3824A03F-92CE-1F8C-236D-BF2E24BA7D35}"/>
              </a:ext>
            </a:extLst>
          </p:cNvPr>
          <p:cNvSpPr>
            <a:spLocks noGrp="1"/>
          </p:cNvSpPr>
          <p:nvPr>
            <p:ph type="sldNum" sz="quarter" idx="5"/>
          </p:nvPr>
        </p:nvSpPr>
        <p:spPr/>
        <p:txBody>
          <a:bodyPr/>
          <a:lstStyle/>
          <a:p>
            <a:fld id="{B7CF8A19-3A9E-4ABC-B336-2FDDE321C72D}" type="slidenum">
              <a:rPr lang="en-US" smtClean="0"/>
              <a:pPr/>
              <a:t>43</a:t>
            </a:fld>
            <a:endParaRPr lang="en-US" dirty="0"/>
          </a:p>
        </p:txBody>
      </p:sp>
    </p:spTree>
    <p:extLst>
      <p:ext uri="{BB962C8B-B14F-4D97-AF65-F5344CB8AC3E}">
        <p14:creationId xmlns:p14="http://schemas.microsoft.com/office/powerpoint/2010/main" val="37269747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3FC2E-78D8-1458-094C-EFE6DD7FD1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B2031F-C690-DF4F-40C9-B6FBAB3E69A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8BA78B6F-F534-1DF2-BD50-F81F1DC256C8}"/>
              </a:ext>
            </a:extLst>
          </p:cNvPr>
          <p:cNvSpPr>
            <a:spLocks noGrp="1"/>
          </p:cNvSpPr>
          <p:nvPr>
            <p:ph type="body" idx="1"/>
          </p:nvPr>
        </p:nvSpPr>
        <p:spPr/>
        <p:txBody>
          <a:bodyPr/>
          <a:lstStyle/>
          <a:p>
            <a:r>
              <a:rPr lang="en-US" dirty="0">
                <a:latin typeface="+mn-lt"/>
              </a:rPr>
              <a:t>Core 2 Exam Objectives</a:t>
            </a:r>
          </a:p>
          <a:p>
            <a:pPr marL="171450" indent="-171450" algn="l">
              <a:buFont typeface="Arial" panose="020B0604020202020204" pitchFamily="34" charset="0"/>
              <a:buChar char="•"/>
            </a:pPr>
            <a:r>
              <a:rPr lang="en-US" b="0" i="0" dirty="0">
                <a:solidFill>
                  <a:srgbClr val="191D1F"/>
                </a:solidFill>
                <a:effectLst/>
                <a:latin typeface="+mn-lt"/>
              </a:rPr>
              <a:t>2.1 Summarize various security measures and their purposes</a:t>
            </a:r>
          </a:p>
          <a:p>
            <a:pPr marL="0" indent="0">
              <a:buFont typeface="Arial" panose="020B0604020202020204" pitchFamily="34" charset="0"/>
              <a:buNone/>
            </a:pPr>
            <a:endParaRPr lang="en-US" dirty="0">
              <a:latin typeface="+mn-lt"/>
            </a:endParaRPr>
          </a:p>
          <a:p>
            <a:r>
              <a:rPr lang="en-US" dirty="0">
                <a:latin typeface="+mn-lt"/>
              </a:rPr>
              <a:t>Learning Outcomes</a:t>
            </a:r>
          </a:p>
          <a:p>
            <a:pPr marL="171450" indent="-171450" algn="l">
              <a:buFont typeface="Arial" panose="020B0604020202020204" pitchFamily="34" charset="0"/>
              <a:buChar char="•"/>
            </a:pPr>
            <a:r>
              <a:rPr lang="en-US" b="0" i="0" dirty="0">
                <a:solidFill>
                  <a:srgbClr val="191D1F"/>
                </a:solidFill>
                <a:effectLst/>
                <a:latin typeface="+mn-lt"/>
              </a:rPr>
              <a:t>What security measures should be implemented to prevent tailgating or piggybacking?</a:t>
            </a:r>
          </a:p>
          <a:p>
            <a:pPr marL="171450" indent="-171450" algn="l">
              <a:buFont typeface="Arial" panose="020B0604020202020204" pitchFamily="34" charset="0"/>
              <a:buChar char="•"/>
            </a:pPr>
            <a:r>
              <a:rPr lang="en-US" b="0" i="0" dirty="0">
                <a:solidFill>
                  <a:srgbClr val="191D1F"/>
                </a:solidFill>
                <a:effectLst/>
                <a:latin typeface="+mn-lt"/>
              </a:rPr>
              <a:t>What type of door lock uses a user's physical characteristics to unlock the door?</a:t>
            </a:r>
          </a:p>
          <a:p>
            <a:pPr marL="171450" indent="-171450" algn="l">
              <a:buFont typeface="Arial" panose="020B0604020202020204" pitchFamily="34" charset="0"/>
              <a:buChar char="•"/>
            </a:pPr>
            <a:r>
              <a:rPr lang="en-US" b="0" i="0" dirty="0">
                <a:solidFill>
                  <a:srgbClr val="191D1F"/>
                </a:solidFill>
                <a:effectLst/>
                <a:latin typeface="+mn-lt"/>
              </a:rPr>
              <a:t>What type of lock is typically used to secure a laptop to a table?</a:t>
            </a:r>
          </a:p>
          <a:p>
            <a:pPr marL="171450" indent="-171450" algn="l">
              <a:buFont typeface="Arial" panose="020B0604020202020204" pitchFamily="34" charset="0"/>
              <a:buChar char="•"/>
            </a:pPr>
            <a:r>
              <a:rPr lang="en-US" b="0" i="0" dirty="0">
                <a:solidFill>
                  <a:srgbClr val="191D1F"/>
                </a:solidFill>
                <a:effectLst/>
                <a:latin typeface="+mn-lt"/>
              </a:rPr>
              <a:t>Which alarm system uses RFID tags?</a:t>
            </a:r>
          </a:p>
          <a:p>
            <a:endParaRPr lang="en-US" dirty="0"/>
          </a:p>
        </p:txBody>
      </p:sp>
      <p:sp>
        <p:nvSpPr>
          <p:cNvPr id="4" name="Slide Number Placeholder 3">
            <a:extLst>
              <a:ext uri="{FF2B5EF4-FFF2-40B4-BE49-F238E27FC236}">
                <a16:creationId xmlns:a16="http://schemas.microsoft.com/office/drawing/2014/main" id="{1D4D3A6B-9989-531C-6634-D45078157F58}"/>
              </a:ext>
            </a:extLst>
          </p:cNvPr>
          <p:cNvSpPr>
            <a:spLocks noGrp="1"/>
          </p:cNvSpPr>
          <p:nvPr>
            <p:ph type="sldNum" sz="quarter" idx="5"/>
          </p:nvPr>
        </p:nvSpPr>
        <p:spPr/>
        <p:txBody>
          <a:bodyPr/>
          <a:lstStyle/>
          <a:p>
            <a:fld id="{B7CF8A19-3A9E-4ABC-B336-2FDDE321C72D}" type="slidenum">
              <a:rPr lang="en-US" smtClean="0"/>
              <a:pPr/>
              <a:t>44</a:t>
            </a:fld>
            <a:endParaRPr lang="en-US" dirty="0"/>
          </a:p>
        </p:txBody>
      </p:sp>
    </p:spTree>
    <p:extLst>
      <p:ext uri="{BB962C8B-B14F-4D97-AF65-F5344CB8AC3E}">
        <p14:creationId xmlns:p14="http://schemas.microsoft.com/office/powerpoint/2010/main" val="19843248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05500-B616-1FC4-DA9A-EBE3B13A06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6CCA14-35A3-AA4E-85C4-DAC99A860766}"/>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5F3536FB-EB2B-C643-10F2-F8FE5BF7ED11}"/>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FCC8C457-098A-F7BD-049C-311DA4FBB475}"/>
              </a:ext>
            </a:extLst>
          </p:cNvPr>
          <p:cNvSpPr>
            <a:spLocks noGrp="1"/>
          </p:cNvSpPr>
          <p:nvPr>
            <p:ph type="sldNum" sz="quarter" idx="5"/>
          </p:nvPr>
        </p:nvSpPr>
        <p:spPr/>
        <p:txBody>
          <a:bodyPr/>
          <a:lstStyle/>
          <a:p>
            <a:fld id="{B7CF8A19-3A9E-4ABC-B336-2FDDE321C72D}" type="slidenum">
              <a:rPr lang="en-US" smtClean="0"/>
              <a:pPr/>
              <a:t>45</a:t>
            </a:fld>
            <a:endParaRPr lang="en-US" dirty="0"/>
          </a:p>
        </p:txBody>
      </p:sp>
    </p:spTree>
    <p:extLst>
      <p:ext uri="{BB962C8B-B14F-4D97-AF65-F5344CB8AC3E}">
        <p14:creationId xmlns:p14="http://schemas.microsoft.com/office/powerpoint/2010/main" val="29214773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7DBCC-D6CB-C069-4CD9-CEBB06F1B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69117-93A4-F845-8092-60D227BBC529}"/>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A632EA2C-1E4F-6530-4EAA-4A1559380AB6}"/>
              </a:ext>
            </a:extLst>
          </p:cNvPr>
          <p:cNvSpPr>
            <a:spLocks noGrp="1"/>
          </p:cNvSpPr>
          <p:nvPr>
            <p:ph type="body" idx="1"/>
          </p:nvPr>
        </p:nvSpPr>
        <p:spPr/>
        <p:txBody>
          <a:bodyPr/>
          <a:lstStyle/>
          <a:p>
            <a:pPr>
              <a:defRPr/>
            </a:pPr>
            <a:r>
              <a:rPr lang="en-US" dirty="0">
                <a:ea typeface="Calibri"/>
                <a:cs typeface="Calibri"/>
              </a:rPr>
              <a:t>Instructors may want to ask learners to research different lock types. Instructors should also inform learners about errors with biometric systems. Type 1(FRR) errors are where authorized individuals are denied access. Type 2(FAR) errors are more critical in that unauthorized users are granted access. Most biometric systems should provide estimates of these errors.</a:t>
            </a:r>
          </a:p>
        </p:txBody>
      </p:sp>
      <p:sp>
        <p:nvSpPr>
          <p:cNvPr id="4" name="Slide Number Placeholder 3">
            <a:extLst>
              <a:ext uri="{FF2B5EF4-FFF2-40B4-BE49-F238E27FC236}">
                <a16:creationId xmlns:a16="http://schemas.microsoft.com/office/drawing/2014/main" id="{0D126DA9-4B77-5EE4-C20B-7E0FF62391EB}"/>
              </a:ext>
            </a:extLst>
          </p:cNvPr>
          <p:cNvSpPr>
            <a:spLocks noGrp="1"/>
          </p:cNvSpPr>
          <p:nvPr>
            <p:ph type="sldNum" sz="quarter" idx="5"/>
          </p:nvPr>
        </p:nvSpPr>
        <p:spPr/>
        <p:txBody>
          <a:bodyPr/>
          <a:lstStyle/>
          <a:p>
            <a:fld id="{B7CF8A19-3A9E-4ABC-B336-2FDDE321C72D}" type="slidenum">
              <a:rPr lang="en-US" smtClean="0"/>
              <a:pPr/>
              <a:t>46</a:t>
            </a:fld>
            <a:endParaRPr lang="en-US" dirty="0"/>
          </a:p>
        </p:txBody>
      </p:sp>
    </p:spTree>
    <p:extLst>
      <p:ext uri="{BB962C8B-B14F-4D97-AF65-F5344CB8AC3E}">
        <p14:creationId xmlns:p14="http://schemas.microsoft.com/office/powerpoint/2010/main" val="9472794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FB718-A53F-736B-CE5C-6F64B46CC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B8B0C-0BB6-EE6F-A479-23A86E6BC2D4}"/>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21C83E8D-089F-F617-50E8-2C6B5BE9445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ea typeface="Calibri"/>
              <a:cs typeface="Calibri"/>
            </a:endParaRPr>
          </a:p>
        </p:txBody>
      </p:sp>
      <p:sp>
        <p:nvSpPr>
          <p:cNvPr id="4" name="Slide Number Placeholder 3">
            <a:extLst>
              <a:ext uri="{FF2B5EF4-FFF2-40B4-BE49-F238E27FC236}">
                <a16:creationId xmlns:a16="http://schemas.microsoft.com/office/drawing/2014/main" id="{23627A6D-6B2C-0934-0D52-C53BBD4958D0}"/>
              </a:ext>
            </a:extLst>
          </p:cNvPr>
          <p:cNvSpPr>
            <a:spLocks noGrp="1"/>
          </p:cNvSpPr>
          <p:nvPr>
            <p:ph type="sldNum" sz="quarter" idx="5"/>
          </p:nvPr>
        </p:nvSpPr>
        <p:spPr/>
        <p:txBody>
          <a:bodyPr/>
          <a:lstStyle/>
          <a:p>
            <a:fld id="{B7CF8A19-3A9E-4ABC-B336-2FDDE321C72D}" type="slidenum">
              <a:rPr lang="en-US" smtClean="0"/>
              <a:pPr/>
              <a:t>47</a:t>
            </a:fld>
            <a:endParaRPr lang="en-US" dirty="0"/>
          </a:p>
        </p:txBody>
      </p:sp>
    </p:spTree>
    <p:extLst>
      <p:ext uri="{BB962C8B-B14F-4D97-AF65-F5344CB8AC3E}">
        <p14:creationId xmlns:p14="http://schemas.microsoft.com/office/powerpoint/2010/main" val="5463424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7BADF-0175-89DF-98EB-5BE8F00E6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25B301-C364-CE47-8988-2AAF14679C22}"/>
              </a:ext>
            </a:extLst>
          </p:cNvPr>
          <p:cNvSpPr>
            <a:spLocks noGrp="1" noRot="1" noChangeAspect="1"/>
          </p:cNvSpPr>
          <p:nvPr>
            <p:ph type="sldImg"/>
          </p:nvPr>
        </p:nvSpPr>
        <p:spPr>
          <a:xfrm>
            <a:off x="381000" y="311150"/>
            <a:ext cx="6096000" cy="3429000"/>
          </a:xfrm>
        </p:spPr>
      </p:sp>
      <p:sp>
        <p:nvSpPr>
          <p:cNvPr id="3" name="Notes Placeholder 2">
            <a:extLst>
              <a:ext uri="{FF2B5EF4-FFF2-40B4-BE49-F238E27FC236}">
                <a16:creationId xmlns:a16="http://schemas.microsoft.com/office/drawing/2014/main" id="{4D7EB1CC-F69E-D506-948B-49D41E67D295}"/>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Take some time at the end of each topic to answer questions. You can use the Lesson Review questions for discussion in class or set them for learners to complete individually during or after class.</a:t>
            </a:r>
          </a:p>
        </p:txBody>
      </p:sp>
      <p:sp>
        <p:nvSpPr>
          <p:cNvPr id="4" name="Slide Number Placeholder 3">
            <a:extLst>
              <a:ext uri="{FF2B5EF4-FFF2-40B4-BE49-F238E27FC236}">
                <a16:creationId xmlns:a16="http://schemas.microsoft.com/office/drawing/2014/main" id="{E3E2EAFF-035A-EBF1-B9A2-E31CCB9BED62}"/>
              </a:ext>
            </a:extLst>
          </p:cNvPr>
          <p:cNvSpPr>
            <a:spLocks noGrp="1"/>
          </p:cNvSpPr>
          <p:nvPr>
            <p:ph type="sldNum" sz="quarter" idx="5"/>
          </p:nvPr>
        </p:nvSpPr>
        <p:spPr/>
        <p:txBody>
          <a:bodyPr/>
          <a:lstStyle/>
          <a:p>
            <a:fld id="{B7CF8A19-3A9E-4ABC-B336-2FDDE321C72D}" type="slidenum">
              <a:rPr lang="en-US" smtClean="0"/>
              <a:pPr/>
              <a:t>49</a:t>
            </a:fld>
            <a:endParaRPr lang="en-US" dirty="0"/>
          </a:p>
        </p:txBody>
      </p:sp>
    </p:spTree>
    <p:extLst>
      <p:ext uri="{BB962C8B-B14F-4D97-AF65-F5344CB8AC3E}">
        <p14:creationId xmlns:p14="http://schemas.microsoft.com/office/powerpoint/2010/main" val="410136755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0.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2.svg"/></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5.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svg"/><Relationship Id="rId2" Type="http://schemas.openxmlformats.org/officeDocument/2006/relationships/slideMaster" Target="../slideMasters/slideMaster1.xml"/><Relationship Id="rId1" Type="http://schemas.openxmlformats.org/officeDocument/2006/relationships/tags" Target="../tags/tag26.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dirty="0"/>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753870" y="2156005"/>
            <a:ext cx="2657475" cy="715620"/>
          </a:xfrm>
          <a:prstGeom prst="rect">
            <a:avLst/>
          </a:prstGeom>
        </p:spPr>
      </p:pic>
    </p:spTree>
    <p:custDataLst>
      <p:tags r:id="rId1"/>
    </p:custDataLst>
    <p:extLst>
      <p:ext uri="{BB962C8B-B14F-4D97-AF65-F5344CB8AC3E}">
        <p14:creationId xmlns:p14="http://schemas.microsoft.com/office/powerpoint/2010/main" val="2001968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Module">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9743213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Module_double digit">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Module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2226"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79008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arning Outcom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Learning Outcomes</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5262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sson">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a:t>Lesson Title</a:t>
            </a:r>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Lesson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084809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37773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985914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Tree>
    <p:custDataLst>
      <p:tags r:id="rId1"/>
    </p:custDataLst>
    <p:extLst>
      <p:ext uri="{BB962C8B-B14F-4D97-AF65-F5344CB8AC3E}">
        <p14:creationId xmlns:p14="http://schemas.microsoft.com/office/powerpoint/2010/main" val="927130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Attribution w/ Long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endParaRPr lang="en-GB"/>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dirty="0"/>
          </a:p>
        </p:txBody>
      </p:sp>
      <p:sp>
        <p:nvSpPr>
          <p:cNvPr id="4" name="Text Placeholder 10">
            <a:extLst>
              <a:ext uri="{FF2B5EF4-FFF2-40B4-BE49-F238E27FC236}">
                <a16:creationId xmlns:a16="http://schemas.microsoft.com/office/drawing/2014/main" id="{14133404-1EF1-C64B-A104-2BC02D120C37}"/>
              </a:ext>
            </a:extLst>
          </p:cNvPr>
          <p:cNvSpPr>
            <a:spLocks noGrp="1"/>
          </p:cNvSpPr>
          <p:nvPr>
            <p:ph idx="11" hasCustomPrompt="1"/>
          </p:nvPr>
        </p:nvSpPr>
        <p:spPr>
          <a:xfrm>
            <a:off x="146049" y="4518212"/>
            <a:ext cx="8870950"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Picture Placeholder 5">
            <a:extLst>
              <a:ext uri="{FF2B5EF4-FFF2-40B4-BE49-F238E27FC236}">
                <a16:creationId xmlns:a16="http://schemas.microsoft.com/office/drawing/2014/main" id="{B60091C6-A4E2-7816-56F7-8B21A97E0C14}"/>
              </a:ext>
            </a:extLst>
          </p:cNvPr>
          <p:cNvSpPr>
            <a:spLocks noGrp="1"/>
          </p:cNvSpPr>
          <p:nvPr>
            <p:ph type="pic" sz="quarter" idx="12"/>
          </p:nvPr>
        </p:nvSpPr>
        <p:spPr>
          <a:xfrm>
            <a:off x="127000" y="725488"/>
            <a:ext cx="8890000" cy="3700462"/>
          </a:xfrm>
        </p:spPr>
        <p:txBody>
          <a:bodyPr/>
          <a:lstStyle/>
          <a:p>
            <a:endParaRPr lang="en-US" dirty="0"/>
          </a:p>
        </p:txBody>
      </p:sp>
    </p:spTree>
    <p:custDataLst>
      <p:tags r:id="rId1"/>
    </p:custDataLst>
    <p:extLst>
      <p:ext uri="{BB962C8B-B14F-4D97-AF65-F5344CB8AC3E}">
        <p14:creationId xmlns:p14="http://schemas.microsoft.com/office/powerpoint/2010/main" val="4018889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853961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15170906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Attribution, and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55074" y="746760"/>
            <a:ext cx="4352544" cy="3675888"/>
          </a:xfrm>
        </p:spPr>
        <p:txBody>
          <a:bodyPr/>
          <a:lstStyle/>
          <a:p>
            <a:endParaRPr lang="en-US" dirty="0"/>
          </a:p>
        </p:txBody>
      </p:sp>
    </p:spTree>
    <p:custDataLst>
      <p:tags r:id="rId1"/>
    </p:custDataLst>
    <p:extLst>
      <p:ext uri="{BB962C8B-B14F-4D97-AF65-F5344CB8AC3E}">
        <p14:creationId xmlns:p14="http://schemas.microsoft.com/office/powerpoint/2010/main" val="95696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Attribution, and Content w/ Long 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127000" y="4518212"/>
            <a:ext cx="4379976"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127000" y="746760"/>
            <a:ext cx="4379976" cy="3677322"/>
          </a:xfrm>
        </p:spPr>
        <p:txBody>
          <a:bodyPr/>
          <a:lstStyle/>
          <a:p>
            <a:endParaRPr lang="en-US" dirty="0"/>
          </a:p>
        </p:txBody>
      </p:sp>
    </p:spTree>
    <p:custDataLst>
      <p:tags r:id="rId1"/>
    </p:custDataLst>
    <p:extLst>
      <p:ext uri="{BB962C8B-B14F-4D97-AF65-F5344CB8AC3E}">
        <p14:creationId xmlns:p14="http://schemas.microsoft.com/office/powerpoint/2010/main" val="16732798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Image, and Attribution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800"/>
            </a:lvl1pPr>
          </a:lstStyle>
          <a:p>
            <a:r>
              <a:rPr lang="en-US"/>
              <a:t>Topic Title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Tree>
    <p:custDataLst>
      <p:tags r:id="rId1"/>
    </p:custDataLst>
    <p:extLst>
      <p:ext uri="{BB962C8B-B14F-4D97-AF65-F5344CB8AC3E}">
        <p14:creationId xmlns:p14="http://schemas.microsoft.com/office/powerpoint/2010/main" val="6231327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ntent, Image, and Attribution w/ Long Title ">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hasCustomPrompt="1"/>
          </p:nvPr>
        </p:nvSpPr>
        <p:spPr>
          <a:xfrm>
            <a:off x="4663051"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127000"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Picture Placeholder 3">
            <a:extLst>
              <a:ext uri="{FF2B5EF4-FFF2-40B4-BE49-F238E27FC236}">
                <a16:creationId xmlns:a16="http://schemas.microsoft.com/office/drawing/2014/main" id="{EC59B256-B3DA-F502-7D0F-6BD97C0C8446}"/>
              </a:ext>
            </a:extLst>
          </p:cNvPr>
          <p:cNvSpPr>
            <a:spLocks noGrp="1"/>
          </p:cNvSpPr>
          <p:nvPr>
            <p:ph type="pic" sz="quarter" idx="14"/>
          </p:nvPr>
        </p:nvSpPr>
        <p:spPr>
          <a:xfrm>
            <a:off x="4663051" y="746760"/>
            <a:ext cx="4379976" cy="3675888"/>
          </a:xfrm>
        </p:spPr>
        <p:txBody>
          <a:bodyPr/>
          <a:lstStyle/>
          <a:p>
            <a:endParaRPr lang="en-US" dirty="0"/>
          </a:p>
        </p:txBody>
      </p:sp>
    </p:spTree>
    <p:custDataLst>
      <p:tags r:id="rId1"/>
    </p:custDataLst>
    <p:extLst>
      <p:ext uri="{BB962C8B-B14F-4D97-AF65-F5344CB8AC3E}">
        <p14:creationId xmlns:p14="http://schemas.microsoft.com/office/powerpoint/2010/main" val="19159269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036178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583458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a:lvl1pPr>
          </a:lstStyle>
          <a:p>
            <a:r>
              <a:rPr lang="en-US"/>
              <a:t>Topic Title</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Tree>
    <p:custDataLst>
      <p:tags r:id="rId1"/>
    </p:custDataLst>
    <p:extLst>
      <p:ext uri="{BB962C8B-B14F-4D97-AF65-F5344CB8AC3E}">
        <p14:creationId xmlns:p14="http://schemas.microsoft.com/office/powerpoint/2010/main" val="2421109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Attribution Comparison w/ Long 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hasCustomPrompt="1"/>
          </p:nvPr>
        </p:nvSpPr>
        <p:spPr>
          <a:xfrm>
            <a:off x="0" y="0"/>
            <a:ext cx="9143999" cy="603250"/>
          </a:xfrm>
          <a:prstGeom prst="rect">
            <a:avLst/>
          </a:prstGeom>
        </p:spPr>
        <p:txBody>
          <a:bodyPr/>
          <a:lstStyle>
            <a:lvl1pPr>
              <a:defRPr sz="2000"/>
            </a:lvl1pPr>
          </a:lstStyle>
          <a:p>
            <a:r>
              <a:rPr lang="en-US"/>
              <a:t>Long Topic Title that Requires a Smaller Font Size to Fit in the Title Box</a:t>
            </a:r>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dirty="0"/>
          </a:p>
        </p:txBody>
      </p:sp>
      <p:sp>
        <p:nvSpPr>
          <p:cNvPr id="5" name="Text Placeholder 10">
            <a:extLst>
              <a:ext uri="{FF2B5EF4-FFF2-40B4-BE49-F238E27FC236}">
                <a16:creationId xmlns:a16="http://schemas.microsoft.com/office/drawing/2014/main" id="{6C8108A7-CF6A-E45E-3271-AD5F0CCCBD35}"/>
              </a:ext>
            </a:extLst>
          </p:cNvPr>
          <p:cNvSpPr>
            <a:spLocks noGrp="1"/>
          </p:cNvSpPr>
          <p:nvPr>
            <p:ph idx="19" hasCustomPrompt="1"/>
          </p:nvPr>
        </p:nvSpPr>
        <p:spPr>
          <a:xfrm>
            <a:off x="146049" y="4518212"/>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6" name="Text Placeholder 10">
            <a:extLst>
              <a:ext uri="{FF2B5EF4-FFF2-40B4-BE49-F238E27FC236}">
                <a16:creationId xmlns:a16="http://schemas.microsoft.com/office/drawing/2014/main" id="{37ECB071-96AD-8795-C8D4-9A81241975C8}"/>
              </a:ext>
            </a:extLst>
          </p:cNvPr>
          <p:cNvSpPr>
            <a:spLocks noGrp="1"/>
          </p:cNvSpPr>
          <p:nvPr>
            <p:ph idx="20" hasCustomPrompt="1"/>
          </p:nvPr>
        </p:nvSpPr>
        <p:spPr>
          <a:xfrm>
            <a:off x="4644002" y="4529390"/>
            <a:ext cx="4353949" cy="274768"/>
          </a:xfrm>
          <a:prstGeom prst="rect">
            <a:avLst/>
          </a:prstGeom>
        </p:spPr>
        <p:txBody>
          <a:bodyPr vert="horz" lIns="91440" tIns="45720" rIns="91440" bIns="45720" rtlCol="0">
            <a:normAutofit/>
          </a:bodyPr>
          <a:lstStyle>
            <a:lvl1pPr marL="0" indent="0" algn="ctr">
              <a:buNone/>
              <a:defRPr sz="900" i="1"/>
            </a:lvl1pPr>
          </a:lstStyle>
          <a:p>
            <a:pPr lvl="0"/>
            <a:r>
              <a:rPr lang="en-US"/>
              <a:t>Image Attribution</a:t>
            </a:r>
          </a:p>
        </p:txBody>
      </p:sp>
      <p:sp>
        <p:nvSpPr>
          <p:cNvPr id="8" name="Picture Placeholder 7">
            <a:extLst>
              <a:ext uri="{FF2B5EF4-FFF2-40B4-BE49-F238E27FC236}">
                <a16:creationId xmlns:a16="http://schemas.microsoft.com/office/drawing/2014/main" id="{DE1A393B-AED2-4359-5564-F91E33B7D820}"/>
              </a:ext>
            </a:extLst>
          </p:cNvPr>
          <p:cNvSpPr>
            <a:spLocks noGrp="1"/>
          </p:cNvSpPr>
          <p:nvPr>
            <p:ph type="pic" sz="quarter" idx="21"/>
          </p:nvPr>
        </p:nvSpPr>
        <p:spPr>
          <a:xfrm>
            <a:off x="146049" y="1378716"/>
            <a:ext cx="4354513" cy="3030537"/>
          </a:xfrm>
        </p:spPr>
        <p:txBody>
          <a:bodyPr/>
          <a:lstStyle/>
          <a:p>
            <a:endParaRPr lang="en-US" dirty="0"/>
          </a:p>
        </p:txBody>
      </p:sp>
      <p:sp>
        <p:nvSpPr>
          <p:cNvPr id="9" name="Picture Placeholder 7">
            <a:extLst>
              <a:ext uri="{FF2B5EF4-FFF2-40B4-BE49-F238E27FC236}">
                <a16:creationId xmlns:a16="http://schemas.microsoft.com/office/drawing/2014/main" id="{207D2617-5664-6F18-3225-0FCA4E33CFC3}"/>
              </a:ext>
            </a:extLst>
          </p:cNvPr>
          <p:cNvSpPr>
            <a:spLocks noGrp="1"/>
          </p:cNvSpPr>
          <p:nvPr>
            <p:ph type="pic" sz="quarter" idx="22"/>
          </p:nvPr>
        </p:nvSpPr>
        <p:spPr>
          <a:xfrm>
            <a:off x="4643438" y="1378715"/>
            <a:ext cx="4354513" cy="3030537"/>
          </a:xfrm>
        </p:spPr>
        <p:txBody>
          <a:bodyPr/>
          <a:lstStyle/>
          <a:p>
            <a:endParaRPr lang="en-US" dirty="0"/>
          </a:p>
        </p:txBody>
      </p:sp>
    </p:spTree>
    <p:custDataLst>
      <p:tags r:id="rId1"/>
    </p:custDataLst>
    <p:extLst>
      <p:ext uri="{BB962C8B-B14F-4D97-AF65-F5344CB8AC3E}">
        <p14:creationId xmlns:p14="http://schemas.microsoft.com/office/powerpoint/2010/main" val="1064194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dirty="0"/>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hasCustomPrompt="1"/>
          </p:nvPr>
        </p:nvSpPr>
        <p:spPr>
          <a:xfrm>
            <a:off x="146049" y="748621"/>
            <a:ext cx="8870950" cy="4044357"/>
          </a:xfrm>
        </p:spPr>
        <p:txBody>
          <a:bodyPr/>
          <a:lstStyle>
            <a:lvl1pPr marL="342900" indent="-342900">
              <a:buFont typeface="Arial" panose="020B0604020202020204" pitchFamily="34" charset="0"/>
              <a:buChar char="•"/>
              <a:defRPr lang="en-US" sz="2400" kern="1200" dirty="0" smtClean="0">
                <a:solidFill>
                  <a:schemeClr val="tx1"/>
                </a:solidFill>
                <a:latin typeface="Calibri" panose="020F0502020204030204" pitchFamily="34" charset="0"/>
                <a:ea typeface="+mn-ea"/>
                <a:cs typeface="Calibri" panose="020F0502020204030204" pitchFamily="34" charset="0"/>
              </a:defRPr>
            </a:lvl1pPr>
          </a:lstStyle>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a:p>
            <a:pPr marL="257175" marR="0" lvl="0" indent="-257175" algn="l" defTabSz="342900" rtl="0" eaLnBrk="1" fontAlgn="auto" latinLnBrk="0" hangingPunct="1">
              <a:lnSpc>
                <a:spcPct val="100000"/>
              </a:lnSpc>
              <a:spcBef>
                <a:spcPts val="1000"/>
              </a:spcBef>
              <a:spcAft>
                <a:spcPts val="600"/>
              </a:spcAft>
              <a:buClrTx/>
              <a:buSzTx/>
              <a:buFont typeface="Arial" panose="020B0604020202020204" pitchFamily="34" charset="0"/>
              <a:buChar char="•"/>
              <a:tabLst/>
              <a:defRPr/>
            </a:pPr>
            <a:r>
              <a:rPr lang="en-US"/>
              <a:t>Lab Title (available in CertMaster Perform / CertMaster Perform Labs/ CertMaster Perform Learn)</a:t>
            </a:r>
          </a:p>
        </p:txBody>
      </p:sp>
    </p:spTree>
    <p:custDataLst>
      <p:tags r:id="rId1"/>
    </p:custDataLst>
    <p:extLst>
      <p:ext uri="{BB962C8B-B14F-4D97-AF65-F5344CB8AC3E}">
        <p14:creationId xmlns:p14="http://schemas.microsoft.com/office/powerpoint/2010/main" val="32410095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a:t>Lesson Title</a:t>
            </a:r>
            <a:endParaRPr lang="en-GB"/>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Lesson Review:</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1983856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3601419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41117252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Summary_double digit">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Module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3" cstate="email">
            <a:biLevel thresh="25000"/>
            <a:extLst>
              <a:ext uri="{28A0092B-C50C-407E-A947-70E740481C1C}">
                <a14:useLocalDpi xmlns:a14="http://schemas.microsoft.com/office/drawing/2010/main"/>
              </a:ext>
            </a:extLst>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2025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a:t>Exam Title and Version </a:t>
            </a:r>
            <a:endParaRPr lang="en-GB"/>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flipH="1">
            <a:off x="4143719"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dirty="0"/>
          </a:p>
        </p:txBody>
      </p:sp>
    </p:spTree>
    <p:custDataLst>
      <p:tags r:id="rId1"/>
    </p:custDataLst>
    <p:extLst>
      <p:ext uri="{BB962C8B-B14F-4D97-AF65-F5344CB8AC3E}">
        <p14:creationId xmlns:p14="http://schemas.microsoft.com/office/powerpoint/2010/main" val="25707077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dirty="0"/>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ustDataLst>
      <p:tags r:id="rId27"/>
    </p:custDataLst>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32" r:id="rId1"/>
    <p:sldLayoutId id="2147483912" r:id="rId2"/>
    <p:sldLayoutId id="2147483933" r:id="rId3"/>
    <p:sldLayoutId id="2147483934" r:id="rId4"/>
    <p:sldLayoutId id="2147483911" r:id="rId5"/>
    <p:sldLayoutId id="2147483914" r:id="rId6"/>
    <p:sldLayoutId id="2147483935" r:id="rId7"/>
    <p:sldLayoutId id="2147483938" r:id="rId8"/>
    <p:sldLayoutId id="2147483941" r:id="rId9"/>
    <p:sldLayoutId id="2147483917" r:id="rId10"/>
    <p:sldLayoutId id="2147483936" r:id="rId11"/>
    <p:sldLayoutId id="2147483940" r:id="rId12"/>
    <p:sldLayoutId id="2147483939" r:id="rId13"/>
    <p:sldLayoutId id="2147483944" r:id="rId14"/>
    <p:sldLayoutId id="2147483945" r:id="rId15"/>
    <p:sldLayoutId id="2147483918" r:id="rId16"/>
    <p:sldLayoutId id="2147483937" r:id="rId17"/>
    <p:sldLayoutId id="2147483942" r:id="rId18"/>
    <p:sldLayoutId id="2147483943" r:id="rId19"/>
    <p:sldLayoutId id="2147483924" r:id="rId20"/>
    <p:sldLayoutId id="2147483922" r:id="rId21"/>
    <p:sldLayoutId id="2147483919" r:id="rId22"/>
    <p:sldLayoutId id="2147483926" r:id="rId23"/>
    <p:sldLayoutId id="2147483946" r:id="rId24"/>
    <p:sldLayoutId id="2147483927" r:id="rId25"/>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3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tags" Target="../tags/tag33.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ags" Target="../tags/tag34.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tags" Target="../tags/tag35.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tags" Target="../tags/tag36.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tags" Target="../tags/tag3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3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3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1.xml"/><Relationship Id="rId1" Type="http://schemas.openxmlformats.org/officeDocument/2006/relationships/tags" Target="../tags/tag40.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4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6.xml"/><Relationship Id="rId1" Type="http://schemas.openxmlformats.org/officeDocument/2006/relationships/tags" Target="../tags/tag4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tags" Target="../tags/tag4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44.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tags" Target="../tags/tag4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4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6.xml"/><Relationship Id="rId1" Type="http://schemas.openxmlformats.org/officeDocument/2006/relationships/tags" Target="../tags/tag4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6.xml"/><Relationship Id="rId1" Type="http://schemas.openxmlformats.org/officeDocument/2006/relationships/tags" Target="../tags/tag48.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tags" Target="../tags/tag49.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6.xml"/><Relationship Id="rId1" Type="http://schemas.openxmlformats.org/officeDocument/2006/relationships/tags" Target="../tags/tag50.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6.xml"/><Relationship Id="rId1" Type="http://schemas.openxmlformats.org/officeDocument/2006/relationships/tags" Target="../tags/tag51.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6.xml"/><Relationship Id="rId1" Type="http://schemas.openxmlformats.org/officeDocument/2006/relationships/tags" Target="../tags/tag52.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6.xml"/><Relationship Id="rId1" Type="http://schemas.openxmlformats.org/officeDocument/2006/relationships/tags" Target="../tags/tag53.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54.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1.xml"/><Relationship Id="rId1" Type="http://schemas.openxmlformats.org/officeDocument/2006/relationships/tags" Target="../tags/tag55.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56.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6.xml"/><Relationship Id="rId1" Type="http://schemas.openxmlformats.org/officeDocument/2006/relationships/tags" Target="../tags/tag57.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6.xml"/><Relationship Id="rId1" Type="http://schemas.openxmlformats.org/officeDocument/2006/relationships/tags" Target="../tags/tag58.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6.xml"/><Relationship Id="rId1" Type="http://schemas.openxmlformats.org/officeDocument/2006/relationships/tags" Target="../tags/tag59.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60.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1.xml"/><Relationship Id="rId1" Type="http://schemas.openxmlformats.org/officeDocument/2006/relationships/tags" Target="../tags/tag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B52E-2F6A-EB03-94D1-37E5FD183AAB}"/>
              </a:ext>
            </a:extLst>
          </p:cNvPr>
          <p:cNvSpPr>
            <a:spLocks noGrp="1"/>
          </p:cNvSpPr>
          <p:nvPr>
            <p:ph type="ctrTitle"/>
          </p:nvPr>
        </p:nvSpPr>
        <p:spPr/>
        <p:txBody>
          <a:bodyPr/>
          <a:lstStyle/>
          <a:p>
            <a:r>
              <a:rPr lang="en-US" dirty="0"/>
              <a:t>Exam 220-1202</a:t>
            </a:r>
          </a:p>
        </p:txBody>
      </p:sp>
      <p:sp>
        <p:nvSpPr>
          <p:cNvPr id="3" name="Subtitle 2">
            <a:extLst>
              <a:ext uri="{FF2B5EF4-FFF2-40B4-BE49-F238E27FC236}">
                <a16:creationId xmlns:a16="http://schemas.microsoft.com/office/drawing/2014/main" id="{5835EF0E-E3F9-7A6B-621F-48FD547CFEC8}"/>
              </a:ext>
            </a:extLst>
          </p:cNvPr>
          <p:cNvSpPr>
            <a:spLocks noGrp="1"/>
          </p:cNvSpPr>
          <p:nvPr>
            <p:ph type="subTitle" idx="1"/>
          </p:nvPr>
        </p:nvSpPr>
        <p:spPr/>
        <p:txBody>
          <a:bodyPr/>
          <a:lstStyle/>
          <a:p>
            <a:r>
              <a:rPr lang="en-US" dirty="0"/>
              <a:t>A+ Core 2</a:t>
            </a:r>
          </a:p>
        </p:txBody>
      </p:sp>
      <p:sp>
        <p:nvSpPr>
          <p:cNvPr id="4" name="Slide Number Placeholder 3">
            <a:extLst>
              <a:ext uri="{FF2B5EF4-FFF2-40B4-BE49-F238E27FC236}">
                <a16:creationId xmlns:a16="http://schemas.microsoft.com/office/drawing/2014/main" id="{F89EF21B-455F-6900-2C8D-BF72AAEC2C88}"/>
              </a:ext>
            </a:extLst>
          </p:cNvPr>
          <p:cNvSpPr>
            <a:spLocks noGrp="1"/>
          </p:cNvSpPr>
          <p:nvPr>
            <p:ph type="sldNum" sz="quarter" idx="10"/>
          </p:nvPr>
        </p:nvSpPr>
        <p:spPr/>
        <p:txBody>
          <a:bodyPr/>
          <a:lstStyle/>
          <a:p>
            <a:fld id="{B7CF8A19-3A9E-4ABC-B336-2FDDE321C72D}" type="slidenum">
              <a:rPr lang="en-US" smtClean="0"/>
              <a:pPr/>
              <a:t>1</a:t>
            </a:fld>
            <a:endParaRPr lang="en-US" dirty="0"/>
          </a:p>
        </p:txBody>
      </p:sp>
    </p:spTree>
    <p:custDataLst>
      <p:tags r:id="rId1"/>
    </p:custDataLst>
    <p:extLst>
      <p:ext uri="{BB962C8B-B14F-4D97-AF65-F5344CB8AC3E}">
        <p14:creationId xmlns:p14="http://schemas.microsoft.com/office/powerpoint/2010/main" val="3004902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8B874-C61D-C1CD-5C2F-3EE6B9ACD957}"/>
              </a:ext>
            </a:extLst>
          </p:cNvPr>
          <p:cNvSpPr>
            <a:spLocks noGrp="1"/>
          </p:cNvSpPr>
          <p:nvPr>
            <p:ph type="ctrTitle"/>
          </p:nvPr>
        </p:nvSpPr>
        <p:spPr/>
        <p:txBody>
          <a:bodyPr/>
          <a:lstStyle/>
          <a:p>
            <a:r>
              <a:rPr lang="en-US" dirty="0"/>
              <a:t>Configuring SOHO Network Security</a:t>
            </a:r>
          </a:p>
        </p:txBody>
      </p:sp>
      <p:sp>
        <p:nvSpPr>
          <p:cNvPr id="3" name="Subtitle 2">
            <a:extLst>
              <a:ext uri="{FF2B5EF4-FFF2-40B4-BE49-F238E27FC236}">
                <a16:creationId xmlns:a16="http://schemas.microsoft.com/office/drawing/2014/main" id="{AA29A13B-2E46-302B-AC8A-5973465E1D56}"/>
              </a:ext>
            </a:extLst>
          </p:cNvPr>
          <p:cNvSpPr>
            <a:spLocks noGrp="1"/>
          </p:cNvSpPr>
          <p:nvPr>
            <p:ph type="subTitle" idx="1"/>
          </p:nvPr>
        </p:nvSpPr>
        <p:spPr/>
        <p:txBody>
          <a:bodyPr/>
          <a:lstStyle/>
          <a:p>
            <a:r>
              <a:rPr lang="en-US" dirty="0"/>
              <a:t>Module 18</a:t>
            </a:r>
          </a:p>
        </p:txBody>
      </p:sp>
      <p:sp>
        <p:nvSpPr>
          <p:cNvPr id="4" name="Text Placeholder 3">
            <a:extLst>
              <a:ext uri="{FF2B5EF4-FFF2-40B4-BE49-F238E27FC236}">
                <a16:creationId xmlns:a16="http://schemas.microsoft.com/office/drawing/2014/main" id="{2681CB22-E73D-AD10-1B6E-E36773CE628F}"/>
              </a:ext>
            </a:extLst>
          </p:cNvPr>
          <p:cNvSpPr>
            <a:spLocks noGrp="1"/>
          </p:cNvSpPr>
          <p:nvPr>
            <p:ph type="body" sz="quarter" idx="12"/>
          </p:nvPr>
        </p:nvSpPr>
        <p:spPr/>
        <p:txBody>
          <a:bodyPr/>
          <a:lstStyle/>
          <a:p>
            <a:r>
              <a:rPr lang="en-US" dirty="0"/>
              <a:t>A+ 220-1202</a:t>
            </a:r>
          </a:p>
        </p:txBody>
      </p:sp>
      <p:sp>
        <p:nvSpPr>
          <p:cNvPr id="5" name="Slide Number Placeholder 4">
            <a:extLst>
              <a:ext uri="{FF2B5EF4-FFF2-40B4-BE49-F238E27FC236}">
                <a16:creationId xmlns:a16="http://schemas.microsoft.com/office/drawing/2014/main" id="{61C00991-C4B5-2EF1-82C2-47BDBF1F4B24}"/>
              </a:ext>
            </a:extLst>
          </p:cNvPr>
          <p:cNvSpPr>
            <a:spLocks noGrp="1"/>
          </p:cNvSpPr>
          <p:nvPr>
            <p:ph type="sldNum" sz="quarter" idx="10"/>
          </p:nvPr>
        </p:nvSpPr>
        <p:spPr/>
        <p:txBody>
          <a:bodyPr/>
          <a:lstStyle/>
          <a:p>
            <a:fld id="{B7CF8A19-3A9E-4ABC-B336-2FDDE321C72D}" type="slidenum">
              <a:rPr lang="en-US" smtClean="0"/>
              <a:pPr/>
              <a:t>2</a:t>
            </a:fld>
            <a:endParaRPr lang="en-US" dirty="0"/>
          </a:p>
        </p:txBody>
      </p:sp>
    </p:spTree>
    <p:extLst>
      <p:ext uri="{BB962C8B-B14F-4D97-AF65-F5344CB8AC3E}">
        <p14:creationId xmlns:p14="http://schemas.microsoft.com/office/powerpoint/2010/main" val="1917601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B06E0-25E2-2207-FA53-43B03A3DD8B6}"/>
              </a:ext>
            </a:extLst>
          </p:cNvPr>
          <p:cNvSpPr>
            <a:spLocks noGrp="1"/>
          </p:cNvSpPr>
          <p:nvPr>
            <p:ph type="title"/>
          </p:nvPr>
        </p:nvSpPr>
        <p:spPr/>
        <p:txBody>
          <a:bodyPr/>
          <a:lstStyle/>
          <a:p>
            <a:r>
              <a:rPr lang="en-US"/>
              <a:t>Learning Outcomes</a:t>
            </a:r>
            <a:endParaRPr lang="en-US" dirty="0"/>
          </a:p>
        </p:txBody>
      </p:sp>
      <p:sp>
        <p:nvSpPr>
          <p:cNvPr id="3" name="Content Placeholder 2">
            <a:extLst>
              <a:ext uri="{FF2B5EF4-FFF2-40B4-BE49-F238E27FC236}">
                <a16:creationId xmlns:a16="http://schemas.microsoft.com/office/drawing/2014/main" id="{E02E4B53-B7C6-1D08-F07F-C168A65984CB}"/>
              </a:ext>
            </a:extLst>
          </p:cNvPr>
          <p:cNvSpPr>
            <a:spLocks noGrp="1"/>
          </p:cNvSpPr>
          <p:nvPr>
            <p:ph idx="1"/>
          </p:nvPr>
        </p:nvSpPr>
        <p:spPr/>
        <p:txBody>
          <a:bodyPr>
            <a:normAutofit/>
          </a:bodyPr>
          <a:lstStyle/>
          <a:p>
            <a:pPr marL="0" indent="0">
              <a:buNone/>
            </a:pPr>
            <a:r>
              <a:rPr lang="en-US" dirty="0"/>
              <a:t>Prepare for A+ Core 2 by:</a:t>
            </a:r>
          </a:p>
          <a:p>
            <a:r>
              <a:rPr lang="en-US" dirty="0"/>
              <a:t>Explaining attacks, threats, and vulnerabilities</a:t>
            </a:r>
          </a:p>
          <a:p>
            <a:r>
              <a:rPr lang="en-US" dirty="0"/>
              <a:t>Comparing wireless security protocols</a:t>
            </a:r>
          </a:p>
          <a:p>
            <a:r>
              <a:rPr lang="en-US" dirty="0"/>
              <a:t>Configuring SOHO router security</a:t>
            </a:r>
          </a:p>
          <a:p>
            <a:r>
              <a:rPr lang="en-US" dirty="0"/>
              <a:t>Summarizing security measures</a:t>
            </a:r>
          </a:p>
        </p:txBody>
      </p:sp>
      <p:sp>
        <p:nvSpPr>
          <p:cNvPr id="4" name="Slide Number Placeholder 3">
            <a:extLst>
              <a:ext uri="{FF2B5EF4-FFF2-40B4-BE49-F238E27FC236}">
                <a16:creationId xmlns:a16="http://schemas.microsoft.com/office/drawing/2014/main" id="{C090C768-1FA1-220C-8EB0-02B46B3FAF18}"/>
              </a:ext>
            </a:extLst>
          </p:cNvPr>
          <p:cNvSpPr>
            <a:spLocks noGrp="1"/>
          </p:cNvSpPr>
          <p:nvPr>
            <p:ph type="sldNum" sz="quarter" idx="10"/>
          </p:nvPr>
        </p:nvSpPr>
        <p:spPr/>
        <p:txBody>
          <a:bodyPr/>
          <a:lstStyle/>
          <a:p>
            <a:fld id="{B7CF8A19-3A9E-4ABC-B336-2FDDE321C72D}" type="slidenum">
              <a:rPr lang="en-US" smtClean="0"/>
              <a:pPr/>
              <a:t>3</a:t>
            </a:fld>
            <a:endParaRPr lang="en-US" dirty="0"/>
          </a:p>
        </p:txBody>
      </p:sp>
    </p:spTree>
    <p:custDataLst>
      <p:tags r:id="rId1"/>
    </p:custDataLst>
    <p:extLst>
      <p:ext uri="{BB962C8B-B14F-4D97-AF65-F5344CB8AC3E}">
        <p14:creationId xmlns:p14="http://schemas.microsoft.com/office/powerpoint/2010/main" val="2615260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98AA-58EB-DC84-B973-B611891926FE}"/>
              </a:ext>
            </a:extLst>
          </p:cNvPr>
          <p:cNvSpPr>
            <a:spLocks noGrp="1"/>
          </p:cNvSpPr>
          <p:nvPr>
            <p:ph type="ctrTitle"/>
          </p:nvPr>
        </p:nvSpPr>
        <p:spPr/>
        <p:txBody>
          <a:bodyPr/>
          <a:lstStyle/>
          <a:p>
            <a:r>
              <a:rPr lang="en-US" dirty="0"/>
              <a:t>Attacks, Threats, and Vulnerabilities</a:t>
            </a:r>
          </a:p>
        </p:txBody>
      </p:sp>
      <p:sp>
        <p:nvSpPr>
          <p:cNvPr id="3" name="Subtitle 2">
            <a:extLst>
              <a:ext uri="{FF2B5EF4-FFF2-40B4-BE49-F238E27FC236}">
                <a16:creationId xmlns:a16="http://schemas.microsoft.com/office/drawing/2014/main" id="{F0B6EAE9-5171-04E7-4F29-4944EFFAE944}"/>
              </a:ext>
            </a:extLst>
          </p:cNvPr>
          <p:cNvSpPr>
            <a:spLocks noGrp="1"/>
          </p:cNvSpPr>
          <p:nvPr>
            <p:ph type="subTitle" idx="1"/>
          </p:nvPr>
        </p:nvSpPr>
        <p:spPr/>
        <p:txBody>
          <a:bodyPr/>
          <a:lstStyle/>
          <a:p>
            <a:r>
              <a:rPr lang="en-US" dirty="0"/>
              <a:t>Lesson 18.1</a:t>
            </a:r>
          </a:p>
        </p:txBody>
      </p:sp>
      <p:sp>
        <p:nvSpPr>
          <p:cNvPr id="4" name="Slide Number Placeholder 3">
            <a:extLst>
              <a:ext uri="{FF2B5EF4-FFF2-40B4-BE49-F238E27FC236}">
                <a16:creationId xmlns:a16="http://schemas.microsoft.com/office/drawing/2014/main" id="{DE6F990C-C4F3-BA2E-F073-9723BA7B1136}"/>
              </a:ext>
            </a:extLst>
          </p:cNvPr>
          <p:cNvSpPr>
            <a:spLocks noGrp="1"/>
          </p:cNvSpPr>
          <p:nvPr>
            <p:ph type="sldNum" sz="quarter" idx="10"/>
          </p:nvPr>
        </p:nvSpPr>
        <p:spPr/>
        <p:txBody>
          <a:bodyPr/>
          <a:lstStyle/>
          <a:p>
            <a:fld id="{B7CF8A19-3A9E-4ABC-B336-2FDDE321C72D}" type="slidenum">
              <a:rPr lang="en-US" smtClean="0"/>
              <a:pPr/>
              <a:t>4</a:t>
            </a:fld>
            <a:endParaRPr lang="en-US" dirty="0"/>
          </a:p>
        </p:txBody>
      </p:sp>
    </p:spTree>
    <p:custDataLst>
      <p:tags r:id="rId1"/>
    </p:custDataLst>
    <p:extLst>
      <p:ext uri="{BB962C8B-B14F-4D97-AF65-F5344CB8AC3E}">
        <p14:creationId xmlns:p14="http://schemas.microsoft.com/office/powerpoint/2010/main" val="2349293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C0E78-15DD-74B7-D7B1-A51B6A8EFF8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78C8793-A521-CD6B-30FC-85C8A687D49C}"/>
              </a:ext>
            </a:extLst>
          </p:cNvPr>
          <p:cNvSpPr>
            <a:spLocks noGrp="1"/>
          </p:cNvSpPr>
          <p:nvPr>
            <p:ph type="title"/>
          </p:nvPr>
        </p:nvSpPr>
        <p:spPr/>
        <p:txBody>
          <a:bodyPr/>
          <a:lstStyle/>
          <a:p>
            <a:r>
              <a:rPr lang="en-US" b="1" i="0" dirty="0">
                <a:solidFill>
                  <a:srgbClr val="253644"/>
                </a:solidFill>
                <a:effectLst/>
              </a:rPr>
              <a:t>Vulnerabilities</a:t>
            </a:r>
            <a:endParaRPr lang="en-US" sz="2000" dirty="0">
              <a:solidFill>
                <a:srgbClr val="253644"/>
              </a:solidFill>
            </a:endParaRPr>
          </a:p>
        </p:txBody>
      </p:sp>
      <p:sp>
        <p:nvSpPr>
          <p:cNvPr id="3" name="Content Placeholder 2">
            <a:extLst>
              <a:ext uri="{FF2B5EF4-FFF2-40B4-BE49-F238E27FC236}">
                <a16:creationId xmlns:a16="http://schemas.microsoft.com/office/drawing/2014/main" id="{BEF0CD94-701E-BF31-F57D-0F0245971FB7}"/>
              </a:ext>
            </a:extLst>
          </p:cNvPr>
          <p:cNvSpPr>
            <a:spLocks noGrp="1"/>
          </p:cNvSpPr>
          <p:nvPr>
            <p:ph idx="1"/>
          </p:nvPr>
        </p:nvSpPr>
        <p:spPr>
          <a:xfrm>
            <a:off x="146050" y="746759"/>
            <a:ext cx="8066925" cy="4337605"/>
          </a:xfrm>
        </p:spPr>
        <p:txBody>
          <a:bodyPr vert="horz" lIns="91440" tIns="45720" rIns="91440" bIns="45720" rtlCol="0" anchor="t">
            <a:normAutofit lnSpcReduction="10000"/>
          </a:bodyPr>
          <a:lstStyle/>
          <a:p>
            <a:r>
              <a:rPr lang="en-US" dirty="0">
                <a:latin typeface="Calibri"/>
                <a:ea typeface="Calibri"/>
                <a:cs typeface="Calibri"/>
              </a:rPr>
              <a:t>Non-compliant systems</a:t>
            </a:r>
            <a:endParaRPr lang="en-US" dirty="0">
              <a:ea typeface="Calibri" panose="020F0502020204030204" pitchFamily="34" charset="0"/>
            </a:endParaRPr>
          </a:p>
          <a:p>
            <a:pPr lvl="1"/>
            <a:r>
              <a:rPr lang="en-US" dirty="0">
                <a:latin typeface="Calibri"/>
                <a:ea typeface="Calibri"/>
                <a:cs typeface="Calibri"/>
              </a:rPr>
              <a:t>Deviations from baselines</a:t>
            </a:r>
          </a:p>
          <a:p>
            <a:r>
              <a:rPr lang="en-US" dirty="0">
                <a:latin typeface="Calibri"/>
                <a:ea typeface="Calibri"/>
                <a:cs typeface="Calibri"/>
              </a:rPr>
              <a:t>Unprotected systems</a:t>
            </a:r>
          </a:p>
          <a:p>
            <a:pPr lvl="1"/>
            <a:r>
              <a:rPr lang="en-US" dirty="0">
                <a:latin typeface="Calibri"/>
                <a:ea typeface="Calibri"/>
                <a:cs typeface="Calibri"/>
              </a:rPr>
              <a:t>Missing or improperly configured security controls</a:t>
            </a:r>
          </a:p>
          <a:p>
            <a:r>
              <a:rPr lang="en-US" dirty="0">
                <a:latin typeface="Calibri"/>
                <a:ea typeface="Calibri"/>
                <a:cs typeface="Calibri"/>
              </a:rPr>
              <a:t>Software</a:t>
            </a:r>
          </a:p>
          <a:p>
            <a:pPr lvl="1"/>
            <a:r>
              <a:rPr lang="en-US" dirty="0">
                <a:latin typeface="Calibri"/>
                <a:ea typeface="Calibri"/>
                <a:cs typeface="Calibri"/>
              </a:rPr>
              <a:t>Application code issues</a:t>
            </a:r>
            <a:endParaRPr lang="en-US" dirty="0">
              <a:ea typeface="Calibri"/>
            </a:endParaRPr>
          </a:p>
          <a:p>
            <a:r>
              <a:rPr lang="en-US" dirty="0">
                <a:latin typeface="Calibri"/>
                <a:ea typeface="Calibri"/>
                <a:cs typeface="Calibri"/>
              </a:rPr>
              <a:t>Zero-Day vulnerabilities</a:t>
            </a:r>
          </a:p>
          <a:p>
            <a:r>
              <a:rPr lang="en-US" dirty="0">
                <a:latin typeface="Calibri"/>
                <a:ea typeface="Calibri"/>
                <a:cs typeface="Calibri"/>
              </a:rPr>
              <a:t>Unpatched and End of Life OS's</a:t>
            </a:r>
          </a:p>
          <a:p>
            <a:pPr lvl="1"/>
            <a:r>
              <a:rPr lang="en-US" dirty="0">
                <a:latin typeface="Calibri"/>
                <a:ea typeface="Calibri"/>
                <a:cs typeface="Calibri"/>
              </a:rPr>
              <a:t>No updates or no longer supported by developer</a:t>
            </a:r>
          </a:p>
          <a:p>
            <a:r>
              <a:rPr lang="en-US" dirty="0">
                <a:latin typeface="Calibri"/>
                <a:ea typeface="Calibri"/>
                <a:cs typeface="Calibri"/>
              </a:rPr>
              <a:t>Bring Your Own Device</a:t>
            </a:r>
          </a:p>
          <a:p>
            <a:pPr lvl="1"/>
            <a:r>
              <a:rPr lang="en-US" dirty="0">
                <a:latin typeface="Calibri"/>
                <a:ea typeface="Calibri"/>
                <a:cs typeface="Calibri"/>
              </a:rPr>
              <a:t>Personal devices may not be maintained by owner</a:t>
            </a:r>
          </a:p>
        </p:txBody>
      </p:sp>
      <p:sp>
        <p:nvSpPr>
          <p:cNvPr id="4" name="Slide Number Placeholder 3">
            <a:extLst>
              <a:ext uri="{FF2B5EF4-FFF2-40B4-BE49-F238E27FC236}">
                <a16:creationId xmlns:a16="http://schemas.microsoft.com/office/drawing/2014/main" id="{5196FE1C-91F7-2159-3932-731D4DC370FC}"/>
              </a:ext>
            </a:extLst>
          </p:cNvPr>
          <p:cNvSpPr>
            <a:spLocks noGrp="1"/>
          </p:cNvSpPr>
          <p:nvPr>
            <p:ph type="sldNum" sz="quarter" idx="10"/>
          </p:nvPr>
        </p:nvSpPr>
        <p:spPr/>
        <p:txBody>
          <a:bodyPr/>
          <a:lstStyle/>
          <a:p>
            <a:fld id="{B7CF8A19-3A9E-4ABC-B336-2FDDE321C72D}" type="slidenum">
              <a:rPr lang="en-US" smtClean="0"/>
              <a:pPr/>
              <a:t>5</a:t>
            </a:fld>
            <a:endParaRPr lang="en-US" dirty="0"/>
          </a:p>
        </p:txBody>
      </p:sp>
    </p:spTree>
    <p:custDataLst>
      <p:tags r:id="rId1"/>
    </p:custDataLst>
    <p:extLst>
      <p:ext uri="{BB962C8B-B14F-4D97-AF65-F5344CB8AC3E}">
        <p14:creationId xmlns:p14="http://schemas.microsoft.com/office/powerpoint/2010/main" val="3868167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B13AB-BF7B-64B0-D142-06621A5CCC9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2D54619-A066-2065-0C6A-E8DD3895905E}"/>
              </a:ext>
            </a:extLst>
          </p:cNvPr>
          <p:cNvSpPr>
            <a:spLocks noGrp="1"/>
          </p:cNvSpPr>
          <p:nvPr>
            <p:ph type="title"/>
          </p:nvPr>
        </p:nvSpPr>
        <p:spPr/>
        <p:txBody>
          <a:bodyPr/>
          <a:lstStyle/>
          <a:p>
            <a:r>
              <a:rPr lang="en-US" b="1" i="0" dirty="0">
                <a:solidFill>
                  <a:srgbClr val="253644"/>
                </a:solidFill>
                <a:effectLst/>
              </a:rPr>
              <a:t>Social Engineering</a:t>
            </a:r>
            <a:endParaRPr lang="en-US" sz="2000" dirty="0">
              <a:solidFill>
                <a:srgbClr val="253644"/>
              </a:solidFill>
            </a:endParaRPr>
          </a:p>
        </p:txBody>
      </p:sp>
      <p:sp>
        <p:nvSpPr>
          <p:cNvPr id="3" name="Content Placeholder 2">
            <a:extLst>
              <a:ext uri="{FF2B5EF4-FFF2-40B4-BE49-F238E27FC236}">
                <a16:creationId xmlns:a16="http://schemas.microsoft.com/office/drawing/2014/main" id="{BEBE6111-3DA3-AAB3-DD0D-C5AB98E96504}"/>
              </a:ext>
            </a:extLst>
          </p:cNvPr>
          <p:cNvSpPr>
            <a:spLocks noGrp="1"/>
          </p:cNvSpPr>
          <p:nvPr>
            <p:ph idx="1"/>
          </p:nvPr>
        </p:nvSpPr>
        <p:spPr>
          <a:xfrm>
            <a:off x="146051" y="746760"/>
            <a:ext cx="4325282" cy="4046220"/>
          </a:xfrm>
        </p:spPr>
        <p:txBody>
          <a:bodyPr vert="horz" lIns="91440" tIns="45720" rIns="91440" bIns="45720" rtlCol="0" anchor="t">
            <a:normAutofit/>
          </a:bodyPr>
          <a:lstStyle/>
          <a:p>
            <a:r>
              <a:rPr lang="en-US" dirty="0">
                <a:latin typeface="Calibri"/>
                <a:ea typeface="Calibri"/>
                <a:cs typeface="Calibri"/>
              </a:rPr>
              <a:t>Hacking the human</a:t>
            </a:r>
            <a:endParaRPr lang="en-US" dirty="0">
              <a:ea typeface="Calibri" panose="020F0502020204030204" pitchFamily="34" charset="0"/>
            </a:endParaRPr>
          </a:p>
          <a:p>
            <a:pPr lvl="1"/>
            <a:r>
              <a:rPr lang="en-US" dirty="0">
                <a:latin typeface="Calibri"/>
                <a:ea typeface="Calibri"/>
                <a:cs typeface="Calibri"/>
              </a:rPr>
              <a:t>Manipulation or intimidation of users to reveal confidential info</a:t>
            </a:r>
          </a:p>
          <a:p>
            <a:r>
              <a:rPr lang="en-US" dirty="0">
                <a:latin typeface="Calibri"/>
                <a:ea typeface="Calibri"/>
                <a:cs typeface="Calibri"/>
              </a:rPr>
              <a:t>Impersonation</a:t>
            </a:r>
          </a:p>
          <a:p>
            <a:r>
              <a:rPr lang="en-US" dirty="0">
                <a:latin typeface="Calibri"/>
                <a:ea typeface="Calibri"/>
                <a:cs typeface="Calibri"/>
              </a:rPr>
              <a:t>Dumpster diving</a:t>
            </a:r>
          </a:p>
          <a:p>
            <a:r>
              <a:rPr lang="en-US" dirty="0">
                <a:latin typeface="Calibri"/>
                <a:ea typeface="Calibri"/>
                <a:cs typeface="Calibri"/>
              </a:rPr>
              <a:t>Shoulder surfing</a:t>
            </a:r>
          </a:p>
          <a:p>
            <a:r>
              <a:rPr lang="en-US" dirty="0">
                <a:latin typeface="Calibri"/>
                <a:ea typeface="Calibri"/>
                <a:cs typeface="Calibri"/>
              </a:rPr>
              <a:t>Tailgating/piggybacking</a:t>
            </a:r>
            <a:endParaRPr lang="en-US" dirty="0">
              <a:ea typeface="Calibri"/>
            </a:endParaRPr>
          </a:p>
        </p:txBody>
      </p:sp>
      <p:sp>
        <p:nvSpPr>
          <p:cNvPr id="4" name="Slide Number Placeholder 3">
            <a:extLst>
              <a:ext uri="{FF2B5EF4-FFF2-40B4-BE49-F238E27FC236}">
                <a16:creationId xmlns:a16="http://schemas.microsoft.com/office/drawing/2014/main" id="{DDEC211E-772E-0EA0-1EA0-226C7DDD9573}"/>
              </a:ext>
            </a:extLst>
          </p:cNvPr>
          <p:cNvSpPr>
            <a:spLocks noGrp="1"/>
          </p:cNvSpPr>
          <p:nvPr>
            <p:ph type="sldNum" sz="quarter" idx="10"/>
          </p:nvPr>
        </p:nvSpPr>
        <p:spPr/>
        <p:txBody>
          <a:bodyPr/>
          <a:lstStyle/>
          <a:p>
            <a:fld id="{B7CF8A19-3A9E-4ABC-B336-2FDDE321C72D}" type="slidenum">
              <a:rPr lang="en-US" smtClean="0"/>
              <a:pPr/>
              <a:t>6</a:t>
            </a:fld>
            <a:endParaRPr lang="en-US" dirty="0"/>
          </a:p>
        </p:txBody>
      </p:sp>
      <p:pic>
        <p:nvPicPr>
          <p:cNvPr id="5" name="Picture 4" descr="A black-and-white image of a man talking on the phone with his eyes obscured by a thick black bar.">
            <a:extLst>
              <a:ext uri="{FF2B5EF4-FFF2-40B4-BE49-F238E27FC236}">
                <a16:creationId xmlns:a16="http://schemas.microsoft.com/office/drawing/2014/main" id="{7C1A57A5-7A10-DA03-0A96-E6A580A027B8}"/>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4823669" y="746760"/>
            <a:ext cx="3654731" cy="2014732"/>
          </a:xfrm>
          <a:prstGeom prst="rect">
            <a:avLst/>
          </a:prstGeom>
        </p:spPr>
      </p:pic>
      <p:sp>
        <p:nvSpPr>
          <p:cNvPr id="6" name="Content Placeholder 11">
            <a:extLst>
              <a:ext uri="{FF2B5EF4-FFF2-40B4-BE49-F238E27FC236}">
                <a16:creationId xmlns:a16="http://schemas.microsoft.com/office/drawing/2014/main" id="{09235B95-3BDD-B406-1C46-F279ACEF02D9}"/>
              </a:ext>
            </a:extLst>
          </p:cNvPr>
          <p:cNvSpPr txBox="1">
            <a:spLocks/>
          </p:cNvSpPr>
          <p:nvPr/>
        </p:nvSpPr>
        <p:spPr>
          <a:xfrm>
            <a:off x="4823669" y="2781556"/>
            <a:ext cx="3654732"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Photo by Uros Jovicic on Unsplash.</a:t>
            </a:r>
          </a:p>
        </p:txBody>
      </p:sp>
    </p:spTree>
    <p:custDataLst>
      <p:tags r:id="rId1"/>
    </p:custDataLst>
    <p:extLst>
      <p:ext uri="{BB962C8B-B14F-4D97-AF65-F5344CB8AC3E}">
        <p14:creationId xmlns:p14="http://schemas.microsoft.com/office/powerpoint/2010/main" val="845454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A959CE-E8A6-7774-EBC2-43B08810265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8D2E8D4-2F17-3D2C-7952-D0C3A7AB2EAD}"/>
              </a:ext>
            </a:extLst>
          </p:cNvPr>
          <p:cNvSpPr>
            <a:spLocks noGrp="1"/>
          </p:cNvSpPr>
          <p:nvPr>
            <p:ph type="title"/>
          </p:nvPr>
        </p:nvSpPr>
        <p:spPr/>
        <p:txBody>
          <a:bodyPr/>
          <a:lstStyle/>
          <a:p>
            <a:r>
              <a:rPr lang="en-US" b="1" i="0" dirty="0">
                <a:solidFill>
                  <a:srgbClr val="253644"/>
                </a:solidFill>
                <a:effectLst/>
              </a:rPr>
              <a:t>Phishing and Evil Twins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C6F96774-36B8-B8FC-7220-DEB733B577E6}"/>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Phishing</a:t>
            </a:r>
          </a:p>
          <a:p>
            <a:pPr lvl="1"/>
            <a:r>
              <a:rPr lang="en-US" dirty="0">
                <a:latin typeface="Calibri"/>
                <a:ea typeface="Calibri"/>
                <a:cs typeface="Calibri"/>
              </a:rPr>
              <a:t>Spear phishing- targeted phishing campaign</a:t>
            </a:r>
            <a:endParaRPr lang="en-US" dirty="0">
              <a:ea typeface="Calibri"/>
            </a:endParaRPr>
          </a:p>
          <a:p>
            <a:pPr lvl="1"/>
            <a:r>
              <a:rPr lang="en-US" dirty="0">
                <a:latin typeface="Calibri"/>
                <a:ea typeface="Calibri"/>
                <a:cs typeface="Calibri"/>
              </a:rPr>
              <a:t>Whaling- executives and those with influence within the organization</a:t>
            </a:r>
          </a:p>
          <a:p>
            <a:pPr lvl="1"/>
            <a:r>
              <a:rPr lang="en-US" dirty="0">
                <a:latin typeface="Calibri"/>
                <a:ea typeface="Calibri"/>
                <a:cs typeface="Calibri"/>
              </a:rPr>
              <a:t>Vishing- voice call to illicit confidential information</a:t>
            </a:r>
          </a:p>
          <a:p>
            <a:pPr lvl="1"/>
            <a:r>
              <a:rPr lang="en-US" dirty="0">
                <a:latin typeface="Calibri"/>
                <a:ea typeface="Calibri"/>
                <a:cs typeface="Calibri"/>
              </a:rPr>
              <a:t>SMiShing- use of SMS or text messages</a:t>
            </a:r>
          </a:p>
          <a:p>
            <a:pPr lvl="1"/>
            <a:r>
              <a:rPr lang="en-US" dirty="0">
                <a:latin typeface="Calibri"/>
                <a:ea typeface="Calibri"/>
                <a:cs typeface="Calibri"/>
              </a:rPr>
              <a:t>Quishing- use of fake QR codes to trick targets</a:t>
            </a:r>
          </a:p>
          <a:p>
            <a:r>
              <a:rPr lang="en-US" dirty="0">
                <a:latin typeface="Calibri"/>
                <a:ea typeface="Calibri"/>
                <a:cs typeface="Calibri"/>
              </a:rPr>
              <a:t>Evil Twin- similar SSID for wi-fi network that allows attacker to snoop on network traffic</a:t>
            </a:r>
            <a:endParaRPr lang="en-US" dirty="0">
              <a:ea typeface="Calibri"/>
            </a:endParaRPr>
          </a:p>
        </p:txBody>
      </p:sp>
      <p:sp>
        <p:nvSpPr>
          <p:cNvPr id="4" name="Slide Number Placeholder 3">
            <a:extLst>
              <a:ext uri="{FF2B5EF4-FFF2-40B4-BE49-F238E27FC236}">
                <a16:creationId xmlns:a16="http://schemas.microsoft.com/office/drawing/2014/main" id="{ED45EAE5-06A0-6677-46A9-B93827B7FB3E}"/>
              </a:ext>
            </a:extLst>
          </p:cNvPr>
          <p:cNvSpPr>
            <a:spLocks noGrp="1"/>
          </p:cNvSpPr>
          <p:nvPr>
            <p:ph type="sldNum" sz="quarter" idx="10"/>
          </p:nvPr>
        </p:nvSpPr>
        <p:spPr/>
        <p:txBody>
          <a:bodyPr/>
          <a:lstStyle/>
          <a:p>
            <a:fld id="{B7CF8A19-3A9E-4ABC-B336-2FDDE321C72D}" type="slidenum">
              <a:rPr lang="en-US" smtClean="0"/>
              <a:pPr/>
              <a:t>7</a:t>
            </a:fld>
            <a:endParaRPr lang="en-US" dirty="0"/>
          </a:p>
        </p:txBody>
      </p:sp>
    </p:spTree>
    <p:custDataLst>
      <p:tags r:id="rId1"/>
    </p:custDataLst>
    <p:extLst>
      <p:ext uri="{BB962C8B-B14F-4D97-AF65-F5344CB8AC3E}">
        <p14:creationId xmlns:p14="http://schemas.microsoft.com/office/powerpoint/2010/main" val="2436142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DFED-F59B-382A-DD40-E60F5EBFDD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686F3-C6B9-2FF3-CF9E-AB3478B32514}"/>
              </a:ext>
            </a:extLst>
          </p:cNvPr>
          <p:cNvSpPr>
            <a:spLocks noGrp="1"/>
          </p:cNvSpPr>
          <p:nvPr>
            <p:ph type="title"/>
          </p:nvPr>
        </p:nvSpPr>
        <p:spPr/>
        <p:txBody>
          <a:bodyPr/>
          <a:lstStyle/>
          <a:p>
            <a:r>
              <a:rPr lang="en-US" b="1" i="0" dirty="0">
                <a:solidFill>
                  <a:srgbClr val="253644"/>
                </a:solidFill>
                <a:effectLst/>
              </a:rPr>
              <a:t>Phishing and Evil Twins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FC398259-777A-5465-2F7E-A7C2224B16B6}"/>
              </a:ext>
            </a:extLst>
          </p:cNvPr>
          <p:cNvSpPr>
            <a:spLocks noGrp="1"/>
          </p:cNvSpPr>
          <p:nvPr>
            <p:ph type="sldNum" sz="quarter" idx="10"/>
          </p:nvPr>
        </p:nvSpPr>
        <p:spPr/>
        <p:txBody>
          <a:bodyPr/>
          <a:lstStyle/>
          <a:p>
            <a:fld id="{B7CF8A19-3A9E-4ABC-B336-2FDDE321C72D}" type="slidenum">
              <a:rPr lang="en-US" smtClean="0"/>
              <a:pPr/>
              <a:t>8</a:t>
            </a:fld>
            <a:endParaRPr lang="en-US" dirty="0"/>
          </a:p>
        </p:txBody>
      </p:sp>
      <p:sp>
        <p:nvSpPr>
          <p:cNvPr id="4" name="Content Placeholder 11">
            <a:extLst>
              <a:ext uri="{FF2B5EF4-FFF2-40B4-BE49-F238E27FC236}">
                <a16:creationId xmlns:a16="http://schemas.microsoft.com/office/drawing/2014/main" id="{B0E08A08-87EE-62E9-9EE5-157B5FEFB5BB}"/>
              </a:ext>
            </a:extLst>
          </p:cNvPr>
          <p:cNvSpPr txBox="1">
            <a:spLocks/>
          </p:cNvSpPr>
          <p:nvPr/>
        </p:nvSpPr>
        <p:spPr>
          <a:xfrm>
            <a:off x="1176229" y="4532429"/>
            <a:ext cx="6791540"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CompTIA.</a:t>
            </a:r>
          </a:p>
        </p:txBody>
      </p:sp>
      <p:pic>
        <p:nvPicPr>
          <p:cNvPr id="7" name="Picture 6" descr="Two email screenshots from A C M E Corp, appearing as subscription invoice notifications, with suspicious links highlighted.">
            <a:extLst>
              <a:ext uri="{FF2B5EF4-FFF2-40B4-BE49-F238E27FC236}">
                <a16:creationId xmlns:a16="http://schemas.microsoft.com/office/drawing/2014/main" id="{E27E0EBC-B979-67CC-3E6D-ED2EE11B33A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176230" y="845963"/>
            <a:ext cx="6791541" cy="3669688"/>
          </a:xfrm>
          <a:prstGeom prst="rect">
            <a:avLst/>
          </a:prstGeom>
          <a:ln>
            <a:noFill/>
          </a:ln>
        </p:spPr>
      </p:pic>
    </p:spTree>
    <p:extLst>
      <p:ext uri="{BB962C8B-B14F-4D97-AF65-F5344CB8AC3E}">
        <p14:creationId xmlns:p14="http://schemas.microsoft.com/office/powerpoint/2010/main" val="231484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A3FCF-FCAD-A59D-3A36-D17E82074A05}"/>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13ADFD0-0245-B5C8-1925-2C8FDAD6546F}"/>
              </a:ext>
            </a:extLst>
          </p:cNvPr>
          <p:cNvSpPr>
            <a:spLocks noGrp="1"/>
          </p:cNvSpPr>
          <p:nvPr>
            <p:ph type="title"/>
          </p:nvPr>
        </p:nvSpPr>
        <p:spPr/>
        <p:txBody>
          <a:bodyPr/>
          <a:lstStyle/>
          <a:p>
            <a:r>
              <a:rPr lang="en-US" b="1" i="0" dirty="0">
                <a:solidFill>
                  <a:srgbClr val="253644"/>
                </a:solidFill>
                <a:effectLst/>
              </a:rPr>
              <a:t>Threat Types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3BE5A173-DB4F-2204-5AE4-E1BF6DAE9C27}"/>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External</a:t>
            </a:r>
          </a:p>
          <a:p>
            <a:r>
              <a:rPr lang="en-US" dirty="0">
                <a:latin typeface="Calibri"/>
                <a:ea typeface="Calibri"/>
                <a:cs typeface="Calibri"/>
              </a:rPr>
              <a:t>Internal</a:t>
            </a:r>
          </a:p>
          <a:p>
            <a:r>
              <a:rPr lang="en-US" dirty="0">
                <a:latin typeface="Calibri"/>
                <a:ea typeface="Calibri"/>
                <a:cs typeface="Calibri"/>
              </a:rPr>
              <a:t>Footprinting</a:t>
            </a:r>
          </a:p>
          <a:p>
            <a:pPr lvl="1"/>
            <a:r>
              <a:rPr lang="en-US" dirty="0">
                <a:latin typeface="Calibri"/>
                <a:ea typeface="Calibri"/>
                <a:cs typeface="Calibri"/>
              </a:rPr>
              <a:t>Gathering information about the organization</a:t>
            </a:r>
            <a:endParaRPr lang="en-US" dirty="0">
              <a:ea typeface="Calibri"/>
            </a:endParaRPr>
          </a:p>
          <a:p>
            <a:r>
              <a:rPr lang="en-US" dirty="0">
                <a:latin typeface="Calibri"/>
                <a:ea typeface="Calibri"/>
                <a:cs typeface="Calibri"/>
              </a:rPr>
              <a:t>Spoofing</a:t>
            </a:r>
          </a:p>
          <a:p>
            <a:pPr lvl="1"/>
            <a:r>
              <a:rPr lang="en-US" dirty="0">
                <a:latin typeface="Calibri"/>
                <a:ea typeface="Calibri"/>
                <a:cs typeface="Calibri"/>
              </a:rPr>
              <a:t>Masquerade as a trusted user or system</a:t>
            </a:r>
          </a:p>
          <a:p>
            <a:pPr lvl="1"/>
            <a:r>
              <a:rPr lang="en-US" dirty="0">
                <a:latin typeface="Calibri"/>
                <a:ea typeface="Calibri"/>
                <a:cs typeface="Calibri"/>
              </a:rPr>
              <a:t>IP and MAC spoofing</a:t>
            </a:r>
          </a:p>
          <a:p>
            <a:r>
              <a:rPr lang="en-US" dirty="0">
                <a:latin typeface="Calibri"/>
                <a:ea typeface="Calibri"/>
                <a:cs typeface="Calibri"/>
              </a:rPr>
              <a:t>On-path attacks</a:t>
            </a:r>
          </a:p>
          <a:p>
            <a:r>
              <a:rPr lang="en-US" dirty="0">
                <a:latin typeface="Calibri"/>
                <a:ea typeface="Calibri"/>
                <a:cs typeface="Calibri"/>
              </a:rPr>
              <a:t>DoS/DDoS botnet attacks</a:t>
            </a:r>
          </a:p>
        </p:txBody>
      </p:sp>
      <p:sp>
        <p:nvSpPr>
          <p:cNvPr id="4" name="Slide Number Placeholder 3">
            <a:extLst>
              <a:ext uri="{FF2B5EF4-FFF2-40B4-BE49-F238E27FC236}">
                <a16:creationId xmlns:a16="http://schemas.microsoft.com/office/drawing/2014/main" id="{BC4D1F53-E48F-4536-1FD0-DE95F5624817}"/>
              </a:ext>
            </a:extLst>
          </p:cNvPr>
          <p:cNvSpPr>
            <a:spLocks noGrp="1"/>
          </p:cNvSpPr>
          <p:nvPr>
            <p:ph type="sldNum" sz="quarter" idx="10"/>
          </p:nvPr>
        </p:nvSpPr>
        <p:spPr/>
        <p:txBody>
          <a:bodyPr/>
          <a:lstStyle/>
          <a:p>
            <a:fld id="{B7CF8A19-3A9E-4ABC-B336-2FDDE321C72D}" type="slidenum">
              <a:rPr lang="en-US" smtClean="0"/>
              <a:pPr/>
              <a:t>9</a:t>
            </a:fld>
            <a:endParaRPr lang="en-US" dirty="0"/>
          </a:p>
        </p:txBody>
      </p:sp>
    </p:spTree>
    <p:custDataLst>
      <p:tags r:id="rId1"/>
    </p:custDataLst>
    <p:extLst>
      <p:ext uri="{BB962C8B-B14F-4D97-AF65-F5344CB8AC3E}">
        <p14:creationId xmlns:p14="http://schemas.microsoft.com/office/powerpoint/2010/main" val="34895406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488B4-F421-CED0-5360-A646041544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0C203-6112-0712-99E8-C55339CB3ADE}"/>
              </a:ext>
            </a:extLst>
          </p:cNvPr>
          <p:cNvSpPr>
            <a:spLocks noGrp="1"/>
          </p:cNvSpPr>
          <p:nvPr>
            <p:ph type="title"/>
          </p:nvPr>
        </p:nvSpPr>
        <p:spPr/>
        <p:txBody>
          <a:bodyPr/>
          <a:lstStyle/>
          <a:p>
            <a:r>
              <a:rPr lang="en-US" b="1" i="0" dirty="0">
                <a:solidFill>
                  <a:srgbClr val="253644"/>
                </a:solidFill>
                <a:effectLst/>
              </a:rPr>
              <a:t>Threat Types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EF944DAC-5CF5-FC14-878E-14313EDBE26C}"/>
              </a:ext>
            </a:extLst>
          </p:cNvPr>
          <p:cNvSpPr>
            <a:spLocks noGrp="1"/>
          </p:cNvSpPr>
          <p:nvPr>
            <p:ph type="sldNum" sz="quarter" idx="10"/>
          </p:nvPr>
        </p:nvSpPr>
        <p:spPr/>
        <p:txBody>
          <a:bodyPr/>
          <a:lstStyle/>
          <a:p>
            <a:fld id="{B7CF8A19-3A9E-4ABC-B336-2FDDE321C72D}" type="slidenum">
              <a:rPr lang="en-US" smtClean="0"/>
              <a:pPr/>
              <a:t>10</a:t>
            </a:fld>
            <a:endParaRPr lang="en-US" dirty="0"/>
          </a:p>
        </p:txBody>
      </p:sp>
      <p:pic>
        <p:nvPicPr>
          <p:cNvPr id="6" name="Picture 5" descr="A diagram illustrating a botnet attack, with a Threat actor controlling a C and C network to target a Victim.">
            <a:extLst>
              <a:ext uri="{FF2B5EF4-FFF2-40B4-BE49-F238E27FC236}">
                <a16:creationId xmlns:a16="http://schemas.microsoft.com/office/drawing/2014/main" id="{18098F4C-C8C1-5BB8-4C84-1DA2A1AC201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055870" y="847086"/>
            <a:ext cx="5032258" cy="3794768"/>
          </a:xfrm>
          <a:prstGeom prst="rect">
            <a:avLst/>
          </a:prstGeom>
          <a:ln>
            <a:noFill/>
          </a:ln>
        </p:spPr>
      </p:pic>
    </p:spTree>
    <p:extLst>
      <p:ext uri="{BB962C8B-B14F-4D97-AF65-F5344CB8AC3E}">
        <p14:creationId xmlns:p14="http://schemas.microsoft.com/office/powerpoint/2010/main" val="3930807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8F516-2144-2880-0ED4-319C5173F40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82733FE-6065-9A21-DA5F-E34869F5B992}"/>
              </a:ext>
            </a:extLst>
          </p:cNvPr>
          <p:cNvSpPr>
            <a:spLocks noGrp="1"/>
          </p:cNvSpPr>
          <p:nvPr>
            <p:ph type="title"/>
          </p:nvPr>
        </p:nvSpPr>
        <p:spPr/>
        <p:txBody>
          <a:bodyPr/>
          <a:lstStyle/>
          <a:p>
            <a:r>
              <a:rPr lang="en-US" b="1" i="0" dirty="0">
                <a:solidFill>
                  <a:srgbClr val="253644"/>
                </a:solidFill>
                <a:effectLst/>
              </a:rPr>
              <a:t>Password Attacks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6792A312-3977-C898-24EB-8E74FD412136}"/>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Plaintext passwords</a:t>
            </a:r>
          </a:p>
          <a:p>
            <a:pPr lvl="1"/>
            <a:r>
              <a:rPr lang="en-US" dirty="0">
                <a:latin typeface="Calibri"/>
                <a:ea typeface="Calibri"/>
                <a:cs typeface="Calibri"/>
              </a:rPr>
              <a:t>Services like Telnet do NOT encrypt traffic</a:t>
            </a:r>
          </a:p>
          <a:p>
            <a:r>
              <a:rPr lang="en-US" dirty="0">
                <a:latin typeface="Calibri"/>
                <a:ea typeface="Calibri"/>
                <a:cs typeface="Calibri"/>
              </a:rPr>
              <a:t>Dictionary- use of a dictionary list to crack passwords</a:t>
            </a:r>
          </a:p>
          <a:p>
            <a:pPr lvl="1"/>
            <a:r>
              <a:rPr lang="en-US" dirty="0">
                <a:latin typeface="Calibri"/>
                <a:ea typeface="Calibri"/>
                <a:cs typeface="Calibri"/>
              </a:rPr>
              <a:t>RockYou.txt file contains over 14 million passwords</a:t>
            </a:r>
          </a:p>
          <a:p>
            <a:pPr lvl="1"/>
            <a:r>
              <a:rPr lang="en-US" dirty="0">
                <a:latin typeface="Calibri"/>
                <a:ea typeface="Calibri"/>
                <a:cs typeface="Calibri"/>
              </a:rPr>
              <a:t>New "RockYou2024" contains over 10 billion passwords</a:t>
            </a:r>
            <a:endParaRPr lang="en-US" dirty="0">
              <a:ea typeface="Calibri"/>
            </a:endParaRPr>
          </a:p>
          <a:p>
            <a:r>
              <a:rPr lang="en-US" dirty="0">
                <a:latin typeface="Calibri"/>
                <a:ea typeface="Calibri"/>
                <a:cs typeface="Calibri"/>
              </a:rPr>
              <a:t>Brute force</a:t>
            </a:r>
          </a:p>
          <a:p>
            <a:pPr lvl="1"/>
            <a:r>
              <a:rPr lang="en-US" dirty="0">
                <a:latin typeface="Calibri"/>
                <a:ea typeface="Calibri"/>
                <a:cs typeface="Calibri"/>
              </a:rPr>
              <a:t>Any means necessary; every possible combination and substitution</a:t>
            </a:r>
            <a:endParaRPr lang="en-US" dirty="0">
              <a:ea typeface="Calibri"/>
            </a:endParaRPr>
          </a:p>
        </p:txBody>
      </p:sp>
      <p:sp>
        <p:nvSpPr>
          <p:cNvPr id="4" name="Slide Number Placeholder 3">
            <a:extLst>
              <a:ext uri="{FF2B5EF4-FFF2-40B4-BE49-F238E27FC236}">
                <a16:creationId xmlns:a16="http://schemas.microsoft.com/office/drawing/2014/main" id="{6DC4EB87-9E37-D329-892E-1A667EEDF442}"/>
              </a:ext>
            </a:extLst>
          </p:cNvPr>
          <p:cNvSpPr>
            <a:spLocks noGrp="1"/>
          </p:cNvSpPr>
          <p:nvPr>
            <p:ph type="sldNum" sz="quarter" idx="10"/>
          </p:nvPr>
        </p:nvSpPr>
        <p:spPr/>
        <p:txBody>
          <a:bodyPr/>
          <a:lstStyle/>
          <a:p>
            <a:fld id="{B7CF8A19-3A9E-4ABC-B336-2FDDE321C72D}" type="slidenum">
              <a:rPr lang="en-US" smtClean="0"/>
              <a:pPr/>
              <a:t>11</a:t>
            </a:fld>
            <a:endParaRPr lang="en-US" dirty="0"/>
          </a:p>
        </p:txBody>
      </p:sp>
    </p:spTree>
    <p:custDataLst>
      <p:tags r:id="rId1"/>
    </p:custDataLst>
    <p:extLst>
      <p:ext uri="{BB962C8B-B14F-4D97-AF65-F5344CB8AC3E}">
        <p14:creationId xmlns:p14="http://schemas.microsoft.com/office/powerpoint/2010/main" val="3696803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5808E-4295-665F-00CC-5FA36EA4E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F58FDE-07AF-5B73-5E1F-9534F153AF4F}"/>
              </a:ext>
            </a:extLst>
          </p:cNvPr>
          <p:cNvSpPr>
            <a:spLocks noGrp="1"/>
          </p:cNvSpPr>
          <p:nvPr>
            <p:ph type="title"/>
          </p:nvPr>
        </p:nvSpPr>
        <p:spPr/>
        <p:txBody>
          <a:bodyPr/>
          <a:lstStyle/>
          <a:p>
            <a:r>
              <a:rPr lang="en-US" b="1" i="0" dirty="0">
                <a:solidFill>
                  <a:srgbClr val="253644"/>
                </a:solidFill>
                <a:effectLst/>
              </a:rPr>
              <a:t>Password Attacks </a:t>
            </a:r>
            <a:r>
              <a:rPr lang="en-US" sz="2000" b="1" i="0" dirty="0">
                <a:solidFill>
                  <a:srgbClr val="253644"/>
                </a:solidFill>
                <a:effectLst/>
              </a:rPr>
              <a:t>(Slide 2 of 3)</a:t>
            </a:r>
            <a:endParaRPr lang="en-US" sz="2000" dirty="0"/>
          </a:p>
        </p:txBody>
      </p:sp>
      <p:sp>
        <p:nvSpPr>
          <p:cNvPr id="3" name="Slide Number Placeholder 2">
            <a:extLst>
              <a:ext uri="{FF2B5EF4-FFF2-40B4-BE49-F238E27FC236}">
                <a16:creationId xmlns:a16="http://schemas.microsoft.com/office/drawing/2014/main" id="{24018E62-41C3-EF00-6D9C-15C82390319E}"/>
              </a:ext>
            </a:extLst>
          </p:cNvPr>
          <p:cNvSpPr>
            <a:spLocks noGrp="1"/>
          </p:cNvSpPr>
          <p:nvPr>
            <p:ph type="sldNum" sz="quarter" idx="10"/>
          </p:nvPr>
        </p:nvSpPr>
        <p:spPr/>
        <p:txBody>
          <a:bodyPr/>
          <a:lstStyle/>
          <a:p>
            <a:fld id="{B7CF8A19-3A9E-4ABC-B336-2FDDE321C72D}" type="slidenum">
              <a:rPr lang="en-US" smtClean="0"/>
              <a:pPr/>
              <a:t>12</a:t>
            </a:fld>
            <a:endParaRPr lang="en-US" dirty="0"/>
          </a:p>
        </p:txBody>
      </p:sp>
      <p:sp>
        <p:nvSpPr>
          <p:cNvPr id="4" name="Content Placeholder 11">
            <a:extLst>
              <a:ext uri="{FF2B5EF4-FFF2-40B4-BE49-F238E27FC236}">
                <a16:creationId xmlns:a16="http://schemas.microsoft.com/office/drawing/2014/main" id="{93496804-075B-9D32-2B6E-C5F3D9629440}"/>
              </a:ext>
            </a:extLst>
          </p:cNvPr>
          <p:cNvSpPr txBox="1">
            <a:spLocks/>
          </p:cNvSpPr>
          <p:nvPr/>
        </p:nvSpPr>
        <p:spPr>
          <a:xfrm>
            <a:off x="2135704" y="4042487"/>
            <a:ext cx="4872589"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Wireshark.</a:t>
            </a:r>
          </a:p>
        </p:txBody>
      </p:sp>
      <p:pic>
        <p:nvPicPr>
          <p:cNvPr id="6" name="Picture 5" descr="A Wireshark window displaying an intercepted email login session, revealing a plaintext password.">
            <a:extLst>
              <a:ext uri="{FF2B5EF4-FFF2-40B4-BE49-F238E27FC236}">
                <a16:creationId xmlns:a16="http://schemas.microsoft.com/office/drawing/2014/main" id="{4C18A597-B263-A3A6-C456-13FDCAB8D88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135705" y="987172"/>
            <a:ext cx="4872589" cy="3035237"/>
          </a:xfrm>
          <a:prstGeom prst="rect">
            <a:avLst/>
          </a:prstGeom>
          <a:noFill/>
          <a:ln>
            <a:noFill/>
          </a:ln>
        </p:spPr>
      </p:pic>
    </p:spTree>
    <p:extLst>
      <p:ext uri="{BB962C8B-B14F-4D97-AF65-F5344CB8AC3E}">
        <p14:creationId xmlns:p14="http://schemas.microsoft.com/office/powerpoint/2010/main" val="3462596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6578E-4303-BE7D-EEC6-564D0FD51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870254-19D7-8278-AF87-1D9F5359FE52}"/>
              </a:ext>
            </a:extLst>
          </p:cNvPr>
          <p:cNvSpPr>
            <a:spLocks noGrp="1"/>
          </p:cNvSpPr>
          <p:nvPr>
            <p:ph type="title"/>
          </p:nvPr>
        </p:nvSpPr>
        <p:spPr/>
        <p:txBody>
          <a:bodyPr/>
          <a:lstStyle/>
          <a:p>
            <a:r>
              <a:rPr lang="en-US" b="1" i="0" dirty="0">
                <a:solidFill>
                  <a:srgbClr val="253644"/>
                </a:solidFill>
                <a:effectLst/>
              </a:rPr>
              <a:t>Password Attacks </a:t>
            </a:r>
            <a:r>
              <a:rPr lang="en-US" sz="2000" b="1" i="0" dirty="0">
                <a:solidFill>
                  <a:srgbClr val="253644"/>
                </a:solidFill>
                <a:effectLst/>
              </a:rPr>
              <a:t>(Slide 3 of 3)</a:t>
            </a:r>
            <a:endParaRPr lang="en-US" sz="2000" dirty="0"/>
          </a:p>
        </p:txBody>
      </p:sp>
      <p:sp>
        <p:nvSpPr>
          <p:cNvPr id="3" name="Slide Number Placeholder 2">
            <a:extLst>
              <a:ext uri="{FF2B5EF4-FFF2-40B4-BE49-F238E27FC236}">
                <a16:creationId xmlns:a16="http://schemas.microsoft.com/office/drawing/2014/main" id="{6C3F0DE7-C474-2176-E723-CCB4F7E030D9}"/>
              </a:ext>
            </a:extLst>
          </p:cNvPr>
          <p:cNvSpPr>
            <a:spLocks noGrp="1"/>
          </p:cNvSpPr>
          <p:nvPr>
            <p:ph type="sldNum" sz="quarter" idx="10"/>
          </p:nvPr>
        </p:nvSpPr>
        <p:spPr/>
        <p:txBody>
          <a:bodyPr/>
          <a:lstStyle/>
          <a:p>
            <a:fld id="{B7CF8A19-3A9E-4ABC-B336-2FDDE321C72D}" type="slidenum">
              <a:rPr lang="en-US" smtClean="0"/>
              <a:pPr/>
              <a:t>13</a:t>
            </a:fld>
            <a:endParaRPr lang="en-US" dirty="0"/>
          </a:p>
        </p:txBody>
      </p:sp>
      <p:pic>
        <p:nvPicPr>
          <p:cNvPr id="9" name="Picture 8" descr="A terminal window showing Hashcat cracking a NetNTLMv2 hash, displaying guesses, speed, and progress.">
            <a:extLst>
              <a:ext uri="{FF2B5EF4-FFF2-40B4-BE49-F238E27FC236}">
                <a16:creationId xmlns:a16="http://schemas.microsoft.com/office/drawing/2014/main" id="{378C9495-4D5F-053F-3B28-5D1ACCCA9BA6}"/>
              </a:ext>
            </a:extLst>
          </p:cNvPr>
          <p:cNvPicPr>
            <a:picLocks noChangeAspect="1"/>
          </p:cNvPicPr>
          <p:nvPr/>
        </p:nvPicPr>
        <p:blipFill>
          <a:blip r:embed="rId3"/>
          <a:stretch>
            <a:fillRect/>
          </a:stretch>
        </p:blipFill>
        <p:spPr>
          <a:xfrm>
            <a:off x="2160165" y="1308886"/>
            <a:ext cx="4823670" cy="2525728"/>
          </a:xfrm>
          <a:prstGeom prst="rect">
            <a:avLst/>
          </a:prstGeom>
          <a:ln>
            <a:solidFill>
              <a:schemeClr val="bg1">
                <a:lumMod val="85000"/>
              </a:schemeClr>
            </a:solidFill>
          </a:ln>
        </p:spPr>
      </p:pic>
    </p:spTree>
    <p:extLst>
      <p:ext uri="{BB962C8B-B14F-4D97-AF65-F5344CB8AC3E}">
        <p14:creationId xmlns:p14="http://schemas.microsoft.com/office/powerpoint/2010/main" val="1664456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D6BBD-C363-63A8-498A-8283DAA74F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200FB4B-3A0D-DD32-290A-2AED17F14FD5}"/>
              </a:ext>
            </a:extLst>
          </p:cNvPr>
          <p:cNvSpPr>
            <a:spLocks noGrp="1"/>
          </p:cNvSpPr>
          <p:nvPr>
            <p:ph type="title"/>
          </p:nvPr>
        </p:nvSpPr>
        <p:spPr/>
        <p:txBody>
          <a:bodyPr/>
          <a:lstStyle/>
          <a:p>
            <a:r>
              <a:rPr lang="en-US" b="1" i="0" dirty="0">
                <a:solidFill>
                  <a:srgbClr val="253644"/>
                </a:solidFill>
                <a:effectLst/>
              </a:rPr>
              <a:t>Cross-site Scripting Attacks</a:t>
            </a:r>
            <a:endParaRPr lang="en-US" sz="2000" dirty="0">
              <a:solidFill>
                <a:srgbClr val="253644"/>
              </a:solidFill>
            </a:endParaRPr>
          </a:p>
        </p:txBody>
      </p:sp>
      <p:sp>
        <p:nvSpPr>
          <p:cNvPr id="3" name="Content Placeholder 2">
            <a:extLst>
              <a:ext uri="{FF2B5EF4-FFF2-40B4-BE49-F238E27FC236}">
                <a16:creationId xmlns:a16="http://schemas.microsoft.com/office/drawing/2014/main" id="{A01B904E-8D64-3CE1-1BF8-448762148B0B}"/>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Exploits trust of scripts that appear to originate from website being visited</a:t>
            </a:r>
          </a:p>
          <a:p>
            <a:r>
              <a:rPr lang="en-US" dirty="0">
                <a:latin typeface="Calibri"/>
                <a:ea typeface="Calibri"/>
                <a:cs typeface="Calibri"/>
              </a:rPr>
              <a:t>Malicious script is inserted into the site and is executed by the browser, as it thinks the malicious script originated from the trusted website</a:t>
            </a:r>
          </a:p>
          <a:p>
            <a:endParaRPr lang="en-US" dirty="0">
              <a:ea typeface="Calibri"/>
            </a:endParaRPr>
          </a:p>
        </p:txBody>
      </p:sp>
      <p:sp>
        <p:nvSpPr>
          <p:cNvPr id="4" name="Slide Number Placeholder 3">
            <a:extLst>
              <a:ext uri="{FF2B5EF4-FFF2-40B4-BE49-F238E27FC236}">
                <a16:creationId xmlns:a16="http://schemas.microsoft.com/office/drawing/2014/main" id="{49E1E10B-5218-4A87-A27E-590E704E4870}"/>
              </a:ext>
            </a:extLst>
          </p:cNvPr>
          <p:cNvSpPr>
            <a:spLocks noGrp="1"/>
          </p:cNvSpPr>
          <p:nvPr>
            <p:ph type="sldNum" sz="quarter" idx="10"/>
          </p:nvPr>
        </p:nvSpPr>
        <p:spPr/>
        <p:txBody>
          <a:bodyPr/>
          <a:lstStyle/>
          <a:p>
            <a:fld id="{B7CF8A19-3A9E-4ABC-B336-2FDDE321C72D}" type="slidenum">
              <a:rPr lang="en-US" smtClean="0"/>
              <a:pPr/>
              <a:t>14</a:t>
            </a:fld>
            <a:endParaRPr lang="en-US" dirty="0"/>
          </a:p>
        </p:txBody>
      </p:sp>
    </p:spTree>
    <p:custDataLst>
      <p:tags r:id="rId1"/>
    </p:custDataLst>
    <p:extLst>
      <p:ext uri="{BB962C8B-B14F-4D97-AF65-F5344CB8AC3E}">
        <p14:creationId xmlns:p14="http://schemas.microsoft.com/office/powerpoint/2010/main" val="3472094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4BCFF-6E60-6F52-CEE7-C270DB46198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0E06934-6B6A-6B3A-B183-D48EF08B0325}"/>
              </a:ext>
            </a:extLst>
          </p:cNvPr>
          <p:cNvSpPr>
            <a:spLocks noGrp="1"/>
          </p:cNvSpPr>
          <p:nvPr>
            <p:ph type="title"/>
          </p:nvPr>
        </p:nvSpPr>
        <p:spPr/>
        <p:txBody>
          <a:bodyPr/>
          <a:lstStyle/>
          <a:p>
            <a:r>
              <a:rPr lang="en-US" b="1" i="0" dirty="0">
                <a:solidFill>
                  <a:srgbClr val="253644"/>
                </a:solidFill>
                <a:effectLst/>
              </a:rPr>
              <a:t>SQL Injection Attacks</a:t>
            </a:r>
            <a:endParaRPr lang="en-US" sz="2000" dirty="0">
              <a:solidFill>
                <a:srgbClr val="253644"/>
              </a:solidFill>
            </a:endParaRPr>
          </a:p>
        </p:txBody>
      </p:sp>
      <p:sp>
        <p:nvSpPr>
          <p:cNvPr id="3" name="Content Placeholder 2">
            <a:extLst>
              <a:ext uri="{FF2B5EF4-FFF2-40B4-BE49-F238E27FC236}">
                <a16:creationId xmlns:a16="http://schemas.microsoft.com/office/drawing/2014/main" id="{4EE51EE2-F843-F884-064A-6F32727D8152}"/>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Structured Query Language used to query database systems</a:t>
            </a:r>
          </a:p>
          <a:p>
            <a:r>
              <a:rPr lang="en-US" dirty="0">
                <a:latin typeface="Calibri"/>
                <a:ea typeface="Calibri"/>
                <a:cs typeface="Calibri"/>
              </a:rPr>
              <a:t>SELECT, INSERT, DELETE, UPDATE</a:t>
            </a:r>
            <a:endParaRPr lang="en-US" dirty="0">
              <a:ea typeface="Calibri"/>
            </a:endParaRPr>
          </a:p>
          <a:p>
            <a:r>
              <a:rPr lang="en-US" dirty="0">
                <a:latin typeface="Calibri"/>
                <a:ea typeface="Calibri"/>
                <a:cs typeface="Calibri"/>
              </a:rPr>
              <a:t>Manipulates database into an undesired operation</a:t>
            </a:r>
            <a:endParaRPr lang="en-US" dirty="0">
              <a:ea typeface="Calibri"/>
            </a:endParaRPr>
          </a:p>
          <a:p>
            <a:r>
              <a:rPr lang="en-US" dirty="0">
                <a:latin typeface="Calibri"/>
                <a:ea typeface="Calibri"/>
                <a:cs typeface="Calibri"/>
              </a:rPr>
              <a:t>Prevention</a:t>
            </a:r>
            <a:endParaRPr lang="en-US" dirty="0">
              <a:ea typeface="Calibri"/>
            </a:endParaRPr>
          </a:p>
          <a:p>
            <a:pPr lvl="1"/>
            <a:r>
              <a:rPr lang="en-US" dirty="0">
                <a:latin typeface="Calibri"/>
                <a:ea typeface="Calibri"/>
                <a:cs typeface="Calibri"/>
              </a:rPr>
              <a:t>Input validation and sanitization</a:t>
            </a:r>
            <a:endParaRPr lang="en-US" dirty="0">
              <a:ea typeface="Calibri"/>
            </a:endParaRPr>
          </a:p>
          <a:p>
            <a:pPr lvl="1"/>
            <a:r>
              <a:rPr lang="en-US" dirty="0">
                <a:latin typeface="Calibri"/>
                <a:ea typeface="Calibri"/>
                <a:cs typeface="Calibri"/>
              </a:rPr>
              <a:t>Parameterized queries</a:t>
            </a:r>
          </a:p>
          <a:p>
            <a:pPr lvl="1"/>
            <a:r>
              <a:rPr lang="en-US" dirty="0">
                <a:latin typeface="Calibri"/>
                <a:ea typeface="Calibri"/>
                <a:cs typeface="Calibri"/>
              </a:rPr>
              <a:t>Stored procedures- precompiled SQL code</a:t>
            </a:r>
            <a:endParaRPr lang="en-US" dirty="0">
              <a:ea typeface="Calibri"/>
            </a:endParaRPr>
          </a:p>
          <a:p>
            <a:pPr lvl="1"/>
            <a:endParaRPr lang="en-US" dirty="0">
              <a:ea typeface="Calibri"/>
            </a:endParaRPr>
          </a:p>
          <a:p>
            <a:endParaRPr lang="en-US" dirty="0">
              <a:ea typeface="Calibri"/>
            </a:endParaRPr>
          </a:p>
        </p:txBody>
      </p:sp>
      <p:sp>
        <p:nvSpPr>
          <p:cNvPr id="4" name="Slide Number Placeholder 3">
            <a:extLst>
              <a:ext uri="{FF2B5EF4-FFF2-40B4-BE49-F238E27FC236}">
                <a16:creationId xmlns:a16="http://schemas.microsoft.com/office/drawing/2014/main" id="{BB7508F3-B9D4-02C2-9BDE-B98E10365F28}"/>
              </a:ext>
            </a:extLst>
          </p:cNvPr>
          <p:cNvSpPr>
            <a:spLocks noGrp="1"/>
          </p:cNvSpPr>
          <p:nvPr>
            <p:ph type="sldNum" sz="quarter" idx="10"/>
          </p:nvPr>
        </p:nvSpPr>
        <p:spPr/>
        <p:txBody>
          <a:bodyPr/>
          <a:lstStyle/>
          <a:p>
            <a:fld id="{B7CF8A19-3A9E-4ABC-B336-2FDDE321C72D}" type="slidenum">
              <a:rPr lang="en-US" smtClean="0"/>
              <a:pPr/>
              <a:t>15</a:t>
            </a:fld>
            <a:endParaRPr lang="en-US" dirty="0"/>
          </a:p>
        </p:txBody>
      </p:sp>
    </p:spTree>
    <p:custDataLst>
      <p:tags r:id="rId1"/>
    </p:custDataLst>
    <p:extLst>
      <p:ext uri="{BB962C8B-B14F-4D97-AF65-F5344CB8AC3E}">
        <p14:creationId xmlns:p14="http://schemas.microsoft.com/office/powerpoint/2010/main" val="2762422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DC704-052B-C54B-A996-63931C18722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2C2B34C-E3CA-6FD2-9D6C-111DC9821A98}"/>
              </a:ext>
            </a:extLst>
          </p:cNvPr>
          <p:cNvSpPr>
            <a:spLocks noGrp="1"/>
          </p:cNvSpPr>
          <p:nvPr>
            <p:ph type="sldNum" sz="quarter" idx="13"/>
          </p:nvPr>
        </p:nvSpPr>
        <p:spPr/>
        <p:txBody>
          <a:bodyPr/>
          <a:lstStyle/>
          <a:p>
            <a:fld id="{B7CF8A19-3A9E-4ABC-B336-2FDDE321C72D}" type="slidenum">
              <a:rPr lang="en-US" smtClean="0"/>
              <a:pPr/>
              <a:t>16</a:t>
            </a:fld>
            <a:endParaRPr lang="en-US" dirty="0"/>
          </a:p>
        </p:txBody>
      </p:sp>
      <p:sp>
        <p:nvSpPr>
          <p:cNvPr id="3" name="Content Placeholder 2">
            <a:extLst>
              <a:ext uri="{FF2B5EF4-FFF2-40B4-BE49-F238E27FC236}">
                <a16:creationId xmlns:a16="http://schemas.microsoft.com/office/drawing/2014/main" id="{97B1D7C6-6A50-5E9C-3F50-A9E46AEF1132}"/>
              </a:ext>
            </a:extLst>
          </p:cNvPr>
          <p:cNvSpPr>
            <a:spLocks noGrp="1"/>
          </p:cNvSpPr>
          <p:nvPr>
            <p:ph sz="quarter" idx="14"/>
          </p:nvPr>
        </p:nvSpPr>
        <p:spPr/>
        <p:txBody>
          <a:bodyPr>
            <a:normAutofit/>
          </a:bodyPr>
          <a:lstStyle/>
          <a:p>
            <a:r>
              <a:rPr lang="en-US" dirty="0"/>
              <a:t>Lab: Respond to Social Engineering Exploits</a:t>
            </a:r>
            <a:br>
              <a:rPr lang="en-US" dirty="0"/>
            </a:br>
            <a:r>
              <a:rPr lang="en-US" sz="2000" dirty="0"/>
              <a:t>(available in CertMaster Learn and CertMaster Perform)</a:t>
            </a:r>
          </a:p>
          <a:p>
            <a:r>
              <a:rPr lang="en-US" dirty="0"/>
              <a:t>Lab: Explore SQL Injection Flaws</a:t>
            </a:r>
            <a:br>
              <a:rPr lang="en-US" sz="2000" dirty="0"/>
            </a:br>
            <a:r>
              <a:rPr lang="en-US" sz="2000" dirty="0"/>
              <a:t>(available in CertMaster Learn and CertMaster Perform)</a:t>
            </a:r>
          </a:p>
        </p:txBody>
      </p:sp>
    </p:spTree>
    <p:custDataLst>
      <p:tags r:id="rId1"/>
    </p:custDataLst>
    <p:extLst>
      <p:ext uri="{BB962C8B-B14F-4D97-AF65-F5344CB8AC3E}">
        <p14:creationId xmlns:p14="http://schemas.microsoft.com/office/powerpoint/2010/main" val="11695237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05FF38-6BD6-38E2-A21F-D565CE8948E1}"/>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Vulnerabilities</a:t>
            </a:r>
          </a:p>
          <a:p>
            <a:r>
              <a:rPr lang="en-US" dirty="0"/>
              <a:t>Social Engineering</a:t>
            </a:r>
          </a:p>
          <a:p>
            <a:r>
              <a:rPr lang="en-US" dirty="0"/>
              <a:t>Phishing and Evil Twins</a:t>
            </a:r>
          </a:p>
          <a:p>
            <a:r>
              <a:rPr lang="en-US" dirty="0"/>
              <a:t>Threat Types</a:t>
            </a:r>
          </a:p>
          <a:p>
            <a:r>
              <a:rPr lang="en-US" dirty="0"/>
              <a:t>Password Attacks</a:t>
            </a:r>
          </a:p>
          <a:p>
            <a:r>
              <a:rPr lang="en-US" dirty="0"/>
              <a:t>Cross-site Scripting Attacks</a:t>
            </a:r>
          </a:p>
          <a:p>
            <a:r>
              <a:rPr lang="en-US" dirty="0"/>
              <a:t>SQL Injection Attacks</a:t>
            </a:r>
          </a:p>
        </p:txBody>
      </p:sp>
      <p:sp>
        <p:nvSpPr>
          <p:cNvPr id="3" name="Title 2">
            <a:extLst>
              <a:ext uri="{FF2B5EF4-FFF2-40B4-BE49-F238E27FC236}">
                <a16:creationId xmlns:a16="http://schemas.microsoft.com/office/drawing/2014/main" id="{39300C6D-BC0D-637A-EE53-7959660BA3DB}"/>
              </a:ext>
            </a:extLst>
          </p:cNvPr>
          <p:cNvSpPr>
            <a:spLocks noGrp="1"/>
          </p:cNvSpPr>
          <p:nvPr>
            <p:ph type="title"/>
          </p:nvPr>
        </p:nvSpPr>
        <p:spPr/>
        <p:txBody>
          <a:bodyPr/>
          <a:lstStyle/>
          <a:p>
            <a:r>
              <a:rPr lang="en-US" dirty="0"/>
              <a:t>Attacks, Threats, and Vulnerabilities</a:t>
            </a:r>
          </a:p>
        </p:txBody>
      </p:sp>
      <p:sp>
        <p:nvSpPr>
          <p:cNvPr id="4" name="Slide Number Placeholder 3">
            <a:extLst>
              <a:ext uri="{FF2B5EF4-FFF2-40B4-BE49-F238E27FC236}">
                <a16:creationId xmlns:a16="http://schemas.microsoft.com/office/drawing/2014/main" id="{D5165A82-C785-4841-4A6F-B52692AEAA9A}"/>
              </a:ext>
            </a:extLst>
          </p:cNvPr>
          <p:cNvSpPr>
            <a:spLocks noGrp="1"/>
          </p:cNvSpPr>
          <p:nvPr>
            <p:ph type="sldNum" sz="quarter" idx="12"/>
          </p:nvPr>
        </p:nvSpPr>
        <p:spPr/>
        <p:txBody>
          <a:bodyPr/>
          <a:lstStyle/>
          <a:p>
            <a:fld id="{B7CF8A19-3A9E-4ABC-B336-2FDDE321C72D}" type="slidenum">
              <a:rPr lang="en-US" smtClean="0"/>
              <a:pPr/>
              <a:t>17</a:t>
            </a:fld>
            <a:endParaRPr lang="en-US" dirty="0"/>
          </a:p>
        </p:txBody>
      </p:sp>
    </p:spTree>
    <p:custDataLst>
      <p:tags r:id="rId1"/>
    </p:custDataLst>
    <p:extLst>
      <p:ext uri="{BB962C8B-B14F-4D97-AF65-F5344CB8AC3E}">
        <p14:creationId xmlns:p14="http://schemas.microsoft.com/office/powerpoint/2010/main" val="1878458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0C41F-A5C9-C572-B03F-067825DC5C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30521E-1914-68F8-1976-F11F2B96AA83}"/>
              </a:ext>
            </a:extLst>
          </p:cNvPr>
          <p:cNvSpPr>
            <a:spLocks noGrp="1"/>
          </p:cNvSpPr>
          <p:nvPr>
            <p:ph type="ctrTitle"/>
          </p:nvPr>
        </p:nvSpPr>
        <p:spPr/>
        <p:txBody>
          <a:bodyPr/>
          <a:lstStyle/>
          <a:p>
            <a:r>
              <a:rPr lang="en-US" dirty="0"/>
              <a:t>Wireless Security Protocols</a:t>
            </a:r>
          </a:p>
        </p:txBody>
      </p:sp>
      <p:sp>
        <p:nvSpPr>
          <p:cNvPr id="3" name="Subtitle 2">
            <a:extLst>
              <a:ext uri="{FF2B5EF4-FFF2-40B4-BE49-F238E27FC236}">
                <a16:creationId xmlns:a16="http://schemas.microsoft.com/office/drawing/2014/main" id="{59445AF6-5F6C-BC38-60CF-3F6245CB4D2E}"/>
              </a:ext>
            </a:extLst>
          </p:cNvPr>
          <p:cNvSpPr>
            <a:spLocks noGrp="1"/>
          </p:cNvSpPr>
          <p:nvPr>
            <p:ph type="subTitle" idx="1"/>
          </p:nvPr>
        </p:nvSpPr>
        <p:spPr/>
        <p:txBody>
          <a:bodyPr/>
          <a:lstStyle/>
          <a:p>
            <a:r>
              <a:rPr lang="en-US" dirty="0"/>
              <a:t>Lesson 18.2</a:t>
            </a:r>
          </a:p>
        </p:txBody>
      </p:sp>
      <p:sp>
        <p:nvSpPr>
          <p:cNvPr id="4" name="Slide Number Placeholder 3">
            <a:extLst>
              <a:ext uri="{FF2B5EF4-FFF2-40B4-BE49-F238E27FC236}">
                <a16:creationId xmlns:a16="http://schemas.microsoft.com/office/drawing/2014/main" id="{8F5ACDD8-4836-6B68-6390-624D82851D7A}"/>
              </a:ext>
            </a:extLst>
          </p:cNvPr>
          <p:cNvSpPr>
            <a:spLocks noGrp="1"/>
          </p:cNvSpPr>
          <p:nvPr>
            <p:ph type="sldNum" sz="quarter" idx="10"/>
          </p:nvPr>
        </p:nvSpPr>
        <p:spPr/>
        <p:txBody>
          <a:bodyPr/>
          <a:lstStyle/>
          <a:p>
            <a:fld id="{B7CF8A19-3A9E-4ABC-B336-2FDDE321C72D}" type="slidenum">
              <a:rPr lang="en-US" smtClean="0"/>
              <a:pPr/>
              <a:t>18</a:t>
            </a:fld>
            <a:endParaRPr lang="en-US" dirty="0"/>
          </a:p>
        </p:txBody>
      </p:sp>
    </p:spTree>
    <p:custDataLst>
      <p:tags r:id="rId1"/>
    </p:custDataLst>
    <p:extLst>
      <p:ext uri="{BB962C8B-B14F-4D97-AF65-F5344CB8AC3E}">
        <p14:creationId xmlns:p14="http://schemas.microsoft.com/office/powerpoint/2010/main" val="1686946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064D9-DDF0-5548-2F50-3DBB9207071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B5E035A6-F406-9D56-70DB-AA20FB723C6E}"/>
              </a:ext>
            </a:extLst>
          </p:cNvPr>
          <p:cNvSpPr>
            <a:spLocks noGrp="1"/>
          </p:cNvSpPr>
          <p:nvPr>
            <p:ph type="title"/>
          </p:nvPr>
        </p:nvSpPr>
        <p:spPr/>
        <p:txBody>
          <a:bodyPr/>
          <a:lstStyle/>
          <a:p>
            <a:r>
              <a:rPr lang="en-US" b="1" i="0" dirty="0">
                <a:solidFill>
                  <a:srgbClr val="253644"/>
                </a:solidFill>
                <a:effectLst/>
              </a:rPr>
              <a:t>Wi-Fi Protected Access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8BE8D574-67F5-4E16-5BD1-2DB5FF1EDD9E}"/>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TKIP- Temporal Key Integrity Protocol</a:t>
            </a:r>
          </a:p>
          <a:p>
            <a:pPr lvl="1"/>
            <a:r>
              <a:rPr lang="en-US" dirty="0">
                <a:latin typeface="Calibri"/>
                <a:ea typeface="Calibri"/>
                <a:cs typeface="Calibri"/>
              </a:rPr>
              <a:t>RC4 encryption of traffic; replaced by AES in WPA2</a:t>
            </a:r>
          </a:p>
          <a:p>
            <a:r>
              <a:rPr lang="en-US" dirty="0">
                <a:latin typeface="Calibri"/>
                <a:ea typeface="Calibri"/>
                <a:cs typeface="Calibri"/>
              </a:rPr>
              <a:t>AES- Advanced Encryption Standard</a:t>
            </a:r>
          </a:p>
          <a:p>
            <a:pPr lvl="1"/>
            <a:r>
              <a:rPr lang="en-US" dirty="0">
                <a:latin typeface="Calibri"/>
                <a:ea typeface="Calibri"/>
                <a:cs typeface="Calibri"/>
              </a:rPr>
              <a:t>Symmetric encryption algorithm</a:t>
            </a:r>
          </a:p>
          <a:p>
            <a:r>
              <a:rPr lang="en-US" dirty="0">
                <a:latin typeface="Calibri"/>
                <a:ea typeface="Calibri"/>
                <a:cs typeface="Calibri"/>
              </a:rPr>
              <a:t>WPA2-</a:t>
            </a:r>
          </a:p>
          <a:p>
            <a:pPr lvl="1"/>
            <a:r>
              <a:rPr lang="en-US" dirty="0">
                <a:latin typeface="Calibri"/>
                <a:ea typeface="Calibri"/>
                <a:cs typeface="Calibri"/>
              </a:rPr>
              <a:t>Uses AES vice RC4; CCMP replaced TKIP</a:t>
            </a:r>
          </a:p>
          <a:p>
            <a:r>
              <a:rPr lang="en-US" dirty="0">
                <a:latin typeface="Calibri"/>
                <a:ea typeface="Calibri"/>
                <a:cs typeface="Calibri"/>
              </a:rPr>
              <a:t>WPA3</a:t>
            </a:r>
          </a:p>
          <a:p>
            <a:pPr lvl="1"/>
            <a:r>
              <a:rPr lang="en-US" dirty="0">
                <a:latin typeface="Calibri"/>
                <a:ea typeface="Calibri"/>
                <a:cs typeface="Calibri"/>
              </a:rPr>
              <a:t>SAE authentication</a:t>
            </a:r>
          </a:p>
          <a:p>
            <a:pPr lvl="1"/>
            <a:r>
              <a:rPr lang="en-US" dirty="0">
                <a:latin typeface="Calibri"/>
                <a:ea typeface="Calibri"/>
                <a:cs typeface="Calibri"/>
              </a:rPr>
              <a:t>AES CCMP replaced by AES GCMP encryption</a:t>
            </a:r>
          </a:p>
        </p:txBody>
      </p:sp>
      <p:sp>
        <p:nvSpPr>
          <p:cNvPr id="4" name="Slide Number Placeholder 3">
            <a:extLst>
              <a:ext uri="{FF2B5EF4-FFF2-40B4-BE49-F238E27FC236}">
                <a16:creationId xmlns:a16="http://schemas.microsoft.com/office/drawing/2014/main" id="{B64057AE-8D40-894E-2708-B42FADB6DEF3}"/>
              </a:ext>
            </a:extLst>
          </p:cNvPr>
          <p:cNvSpPr>
            <a:spLocks noGrp="1"/>
          </p:cNvSpPr>
          <p:nvPr>
            <p:ph type="sldNum" sz="quarter" idx="10"/>
          </p:nvPr>
        </p:nvSpPr>
        <p:spPr/>
        <p:txBody>
          <a:bodyPr/>
          <a:lstStyle/>
          <a:p>
            <a:fld id="{B7CF8A19-3A9E-4ABC-B336-2FDDE321C72D}" type="slidenum">
              <a:rPr lang="en-US" smtClean="0"/>
              <a:pPr/>
              <a:t>19</a:t>
            </a:fld>
            <a:endParaRPr lang="en-US" dirty="0"/>
          </a:p>
        </p:txBody>
      </p:sp>
    </p:spTree>
    <p:custDataLst>
      <p:tags r:id="rId1"/>
    </p:custDataLst>
    <p:extLst>
      <p:ext uri="{BB962C8B-B14F-4D97-AF65-F5344CB8AC3E}">
        <p14:creationId xmlns:p14="http://schemas.microsoft.com/office/powerpoint/2010/main" val="57776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94738-99E2-4E29-1D85-DF6C5AE5A6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D4E3ED-247C-C8AA-ABCB-0059F1BDDA35}"/>
              </a:ext>
            </a:extLst>
          </p:cNvPr>
          <p:cNvSpPr>
            <a:spLocks noGrp="1"/>
          </p:cNvSpPr>
          <p:nvPr>
            <p:ph type="title"/>
          </p:nvPr>
        </p:nvSpPr>
        <p:spPr/>
        <p:txBody>
          <a:bodyPr/>
          <a:lstStyle/>
          <a:p>
            <a:r>
              <a:rPr lang="en-US" b="1" i="0" dirty="0">
                <a:solidFill>
                  <a:srgbClr val="253644"/>
                </a:solidFill>
                <a:effectLst/>
              </a:rPr>
              <a:t>Wi-Fi Protected Access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FC9D7070-2D7C-D8CE-0235-85E1AF7771B9}"/>
              </a:ext>
            </a:extLst>
          </p:cNvPr>
          <p:cNvSpPr>
            <a:spLocks noGrp="1"/>
          </p:cNvSpPr>
          <p:nvPr>
            <p:ph type="sldNum" sz="quarter" idx="10"/>
          </p:nvPr>
        </p:nvSpPr>
        <p:spPr/>
        <p:txBody>
          <a:bodyPr/>
          <a:lstStyle/>
          <a:p>
            <a:fld id="{B7CF8A19-3A9E-4ABC-B336-2FDDE321C72D}" type="slidenum">
              <a:rPr lang="en-US" smtClean="0"/>
              <a:pPr/>
              <a:t>20</a:t>
            </a:fld>
            <a:endParaRPr lang="en-US" dirty="0"/>
          </a:p>
        </p:txBody>
      </p:sp>
      <p:pic>
        <p:nvPicPr>
          <p:cNvPr id="5" name="Picture 4" descr="A router configuration page with S S I D, security type, password, and channel settings for both 2.4 giga hertz and 5 giga hertz bands.">
            <a:extLst>
              <a:ext uri="{FF2B5EF4-FFF2-40B4-BE49-F238E27FC236}">
                <a16:creationId xmlns:a16="http://schemas.microsoft.com/office/drawing/2014/main" id="{FBEDADCB-EEB2-34AE-3418-36B0EB96438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034774" y="732091"/>
            <a:ext cx="3074451" cy="4153599"/>
          </a:xfrm>
          <a:prstGeom prst="rect">
            <a:avLst/>
          </a:prstGeom>
          <a:ln>
            <a:solidFill>
              <a:schemeClr val="bg1">
                <a:lumMod val="85000"/>
              </a:schemeClr>
            </a:solidFill>
          </a:ln>
        </p:spPr>
      </p:pic>
      <p:sp>
        <p:nvSpPr>
          <p:cNvPr id="7" name="Content Placeholder 11">
            <a:extLst>
              <a:ext uri="{FF2B5EF4-FFF2-40B4-BE49-F238E27FC236}">
                <a16:creationId xmlns:a16="http://schemas.microsoft.com/office/drawing/2014/main" id="{5B46714E-A33B-FE75-A863-A6FEDBE082D4}"/>
              </a:ext>
            </a:extLst>
          </p:cNvPr>
          <p:cNvSpPr txBox="1">
            <a:spLocks/>
          </p:cNvSpPr>
          <p:nvPr/>
        </p:nvSpPr>
        <p:spPr>
          <a:xfrm>
            <a:off x="3034774" y="4885690"/>
            <a:ext cx="3074452"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TP-Link.</a:t>
            </a:r>
          </a:p>
        </p:txBody>
      </p:sp>
    </p:spTree>
    <p:extLst>
      <p:ext uri="{BB962C8B-B14F-4D97-AF65-F5344CB8AC3E}">
        <p14:creationId xmlns:p14="http://schemas.microsoft.com/office/powerpoint/2010/main" val="1961792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F8A9B-B030-A041-6973-CD52CA43306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16F049D-B6CC-2EFD-4824-FB481785FE91}"/>
              </a:ext>
            </a:extLst>
          </p:cNvPr>
          <p:cNvSpPr>
            <a:spLocks noGrp="1"/>
          </p:cNvSpPr>
          <p:nvPr>
            <p:ph type="title"/>
          </p:nvPr>
        </p:nvSpPr>
        <p:spPr/>
        <p:txBody>
          <a:bodyPr/>
          <a:lstStyle/>
          <a:p>
            <a:r>
              <a:rPr lang="en-US" b="1" i="0" dirty="0">
                <a:solidFill>
                  <a:srgbClr val="253644"/>
                </a:solidFill>
                <a:effectLst/>
              </a:rPr>
              <a:t>Wi-Fi Authentication Methods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EF90602C-E698-14FB-8233-AEA344742D0F}"/>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WPA2 pre-shared key (PSK)</a:t>
            </a:r>
          </a:p>
          <a:p>
            <a:pPr lvl="1"/>
            <a:r>
              <a:rPr lang="en-US" dirty="0">
                <a:latin typeface="Calibri"/>
                <a:ea typeface="Calibri"/>
                <a:cs typeface="Calibri"/>
              </a:rPr>
              <a:t>Passphrase is used to securely join network</a:t>
            </a:r>
            <a:endParaRPr lang="en-US" dirty="0">
              <a:ea typeface="Calibri"/>
            </a:endParaRPr>
          </a:p>
          <a:p>
            <a:r>
              <a:rPr lang="en-US" dirty="0">
                <a:latin typeface="Calibri"/>
                <a:ea typeface="Calibri"/>
                <a:cs typeface="Calibri"/>
              </a:rPr>
              <a:t>WPA3 personal</a:t>
            </a:r>
          </a:p>
          <a:p>
            <a:pPr lvl="1"/>
            <a:r>
              <a:rPr lang="en-US" dirty="0">
                <a:latin typeface="Calibri"/>
                <a:ea typeface="Calibri"/>
                <a:cs typeface="Calibri"/>
              </a:rPr>
              <a:t>Passphrase is still used</a:t>
            </a:r>
          </a:p>
          <a:p>
            <a:pPr lvl="1"/>
            <a:r>
              <a:rPr lang="en-US" dirty="0">
                <a:latin typeface="Calibri"/>
                <a:ea typeface="Calibri"/>
                <a:cs typeface="Calibri"/>
              </a:rPr>
              <a:t>Perfect forward secrecy</a:t>
            </a:r>
          </a:p>
          <a:p>
            <a:pPr lvl="2">
              <a:buFont typeface="Wingdings" panose="020B0604020202020204" pitchFamily="34" charset="0"/>
              <a:buChar char="§"/>
            </a:pPr>
            <a:r>
              <a:rPr lang="en-US" dirty="0">
                <a:latin typeface="Calibri"/>
                <a:ea typeface="Calibri"/>
                <a:cs typeface="Calibri"/>
              </a:rPr>
              <a:t>Compromised keys cannot be used to crack previously encrypted traffic as keys change with every transmission</a:t>
            </a:r>
            <a:endParaRPr lang="en-US" dirty="0">
              <a:ea typeface="Calibri"/>
            </a:endParaRPr>
          </a:p>
        </p:txBody>
      </p:sp>
      <p:sp>
        <p:nvSpPr>
          <p:cNvPr id="4" name="Slide Number Placeholder 3">
            <a:extLst>
              <a:ext uri="{FF2B5EF4-FFF2-40B4-BE49-F238E27FC236}">
                <a16:creationId xmlns:a16="http://schemas.microsoft.com/office/drawing/2014/main" id="{0E39A62C-04FB-5B4C-558B-5D846323F549}"/>
              </a:ext>
            </a:extLst>
          </p:cNvPr>
          <p:cNvSpPr>
            <a:spLocks noGrp="1"/>
          </p:cNvSpPr>
          <p:nvPr>
            <p:ph type="sldNum" sz="quarter" idx="10"/>
          </p:nvPr>
        </p:nvSpPr>
        <p:spPr/>
        <p:txBody>
          <a:bodyPr/>
          <a:lstStyle/>
          <a:p>
            <a:fld id="{B7CF8A19-3A9E-4ABC-B336-2FDDE321C72D}" type="slidenum">
              <a:rPr lang="en-US" smtClean="0"/>
              <a:pPr/>
              <a:t>21</a:t>
            </a:fld>
            <a:endParaRPr lang="en-US" dirty="0"/>
          </a:p>
        </p:txBody>
      </p:sp>
    </p:spTree>
    <p:custDataLst>
      <p:tags r:id="rId1"/>
    </p:custDataLst>
    <p:extLst>
      <p:ext uri="{BB962C8B-B14F-4D97-AF65-F5344CB8AC3E}">
        <p14:creationId xmlns:p14="http://schemas.microsoft.com/office/powerpoint/2010/main" val="253043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CDFD1-98C5-67E5-5E77-B53A4FAA03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E0C14-AE28-6FEA-51DC-E0235AB5870B}"/>
              </a:ext>
            </a:extLst>
          </p:cNvPr>
          <p:cNvSpPr>
            <a:spLocks noGrp="1"/>
          </p:cNvSpPr>
          <p:nvPr>
            <p:ph type="title"/>
          </p:nvPr>
        </p:nvSpPr>
        <p:spPr/>
        <p:txBody>
          <a:bodyPr/>
          <a:lstStyle/>
          <a:p>
            <a:r>
              <a:rPr lang="en-US" b="1" i="0" dirty="0">
                <a:solidFill>
                  <a:srgbClr val="253644"/>
                </a:solidFill>
                <a:effectLst/>
              </a:rPr>
              <a:t>Wi-Fi Authentication Methods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4DDF61A6-EF5E-9E70-CF7F-3BC6E907B84A}"/>
              </a:ext>
            </a:extLst>
          </p:cNvPr>
          <p:cNvSpPr>
            <a:spLocks noGrp="1"/>
          </p:cNvSpPr>
          <p:nvPr>
            <p:ph type="sldNum" sz="quarter" idx="10"/>
          </p:nvPr>
        </p:nvSpPr>
        <p:spPr/>
        <p:txBody>
          <a:bodyPr/>
          <a:lstStyle/>
          <a:p>
            <a:fld id="{B7CF8A19-3A9E-4ABC-B336-2FDDE321C72D}" type="slidenum">
              <a:rPr lang="en-US" smtClean="0"/>
              <a:pPr/>
              <a:t>22</a:t>
            </a:fld>
            <a:endParaRPr lang="en-US" dirty="0"/>
          </a:p>
        </p:txBody>
      </p:sp>
      <p:sp>
        <p:nvSpPr>
          <p:cNvPr id="7" name="Content Placeholder 11">
            <a:extLst>
              <a:ext uri="{FF2B5EF4-FFF2-40B4-BE49-F238E27FC236}">
                <a16:creationId xmlns:a16="http://schemas.microsoft.com/office/drawing/2014/main" id="{CAADDF1D-CFC0-93C9-E0B3-1C2EB36EF587}"/>
              </a:ext>
            </a:extLst>
          </p:cNvPr>
          <p:cNvSpPr txBox="1">
            <a:spLocks/>
          </p:cNvSpPr>
          <p:nvPr/>
        </p:nvSpPr>
        <p:spPr>
          <a:xfrm>
            <a:off x="1512426" y="3349250"/>
            <a:ext cx="6161320"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Image © 123RF.com</a:t>
            </a:r>
          </a:p>
        </p:txBody>
      </p:sp>
      <p:pic>
        <p:nvPicPr>
          <p:cNvPr id="6" name="Picture 5" descr="A diagram illustrating a Wi-Fi 4-way handshake process between a router and a laptop, showing encryption exchanges.">
            <a:extLst>
              <a:ext uri="{FF2B5EF4-FFF2-40B4-BE49-F238E27FC236}">
                <a16:creationId xmlns:a16="http://schemas.microsoft.com/office/drawing/2014/main" id="{565137A5-4C4E-5423-500E-1D50FA0C6A1D}"/>
              </a:ext>
            </a:extLst>
          </p:cNvPr>
          <p:cNvPicPr>
            <a:picLocks noChangeAspect="1"/>
          </p:cNvPicPr>
          <p:nvPr/>
        </p:nvPicPr>
        <p:blipFill>
          <a:blip r:embed="rId3"/>
          <a:stretch>
            <a:fillRect/>
          </a:stretch>
        </p:blipFill>
        <p:spPr>
          <a:xfrm>
            <a:off x="1512425" y="1805936"/>
            <a:ext cx="6161321" cy="1531628"/>
          </a:xfrm>
          <a:prstGeom prst="rect">
            <a:avLst/>
          </a:prstGeom>
          <a:ln>
            <a:noFill/>
          </a:ln>
        </p:spPr>
      </p:pic>
    </p:spTree>
    <p:extLst>
      <p:ext uri="{BB962C8B-B14F-4D97-AF65-F5344CB8AC3E}">
        <p14:creationId xmlns:p14="http://schemas.microsoft.com/office/powerpoint/2010/main" val="13286761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06677-7294-9742-1219-4A443A7866B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96F3E95-627A-FA9C-DB15-AD2E8DA651A7}"/>
              </a:ext>
            </a:extLst>
          </p:cNvPr>
          <p:cNvSpPr>
            <a:spLocks noGrp="1"/>
          </p:cNvSpPr>
          <p:nvPr>
            <p:ph type="title"/>
          </p:nvPr>
        </p:nvSpPr>
        <p:spPr/>
        <p:txBody>
          <a:bodyPr/>
          <a:lstStyle/>
          <a:p>
            <a:r>
              <a:rPr lang="en-US" b="1" i="0" dirty="0">
                <a:solidFill>
                  <a:srgbClr val="253644"/>
                </a:solidFill>
                <a:effectLst/>
              </a:rPr>
              <a:t>Enterprise Authentication Protocols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90B9F50E-4F38-3D2C-3EEF-29C1C6D33F32}"/>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ENT or Enterprise</a:t>
            </a:r>
          </a:p>
          <a:p>
            <a:r>
              <a:rPr lang="en-US" dirty="0">
                <a:latin typeface="Calibri"/>
                <a:ea typeface="Calibri"/>
                <a:cs typeface="Calibri"/>
              </a:rPr>
              <a:t>Uses IEEE 802.1x Extensible Authentication Protocol (EAP)</a:t>
            </a:r>
          </a:p>
          <a:p>
            <a:r>
              <a:rPr lang="en-US" dirty="0">
                <a:latin typeface="Calibri"/>
                <a:ea typeface="Calibri"/>
                <a:cs typeface="Calibri"/>
              </a:rPr>
              <a:t>AAA server can be used to authenticate users or devices before allowing connection to network</a:t>
            </a:r>
            <a:endParaRPr lang="en-US" dirty="0">
              <a:ea typeface="Calibri"/>
            </a:endParaRPr>
          </a:p>
          <a:p>
            <a:r>
              <a:rPr lang="en-US" dirty="0">
                <a:latin typeface="Calibri"/>
                <a:ea typeface="Calibri"/>
                <a:cs typeface="Calibri"/>
              </a:rPr>
              <a:t>RADIUS and TACACS+ are popular solutions</a:t>
            </a:r>
            <a:endParaRPr lang="en-US" dirty="0">
              <a:ea typeface="Calibri"/>
            </a:endParaRPr>
          </a:p>
          <a:p>
            <a:r>
              <a:rPr lang="en-US" dirty="0">
                <a:latin typeface="Calibri"/>
                <a:ea typeface="Calibri"/>
                <a:cs typeface="Calibri"/>
              </a:rPr>
              <a:t>Multifactor authentication can also be implemented</a:t>
            </a:r>
            <a:endParaRPr lang="en-US" dirty="0">
              <a:ea typeface="Calibri"/>
            </a:endParaRPr>
          </a:p>
          <a:p>
            <a:endParaRPr lang="en-US" dirty="0">
              <a:ea typeface="Calibri"/>
            </a:endParaRPr>
          </a:p>
        </p:txBody>
      </p:sp>
      <p:sp>
        <p:nvSpPr>
          <p:cNvPr id="4" name="Slide Number Placeholder 3">
            <a:extLst>
              <a:ext uri="{FF2B5EF4-FFF2-40B4-BE49-F238E27FC236}">
                <a16:creationId xmlns:a16="http://schemas.microsoft.com/office/drawing/2014/main" id="{153FCCE6-ED66-6824-B1BE-CF011383C693}"/>
              </a:ext>
            </a:extLst>
          </p:cNvPr>
          <p:cNvSpPr>
            <a:spLocks noGrp="1"/>
          </p:cNvSpPr>
          <p:nvPr>
            <p:ph type="sldNum" sz="quarter" idx="10"/>
          </p:nvPr>
        </p:nvSpPr>
        <p:spPr/>
        <p:txBody>
          <a:bodyPr/>
          <a:lstStyle/>
          <a:p>
            <a:fld id="{B7CF8A19-3A9E-4ABC-B336-2FDDE321C72D}" type="slidenum">
              <a:rPr lang="en-US" smtClean="0"/>
              <a:pPr/>
              <a:t>23</a:t>
            </a:fld>
            <a:endParaRPr lang="en-US" dirty="0"/>
          </a:p>
        </p:txBody>
      </p:sp>
    </p:spTree>
    <p:custDataLst>
      <p:tags r:id="rId1"/>
    </p:custDataLst>
    <p:extLst>
      <p:ext uri="{BB962C8B-B14F-4D97-AF65-F5344CB8AC3E}">
        <p14:creationId xmlns:p14="http://schemas.microsoft.com/office/powerpoint/2010/main" val="24101651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162DF-852F-02B5-2D9B-AF2AF5AE5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D84D40-F2EC-0C4A-2FB4-519B86EBCD8C}"/>
              </a:ext>
            </a:extLst>
          </p:cNvPr>
          <p:cNvSpPr>
            <a:spLocks noGrp="1"/>
          </p:cNvSpPr>
          <p:nvPr>
            <p:ph type="title"/>
          </p:nvPr>
        </p:nvSpPr>
        <p:spPr/>
        <p:txBody>
          <a:bodyPr/>
          <a:lstStyle/>
          <a:p>
            <a:r>
              <a:rPr lang="en-US" b="1" i="0" dirty="0">
                <a:solidFill>
                  <a:srgbClr val="253644"/>
                </a:solidFill>
                <a:effectLst/>
              </a:rPr>
              <a:t>Enterprise Authentication Protocols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71531D38-7192-9627-4EFE-D0BCA9425F69}"/>
              </a:ext>
            </a:extLst>
          </p:cNvPr>
          <p:cNvSpPr>
            <a:spLocks noGrp="1"/>
          </p:cNvSpPr>
          <p:nvPr>
            <p:ph type="sldNum" sz="quarter" idx="10"/>
          </p:nvPr>
        </p:nvSpPr>
        <p:spPr/>
        <p:txBody>
          <a:bodyPr/>
          <a:lstStyle/>
          <a:p>
            <a:fld id="{B7CF8A19-3A9E-4ABC-B336-2FDDE321C72D}" type="slidenum">
              <a:rPr lang="en-US" smtClean="0"/>
              <a:pPr/>
              <a:t>24</a:t>
            </a:fld>
            <a:endParaRPr lang="en-US" dirty="0"/>
          </a:p>
        </p:txBody>
      </p:sp>
      <p:sp>
        <p:nvSpPr>
          <p:cNvPr id="7" name="Content Placeholder 11">
            <a:extLst>
              <a:ext uri="{FF2B5EF4-FFF2-40B4-BE49-F238E27FC236}">
                <a16:creationId xmlns:a16="http://schemas.microsoft.com/office/drawing/2014/main" id="{9977AB91-1B68-C49A-CDD2-7298F0DF18D8}"/>
              </a:ext>
            </a:extLst>
          </p:cNvPr>
          <p:cNvSpPr txBox="1">
            <a:spLocks/>
          </p:cNvSpPr>
          <p:nvPr/>
        </p:nvSpPr>
        <p:spPr>
          <a:xfrm>
            <a:off x="1646771" y="4885690"/>
            <a:ext cx="5850455"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Microsoft.</a:t>
            </a:r>
          </a:p>
        </p:txBody>
      </p:sp>
      <p:pic>
        <p:nvPicPr>
          <p:cNvPr id="5" name="Picture 4" descr="A Windows Network Policy Server window configuring an authentication method using a smart card or certificate.">
            <a:extLst>
              <a:ext uri="{FF2B5EF4-FFF2-40B4-BE49-F238E27FC236}">
                <a16:creationId xmlns:a16="http://schemas.microsoft.com/office/drawing/2014/main" id="{0F0F7DBC-DDFF-ED2C-AFC9-8AC7ADC6CE7D}"/>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646771" y="737809"/>
            <a:ext cx="5850455" cy="4147881"/>
          </a:xfrm>
          <a:prstGeom prst="rect">
            <a:avLst/>
          </a:prstGeom>
          <a:ln>
            <a:noFill/>
          </a:ln>
        </p:spPr>
      </p:pic>
    </p:spTree>
    <p:extLst>
      <p:ext uri="{BB962C8B-B14F-4D97-AF65-F5344CB8AC3E}">
        <p14:creationId xmlns:p14="http://schemas.microsoft.com/office/powerpoint/2010/main" val="15089885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625D6-11C6-2AB1-5799-C13DA2C76F70}"/>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B9B593D-5AAA-0C17-7E43-28B4AE96621F}"/>
              </a:ext>
            </a:extLst>
          </p:cNvPr>
          <p:cNvSpPr>
            <a:spLocks noGrp="1"/>
          </p:cNvSpPr>
          <p:nvPr>
            <p:ph type="title"/>
          </p:nvPr>
        </p:nvSpPr>
        <p:spPr/>
        <p:txBody>
          <a:bodyPr/>
          <a:lstStyle/>
          <a:p>
            <a:r>
              <a:rPr lang="en-US" b="1" i="0" dirty="0">
                <a:solidFill>
                  <a:srgbClr val="253644"/>
                </a:solidFill>
                <a:effectLst/>
              </a:rPr>
              <a:t>RADIUS, TACACS+, and Kerberos</a:t>
            </a:r>
            <a:endParaRPr lang="en-US" sz="2000" dirty="0">
              <a:solidFill>
                <a:srgbClr val="253644"/>
              </a:solidFill>
            </a:endParaRPr>
          </a:p>
        </p:txBody>
      </p:sp>
      <p:sp>
        <p:nvSpPr>
          <p:cNvPr id="3" name="Content Placeholder 2">
            <a:extLst>
              <a:ext uri="{FF2B5EF4-FFF2-40B4-BE49-F238E27FC236}">
                <a16:creationId xmlns:a16="http://schemas.microsoft.com/office/drawing/2014/main" id="{0FC0DD0D-DD7A-2005-9E07-D1559E9FF3CD}"/>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Remote Access Dial In User Service</a:t>
            </a:r>
            <a:endParaRPr lang="en-US" dirty="0">
              <a:ea typeface="Calibri"/>
            </a:endParaRPr>
          </a:p>
          <a:p>
            <a:pPr lvl="1"/>
            <a:r>
              <a:rPr lang="en-US" dirty="0">
                <a:latin typeface="Calibri"/>
                <a:ea typeface="Calibri"/>
                <a:cs typeface="Calibri"/>
              </a:rPr>
              <a:t>Uses UDP port 1812 to forward user credentials to server for authentication</a:t>
            </a:r>
          </a:p>
          <a:p>
            <a:r>
              <a:rPr lang="en-US" dirty="0">
                <a:latin typeface="Calibri"/>
                <a:ea typeface="Calibri"/>
                <a:cs typeface="Calibri"/>
              </a:rPr>
              <a:t>Terminal Access Controller Access Control System Plus</a:t>
            </a:r>
            <a:endParaRPr lang="en-US" dirty="0">
              <a:ea typeface="Calibri"/>
            </a:endParaRPr>
          </a:p>
          <a:p>
            <a:pPr lvl="1"/>
            <a:r>
              <a:rPr lang="en-US" dirty="0">
                <a:latin typeface="Calibri"/>
                <a:ea typeface="Calibri"/>
                <a:cs typeface="Calibri"/>
              </a:rPr>
              <a:t>Uses TCP port 49 to authenticate users</a:t>
            </a:r>
          </a:p>
          <a:p>
            <a:pPr lvl="1"/>
            <a:r>
              <a:rPr lang="en-US" dirty="0">
                <a:latin typeface="Calibri"/>
                <a:ea typeface="Calibri"/>
                <a:cs typeface="Calibri"/>
              </a:rPr>
              <a:t>Primarily used for device remote access authentication</a:t>
            </a:r>
          </a:p>
          <a:p>
            <a:r>
              <a:rPr lang="en-US" dirty="0">
                <a:latin typeface="Calibri"/>
                <a:ea typeface="Calibri"/>
                <a:cs typeface="Calibri"/>
              </a:rPr>
              <a:t>Kerberos</a:t>
            </a:r>
          </a:p>
          <a:p>
            <a:pPr lvl="1"/>
            <a:r>
              <a:rPr lang="en-US" dirty="0">
                <a:latin typeface="Calibri"/>
                <a:ea typeface="Calibri"/>
                <a:cs typeface="Calibri"/>
              </a:rPr>
              <a:t>Proprietary Microsoft user authentication service</a:t>
            </a:r>
          </a:p>
          <a:p>
            <a:pPr lvl="1"/>
            <a:r>
              <a:rPr lang="en-US" dirty="0">
                <a:latin typeface="Calibri"/>
                <a:ea typeface="Calibri"/>
                <a:cs typeface="Calibri"/>
              </a:rPr>
              <a:t>UDP port 88, but can be implemented using TCP, if necessary</a:t>
            </a:r>
          </a:p>
          <a:p>
            <a:pPr lvl="1"/>
            <a:endParaRPr lang="en-US" dirty="0">
              <a:ea typeface="Calibri"/>
            </a:endParaRPr>
          </a:p>
        </p:txBody>
      </p:sp>
      <p:sp>
        <p:nvSpPr>
          <p:cNvPr id="4" name="Slide Number Placeholder 3">
            <a:extLst>
              <a:ext uri="{FF2B5EF4-FFF2-40B4-BE49-F238E27FC236}">
                <a16:creationId xmlns:a16="http://schemas.microsoft.com/office/drawing/2014/main" id="{763DEDC0-9070-5262-6E13-9927BD6ABECD}"/>
              </a:ext>
            </a:extLst>
          </p:cNvPr>
          <p:cNvSpPr>
            <a:spLocks noGrp="1"/>
          </p:cNvSpPr>
          <p:nvPr>
            <p:ph type="sldNum" sz="quarter" idx="10"/>
          </p:nvPr>
        </p:nvSpPr>
        <p:spPr/>
        <p:txBody>
          <a:bodyPr/>
          <a:lstStyle/>
          <a:p>
            <a:fld id="{B7CF8A19-3A9E-4ABC-B336-2FDDE321C72D}" type="slidenum">
              <a:rPr lang="en-US" smtClean="0"/>
              <a:pPr/>
              <a:t>25</a:t>
            </a:fld>
            <a:endParaRPr lang="en-US" dirty="0"/>
          </a:p>
        </p:txBody>
      </p:sp>
    </p:spTree>
    <p:custDataLst>
      <p:tags r:id="rId1"/>
    </p:custDataLst>
    <p:extLst>
      <p:ext uri="{BB962C8B-B14F-4D97-AF65-F5344CB8AC3E}">
        <p14:creationId xmlns:p14="http://schemas.microsoft.com/office/powerpoint/2010/main" val="2335324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1B89D9-BA76-4EFE-DD77-6DDA72A3EBE1}"/>
              </a:ext>
            </a:extLst>
          </p:cNvPr>
          <p:cNvSpPr>
            <a:spLocks noGrp="1"/>
          </p:cNvSpPr>
          <p:nvPr>
            <p:ph sz="quarter" idx="11"/>
          </p:nvPr>
        </p:nvSpPr>
        <p:spPr/>
        <p:txBody>
          <a:bodyPr/>
          <a:lstStyle/>
          <a:p>
            <a:r>
              <a:rPr lang="en-US" dirty="0"/>
              <a:t>Wi-Fi Protected Access</a:t>
            </a:r>
          </a:p>
          <a:p>
            <a:r>
              <a:rPr lang="en-US" dirty="0"/>
              <a:t>Wi-Fi Authentication Methods</a:t>
            </a:r>
          </a:p>
          <a:p>
            <a:r>
              <a:rPr lang="en-US" dirty="0"/>
              <a:t>Enterprise Authentication Protocols</a:t>
            </a:r>
          </a:p>
          <a:p>
            <a:r>
              <a:rPr lang="en-US" dirty="0"/>
              <a:t>RADIUS, TACACS+, and Kerberos</a:t>
            </a:r>
          </a:p>
        </p:txBody>
      </p:sp>
      <p:sp>
        <p:nvSpPr>
          <p:cNvPr id="3" name="Title 2">
            <a:extLst>
              <a:ext uri="{FF2B5EF4-FFF2-40B4-BE49-F238E27FC236}">
                <a16:creationId xmlns:a16="http://schemas.microsoft.com/office/drawing/2014/main" id="{FE6A53F5-F332-0A86-2F45-47A33465EF60}"/>
              </a:ext>
            </a:extLst>
          </p:cNvPr>
          <p:cNvSpPr>
            <a:spLocks noGrp="1"/>
          </p:cNvSpPr>
          <p:nvPr>
            <p:ph type="title"/>
          </p:nvPr>
        </p:nvSpPr>
        <p:spPr/>
        <p:txBody>
          <a:bodyPr/>
          <a:lstStyle/>
          <a:p>
            <a:r>
              <a:rPr lang="en-US" dirty="0"/>
              <a:t>Wireless Security Protocols</a:t>
            </a:r>
          </a:p>
        </p:txBody>
      </p:sp>
      <p:sp>
        <p:nvSpPr>
          <p:cNvPr id="4" name="Slide Number Placeholder 3">
            <a:extLst>
              <a:ext uri="{FF2B5EF4-FFF2-40B4-BE49-F238E27FC236}">
                <a16:creationId xmlns:a16="http://schemas.microsoft.com/office/drawing/2014/main" id="{5DEEEBD2-EE25-BEE3-8104-54112F26795D}"/>
              </a:ext>
            </a:extLst>
          </p:cNvPr>
          <p:cNvSpPr>
            <a:spLocks noGrp="1"/>
          </p:cNvSpPr>
          <p:nvPr>
            <p:ph type="sldNum" sz="quarter" idx="12"/>
          </p:nvPr>
        </p:nvSpPr>
        <p:spPr/>
        <p:txBody>
          <a:bodyPr/>
          <a:lstStyle/>
          <a:p>
            <a:fld id="{B7CF8A19-3A9E-4ABC-B336-2FDDE321C72D}" type="slidenum">
              <a:rPr lang="en-US" smtClean="0"/>
              <a:pPr/>
              <a:t>26</a:t>
            </a:fld>
            <a:endParaRPr lang="en-US" dirty="0"/>
          </a:p>
        </p:txBody>
      </p:sp>
    </p:spTree>
    <p:extLst>
      <p:ext uri="{BB962C8B-B14F-4D97-AF65-F5344CB8AC3E}">
        <p14:creationId xmlns:p14="http://schemas.microsoft.com/office/powerpoint/2010/main" val="30871680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828D7-B50F-01A6-84E0-668DA96BA7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9406F-E04A-427E-CA15-444D22646769}"/>
              </a:ext>
            </a:extLst>
          </p:cNvPr>
          <p:cNvSpPr>
            <a:spLocks noGrp="1"/>
          </p:cNvSpPr>
          <p:nvPr>
            <p:ph type="ctrTitle"/>
          </p:nvPr>
        </p:nvSpPr>
        <p:spPr/>
        <p:txBody>
          <a:bodyPr/>
          <a:lstStyle/>
          <a:p>
            <a:r>
              <a:rPr lang="en-US" dirty="0"/>
              <a:t>SOHO Router Security</a:t>
            </a:r>
          </a:p>
        </p:txBody>
      </p:sp>
      <p:sp>
        <p:nvSpPr>
          <p:cNvPr id="3" name="Subtitle 2">
            <a:extLst>
              <a:ext uri="{FF2B5EF4-FFF2-40B4-BE49-F238E27FC236}">
                <a16:creationId xmlns:a16="http://schemas.microsoft.com/office/drawing/2014/main" id="{293CC089-673B-B5FC-C096-2BBE09D622D5}"/>
              </a:ext>
            </a:extLst>
          </p:cNvPr>
          <p:cNvSpPr>
            <a:spLocks noGrp="1"/>
          </p:cNvSpPr>
          <p:nvPr>
            <p:ph type="subTitle" idx="1"/>
          </p:nvPr>
        </p:nvSpPr>
        <p:spPr/>
        <p:txBody>
          <a:bodyPr/>
          <a:lstStyle/>
          <a:p>
            <a:r>
              <a:rPr lang="en-US" dirty="0"/>
              <a:t>Lesson 18.3</a:t>
            </a:r>
          </a:p>
        </p:txBody>
      </p:sp>
      <p:sp>
        <p:nvSpPr>
          <p:cNvPr id="4" name="Slide Number Placeholder 3">
            <a:extLst>
              <a:ext uri="{FF2B5EF4-FFF2-40B4-BE49-F238E27FC236}">
                <a16:creationId xmlns:a16="http://schemas.microsoft.com/office/drawing/2014/main" id="{E4B441B6-9746-4966-1763-909925A37F3C}"/>
              </a:ext>
            </a:extLst>
          </p:cNvPr>
          <p:cNvSpPr>
            <a:spLocks noGrp="1"/>
          </p:cNvSpPr>
          <p:nvPr>
            <p:ph type="sldNum" sz="quarter" idx="10"/>
          </p:nvPr>
        </p:nvSpPr>
        <p:spPr/>
        <p:txBody>
          <a:bodyPr/>
          <a:lstStyle/>
          <a:p>
            <a:fld id="{B7CF8A19-3A9E-4ABC-B336-2FDDE321C72D}" type="slidenum">
              <a:rPr lang="en-US" smtClean="0"/>
              <a:pPr/>
              <a:t>27</a:t>
            </a:fld>
            <a:endParaRPr lang="en-US" dirty="0"/>
          </a:p>
        </p:txBody>
      </p:sp>
    </p:spTree>
    <p:custDataLst>
      <p:tags r:id="rId1"/>
    </p:custDataLst>
    <p:extLst>
      <p:ext uri="{BB962C8B-B14F-4D97-AF65-F5344CB8AC3E}">
        <p14:creationId xmlns:p14="http://schemas.microsoft.com/office/powerpoint/2010/main" val="38321700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07F80-5964-07B9-B326-8FF3C836C9F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0308DCC-9C25-002E-10F7-8DC38CCDA7D5}"/>
              </a:ext>
            </a:extLst>
          </p:cNvPr>
          <p:cNvSpPr>
            <a:spLocks noGrp="1"/>
          </p:cNvSpPr>
          <p:nvPr>
            <p:ph type="title"/>
          </p:nvPr>
        </p:nvSpPr>
        <p:spPr/>
        <p:txBody>
          <a:bodyPr/>
          <a:lstStyle/>
          <a:p>
            <a:r>
              <a:rPr lang="en-US" b="1" i="0" dirty="0">
                <a:solidFill>
                  <a:srgbClr val="253644"/>
                </a:solidFill>
                <a:effectLst/>
              </a:rPr>
              <a:t>Home Router Setup</a:t>
            </a:r>
            <a:endParaRPr lang="en-US" sz="2000" dirty="0">
              <a:solidFill>
                <a:srgbClr val="253644"/>
              </a:solidFill>
            </a:endParaRPr>
          </a:p>
        </p:txBody>
      </p:sp>
      <p:sp>
        <p:nvSpPr>
          <p:cNvPr id="3" name="Content Placeholder 2">
            <a:extLst>
              <a:ext uri="{FF2B5EF4-FFF2-40B4-BE49-F238E27FC236}">
                <a16:creationId xmlns:a16="http://schemas.microsoft.com/office/drawing/2014/main" id="{6D5A74EA-3ADC-D1D9-D7E4-CED6E293EF4C}"/>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Physical placement</a:t>
            </a:r>
          </a:p>
          <a:p>
            <a:pPr lvl="1"/>
            <a:r>
              <a:rPr lang="en-US" dirty="0">
                <a:latin typeface="Calibri"/>
                <a:ea typeface="Calibri"/>
                <a:cs typeface="Calibri"/>
              </a:rPr>
              <a:t>Highest elevation to avoid furniture and human interference</a:t>
            </a:r>
            <a:endParaRPr lang="en-US" dirty="0">
              <a:ea typeface="Calibri"/>
            </a:endParaRPr>
          </a:p>
          <a:p>
            <a:pPr lvl="1"/>
            <a:r>
              <a:rPr lang="en-US" dirty="0">
                <a:latin typeface="Calibri"/>
                <a:ea typeface="Calibri"/>
                <a:cs typeface="Calibri"/>
              </a:rPr>
              <a:t>Centralized in office or home to provide best coverage</a:t>
            </a:r>
            <a:endParaRPr lang="en-US" dirty="0">
              <a:ea typeface="Calibri"/>
            </a:endParaRPr>
          </a:p>
          <a:p>
            <a:r>
              <a:rPr lang="en-US" dirty="0">
                <a:latin typeface="Calibri"/>
                <a:ea typeface="Calibri"/>
                <a:cs typeface="Calibri"/>
              </a:rPr>
              <a:t>ISP connection to WAN port, then plug in power</a:t>
            </a:r>
          </a:p>
          <a:p>
            <a:r>
              <a:rPr lang="en-US" dirty="0">
                <a:latin typeface="Calibri"/>
                <a:ea typeface="Calibri"/>
                <a:cs typeface="Calibri"/>
              </a:rPr>
              <a:t>Login portal</a:t>
            </a:r>
            <a:endParaRPr lang="en-US" dirty="0">
              <a:ea typeface="Calibri"/>
            </a:endParaRPr>
          </a:p>
          <a:p>
            <a:pPr lvl="1"/>
            <a:r>
              <a:rPr lang="en-US" dirty="0">
                <a:latin typeface="Calibri"/>
                <a:ea typeface="Calibri"/>
                <a:cs typeface="Calibri"/>
              </a:rPr>
              <a:t>Web-based utility or wizard to aide in setup</a:t>
            </a:r>
          </a:p>
          <a:p>
            <a:pPr lvl="1"/>
            <a:r>
              <a:rPr lang="en-US" dirty="0">
                <a:latin typeface="Calibri"/>
                <a:ea typeface="Calibri"/>
                <a:cs typeface="Calibri"/>
              </a:rPr>
              <a:t>Change the default password after login</a:t>
            </a:r>
          </a:p>
        </p:txBody>
      </p:sp>
      <p:sp>
        <p:nvSpPr>
          <p:cNvPr id="4" name="Slide Number Placeholder 3">
            <a:extLst>
              <a:ext uri="{FF2B5EF4-FFF2-40B4-BE49-F238E27FC236}">
                <a16:creationId xmlns:a16="http://schemas.microsoft.com/office/drawing/2014/main" id="{96D5DFF8-A47A-7CD0-EDCD-97B1C04189CA}"/>
              </a:ext>
            </a:extLst>
          </p:cNvPr>
          <p:cNvSpPr>
            <a:spLocks noGrp="1"/>
          </p:cNvSpPr>
          <p:nvPr>
            <p:ph type="sldNum" sz="quarter" idx="10"/>
          </p:nvPr>
        </p:nvSpPr>
        <p:spPr/>
        <p:txBody>
          <a:bodyPr/>
          <a:lstStyle/>
          <a:p>
            <a:fld id="{B7CF8A19-3A9E-4ABC-B336-2FDDE321C72D}" type="slidenum">
              <a:rPr lang="en-US" smtClean="0"/>
              <a:pPr/>
              <a:t>28</a:t>
            </a:fld>
            <a:endParaRPr lang="en-US" dirty="0"/>
          </a:p>
        </p:txBody>
      </p:sp>
    </p:spTree>
    <p:custDataLst>
      <p:tags r:id="rId1"/>
    </p:custDataLst>
    <p:extLst>
      <p:ext uri="{BB962C8B-B14F-4D97-AF65-F5344CB8AC3E}">
        <p14:creationId xmlns:p14="http://schemas.microsoft.com/office/powerpoint/2010/main" val="22161171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C4ADA-CCA6-3A80-E911-4ACBBB77D8F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2DB3F80-6A1D-CB08-A606-B763BE80D614}"/>
              </a:ext>
            </a:extLst>
          </p:cNvPr>
          <p:cNvSpPr>
            <a:spLocks noGrp="1"/>
          </p:cNvSpPr>
          <p:nvPr>
            <p:ph type="title"/>
          </p:nvPr>
        </p:nvSpPr>
        <p:spPr/>
        <p:txBody>
          <a:bodyPr/>
          <a:lstStyle/>
          <a:p>
            <a:r>
              <a:rPr lang="en-US" b="1" i="0" dirty="0">
                <a:solidFill>
                  <a:srgbClr val="253644"/>
                </a:solidFill>
                <a:effectLst/>
              </a:rPr>
              <a:t>Firmware Update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D851ED77-127C-EE4A-808F-04292AB7D46E}"/>
              </a:ext>
            </a:extLst>
          </p:cNvPr>
          <p:cNvSpPr>
            <a:spLocks noGrp="1"/>
          </p:cNvSpPr>
          <p:nvPr>
            <p:ph idx="1"/>
          </p:nvPr>
        </p:nvSpPr>
        <p:spPr>
          <a:xfrm>
            <a:off x="146050" y="746760"/>
            <a:ext cx="8293275" cy="4046220"/>
          </a:xfrm>
        </p:spPr>
        <p:txBody>
          <a:bodyPr vert="horz" lIns="91440" tIns="45720" rIns="91440" bIns="45720" rtlCol="0" anchor="t">
            <a:normAutofit/>
          </a:bodyPr>
          <a:lstStyle/>
          <a:p>
            <a:r>
              <a:rPr lang="en-US" dirty="0">
                <a:latin typeface="Calibri"/>
                <a:ea typeface="Calibri"/>
                <a:cs typeface="Calibri"/>
              </a:rPr>
              <a:t>Firmware and driver should be kept updated</a:t>
            </a:r>
            <a:endParaRPr lang="en-US" dirty="0">
              <a:ea typeface="Calibri"/>
            </a:endParaRPr>
          </a:p>
          <a:p>
            <a:r>
              <a:rPr lang="en-US" dirty="0">
                <a:latin typeface="Calibri"/>
                <a:ea typeface="Calibri"/>
                <a:cs typeface="Calibri"/>
              </a:rPr>
              <a:t>You can manually download and apply the update; otherwise, there may be a menu option to update it through the web GUI</a:t>
            </a:r>
          </a:p>
          <a:p>
            <a:r>
              <a:rPr lang="en-US" dirty="0">
                <a:latin typeface="Calibri"/>
                <a:ea typeface="Calibri"/>
                <a:cs typeface="Calibri"/>
              </a:rPr>
              <a:t>Power to device should be maintained throughout the process</a:t>
            </a:r>
          </a:p>
        </p:txBody>
      </p:sp>
      <p:sp>
        <p:nvSpPr>
          <p:cNvPr id="4" name="Slide Number Placeholder 3">
            <a:extLst>
              <a:ext uri="{FF2B5EF4-FFF2-40B4-BE49-F238E27FC236}">
                <a16:creationId xmlns:a16="http://schemas.microsoft.com/office/drawing/2014/main" id="{BB873613-D6C0-085B-9243-742080B11C26}"/>
              </a:ext>
            </a:extLst>
          </p:cNvPr>
          <p:cNvSpPr>
            <a:spLocks noGrp="1"/>
          </p:cNvSpPr>
          <p:nvPr>
            <p:ph type="sldNum" sz="quarter" idx="10"/>
          </p:nvPr>
        </p:nvSpPr>
        <p:spPr/>
        <p:txBody>
          <a:bodyPr/>
          <a:lstStyle/>
          <a:p>
            <a:fld id="{B7CF8A19-3A9E-4ABC-B336-2FDDE321C72D}" type="slidenum">
              <a:rPr lang="en-US" smtClean="0"/>
              <a:pPr/>
              <a:t>29</a:t>
            </a:fld>
            <a:endParaRPr lang="en-US" dirty="0"/>
          </a:p>
        </p:txBody>
      </p:sp>
    </p:spTree>
    <p:custDataLst>
      <p:tags r:id="rId1"/>
    </p:custDataLst>
    <p:extLst>
      <p:ext uri="{BB962C8B-B14F-4D97-AF65-F5344CB8AC3E}">
        <p14:creationId xmlns:p14="http://schemas.microsoft.com/office/powerpoint/2010/main" val="3363475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0E36F-8254-070C-A82B-4D37E56BC6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22C31-9C53-A873-8D68-DF4791B589FA}"/>
              </a:ext>
            </a:extLst>
          </p:cNvPr>
          <p:cNvSpPr>
            <a:spLocks noGrp="1"/>
          </p:cNvSpPr>
          <p:nvPr>
            <p:ph type="title"/>
          </p:nvPr>
        </p:nvSpPr>
        <p:spPr/>
        <p:txBody>
          <a:bodyPr/>
          <a:lstStyle/>
          <a:p>
            <a:r>
              <a:rPr lang="en-US" b="1" i="0" dirty="0">
                <a:solidFill>
                  <a:srgbClr val="253644"/>
                </a:solidFill>
                <a:effectLst/>
              </a:rPr>
              <a:t>Firmware Update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84A7FDA7-F3D0-AD72-0A36-FD9D0FF6214C}"/>
              </a:ext>
            </a:extLst>
          </p:cNvPr>
          <p:cNvSpPr>
            <a:spLocks noGrp="1"/>
          </p:cNvSpPr>
          <p:nvPr>
            <p:ph type="sldNum" sz="quarter" idx="10"/>
          </p:nvPr>
        </p:nvSpPr>
        <p:spPr/>
        <p:txBody>
          <a:bodyPr/>
          <a:lstStyle/>
          <a:p>
            <a:fld id="{B7CF8A19-3A9E-4ABC-B336-2FDDE321C72D}" type="slidenum">
              <a:rPr lang="en-US" smtClean="0"/>
              <a:pPr/>
              <a:t>30</a:t>
            </a:fld>
            <a:endParaRPr lang="en-US" dirty="0"/>
          </a:p>
        </p:txBody>
      </p:sp>
      <p:sp>
        <p:nvSpPr>
          <p:cNvPr id="4" name="Content Placeholder 11">
            <a:extLst>
              <a:ext uri="{FF2B5EF4-FFF2-40B4-BE49-F238E27FC236}">
                <a16:creationId xmlns:a16="http://schemas.microsoft.com/office/drawing/2014/main" id="{B5F804CF-87B6-FA5F-FA22-4CFF4150068B}"/>
              </a:ext>
            </a:extLst>
          </p:cNvPr>
          <p:cNvSpPr txBox="1">
            <a:spLocks/>
          </p:cNvSpPr>
          <p:nvPr/>
        </p:nvSpPr>
        <p:spPr>
          <a:xfrm>
            <a:off x="1134689" y="4002923"/>
            <a:ext cx="6874618"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TP-Link.</a:t>
            </a:r>
          </a:p>
        </p:txBody>
      </p:sp>
      <p:pic>
        <p:nvPicPr>
          <p:cNvPr id="6" name="Picture 5" descr="A T P-Link router settings page under Firmware Upgrade, displaying firmware and hardware versions with an option to upload a new firmware file.">
            <a:extLst>
              <a:ext uri="{FF2B5EF4-FFF2-40B4-BE49-F238E27FC236}">
                <a16:creationId xmlns:a16="http://schemas.microsoft.com/office/drawing/2014/main" id="{4B8C6770-8D31-9C33-3AEE-541315F3DBAC}"/>
              </a:ext>
            </a:extLst>
          </p:cNvPr>
          <p:cNvPicPr>
            <a:picLocks noChangeAspect="1"/>
          </p:cNvPicPr>
          <p:nvPr/>
        </p:nvPicPr>
        <p:blipFill>
          <a:blip r:embed="rId3"/>
          <a:stretch>
            <a:fillRect/>
          </a:stretch>
        </p:blipFill>
        <p:spPr>
          <a:xfrm>
            <a:off x="1134690" y="1048298"/>
            <a:ext cx="6874617" cy="2918600"/>
          </a:xfrm>
          <a:prstGeom prst="rect">
            <a:avLst/>
          </a:prstGeom>
          <a:ln>
            <a:solidFill>
              <a:schemeClr val="bg1">
                <a:lumMod val="85000"/>
              </a:schemeClr>
            </a:solidFill>
          </a:ln>
        </p:spPr>
      </p:pic>
    </p:spTree>
    <p:extLst>
      <p:ext uri="{BB962C8B-B14F-4D97-AF65-F5344CB8AC3E}">
        <p14:creationId xmlns:p14="http://schemas.microsoft.com/office/powerpoint/2010/main" val="23448747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296E5-23F6-F247-BDBA-A80CB2AE0C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08408D-E46A-1FEE-ECD7-B51D4D09FEBA}"/>
              </a:ext>
            </a:extLst>
          </p:cNvPr>
          <p:cNvSpPr>
            <a:spLocks noGrp="1"/>
          </p:cNvSpPr>
          <p:nvPr>
            <p:ph type="title"/>
          </p:nvPr>
        </p:nvSpPr>
        <p:spPr/>
        <p:txBody>
          <a:bodyPr/>
          <a:lstStyle/>
          <a:p>
            <a:r>
              <a:rPr lang="en-US" b="1" i="0" dirty="0">
                <a:solidFill>
                  <a:srgbClr val="253644"/>
                </a:solidFill>
                <a:effectLst/>
              </a:rPr>
              <a:t>Home Router LAN and WLAN Configuration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F7B5CDD4-110B-6FF0-DA00-A0D4A5FCB6A5}"/>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SSID- network name</a:t>
            </a:r>
          </a:p>
          <a:p>
            <a:r>
              <a:rPr lang="en-US" dirty="0">
                <a:latin typeface="Calibri"/>
                <a:ea typeface="Calibri"/>
                <a:cs typeface="Calibri"/>
              </a:rPr>
              <a:t>Encryption Selection</a:t>
            </a:r>
            <a:endParaRPr lang="en-US" dirty="0">
              <a:ea typeface="Calibri"/>
            </a:endParaRPr>
          </a:p>
          <a:p>
            <a:pPr lvl="1"/>
            <a:r>
              <a:rPr lang="en-US" dirty="0">
                <a:latin typeface="Calibri"/>
                <a:ea typeface="Calibri"/>
                <a:cs typeface="Calibri"/>
              </a:rPr>
              <a:t>WPA2 or WPA3 should be used</a:t>
            </a:r>
          </a:p>
          <a:p>
            <a:r>
              <a:rPr lang="en-US" dirty="0">
                <a:latin typeface="Calibri"/>
                <a:ea typeface="Calibri"/>
                <a:cs typeface="Calibri"/>
              </a:rPr>
              <a:t>Strong passphrase</a:t>
            </a:r>
          </a:p>
          <a:p>
            <a:r>
              <a:rPr lang="en-US" dirty="0">
                <a:latin typeface="Calibri"/>
                <a:ea typeface="Calibri"/>
                <a:cs typeface="Calibri"/>
              </a:rPr>
              <a:t>Disable guest access</a:t>
            </a:r>
          </a:p>
          <a:p>
            <a:r>
              <a:rPr lang="en-US" dirty="0">
                <a:latin typeface="Calibri"/>
                <a:ea typeface="Calibri"/>
                <a:cs typeface="Calibri"/>
              </a:rPr>
              <a:t>Select channels to minimize interference, or leave on auto</a:t>
            </a:r>
          </a:p>
        </p:txBody>
      </p:sp>
      <p:sp>
        <p:nvSpPr>
          <p:cNvPr id="4" name="Slide Number Placeholder 3">
            <a:extLst>
              <a:ext uri="{FF2B5EF4-FFF2-40B4-BE49-F238E27FC236}">
                <a16:creationId xmlns:a16="http://schemas.microsoft.com/office/drawing/2014/main" id="{B6F98AC9-2F37-2841-F502-3F0C97DAA47E}"/>
              </a:ext>
            </a:extLst>
          </p:cNvPr>
          <p:cNvSpPr>
            <a:spLocks noGrp="1"/>
          </p:cNvSpPr>
          <p:nvPr>
            <p:ph type="sldNum" sz="quarter" idx="10"/>
          </p:nvPr>
        </p:nvSpPr>
        <p:spPr/>
        <p:txBody>
          <a:bodyPr/>
          <a:lstStyle/>
          <a:p>
            <a:fld id="{B7CF8A19-3A9E-4ABC-B336-2FDDE321C72D}" type="slidenum">
              <a:rPr lang="en-US" smtClean="0"/>
              <a:pPr/>
              <a:t>31</a:t>
            </a:fld>
            <a:endParaRPr lang="en-US" dirty="0"/>
          </a:p>
        </p:txBody>
      </p:sp>
    </p:spTree>
    <p:custDataLst>
      <p:tags r:id="rId1"/>
    </p:custDataLst>
    <p:extLst>
      <p:ext uri="{BB962C8B-B14F-4D97-AF65-F5344CB8AC3E}">
        <p14:creationId xmlns:p14="http://schemas.microsoft.com/office/powerpoint/2010/main" val="28939435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4E7E7-463B-61A3-4682-F2ADB90B75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830035-7755-4EA9-436E-1D03D9C1A2A6}"/>
              </a:ext>
            </a:extLst>
          </p:cNvPr>
          <p:cNvSpPr>
            <a:spLocks noGrp="1"/>
          </p:cNvSpPr>
          <p:nvPr>
            <p:ph type="title"/>
          </p:nvPr>
        </p:nvSpPr>
        <p:spPr/>
        <p:txBody>
          <a:bodyPr/>
          <a:lstStyle/>
          <a:p>
            <a:r>
              <a:rPr lang="en-US" b="1" i="0" dirty="0">
                <a:solidFill>
                  <a:srgbClr val="253644"/>
                </a:solidFill>
                <a:effectLst/>
              </a:rPr>
              <a:t>Home Router LAN and WLAN Configuration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61DB4D09-2946-3140-F87F-E35634BBD3D6}"/>
              </a:ext>
            </a:extLst>
          </p:cNvPr>
          <p:cNvSpPr>
            <a:spLocks noGrp="1"/>
          </p:cNvSpPr>
          <p:nvPr>
            <p:ph type="sldNum" sz="quarter" idx="10"/>
          </p:nvPr>
        </p:nvSpPr>
        <p:spPr/>
        <p:txBody>
          <a:bodyPr/>
          <a:lstStyle/>
          <a:p>
            <a:fld id="{B7CF8A19-3A9E-4ABC-B336-2FDDE321C72D}" type="slidenum">
              <a:rPr lang="en-US" smtClean="0"/>
              <a:pPr/>
              <a:t>32</a:t>
            </a:fld>
            <a:endParaRPr lang="en-US" dirty="0"/>
          </a:p>
        </p:txBody>
      </p:sp>
      <p:sp>
        <p:nvSpPr>
          <p:cNvPr id="4" name="Content Placeholder 11">
            <a:extLst>
              <a:ext uri="{FF2B5EF4-FFF2-40B4-BE49-F238E27FC236}">
                <a16:creationId xmlns:a16="http://schemas.microsoft.com/office/drawing/2014/main" id="{165D91B6-393D-54AE-3A5E-471C0C8F9AB6}"/>
              </a:ext>
            </a:extLst>
          </p:cNvPr>
          <p:cNvSpPr txBox="1">
            <a:spLocks/>
          </p:cNvSpPr>
          <p:nvPr/>
        </p:nvSpPr>
        <p:spPr>
          <a:xfrm>
            <a:off x="1879868" y="4886327"/>
            <a:ext cx="5384263"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TP-Link.</a:t>
            </a:r>
          </a:p>
        </p:txBody>
      </p:sp>
      <p:pic>
        <p:nvPicPr>
          <p:cNvPr id="7" name="Picture 6" descr="A T P-Link router settings page showing Wi-Fi settings, including S S I D, security type, password, channel selection, and transmission power.">
            <a:extLst>
              <a:ext uri="{FF2B5EF4-FFF2-40B4-BE49-F238E27FC236}">
                <a16:creationId xmlns:a16="http://schemas.microsoft.com/office/drawing/2014/main" id="{02196E6F-FC8D-D50C-A051-821146D8AC4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79868" y="746620"/>
            <a:ext cx="5384263" cy="4101023"/>
          </a:xfrm>
          <a:prstGeom prst="rect">
            <a:avLst/>
          </a:prstGeom>
          <a:ln>
            <a:solidFill>
              <a:schemeClr val="bg1">
                <a:lumMod val="85000"/>
              </a:schemeClr>
            </a:solidFill>
          </a:ln>
        </p:spPr>
      </p:pic>
    </p:spTree>
    <p:extLst>
      <p:ext uri="{BB962C8B-B14F-4D97-AF65-F5344CB8AC3E}">
        <p14:creationId xmlns:p14="http://schemas.microsoft.com/office/powerpoint/2010/main" val="6869554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821C1-1FE9-84EC-7446-66033C15D87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76C9B35-867F-77C8-56FE-DF0C98E69064}"/>
              </a:ext>
            </a:extLst>
          </p:cNvPr>
          <p:cNvSpPr>
            <a:spLocks noGrp="1"/>
          </p:cNvSpPr>
          <p:nvPr>
            <p:ph type="title"/>
          </p:nvPr>
        </p:nvSpPr>
        <p:spPr/>
        <p:txBody>
          <a:bodyPr/>
          <a:lstStyle/>
          <a:p>
            <a:r>
              <a:rPr lang="en-US" b="1" i="0" dirty="0">
                <a:solidFill>
                  <a:srgbClr val="253644"/>
                </a:solidFill>
                <a:effectLst/>
              </a:rPr>
              <a:t>Home Router Firewall Configuration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879C2352-B167-A417-3CA3-43E17B8E805A}"/>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Inbound and outbound ACL's</a:t>
            </a:r>
          </a:p>
          <a:p>
            <a:r>
              <a:rPr lang="en-US" dirty="0">
                <a:latin typeface="Calibri"/>
                <a:ea typeface="Calibri"/>
                <a:cs typeface="Calibri"/>
              </a:rPr>
              <a:t>Rules may be based on:</a:t>
            </a:r>
          </a:p>
          <a:p>
            <a:pPr lvl="1"/>
            <a:r>
              <a:rPr lang="en-US" dirty="0">
                <a:latin typeface="Calibri"/>
                <a:ea typeface="Calibri"/>
                <a:cs typeface="Calibri"/>
              </a:rPr>
              <a:t>IP source or destination</a:t>
            </a:r>
          </a:p>
          <a:p>
            <a:pPr lvl="1"/>
            <a:r>
              <a:rPr lang="en-US" dirty="0">
                <a:latin typeface="Calibri"/>
                <a:ea typeface="Calibri"/>
                <a:cs typeface="Calibri"/>
              </a:rPr>
              <a:t>Port source or destination</a:t>
            </a:r>
          </a:p>
          <a:p>
            <a:pPr lvl="1"/>
            <a:r>
              <a:rPr lang="en-US" dirty="0">
                <a:latin typeface="Calibri"/>
                <a:ea typeface="Calibri"/>
                <a:cs typeface="Calibri"/>
              </a:rPr>
              <a:t>Content filtering</a:t>
            </a:r>
            <a:endParaRPr lang="en-US" dirty="0">
              <a:ea typeface="Calibri"/>
            </a:endParaRPr>
          </a:p>
        </p:txBody>
      </p:sp>
      <p:sp>
        <p:nvSpPr>
          <p:cNvPr id="4" name="Slide Number Placeholder 3">
            <a:extLst>
              <a:ext uri="{FF2B5EF4-FFF2-40B4-BE49-F238E27FC236}">
                <a16:creationId xmlns:a16="http://schemas.microsoft.com/office/drawing/2014/main" id="{1A8C051D-0379-EAB6-598C-41BFB89D0601}"/>
              </a:ext>
            </a:extLst>
          </p:cNvPr>
          <p:cNvSpPr>
            <a:spLocks noGrp="1"/>
          </p:cNvSpPr>
          <p:nvPr>
            <p:ph type="sldNum" sz="quarter" idx="10"/>
          </p:nvPr>
        </p:nvSpPr>
        <p:spPr/>
        <p:txBody>
          <a:bodyPr/>
          <a:lstStyle/>
          <a:p>
            <a:fld id="{B7CF8A19-3A9E-4ABC-B336-2FDDE321C72D}" type="slidenum">
              <a:rPr lang="en-US" smtClean="0"/>
              <a:pPr/>
              <a:t>33</a:t>
            </a:fld>
            <a:endParaRPr lang="en-US" dirty="0"/>
          </a:p>
        </p:txBody>
      </p:sp>
    </p:spTree>
    <p:custDataLst>
      <p:tags r:id="rId1"/>
    </p:custDataLst>
    <p:extLst>
      <p:ext uri="{BB962C8B-B14F-4D97-AF65-F5344CB8AC3E}">
        <p14:creationId xmlns:p14="http://schemas.microsoft.com/office/powerpoint/2010/main" val="15255808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9CDE1-45C2-2C81-FCBC-C17D447779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866A65-AEBA-A63E-A02C-AEC371511C4E}"/>
              </a:ext>
            </a:extLst>
          </p:cNvPr>
          <p:cNvSpPr>
            <a:spLocks noGrp="1"/>
          </p:cNvSpPr>
          <p:nvPr>
            <p:ph type="title"/>
          </p:nvPr>
        </p:nvSpPr>
        <p:spPr/>
        <p:txBody>
          <a:bodyPr/>
          <a:lstStyle/>
          <a:p>
            <a:r>
              <a:rPr lang="en-US" b="1" i="0" dirty="0">
                <a:solidFill>
                  <a:srgbClr val="253644"/>
                </a:solidFill>
                <a:effectLst/>
              </a:rPr>
              <a:t>Home Router Firewall Configuration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900E0630-D519-CF1E-7F13-FA062C490C3B}"/>
              </a:ext>
            </a:extLst>
          </p:cNvPr>
          <p:cNvSpPr>
            <a:spLocks noGrp="1"/>
          </p:cNvSpPr>
          <p:nvPr>
            <p:ph type="sldNum" sz="quarter" idx="10"/>
          </p:nvPr>
        </p:nvSpPr>
        <p:spPr/>
        <p:txBody>
          <a:bodyPr/>
          <a:lstStyle/>
          <a:p>
            <a:fld id="{B7CF8A19-3A9E-4ABC-B336-2FDDE321C72D}" type="slidenum">
              <a:rPr lang="en-US" smtClean="0"/>
              <a:pPr/>
              <a:t>34</a:t>
            </a:fld>
            <a:endParaRPr lang="en-US" dirty="0"/>
          </a:p>
        </p:txBody>
      </p:sp>
      <p:sp>
        <p:nvSpPr>
          <p:cNvPr id="4" name="Content Placeholder 11">
            <a:extLst>
              <a:ext uri="{FF2B5EF4-FFF2-40B4-BE49-F238E27FC236}">
                <a16:creationId xmlns:a16="http://schemas.microsoft.com/office/drawing/2014/main" id="{208B58D8-EC31-7CF7-CC8D-C41BA62CD000}"/>
              </a:ext>
            </a:extLst>
          </p:cNvPr>
          <p:cNvSpPr txBox="1">
            <a:spLocks/>
          </p:cNvSpPr>
          <p:nvPr/>
        </p:nvSpPr>
        <p:spPr>
          <a:xfrm>
            <a:off x="1879868" y="4886327"/>
            <a:ext cx="5384263"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TP-Link.</a:t>
            </a:r>
          </a:p>
        </p:txBody>
      </p:sp>
      <p:pic>
        <p:nvPicPr>
          <p:cNvPr id="6" name="Picture 5" descr="A T P-Link router settings page with parental control options, showing a list of controlled devices and content restriction settings.">
            <a:extLst>
              <a:ext uri="{FF2B5EF4-FFF2-40B4-BE49-F238E27FC236}">
                <a16:creationId xmlns:a16="http://schemas.microsoft.com/office/drawing/2014/main" id="{68E4C38A-8298-294D-1C9B-D7740F35A9C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46758" y="737058"/>
            <a:ext cx="5450482" cy="4148632"/>
          </a:xfrm>
          <a:prstGeom prst="rect">
            <a:avLst/>
          </a:prstGeom>
          <a:ln>
            <a:noFill/>
          </a:ln>
        </p:spPr>
      </p:pic>
    </p:spTree>
    <p:extLst>
      <p:ext uri="{BB962C8B-B14F-4D97-AF65-F5344CB8AC3E}">
        <p14:creationId xmlns:p14="http://schemas.microsoft.com/office/powerpoint/2010/main" val="10241543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28ACE-452C-D913-A143-5C24B0739AD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0723B6A-E6DB-A05B-2BD8-CB13409B027A}"/>
              </a:ext>
            </a:extLst>
          </p:cNvPr>
          <p:cNvSpPr>
            <a:spLocks noGrp="1"/>
          </p:cNvSpPr>
          <p:nvPr>
            <p:ph type="title"/>
          </p:nvPr>
        </p:nvSpPr>
        <p:spPr/>
        <p:txBody>
          <a:bodyPr/>
          <a:lstStyle/>
          <a:p>
            <a:r>
              <a:rPr lang="en-US" b="1" i="0" dirty="0">
                <a:solidFill>
                  <a:srgbClr val="253644"/>
                </a:solidFill>
                <a:effectLst/>
              </a:rPr>
              <a:t>Home Router Port Forwarding Configuration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B13929B8-C4A7-9C56-286C-63FF3F40C987}"/>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Static vs DHCP reservations</a:t>
            </a:r>
            <a:endParaRPr lang="en-US" dirty="0">
              <a:ea typeface="Calibri"/>
            </a:endParaRPr>
          </a:p>
          <a:p>
            <a:r>
              <a:rPr lang="en-US" dirty="0">
                <a:latin typeface="Calibri"/>
                <a:ea typeface="Calibri"/>
                <a:cs typeface="Calibri"/>
              </a:rPr>
              <a:t>Port forwarding</a:t>
            </a:r>
          </a:p>
          <a:p>
            <a:pPr lvl="1"/>
            <a:r>
              <a:rPr lang="en-US" dirty="0">
                <a:latin typeface="Calibri"/>
                <a:ea typeface="Calibri"/>
                <a:cs typeface="Calibri"/>
              </a:rPr>
              <a:t>Traffic from an internet facing port directed to specific host on internal network</a:t>
            </a:r>
          </a:p>
          <a:p>
            <a:pPr lvl="1"/>
            <a:r>
              <a:rPr lang="en-US" dirty="0">
                <a:latin typeface="Calibri"/>
                <a:ea typeface="Calibri"/>
                <a:cs typeface="Calibri"/>
              </a:rPr>
              <a:t>Can also forward traffic to specific internal port</a:t>
            </a:r>
          </a:p>
          <a:p>
            <a:r>
              <a:rPr lang="en-US" dirty="0">
                <a:latin typeface="Calibri"/>
                <a:ea typeface="Calibri"/>
                <a:cs typeface="Calibri"/>
              </a:rPr>
              <a:t>Disable all unused ports</a:t>
            </a:r>
          </a:p>
          <a:p>
            <a:pPr lvl="1"/>
            <a:endParaRPr lang="en-US" dirty="0">
              <a:latin typeface="Calibri"/>
              <a:ea typeface="Calibri"/>
              <a:cs typeface="Calibri"/>
            </a:endParaRPr>
          </a:p>
        </p:txBody>
      </p:sp>
      <p:sp>
        <p:nvSpPr>
          <p:cNvPr id="4" name="Slide Number Placeholder 3">
            <a:extLst>
              <a:ext uri="{FF2B5EF4-FFF2-40B4-BE49-F238E27FC236}">
                <a16:creationId xmlns:a16="http://schemas.microsoft.com/office/drawing/2014/main" id="{9395EE07-F279-A5E8-1C79-90139A4E37BD}"/>
              </a:ext>
            </a:extLst>
          </p:cNvPr>
          <p:cNvSpPr>
            <a:spLocks noGrp="1"/>
          </p:cNvSpPr>
          <p:nvPr>
            <p:ph type="sldNum" sz="quarter" idx="10"/>
          </p:nvPr>
        </p:nvSpPr>
        <p:spPr/>
        <p:txBody>
          <a:bodyPr/>
          <a:lstStyle/>
          <a:p>
            <a:fld id="{B7CF8A19-3A9E-4ABC-B336-2FDDE321C72D}" type="slidenum">
              <a:rPr lang="en-US" smtClean="0"/>
              <a:pPr/>
              <a:t>35</a:t>
            </a:fld>
            <a:endParaRPr lang="en-US" dirty="0"/>
          </a:p>
        </p:txBody>
      </p:sp>
    </p:spTree>
    <p:custDataLst>
      <p:tags r:id="rId1"/>
    </p:custDataLst>
    <p:extLst>
      <p:ext uri="{BB962C8B-B14F-4D97-AF65-F5344CB8AC3E}">
        <p14:creationId xmlns:p14="http://schemas.microsoft.com/office/powerpoint/2010/main" val="3479997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D16C0-7062-1C5F-EB83-153D41983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90CB0-65CA-DBCD-4F4E-919EA4492A67}"/>
              </a:ext>
            </a:extLst>
          </p:cNvPr>
          <p:cNvSpPr>
            <a:spLocks noGrp="1"/>
          </p:cNvSpPr>
          <p:nvPr>
            <p:ph type="title"/>
          </p:nvPr>
        </p:nvSpPr>
        <p:spPr/>
        <p:txBody>
          <a:bodyPr/>
          <a:lstStyle/>
          <a:p>
            <a:r>
              <a:rPr lang="en-US" b="1" i="0" dirty="0">
                <a:solidFill>
                  <a:srgbClr val="253644"/>
                </a:solidFill>
                <a:effectLst/>
              </a:rPr>
              <a:t>Home Router Port Forwarding Configuration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F0605CF7-5700-0555-D8E1-149EA596A21A}"/>
              </a:ext>
            </a:extLst>
          </p:cNvPr>
          <p:cNvSpPr>
            <a:spLocks noGrp="1"/>
          </p:cNvSpPr>
          <p:nvPr>
            <p:ph type="sldNum" sz="quarter" idx="10"/>
          </p:nvPr>
        </p:nvSpPr>
        <p:spPr/>
        <p:txBody>
          <a:bodyPr/>
          <a:lstStyle/>
          <a:p>
            <a:fld id="{B7CF8A19-3A9E-4ABC-B336-2FDDE321C72D}" type="slidenum">
              <a:rPr lang="en-US" smtClean="0"/>
              <a:pPr/>
              <a:t>36</a:t>
            </a:fld>
            <a:endParaRPr lang="en-US" dirty="0"/>
          </a:p>
        </p:txBody>
      </p:sp>
      <p:sp>
        <p:nvSpPr>
          <p:cNvPr id="4" name="Content Placeholder 11">
            <a:extLst>
              <a:ext uri="{FF2B5EF4-FFF2-40B4-BE49-F238E27FC236}">
                <a16:creationId xmlns:a16="http://schemas.microsoft.com/office/drawing/2014/main" id="{B365548F-914B-6AD6-ACE1-51BA01314CAC}"/>
              </a:ext>
            </a:extLst>
          </p:cNvPr>
          <p:cNvSpPr txBox="1">
            <a:spLocks/>
          </p:cNvSpPr>
          <p:nvPr/>
        </p:nvSpPr>
        <p:spPr>
          <a:xfrm>
            <a:off x="1879868" y="4886327"/>
            <a:ext cx="5384263"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TP-Link.</a:t>
            </a:r>
          </a:p>
        </p:txBody>
      </p:sp>
      <p:pic>
        <p:nvPicPr>
          <p:cNvPr id="7" name="Picture 6" descr="A T P-Link router settings under NAT Forwarding, with a list of configured virtual servers with external and internal I Ps, and protocol settings.">
            <a:extLst>
              <a:ext uri="{FF2B5EF4-FFF2-40B4-BE49-F238E27FC236}">
                <a16:creationId xmlns:a16="http://schemas.microsoft.com/office/drawing/2014/main" id="{971EC7C6-0B12-3D35-8F52-9572D9991BA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828300" y="714395"/>
            <a:ext cx="5487399" cy="4171295"/>
          </a:xfrm>
          <a:prstGeom prst="rect">
            <a:avLst/>
          </a:prstGeom>
        </p:spPr>
      </p:pic>
    </p:spTree>
    <p:extLst>
      <p:ext uri="{BB962C8B-B14F-4D97-AF65-F5344CB8AC3E}">
        <p14:creationId xmlns:p14="http://schemas.microsoft.com/office/powerpoint/2010/main" val="38967140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041A9-3C83-2B57-26C5-B4A146B10C5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BEFA284-C3BF-646E-E0F1-977EC39ACFB9}"/>
              </a:ext>
            </a:extLst>
          </p:cNvPr>
          <p:cNvSpPr>
            <a:spLocks noGrp="1"/>
          </p:cNvSpPr>
          <p:nvPr>
            <p:ph type="title"/>
          </p:nvPr>
        </p:nvSpPr>
        <p:spPr/>
        <p:txBody>
          <a:bodyPr/>
          <a:lstStyle/>
          <a:p>
            <a:r>
              <a:rPr lang="en-US" b="1" i="0" dirty="0">
                <a:solidFill>
                  <a:srgbClr val="253644"/>
                </a:solidFill>
                <a:effectLst/>
              </a:rPr>
              <a:t>Universal Plug-and-Play </a:t>
            </a:r>
            <a:r>
              <a:rPr lang="en-US" sz="2000" b="1" i="0" dirty="0">
                <a:solidFill>
                  <a:srgbClr val="253644"/>
                </a:solidFill>
                <a:effectLst/>
              </a:rPr>
              <a:t>(Slide 1 of 2)</a:t>
            </a:r>
            <a:endParaRPr lang="en-US" sz="2000" dirty="0">
              <a:solidFill>
                <a:srgbClr val="253644"/>
              </a:solidFill>
            </a:endParaRPr>
          </a:p>
        </p:txBody>
      </p:sp>
      <p:sp>
        <p:nvSpPr>
          <p:cNvPr id="3" name="Content Placeholder 2">
            <a:extLst>
              <a:ext uri="{FF2B5EF4-FFF2-40B4-BE49-F238E27FC236}">
                <a16:creationId xmlns:a16="http://schemas.microsoft.com/office/drawing/2014/main" id="{5DA68BF1-1247-D063-25CF-416163841FF3}"/>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Allows devices the ability to configure ACL rules for their own communications traffic</a:t>
            </a:r>
          </a:p>
          <a:p>
            <a:r>
              <a:rPr lang="en-US" dirty="0">
                <a:latin typeface="Calibri"/>
                <a:ea typeface="Calibri"/>
                <a:cs typeface="Calibri"/>
              </a:rPr>
              <a:t>If not required, disable this option</a:t>
            </a:r>
            <a:endParaRPr lang="en-US" dirty="0">
              <a:ea typeface="Calibri"/>
            </a:endParaRPr>
          </a:p>
        </p:txBody>
      </p:sp>
      <p:sp>
        <p:nvSpPr>
          <p:cNvPr id="4" name="Slide Number Placeholder 3">
            <a:extLst>
              <a:ext uri="{FF2B5EF4-FFF2-40B4-BE49-F238E27FC236}">
                <a16:creationId xmlns:a16="http://schemas.microsoft.com/office/drawing/2014/main" id="{B7CD0DA3-DC61-64EB-AC6F-B946FF1F2BC6}"/>
              </a:ext>
            </a:extLst>
          </p:cNvPr>
          <p:cNvSpPr>
            <a:spLocks noGrp="1"/>
          </p:cNvSpPr>
          <p:nvPr>
            <p:ph type="sldNum" sz="quarter" idx="10"/>
          </p:nvPr>
        </p:nvSpPr>
        <p:spPr/>
        <p:txBody>
          <a:bodyPr/>
          <a:lstStyle/>
          <a:p>
            <a:fld id="{B7CF8A19-3A9E-4ABC-B336-2FDDE321C72D}" type="slidenum">
              <a:rPr lang="en-US" smtClean="0"/>
              <a:pPr/>
              <a:t>37</a:t>
            </a:fld>
            <a:endParaRPr lang="en-US" dirty="0"/>
          </a:p>
        </p:txBody>
      </p:sp>
    </p:spTree>
    <p:custDataLst>
      <p:tags r:id="rId1"/>
    </p:custDataLst>
    <p:extLst>
      <p:ext uri="{BB962C8B-B14F-4D97-AF65-F5344CB8AC3E}">
        <p14:creationId xmlns:p14="http://schemas.microsoft.com/office/powerpoint/2010/main" val="9975704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D7039-AC70-5870-5D4D-8E05594EB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939E21-E950-5E16-8DF7-1F6070920805}"/>
              </a:ext>
            </a:extLst>
          </p:cNvPr>
          <p:cNvSpPr>
            <a:spLocks noGrp="1"/>
          </p:cNvSpPr>
          <p:nvPr>
            <p:ph type="title"/>
          </p:nvPr>
        </p:nvSpPr>
        <p:spPr/>
        <p:txBody>
          <a:bodyPr/>
          <a:lstStyle/>
          <a:p>
            <a:r>
              <a:rPr lang="en-US" b="1" i="0" dirty="0">
                <a:solidFill>
                  <a:srgbClr val="253644"/>
                </a:solidFill>
                <a:effectLst/>
              </a:rPr>
              <a:t>Universal Plug-and-Play </a:t>
            </a:r>
            <a:r>
              <a:rPr lang="en-US" sz="2000" b="1" i="0" dirty="0">
                <a:solidFill>
                  <a:srgbClr val="253644"/>
                </a:solidFill>
                <a:effectLst/>
              </a:rPr>
              <a:t>(Slide 2 of 2)</a:t>
            </a:r>
            <a:endParaRPr lang="en-US" sz="2000" dirty="0"/>
          </a:p>
        </p:txBody>
      </p:sp>
      <p:sp>
        <p:nvSpPr>
          <p:cNvPr id="3" name="Slide Number Placeholder 2">
            <a:extLst>
              <a:ext uri="{FF2B5EF4-FFF2-40B4-BE49-F238E27FC236}">
                <a16:creationId xmlns:a16="http://schemas.microsoft.com/office/drawing/2014/main" id="{088F24FF-FA52-54CE-1597-4A06F886E751}"/>
              </a:ext>
            </a:extLst>
          </p:cNvPr>
          <p:cNvSpPr>
            <a:spLocks noGrp="1"/>
          </p:cNvSpPr>
          <p:nvPr>
            <p:ph type="sldNum" sz="quarter" idx="10"/>
          </p:nvPr>
        </p:nvSpPr>
        <p:spPr/>
        <p:txBody>
          <a:bodyPr/>
          <a:lstStyle/>
          <a:p>
            <a:fld id="{B7CF8A19-3A9E-4ABC-B336-2FDDE321C72D}" type="slidenum">
              <a:rPr lang="en-US" smtClean="0"/>
              <a:pPr/>
              <a:t>38</a:t>
            </a:fld>
            <a:endParaRPr lang="en-US" dirty="0"/>
          </a:p>
        </p:txBody>
      </p:sp>
      <p:sp>
        <p:nvSpPr>
          <p:cNvPr id="4" name="Content Placeholder 11">
            <a:extLst>
              <a:ext uri="{FF2B5EF4-FFF2-40B4-BE49-F238E27FC236}">
                <a16:creationId xmlns:a16="http://schemas.microsoft.com/office/drawing/2014/main" id="{05B4A3A4-846C-C615-B331-4C9D55AA306C}"/>
              </a:ext>
            </a:extLst>
          </p:cNvPr>
          <p:cNvSpPr txBox="1">
            <a:spLocks/>
          </p:cNvSpPr>
          <p:nvPr/>
        </p:nvSpPr>
        <p:spPr>
          <a:xfrm>
            <a:off x="1147282" y="4540250"/>
            <a:ext cx="6849431"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TP-Link.</a:t>
            </a:r>
          </a:p>
        </p:txBody>
      </p:sp>
      <p:pic>
        <p:nvPicPr>
          <p:cNvPr id="9" name="Picture 8" descr="A T P-Link router settings page displaying U P n P options, with U P n P enabled and an empty U P n P service list.">
            <a:extLst>
              <a:ext uri="{FF2B5EF4-FFF2-40B4-BE49-F238E27FC236}">
                <a16:creationId xmlns:a16="http://schemas.microsoft.com/office/drawing/2014/main" id="{CD3C2E83-1591-6A0D-C4BD-670B65B0310A}"/>
              </a:ext>
            </a:extLst>
          </p:cNvPr>
          <p:cNvPicPr>
            <a:picLocks noChangeAspect="1"/>
          </p:cNvPicPr>
          <p:nvPr/>
        </p:nvPicPr>
        <p:blipFill>
          <a:blip r:embed="rId3"/>
          <a:stretch>
            <a:fillRect/>
          </a:stretch>
        </p:blipFill>
        <p:spPr>
          <a:xfrm>
            <a:off x="1147281" y="849721"/>
            <a:ext cx="6849431" cy="3648584"/>
          </a:xfrm>
          <a:prstGeom prst="rect">
            <a:avLst/>
          </a:prstGeom>
          <a:ln>
            <a:solidFill>
              <a:schemeClr val="bg1">
                <a:lumMod val="85000"/>
              </a:schemeClr>
            </a:solidFill>
          </a:ln>
        </p:spPr>
      </p:pic>
    </p:spTree>
    <p:extLst>
      <p:ext uri="{BB962C8B-B14F-4D97-AF65-F5344CB8AC3E}">
        <p14:creationId xmlns:p14="http://schemas.microsoft.com/office/powerpoint/2010/main" val="24544807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2938A-491B-88C9-64E8-A573075A4A4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6DBBEF1-E616-31E7-B3A9-7BA0E0CB3B8D}"/>
              </a:ext>
            </a:extLst>
          </p:cNvPr>
          <p:cNvSpPr>
            <a:spLocks noGrp="1"/>
          </p:cNvSpPr>
          <p:nvPr>
            <p:ph type="title"/>
          </p:nvPr>
        </p:nvSpPr>
        <p:spPr/>
        <p:txBody>
          <a:bodyPr/>
          <a:lstStyle/>
          <a:p>
            <a:r>
              <a:rPr lang="en-US" b="1" i="0" dirty="0">
                <a:solidFill>
                  <a:srgbClr val="253644"/>
                </a:solidFill>
                <a:effectLst/>
              </a:rPr>
              <a:t>Screened Subnets </a:t>
            </a:r>
            <a:r>
              <a:rPr lang="en-US" sz="2000" b="1" i="0" dirty="0">
                <a:solidFill>
                  <a:srgbClr val="253644"/>
                </a:solidFill>
                <a:effectLst/>
              </a:rPr>
              <a:t>(Slide 1 of 3)</a:t>
            </a:r>
            <a:endParaRPr lang="en-US" sz="2000" dirty="0">
              <a:solidFill>
                <a:srgbClr val="253644"/>
              </a:solidFill>
            </a:endParaRPr>
          </a:p>
        </p:txBody>
      </p:sp>
      <p:sp>
        <p:nvSpPr>
          <p:cNvPr id="3" name="Content Placeholder 2">
            <a:extLst>
              <a:ext uri="{FF2B5EF4-FFF2-40B4-BE49-F238E27FC236}">
                <a16:creationId xmlns:a16="http://schemas.microsoft.com/office/drawing/2014/main" id="{E8EEBEE8-AA9B-D7AB-740C-8AC45332BEA2}"/>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Formally known as DMZ's</a:t>
            </a:r>
          </a:p>
          <a:p>
            <a:r>
              <a:rPr lang="en-US" dirty="0">
                <a:latin typeface="Calibri"/>
                <a:ea typeface="Calibri"/>
                <a:cs typeface="Calibri"/>
              </a:rPr>
              <a:t>Allows administrators to direct traffic to specific logical segments of the network</a:t>
            </a:r>
          </a:p>
          <a:p>
            <a:r>
              <a:rPr lang="en-US" dirty="0">
                <a:latin typeface="Calibri"/>
                <a:ea typeface="Calibri"/>
                <a:cs typeface="Calibri"/>
              </a:rPr>
              <a:t>Can be used to isolate web facing hosts on network, while preventing internal network access from the internet</a:t>
            </a:r>
            <a:endParaRPr lang="en-US" dirty="0">
              <a:ea typeface="Calibri"/>
            </a:endParaRPr>
          </a:p>
        </p:txBody>
      </p:sp>
      <p:sp>
        <p:nvSpPr>
          <p:cNvPr id="4" name="Slide Number Placeholder 3">
            <a:extLst>
              <a:ext uri="{FF2B5EF4-FFF2-40B4-BE49-F238E27FC236}">
                <a16:creationId xmlns:a16="http://schemas.microsoft.com/office/drawing/2014/main" id="{4870A3B8-8C1D-5DE2-9D3D-7851130CA775}"/>
              </a:ext>
            </a:extLst>
          </p:cNvPr>
          <p:cNvSpPr>
            <a:spLocks noGrp="1"/>
          </p:cNvSpPr>
          <p:nvPr>
            <p:ph type="sldNum" sz="quarter" idx="10"/>
          </p:nvPr>
        </p:nvSpPr>
        <p:spPr/>
        <p:txBody>
          <a:bodyPr/>
          <a:lstStyle/>
          <a:p>
            <a:fld id="{B7CF8A19-3A9E-4ABC-B336-2FDDE321C72D}" type="slidenum">
              <a:rPr lang="en-US" smtClean="0"/>
              <a:pPr/>
              <a:t>39</a:t>
            </a:fld>
            <a:endParaRPr lang="en-US" dirty="0"/>
          </a:p>
        </p:txBody>
      </p:sp>
    </p:spTree>
    <p:custDataLst>
      <p:tags r:id="rId1"/>
    </p:custDataLst>
    <p:extLst>
      <p:ext uri="{BB962C8B-B14F-4D97-AF65-F5344CB8AC3E}">
        <p14:creationId xmlns:p14="http://schemas.microsoft.com/office/powerpoint/2010/main" val="3711599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113A5-E7F8-AE50-69DF-3CF3E9FF2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D5333-343C-FE93-7DC6-473F833116DC}"/>
              </a:ext>
            </a:extLst>
          </p:cNvPr>
          <p:cNvSpPr>
            <a:spLocks noGrp="1"/>
          </p:cNvSpPr>
          <p:nvPr>
            <p:ph type="title"/>
          </p:nvPr>
        </p:nvSpPr>
        <p:spPr/>
        <p:txBody>
          <a:bodyPr/>
          <a:lstStyle/>
          <a:p>
            <a:r>
              <a:rPr lang="en-US" b="1" i="0" dirty="0">
                <a:solidFill>
                  <a:srgbClr val="253644"/>
                </a:solidFill>
                <a:effectLst/>
              </a:rPr>
              <a:t>Screened Subnets </a:t>
            </a:r>
            <a:r>
              <a:rPr lang="en-US" sz="2000" b="1" i="0" dirty="0">
                <a:solidFill>
                  <a:srgbClr val="253644"/>
                </a:solidFill>
                <a:effectLst/>
              </a:rPr>
              <a:t>(Slide 2 of 3)</a:t>
            </a:r>
            <a:endParaRPr lang="en-US" sz="2000" dirty="0"/>
          </a:p>
        </p:txBody>
      </p:sp>
      <p:sp>
        <p:nvSpPr>
          <p:cNvPr id="3" name="Slide Number Placeholder 2">
            <a:extLst>
              <a:ext uri="{FF2B5EF4-FFF2-40B4-BE49-F238E27FC236}">
                <a16:creationId xmlns:a16="http://schemas.microsoft.com/office/drawing/2014/main" id="{137A1763-C6F4-8F12-9531-29AC17C78FF9}"/>
              </a:ext>
            </a:extLst>
          </p:cNvPr>
          <p:cNvSpPr>
            <a:spLocks noGrp="1"/>
          </p:cNvSpPr>
          <p:nvPr>
            <p:ph type="sldNum" sz="quarter" idx="10"/>
          </p:nvPr>
        </p:nvSpPr>
        <p:spPr/>
        <p:txBody>
          <a:bodyPr/>
          <a:lstStyle/>
          <a:p>
            <a:fld id="{B7CF8A19-3A9E-4ABC-B336-2FDDE321C72D}" type="slidenum">
              <a:rPr lang="en-US" smtClean="0"/>
              <a:pPr/>
              <a:t>40</a:t>
            </a:fld>
            <a:endParaRPr lang="en-US" dirty="0"/>
          </a:p>
        </p:txBody>
      </p:sp>
      <p:sp>
        <p:nvSpPr>
          <p:cNvPr id="4" name="Content Placeholder 11">
            <a:extLst>
              <a:ext uri="{FF2B5EF4-FFF2-40B4-BE49-F238E27FC236}">
                <a16:creationId xmlns:a16="http://schemas.microsoft.com/office/drawing/2014/main" id="{3C8F86CE-0339-6E6E-2D1D-3F2B78936FAB}"/>
              </a:ext>
            </a:extLst>
          </p:cNvPr>
          <p:cNvSpPr txBox="1">
            <a:spLocks/>
          </p:cNvSpPr>
          <p:nvPr/>
        </p:nvSpPr>
        <p:spPr>
          <a:xfrm>
            <a:off x="1560054" y="3334673"/>
            <a:ext cx="6023891"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Images © 123RF.com.</a:t>
            </a:r>
          </a:p>
        </p:txBody>
      </p:sp>
      <p:pic>
        <p:nvPicPr>
          <p:cNvPr id="6" name="Picture 5" descr="A network diagram of a firewall setup, showing a LAN, choke router, screened subnet, screening router, and I S P router connecting to the internet.">
            <a:extLst>
              <a:ext uri="{FF2B5EF4-FFF2-40B4-BE49-F238E27FC236}">
                <a16:creationId xmlns:a16="http://schemas.microsoft.com/office/drawing/2014/main" id="{97788E98-9F43-CD3E-F57F-57FD29568547}"/>
              </a:ext>
            </a:extLst>
          </p:cNvPr>
          <p:cNvPicPr>
            <a:picLocks noChangeAspect="1"/>
          </p:cNvPicPr>
          <p:nvPr/>
        </p:nvPicPr>
        <p:blipFill>
          <a:blip r:embed="rId3"/>
          <a:stretch>
            <a:fillRect/>
          </a:stretch>
        </p:blipFill>
        <p:spPr>
          <a:xfrm>
            <a:off x="1560053" y="1733325"/>
            <a:ext cx="6023891" cy="1492291"/>
          </a:xfrm>
          <a:prstGeom prst="rect">
            <a:avLst/>
          </a:prstGeom>
          <a:ln>
            <a:noFill/>
          </a:ln>
        </p:spPr>
      </p:pic>
    </p:spTree>
    <p:extLst>
      <p:ext uri="{BB962C8B-B14F-4D97-AF65-F5344CB8AC3E}">
        <p14:creationId xmlns:p14="http://schemas.microsoft.com/office/powerpoint/2010/main" val="26104447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8919A-0ED0-7539-3A5C-2E6D533DE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3CF9F5-5E8E-745F-EE08-DAFDE6006B54}"/>
              </a:ext>
            </a:extLst>
          </p:cNvPr>
          <p:cNvSpPr>
            <a:spLocks noGrp="1"/>
          </p:cNvSpPr>
          <p:nvPr>
            <p:ph type="title"/>
          </p:nvPr>
        </p:nvSpPr>
        <p:spPr/>
        <p:txBody>
          <a:bodyPr/>
          <a:lstStyle/>
          <a:p>
            <a:r>
              <a:rPr lang="en-US" b="1" i="0" dirty="0">
                <a:solidFill>
                  <a:srgbClr val="253644"/>
                </a:solidFill>
                <a:effectLst/>
              </a:rPr>
              <a:t>Screened Subnets </a:t>
            </a:r>
            <a:r>
              <a:rPr lang="en-US" sz="2000" b="1" i="0" dirty="0">
                <a:solidFill>
                  <a:srgbClr val="253644"/>
                </a:solidFill>
                <a:effectLst/>
              </a:rPr>
              <a:t>(Slide 3 of 3)</a:t>
            </a:r>
            <a:endParaRPr lang="en-US" sz="2000" dirty="0"/>
          </a:p>
        </p:txBody>
      </p:sp>
      <p:sp>
        <p:nvSpPr>
          <p:cNvPr id="3" name="Slide Number Placeholder 2">
            <a:extLst>
              <a:ext uri="{FF2B5EF4-FFF2-40B4-BE49-F238E27FC236}">
                <a16:creationId xmlns:a16="http://schemas.microsoft.com/office/drawing/2014/main" id="{E34C23AB-876C-FB11-35D4-C543CAC56147}"/>
              </a:ext>
            </a:extLst>
          </p:cNvPr>
          <p:cNvSpPr>
            <a:spLocks noGrp="1"/>
          </p:cNvSpPr>
          <p:nvPr>
            <p:ph type="sldNum" sz="quarter" idx="10"/>
          </p:nvPr>
        </p:nvSpPr>
        <p:spPr/>
        <p:txBody>
          <a:bodyPr/>
          <a:lstStyle/>
          <a:p>
            <a:fld id="{B7CF8A19-3A9E-4ABC-B336-2FDDE321C72D}" type="slidenum">
              <a:rPr lang="en-US" smtClean="0"/>
              <a:pPr/>
              <a:t>41</a:t>
            </a:fld>
            <a:endParaRPr lang="en-US" dirty="0"/>
          </a:p>
        </p:txBody>
      </p:sp>
      <p:sp>
        <p:nvSpPr>
          <p:cNvPr id="4" name="Content Placeholder 11">
            <a:extLst>
              <a:ext uri="{FF2B5EF4-FFF2-40B4-BE49-F238E27FC236}">
                <a16:creationId xmlns:a16="http://schemas.microsoft.com/office/drawing/2014/main" id="{53C1FEFA-5CC5-D244-D4FB-E8F09AF4439E}"/>
              </a:ext>
            </a:extLst>
          </p:cNvPr>
          <p:cNvSpPr txBox="1">
            <a:spLocks/>
          </p:cNvSpPr>
          <p:nvPr/>
        </p:nvSpPr>
        <p:spPr>
          <a:xfrm>
            <a:off x="1826076" y="4886327"/>
            <a:ext cx="5491845" cy="274768"/>
          </a:xfrm>
          <a:prstGeom prst="rect">
            <a:avLst/>
          </a:prstGeom>
        </p:spPr>
        <p:txBody>
          <a:bodyPr/>
          <a:lstStyle>
            <a:lvl1pPr marL="257175" indent="-257175" algn="l" defTabSz="342900" rtl="0" eaLnBrk="1" latinLnBrk="0" hangingPunct="1">
              <a:spcBef>
                <a:spcPts val="600"/>
              </a:spcBef>
              <a:spcAft>
                <a:spcPts val="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571500" indent="-228600" algn="l" defTabSz="342900" rtl="0" eaLnBrk="1" latinLnBrk="0" hangingPunct="1">
              <a:spcBef>
                <a:spcPts val="600"/>
              </a:spcBef>
              <a:spcAft>
                <a:spcPts val="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600"/>
              </a:spcBef>
              <a:spcAft>
                <a:spcPts val="0"/>
              </a:spcAft>
              <a:buClrTx/>
              <a:buSzPct val="100000"/>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600"/>
              </a:spcBef>
              <a:spcAft>
                <a:spcPts val="0"/>
              </a:spcAft>
              <a:buClrTx/>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indent="0" algn="ctr">
              <a:buNone/>
            </a:pPr>
            <a:r>
              <a:rPr lang="en-US" sz="900" i="1" dirty="0"/>
              <a:t>Screenshot courtesy of TP-Link.</a:t>
            </a:r>
          </a:p>
        </p:txBody>
      </p:sp>
      <p:pic>
        <p:nvPicPr>
          <p:cNvPr id="6" name="Picture 5" descr="A T P-Link router settings page under D M Z, showing an enabled D M Z option with the host I P address set to 192.168.1.202.">
            <a:extLst>
              <a:ext uri="{FF2B5EF4-FFF2-40B4-BE49-F238E27FC236}">
                <a16:creationId xmlns:a16="http://schemas.microsoft.com/office/drawing/2014/main" id="{FB5A5B65-50EE-D915-C9D2-1E61E06AA0C3}"/>
              </a:ext>
            </a:extLst>
          </p:cNvPr>
          <p:cNvPicPr>
            <a:picLocks noChangeAspect="1"/>
          </p:cNvPicPr>
          <p:nvPr/>
        </p:nvPicPr>
        <p:blipFill>
          <a:blip r:embed="rId3"/>
          <a:stretch>
            <a:fillRect/>
          </a:stretch>
        </p:blipFill>
        <p:spPr>
          <a:xfrm>
            <a:off x="1826076" y="737473"/>
            <a:ext cx="5491845" cy="4147459"/>
          </a:xfrm>
          <a:prstGeom prst="rect">
            <a:avLst/>
          </a:prstGeom>
          <a:ln>
            <a:solidFill>
              <a:schemeClr val="bg1">
                <a:lumMod val="85000"/>
              </a:schemeClr>
            </a:solidFill>
          </a:ln>
        </p:spPr>
      </p:pic>
    </p:spTree>
    <p:extLst>
      <p:ext uri="{BB962C8B-B14F-4D97-AF65-F5344CB8AC3E}">
        <p14:creationId xmlns:p14="http://schemas.microsoft.com/office/powerpoint/2010/main" val="39921367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DC833-610F-16FE-96AF-7FB88D9369C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8720A6-D9F3-BA23-2070-8C8E1ED76A88}"/>
              </a:ext>
            </a:extLst>
          </p:cNvPr>
          <p:cNvSpPr>
            <a:spLocks noGrp="1"/>
          </p:cNvSpPr>
          <p:nvPr>
            <p:ph type="sldNum" sz="quarter" idx="13"/>
          </p:nvPr>
        </p:nvSpPr>
        <p:spPr/>
        <p:txBody>
          <a:bodyPr/>
          <a:lstStyle/>
          <a:p>
            <a:fld id="{B7CF8A19-3A9E-4ABC-B336-2FDDE321C72D}" type="slidenum">
              <a:rPr lang="en-US" smtClean="0"/>
              <a:pPr/>
              <a:t>42</a:t>
            </a:fld>
            <a:endParaRPr lang="en-US" dirty="0"/>
          </a:p>
        </p:txBody>
      </p:sp>
      <p:sp>
        <p:nvSpPr>
          <p:cNvPr id="3" name="Content Placeholder 2">
            <a:extLst>
              <a:ext uri="{FF2B5EF4-FFF2-40B4-BE49-F238E27FC236}">
                <a16:creationId xmlns:a16="http://schemas.microsoft.com/office/drawing/2014/main" id="{888F3FC4-673A-726A-9BB1-93CDAD27830D}"/>
              </a:ext>
            </a:extLst>
          </p:cNvPr>
          <p:cNvSpPr>
            <a:spLocks noGrp="1"/>
          </p:cNvSpPr>
          <p:nvPr>
            <p:ph sz="quarter" idx="14"/>
          </p:nvPr>
        </p:nvSpPr>
        <p:spPr/>
        <p:txBody>
          <a:bodyPr>
            <a:normAutofit/>
          </a:bodyPr>
          <a:lstStyle/>
          <a:p>
            <a:r>
              <a:rPr lang="en-US" dirty="0"/>
              <a:t>Lab: SOHO Router Configuration</a:t>
            </a:r>
            <a:br>
              <a:rPr lang="en-US" dirty="0"/>
            </a:br>
            <a:r>
              <a:rPr lang="en-US" sz="2000" dirty="0"/>
              <a:t>(available in CertMaster Learn and CertMaster Perform)</a:t>
            </a:r>
          </a:p>
        </p:txBody>
      </p:sp>
    </p:spTree>
    <p:custDataLst>
      <p:tags r:id="rId1"/>
    </p:custDataLst>
    <p:extLst>
      <p:ext uri="{BB962C8B-B14F-4D97-AF65-F5344CB8AC3E}">
        <p14:creationId xmlns:p14="http://schemas.microsoft.com/office/powerpoint/2010/main" val="11185133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F0ABE-C18B-D1C2-0F26-1B4D9CFD2C3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A0E9CCB-8EF4-FD9D-60BC-7BDAC3C8E582}"/>
              </a:ext>
            </a:extLst>
          </p:cNvPr>
          <p:cNvSpPr>
            <a:spLocks noGrp="1"/>
          </p:cNvSpPr>
          <p:nvPr>
            <p:ph sz="quarter" idx="11"/>
          </p:nvPr>
        </p:nvSpPr>
        <p:spPr>
          <a:xfrm>
            <a:off x="146050" y="748622"/>
            <a:ext cx="8870950" cy="4394877"/>
          </a:xfrm>
        </p:spPr>
        <p:txBody>
          <a:bodyPr vert="horz" lIns="91440" tIns="45720" rIns="91440" bIns="45720" rtlCol="0" anchor="t">
            <a:normAutofit/>
          </a:bodyPr>
          <a:lstStyle/>
          <a:p>
            <a:r>
              <a:rPr lang="en-US" dirty="0"/>
              <a:t>Home Router Setup</a:t>
            </a:r>
          </a:p>
          <a:p>
            <a:r>
              <a:rPr lang="en-US" dirty="0"/>
              <a:t>Firmware Update</a:t>
            </a:r>
          </a:p>
          <a:p>
            <a:r>
              <a:rPr lang="en-US" dirty="0"/>
              <a:t>Home Router LAN and WLAN Configuration</a:t>
            </a:r>
          </a:p>
          <a:p>
            <a:r>
              <a:rPr lang="en-US" dirty="0"/>
              <a:t>Home Router Firewall Configuration</a:t>
            </a:r>
          </a:p>
          <a:p>
            <a:r>
              <a:rPr lang="en-US" dirty="0"/>
              <a:t>Home Router Port Forwarding Configuration</a:t>
            </a:r>
          </a:p>
          <a:p>
            <a:r>
              <a:rPr lang="en-US" dirty="0"/>
              <a:t>Universal Plug-and-Play</a:t>
            </a:r>
          </a:p>
          <a:p>
            <a:r>
              <a:rPr lang="en-US" dirty="0"/>
              <a:t>Screened Subnets</a:t>
            </a:r>
          </a:p>
        </p:txBody>
      </p:sp>
      <p:sp>
        <p:nvSpPr>
          <p:cNvPr id="3" name="Title 2">
            <a:extLst>
              <a:ext uri="{FF2B5EF4-FFF2-40B4-BE49-F238E27FC236}">
                <a16:creationId xmlns:a16="http://schemas.microsoft.com/office/drawing/2014/main" id="{59BA82ED-3722-5288-417C-C4EF0335184F}"/>
              </a:ext>
            </a:extLst>
          </p:cNvPr>
          <p:cNvSpPr>
            <a:spLocks noGrp="1"/>
          </p:cNvSpPr>
          <p:nvPr>
            <p:ph type="title"/>
          </p:nvPr>
        </p:nvSpPr>
        <p:spPr/>
        <p:txBody>
          <a:bodyPr/>
          <a:lstStyle/>
          <a:p>
            <a:r>
              <a:rPr lang="en-US" dirty="0"/>
              <a:t>SOHO Router Security</a:t>
            </a:r>
          </a:p>
        </p:txBody>
      </p:sp>
      <p:sp>
        <p:nvSpPr>
          <p:cNvPr id="4" name="Slide Number Placeholder 3">
            <a:extLst>
              <a:ext uri="{FF2B5EF4-FFF2-40B4-BE49-F238E27FC236}">
                <a16:creationId xmlns:a16="http://schemas.microsoft.com/office/drawing/2014/main" id="{A86DB7D1-1578-F259-038A-19B549096E37}"/>
              </a:ext>
            </a:extLst>
          </p:cNvPr>
          <p:cNvSpPr>
            <a:spLocks noGrp="1"/>
          </p:cNvSpPr>
          <p:nvPr>
            <p:ph type="sldNum" sz="quarter" idx="12"/>
          </p:nvPr>
        </p:nvSpPr>
        <p:spPr/>
        <p:txBody>
          <a:bodyPr/>
          <a:lstStyle/>
          <a:p>
            <a:fld id="{B7CF8A19-3A9E-4ABC-B336-2FDDE321C72D}" type="slidenum">
              <a:rPr lang="en-US" smtClean="0"/>
              <a:pPr/>
              <a:t>43</a:t>
            </a:fld>
            <a:endParaRPr lang="en-US" dirty="0"/>
          </a:p>
        </p:txBody>
      </p:sp>
    </p:spTree>
    <p:custDataLst>
      <p:tags r:id="rId1"/>
    </p:custDataLst>
    <p:extLst>
      <p:ext uri="{BB962C8B-B14F-4D97-AF65-F5344CB8AC3E}">
        <p14:creationId xmlns:p14="http://schemas.microsoft.com/office/powerpoint/2010/main" val="2906869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5E5B2-2027-79A4-53EF-E49031AE9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F72BC-F98D-C864-6C7F-1BBBE9567D0F}"/>
              </a:ext>
            </a:extLst>
          </p:cNvPr>
          <p:cNvSpPr>
            <a:spLocks noGrp="1"/>
          </p:cNvSpPr>
          <p:nvPr>
            <p:ph type="ctrTitle"/>
          </p:nvPr>
        </p:nvSpPr>
        <p:spPr/>
        <p:txBody>
          <a:bodyPr/>
          <a:lstStyle/>
          <a:p>
            <a:r>
              <a:rPr lang="en-US" dirty="0"/>
              <a:t>Additional Security Measures</a:t>
            </a:r>
          </a:p>
        </p:txBody>
      </p:sp>
      <p:sp>
        <p:nvSpPr>
          <p:cNvPr id="3" name="Subtitle 2">
            <a:extLst>
              <a:ext uri="{FF2B5EF4-FFF2-40B4-BE49-F238E27FC236}">
                <a16:creationId xmlns:a16="http://schemas.microsoft.com/office/drawing/2014/main" id="{E61911D7-C239-B3CE-9159-CF3F4B70BD22}"/>
              </a:ext>
            </a:extLst>
          </p:cNvPr>
          <p:cNvSpPr>
            <a:spLocks noGrp="1"/>
          </p:cNvSpPr>
          <p:nvPr>
            <p:ph type="subTitle" idx="1"/>
          </p:nvPr>
        </p:nvSpPr>
        <p:spPr/>
        <p:txBody>
          <a:bodyPr/>
          <a:lstStyle/>
          <a:p>
            <a:r>
              <a:rPr lang="en-US" dirty="0"/>
              <a:t>Lesson 18.4</a:t>
            </a:r>
          </a:p>
        </p:txBody>
      </p:sp>
      <p:sp>
        <p:nvSpPr>
          <p:cNvPr id="4" name="Slide Number Placeholder 3">
            <a:extLst>
              <a:ext uri="{FF2B5EF4-FFF2-40B4-BE49-F238E27FC236}">
                <a16:creationId xmlns:a16="http://schemas.microsoft.com/office/drawing/2014/main" id="{27A66DE2-975A-99F0-6B8E-F75F5856BE23}"/>
              </a:ext>
            </a:extLst>
          </p:cNvPr>
          <p:cNvSpPr>
            <a:spLocks noGrp="1"/>
          </p:cNvSpPr>
          <p:nvPr>
            <p:ph type="sldNum" sz="quarter" idx="10"/>
          </p:nvPr>
        </p:nvSpPr>
        <p:spPr/>
        <p:txBody>
          <a:bodyPr/>
          <a:lstStyle/>
          <a:p>
            <a:fld id="{B7CF8A19-3A9E-4ABC-B336-2FDDE321C72D}" type="slidenum">
              <a:rPr lang="en-US" smtClean="0"/>
              <a:pPr/>
              <a:t>44</a:t>
            </a:fld>
            <a:endParaRPr lang="en-US" dirty="0"/>
          </a:p>
        </p:txBody>
      </p:sp>
    </p:spTree>
    <p:custDataLst>
      <p:tags r:id="rId1"/>
    </p:custDataLst>
    <p:extLst>
      <p:ext uri="{BB962C8B-B14F-4D97-AF65-F5344CB8AC3E}">
        <p14:creationId xmlns:p14="http://schemas.microsoft.com/office/powerpoint/2010/main" val="41116050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27D87-B00E-923B-23A2-4E3D3C90751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487EB43-6887-C52F-CEEE-17B57C98AAAD}"/>
              </a:ext>
            </a:extLst>
          </p:cNvPr>
          <p:cNvSpPr>
            <a:spLocks noGrp="1"/>
          </p:cNvSpPr>
          <p:nvPr>
            <p:ph type="title"/>
          </p:nvPr>
        </p:nvSpPr>
        <p:spPr/>
        <p:txBody>
          <a:bodyPr/>
          <a:lstStyle/>
          <a:p>
            <a:r>
              <a:rPr lang="en-US" b="1" i="0" dirty="0">
                <a:solidFill>
                  <a:srgbClr val="253644"/>
                </a:solidFill>
                <a:effectLst/>
              </a:rPr>
              <a:t>Physical Access Control</a:t>
            </a:r>
            <a:endParaRPr lang="en-US" sz="2000" dirty="0">
              <a:solidFill>
                <a:srgbClr val="253644"/>
              </a:solidFill>
            </a:endParaRPr>
          </a:p>
        </p:txBody>
      </p:sp>
      <p:sp>
        <p:nvSpPr>
          <p:cNvPr id="3" name="Content Placeholder 2">
            <a:extLst>
              <a:ext uri="{FF2B5EF4-FFF2-40B4-BE49-F238E27FC236}">
                <a16:creationId xmlns:a16="http://schemas.microsoft.com/office/drawing/2014/main" id="{82D6ACDB-89E8-B682-73F7-83A52AD0A0F8}"/>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Perimeter security</a:t>
            </a:r>
          </a:p>
          <a:p>
            <a:r>
              <a:rPr lang="en-US" dirty="0">
                <a:latin typeface="Calibri"/>
                <a:ea typeface="Calibri"/>
                <a:cs typeface="Calibri"/>
              </a:rPr>
              <a:t>Access control vestibule</a:t>
            </a:r>
            <a:endParaRPr lang="en-US" dirty="0">
              <a:ea typeface="Calibri"/>
            </a:endParaRPr>
          </a:p>
          <a:p>
            <a:pPr lvl="1"/>
            <a:r>
              <a:rPr lang="en-US" dirty="0">
                <a:latin typeface="Calibri"/>
                <a:ea typeface="Calibri"/>
                <a:cs typeface="Calibri"/>
              </a:rPr>
              <a:t>Two door access system, only one door can be opened at a time</a:t>
            </a:r>
          </a:p>
          <a:p>
            <a:r>
              <a:rPr lang="en-US" dirty="0">
                <a:latin typeface="Calibri"/>
                <a:ea typeface="Calibri"/>
                <a:cs typeface="Calibri"/>
              </a:rPr>
              <a:t>Magnetometers</a:t>
            </a:r>
          </a:p>
          <a:p>
            <a:pPr lvl="1"/>
            <a:r>
              <a:rPr lang="en-US" dirty="0">
                <a:latin typeface="Calibri"/>
                <a:ea typeface="Calibri"/>
                <a:cs typeface="Calibri"/>
              </a:rPr>
              <a:t>Metal detectors</a:t>
            </a:r>
          </a:p>
          <a:p>
            <a:r>
              <a:rPr lang="en-US" dirty="0">
                <a:latin typeface="Calibri"/>
                <a:ea typeface="Calibri"/>
                <a:cs typeface="Calibri"/>
              </a:rPr>
              <a:t>Security Guards</a:t>
            </a:r>
          </a:p>
        </p:txBody>
      </p:sp>
      <p:sp>
        <p:nvSpPr>
          <p:cNvPr id="4" name="Slide Number Placeholder 3">
            <a:extLst>
              <a:ext uri="{FF2B5EF4-FFF2-40B4-BE49-F238E27FC236}">
                <a16:creationId xmlns:a16="http://schemas.microsoft.com/office/drawing/2014/main" id="{4B3D88A2-75FB-782F-F6B8-99C5AD6FBE54}"/>
              </a:ext>
            </a:extLst>
          </p:cNvPr>
          <p:cNvSpPr>
            <a:spLocks noGrp="1"/>
          </p:cNvSpPr>
          <p:nvPr>
            <p:ph type="sldNum" sz="quarter" idx="10"/>
          </p:nvPr>
        </p:nvSpPr>
        <p:spPr/>
        <p:txBody>
          <a:bodyPr/>
          <a:lstStyle/>
          <a:p>
            <a:fld id="{B7CF8A19-3A9E-4ABC-B336-2FDDE321C72D}" type="slidenum">
              <a:rPr lang="en-US" smtClean="0"/>
              <a:pPr/>
              <a:t>45</a:t>
            </a:fld>
            <a:endParaRPr lang="en-US" dirty="0"/>
          </a:p>
        </p:txBody>
      </p:sp>
    </p:spTree>
    <p:custDataLst>
      <p:tags r:id="rId1"/>
    </p:custDataLst>
    <p:extLst>
      <p:ext uri="{BB962C8B-B14F-4D97-AF65-F5344CB8AC3E}">
        <p14:creationId xmlns:p14="http://schemas.microsoft.com/office/powerpoint/2010/main" val="33512885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51AC-3B1E-CA04-D0D5-2EF958C90B7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5A264B0-6C2D-F28C-C713-F0E07FE8D924}"/>
              </a:ext>
            </a:extLst>
          </p:cNvPr>
          <p:cNvSpPr>
            <a:spLocks noGrp="1"/>
          </p:cNvSpPr>
          <p:nvPr>
            <p:ph type="title"/>
          </p:nvPr>
        </p:nvSpPr>
        <p:spPr/>
        <p:txBody>
          <a:bodyPr/>
          <a:lstStyle/>
          <a:p>
            <a:r>
              <a:rPr lang="en-US" b="1" i="0" dirty="0">
                <a:solidFill>
                  <a:srgbClr val="253644"/>
                </a:solidFill>
                <a:effectLst/>
              </a:rPr>
              <a:t>Lock Types</a:t>
            </a:r>
            <a:endParaRPr lang="en-US" sz="2000" dirty="0">
              <a:solidFill>
                <a:srgbClr val="253644"/>
              </a:solidFill>
            </a:endParaRPr>
          </a:p>
        </p:txBody>
      </p:sp>
      <p:sp>
        <p:nvSpPr>
          <p:cNvPr id="3" name="Content Placeholder 2">
            <a:extLst>
              <a:ext uri="{FF2B5EF4-FFF2-40B4-BE49-F238E27FC236}">
                <a16:creationId xmlns:a16="http://schemas.microsoft.com/office/drawing/2014/main" id="{F404AFA6-110F-F612-4E46-A40865824209}"/>
              </a:ext>
            </a:extLst>
          </p:cNvPr>
          <p:cNvSpPr>
            <a:spLocks noGrp="1"/>
          </p:cNvSpPr>
          <p:nvPr>
            <p:ph idx="1"/>
          </p:nvPr>
        </p:nvSpPr>
        <p:spPr>
          <a:xfrm>
            <a:off x="146050" y="746760"/>
            <a:ext cx="8066925" cy="4046220"/>
          </a:xfrm>
        </p:spPr>
        <p:txBody>
          <a:bodyPr vert="horz" lIns="91440" tIns="45720" rIns="91440" bIns="45720" rtlCol="0" anchor="t">
            <a:normAutofit lnSpcReduction="10000"/>
          </a:bodyPr>
          <a:lstStyle/>
          <a:p>
            <a:r>
              <a:rPr lang="en-US" dirty="0">
                <a:latin typeface="Calibri"/>
                <a:ea typeface="Calibri"/>
                <a:cs typeface="Calibri"/>
              </a:rPr>
              <a:t>Key</a:t>
            </a:r>
            <a:endParaRPr lang="en-US" dirty="0">
              <a:ea typeface="Calibri"/>
            </a:endParaRPr>
          </a:p>
          <a:p>
            <a:r>
              <a:rPr lang="en-US" dirty="0">
                <a:latin typeface="Calibri"/>
                <a:ea typeface="Calibri"/>
                <a:cs typeface="Calibri"/>
              </a:rPr>
              <a:t>Electronic</a:t>
            </a:r>
          </a:p>
          <a:p>
            <a:r>
              <a:rPr lang="en-US" dirty="0">
                <a:latin typeface="Calibri"/>
                <a:ea typeface="Calibri"/>
                <a:cs typeface="Calibri"/>
              </a:rPr>
              <a:t>Badge reader</a:t>
            </a:r>
          </a:p>
          <a:p>
            <a:pPr lvl="1"/>
            <a:r>
              <a:rPr lang="en-US" dirty="0">
                <a:latin typeface="Calibri"/>
                <a:ea typeface="Calibri"/>
                <a:cs typeface="Calibri"/>
              </a:rPr>
              <a:t>NFC, RFID, magnetic</a:t>
            </a:r>
          </a:p>
          <a:p>
            <a:r>
              <a:rPr lang="en-US" dirty="0">
                <a:latin typeface="Calibri"/>
                <a:ea typeface="Calibri"/>
                <a:cs typeface="Calibri"/>
              </a:rPr>
              <a:t>Mobile digital key</a:t>
            </a:r>
          </a:p>
          <a:p>
            <a:pPr lvl="1"/>
            <a:r>
              <a:rPr lang="en-US" dirty="0">
                <a:latin typeface="Calibri"/>
                <a:ea typeface="Calibri"/>
                <a:cs typeface="Calibri"/>
              </a:rPr>
              <a:t>Commonly seen in hotel apps</a:t>
            </a:r>
          </a:p>
          <a:p>
            <a:r>
              <a:rPr lang="en-US" dirty="0">
                <a:latin typeface="Calibri"/>
                <a:ea typeface="Calibri"/>
                <a:cs typeface="Calibri"/>
              </a:rPr>
              <a:t>Biometric</a:t>
            </a:r>
          </a:p>
          <a:p>
            <a:pPr lvl="1"/>
            <a:r>
              <a:rPr lang="en-US" dirty="0">
                <a:latin typeface="Calibri"/>
                <a:ea typeface="Calibri"/>
                <a:cs typeface="Calibri"/>
              </a:rPr>
              <a:t>Fingerprint, Palm, Retina, Facial, Voice</a:t>
            </a:r>
          </a:p>
          <a:p>
            <a:pPr lvl="1"/>
            <a:r>
              <a:rPr lang="en-US" dirty="0">
                <a:latin typeface="Calibri"/>
                <a:ea typeface="Calibri"/>
                <a:cs typeface="Calibri"/>
              </a:rPr>
              <a:t>Type 1 vs Type 2 errors</a:t>
            </a:r>
          </a:p>
          <a:p>
            <a:r>
              <a:rPr lang="en-US" dirty="0">
                <a:latin typeface="Calibri"/>
                <a:ea typeface="Calibri"/>
                <a:cs typeface="Calibri"/>
              </a:rPr>
              <a:t>Kensington lock, chassis lock, lockable equipment racks</a:t>
            </a:r>
          </a:p>
        </p:txBody>
      </p:sp>
      <p:sp>
        <p:nvSpPr>
          <p:cNvPr id="4" name="Slide Number Placeholder 3">
            <a:extLst>
              <a:ext uri="{FF2B5EF4-FFF2-40B4-BE49-F238E27FC236}">
                <a16:creationId xmlns:a16="http://schemas.microsoft.com/office/drawing/2014/main" id="{15B765DA-0C20-B06F-7FE2-FA3649B46170}"/>
              </a:ext>
            </a:extLst>
          </p:cNvPr>
          <p:cNvSpPr>
            <a:spLocks noGrp="1"/>
          </p:cNvSpPr>
          <p:nvPr>
            <p:ph type="sldNum" sz="quarter" idx="10"/>
          </p:nvPr>
        </p:nvSpPr>
        <p:spPr/>
        <p:txBody>
          <a:bodyPr/>
          <a:lstStyle/>
          <a:p>
            <a:fld id="{B7CF8A19-3A9E-4ABC-B336-2FDDE321C72D}" type="slidenum">
              <a:rPr lang="en-US" smtClean="0"/>
              <a:pPr/>
              <a:t>46</a:t>
            </a:fld>
            <a:endParaRPr lang="en-US" dirty="0"/>
          </a:p>
        </p:txBody>
      </p:sp>
    </p:spTree>
    <p:custDataLst>
      <p:tags r:id="rId1"/>
    </p:custDataLst>
    <p:extLst>
      <p:ext uri="{BB962C8B-B14F-4D97-AF65-F5344CB8AC3E}">
        <p14:creationId xmlns:p14="http://schemas.microsoft.com/office/powerpoint/2010/main" val="18145146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B1E1B-5439-B48C-2926-F7677E9FCDF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5431B79-861A-6AC9-4E7A-84FCBBAFAED0}"/>
              </a:ext>
            </a:extLst>
          </p:cNvPr>
          <p:cNvSpPr>
            <a:spLocks noGrp="1"/>
          </p:cNvSpPr>
          <p:nvPr>
            <p:ph type="title"/>
          </p:nvPr>
        </p:nvSpPr>
        <p:spPr/>
        <p:txBody>
          <a:bodyPr/>
          <a:lstStyle/>
          <a:p>
            <a:pPr marL="71755"/>
            <a:r>
              <a:rPr lang="en-US" dirty="0">
                <a:solidFill>
                  <a:srgbClr val="253644"/>
                </a:solidFill>
                <a:latin typeface="Calibri"/>
                <a:ea typeface="Calibri"/>
                <a:cs typeface="Calibri"/>
              </a:rPr>
              <a:t>Alarms and Surveillance</a:t>
            </a:r>
            <a:endParaRPr lang="en-US" dirty="0">
              <a:solidFill>
                <a:srgbClr val="253644"/>
              </a:solidFill>
              <a:ea typeface="Calibri"/>
            </a:endParaRPr>
          </a:p>
        </p:txBody>
      </p:sp>
      <p:sp>
        <p:nvSpPr>
          <p:cNvPr id="3" name="Content Placeholder 2">
            <a:extLst>
              <a:ext uri="{FF2B5EF4-FFF2-40B4-BE49-F238E27FC236}">
                <a16:creationId xmlns:a16="http://schemas.microsoft.com/office/drawing/2014/main" id="{E6A1C387-C2AA-D4CD-A48A-B7BB9A06E75A}"/>
              </a:ext>
            </a:extLst>
          </p:cNvPr>
          <p:cNvSpPr>
            <a:spLocks noGrp="1"/>
          </p:cNvSpPr>
          <p:nvPr>
            <p:ph idx="1"/>
          </p:nvPr>
        </p:nvSpPr>
        <p:spPr>
          <a:xfrm>
            <a:off x="146050" y="746760"/>
            <a:ext cx="8066925" cy="4046220"/>
          </a:xfrm>
        </p:spPr>
        <p:txBody>
          <a:bodyPr vert="horz" lIns="91440" tIns="45720" rIns="91440" bIns="45720" rtlCol="0" anchor="t">
            <a:normAutofit/>
          </a:bodyPr>
          <a:lstStyle/>
          <a:p>
            <a:r>
              <a:rPr lang="en-US" dirty="0">
                <a:latin typeface="Calibri"/>
                <a:ea typeface="Calibri"/>
                <a:cs typeface="Calibri"/>
              </a:rPr>
              <a:t>Circuit</a:t>
            </a:r>
          </a:p>
          <a:p>
            <a:r>
              <a:rPr lang="en-US" dirty="0">
                <a:latin typeface="Calibri"/>
                <a:ea typeface="Calibri"/>
                <a:cs typeface="Calibri"/>
              </a:rPr>
              <a:t>Motion</a:t>
            </a:r>
          </a:p>
          <a:p>
            <a:r>
              <a:rPr lang="en-US" dirty="0">
                <a:latin typeface="Calibri"/>
                <a:ea typeface="Calibri"/>
                <a:cs typeface="Calibri"/>
              </a:rPr>
              <a:t>Proximity</a:t>
            </a:r>
          </a:p>
          <a:p>
            <a:r>
              <a:rPr lang="en-US" dirty="0">
                <a:latin typeface="Calibri"/>
                <a:ea typeface="Calibri"/>
                <a:cs typeface="Calibri"/>
              </a:rPr>
              <a:t>Duress</a:t>
            </a:r>
          </a:p>
          <a:p>
            <a:pPr lvl="1"/>
            <a:r>
              <a:rPr lang="en-US" dirty="0">
                <a:latin typeface="Calibri"/>
                <a:ea typeface="Calibri"/>
                <a:cs typeface="Calibri"/>
              </a:rPr>
              <a:t>Panic button</a:t>
            </a:r>
          </a:p>
          <a:p>
            <a:r>
              <a:rPr lang="en-US" dirty="0">
                <a:latin typeface="Calibri"/>
                <a:ea typeface="Calibri"/>
                <a:cs typeface="Calibri"/>
              </a:rPr>
              <a:t>Video</a:t>
            </a:r>
            <a:endParaRPr lang="en-US" dirty="0">
              <a:ea typeface="Calibri"/>
            </a:endParaRPr>
          </a:p>
          <a:p>
            <a:pPr lvl="1"/>
            <a:r>
              <a:rPr lang="en-US" dirty="0">
                <a:latin typeface="Calibri"/>
                <a:ea typeface="Calibri"/>
                <a:cs typeface="Calibri"/>
              </a:rPr>
              <a:t>CCTV, Wireless, or cabled IP cameras</a:t>
            </a:r>
          </a:p>
          <a:p>
            <a:r>
              <a:rPr lang="en-US" dirty="0">
                <a:latin typeface="Calibri"/>
                <a:ea typeface="Calibri"/>
                <a:cs typeface="Calibri"/>
              </a:rPr>
              <a:t>Lighting</a:t>
            </a:r>
          </a:p>
          <a:p>
            <a:pPr lvl="1"/>
            <a:r>
              <a:rPr lang="en-US" dirty="0">
                <a:latin typeface="Calibri"/>
                <a:ea typeface="Calibri"/>
                <a:cs typeface="Calibri"/>
              </a:rPr>
              <a:t>Illuminates' area for better surveillance</a:t>
            </a:r>
          </a:p>
        </p:txBody>
      </p:sp>
      <p:sp>
        <p:nvSpPr>
          <p:cNvPr id="4" name="Slide Number Placeholder 3">
            <a:extLst>
              <a:ext uri="{FF2B5EF4-FFF2-40B4-BE49-F238E27FC236}">
                <a16:creationId xmlns:a16="http://schemas.microsoft.com/office/drawing/2014/main" id="{7EADC511-4BE0-7C95-DECE-5AFBCD568BF5}"/>
              </a:ext>
            </a:extLst>
          </p:cNvPr>
          <p:cNvSpPr>
            <a:spLocks noGrp="1"/>
          </p:cNvSpPr>
          <p:nvPr>
            <p:ph type="sldNum" sz="quarter" idx="10"/>
          </p:nvPr>
        </p:nvSpPr>
        <p:spPr/>
        <p:txBody>
          <a:bodyPr/>
          <a:lstStyle/>
          <a:p>
            <a:fld id="{B7CF8A19-3A9E-4ABC-B336-2FDDE321C72D}" type="slidenum">
              <a:rPr lang="en-US" smtClean="0"/>
              <a:pPr/>
              <a:t>47</a:t>
            </a:fld>
            <a:endParaRPr lang="en-US" dirty="0"/>
          </a:p>
        </p:txBody>
      </p:sp>
    </p:spTree>
    <p:custDataLst>
      <p:tags r:id="rId1"/>
    </p:custDataLst>
    <p:extLst>
      <p:ext uri="{BB962C8B-B14F-4D97-AF65-F5344CB8AC3E}">
        <p14:creationId xmlns:p14="http://schemas.microsoft.com/office/powerpoint/2010/main" val="34389208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68FF6-9460-BB9F-5B69-B466CD7C9F9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4E954F-51A0-783A-9728-8E9DD5F12CB9}"/>
              </a:ext>
            </a:extLst>
          </p:cNvPr>
          <p:cNvSpPr>
            <a:spLocks noGrp="1"/>
          </p:cNvSpPr>
          <p:nvPr>
            <p:ph type="sldNum" sz="quarter" idx="13"/>
          </p:nvPr>
        </p:nvSpPr>
        <p:spPr/>
        <p:txBody>
          <a:bodyPr/>
          <a:lstStyle/>
          <a:p>
            <a:fld id="{B7CF8A19-3A9E-4ABC-B336-2FDDE321C72D}" type="slidenum">
              <a:rPr lang="en-US" smtClean="0"/>
              <a:pPr/>
              <a:t>48</a:t>
            </a:fld>
            <a:endParaRPr lang="en-US" dirty="0"/>
          </a:p>
        </p:txBody>
      </p:sp>
      <p:sp>
        <p:nvSpPr>
          <p:cNvPr id="3" name="Content Placeholder 2">
            <a:extLst>
              <a:ext uri="{FF2B5EF4-FFF2-40B4-BE49-F238E27FC236}">
                <a16:creationId xmlns:a16="http://schemas.microsoft.com/office/drawing/2014/main" id="{73CBCE7E-70C5-0794-C3E0-758581D4D74A}"/>
              </a:ext>
            </a:extLst>
          </p:cNvPr>
          <p:cNvSpPr>
            <a:spLocks noGrp="1"/>
          </p:cNvSpPr>
          <p:nvPr>
            <p:ph sz="quarter" idx="14"/>
          </p:nvPr>
        </p:nvSpPr>
        <p:spPr/>
        <p:txBody>
          <a:bodyPr>
            <a:normAutofit/>
          </a:bodyPr>
          <a:lstStyle/>
          <a:p>
            <a:r>
              <a:rPr lang="en-US" dirty="0"/>
              <a:t>Lab: Implement Physical Security</a:t>
            </a:r>
            <a:br>
              <a:rPr lang="en-US" sz="2000" dirty="0"/>
            </a:br>
            <a:r>
              <a:rPr lang="en-US" sz="2000" dirty="0"/>
              <a:t>(available in CertMaster Learn and CertMaster Perform)</a:t>
            </a:r>
          </a:p>
          <a:p>
            <a:r>
              <a:rPr lang="en-US" dirty="0"/>
              <a:t>Challenge Live Lab: Resolve SOHO Network Issues</a:t>
            </a:r>
            <a:br>
              <a:rPr lang="en-US" dirty="0"/>
            </a:br>
            <a:r>
              <a:rPr lang="en-US" sz="2000" dirty="0"/>
              <a:t>(available in CertMaster Perform and CertMaster Labs)</a:t>
            </a:r>
          </a:p>
          <a:p>
            <a:pPr marL="0" indent="0">
              <a:buNone/>
            </a:pPr>
            <a:endParaRPr lang="en-US" sz="2000" dirty="0"/>
          </a:p>
        </p:txBody>
      </p:sp>
    </p:spTree>
    <p:custDataLst>
      <p:tags r:id="rId1"/>
    </p:custDataLst>
    <p:extLst>
      <p:ext uri="{BB962C8B-B14F-4D97-AF65-F5344CB8AC3E}">
        <p14:creationId xmlns:p14="http://schemas.microsoft.com/office/powerpoint/2010/main" val="35468181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54D2F-3D7C-83E3-78E9-05E59C51AB7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CDEA47-7E44-8EB9-591D-8E6A68D0D221}"/>
              </a:ext>
            </a:extLst>
          </p:cNvPr>
          <p:cNvSpPr>
            <a:spLocks noGrp="1"/>
          </p:cNvSpPr>
          <p:nvPr>
            <p:ph sz="quarter" idx="11"/>
          </p:nvPr>
        </p:nvSpPr>
        <p:spPr>
          <a:xfrm>
            <a:off x="146050" y="622376"/>
            <a:ext cx="8870950" cy="4454012"/>
          </a:xfrm>
        </p:spPr>
        <p:txBody>
          <a:bodyPr vert="horz" lIns="91440" tIns="45720" rIns="91440" bIns="45720" rtlCol="0" anchor="t">
            <a:normAutofit/>
          </a:bodyPr>
          <a:lstStyle/>
          <a:p>
            <a:r>
              <a:rPr lang="en-US" dirty="0"/>
              <a:t>Physical Access Control</a:t>
            </a:r>
          </a:p>
          <a:p>
            <a:r>
              <a:rPr lang="en-US" dirty="0"/>
              <a:t>Lock Types</a:t>
            </a:r>
          </a:p>
          <a:p>
            <a:r>
              <a:rPr lang="en-US" dirty="0"/>
              <a:t>Alarms and Surveillance</a:t>
            </a:r>
          </a:p>
          <a:p>
            <a:endParaRPr lang="en-US" dirty="0"/>
          </a:p>
        </p:txBody>
      </p:sp>
      <p:sp>
        <p:nvSpPr>
          <p:cNvPr id="3" name="Title 2">
            <a:extLst>
              <a:ext uri="{FF2B5EF4-FFF2-40B4-BE49-F238E27FC236}">
                <a16:creationId xmlns:a16="http://schemas.microsoft.com/office/drawing/2014/main" id="{11C662A7-52F3-1865-4DDD-57D5F2D5F1B6}"/>
              </a:ext>
            </a:extLst>
          </p:cNvPr>
          <p:cNvSpPr>
            <a:spLocks noGrp="1"/>
          </p:cNvSpPr>
          <p:nvPr>
            <p:ph type="title"/>
          </p:nvPr>
        </p:nvSpPr>
        <p:spPr/>
        <p:txBody>
          <a:bodyPr/>
          <a:lstStyle/>
          <a:p>
            <a:r>
              <a:rPr lang="en-US" dirty="0"/>
              <a:t>Additional Security Measures</a:t>
            </a:r>
          </a:p>
        </p:txBody>
      </p:sp>
      <p:sp>
        <p:nvSpPr>
          <p:cNvPr id="4" name="Slide Number Placeholder 3">
            <a:extLst>
              <a:ext uri="{FF2B5EF4-FFF2-40B4-BE49-F238E27FC236}">
                <a16:creationId xmlns:a16="http://schemas.microsoft.com/office/drawing/2014/main" id="{5A7CAAC7-8D4A-15AC-64A5-FDE943892659}"/>
              </a:ext>
            </a:extLst>
          </p:cNvPr>
          <p:cNvSpPr>
            <a:spLocks noGrp="1"/>
          </p:cNvSpPr>
          <p:nvPr>
            <p:ph type="sldNum" sz="quarter" idx="12"/>
          </p:nvPr>
        </p:nvSpPr>
        <p:spPr/>
        <p:txBody>
          <a:bodyPr/>
          <a:lstStyle/>
          <a:p>
            <a:fld id="{B7CF8A19-3A9E-4ABC-B336-2FDDE321C72D}" type="slidenum">
              <a:rPr lang="en-US" smtClean="0"/>
              <a:pPr/>
              <a:t>49</a:t>
            </a:fld>
            <a:endParaRPr lang="en-US" dirty="0"/>
          </a:p>
        </p:txBody>
      </p:sp>
    </p:spTree>
    <p:custDataLst>
      <p:tags r:id="rId1"/>
    </p:custDataLst>
    <p:extLst>
      <p:ext uri="{BB962C8B-B14F-4D97-AF65-F5344CB8AC3E}">
        <p14:creationId xmlns:p14="http://schemas.microsoft.com/office/powerpoint/2010/main" val="32674955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COMPTIA_OV" val="o1GHjmgH"/>
  <p:tag name="ARTICULATE_PROJECT_OPEN" val="0"/>
  <p:tag name="ARTICULATE_SLIDE_COUNT" val="4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2" ma:contentTypeDescription="Create a new document." ma:contentTypeScope="" ma:versionID="ff8c8c30a2863312a87f708ebf1733ea">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96b0126f59aa052fd2c13f8292a2f5e"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element ref="ns2:HerettoFile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HerettoFileName" ma:index="28" nillable="true" ma:displayName="Heretto File Name" ma:format="Dropdown" ma:internalName="HerettoFileNam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HerettoFileName xmlns="95a46270-66ec-4bdf-aabc-d78887d51418" xsi:nil="true"/>
  </documentManagement>
</p:properties>
</file>

<file path=customXml/itemProps1.xml><?xml version="1.0" encoding="utf-8"?>
<ds:datastoreItem xmlns:ds="http://schemas.openxmlformats.org/officeDocument/2006/customXml" ds:itemID="{615281C1-5B53-4941-9345-FA83D7EE13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A2CFB8D-1019-43EC-BFD1-51DA40016399}">
  <ds:schemaRefs>
    <ds:schemaRef ds:uri="http://schemas.microsoft.com/sharepoint/v3/contenttype/forms"/>
  </ds:schemaRefs>
</ds:datastoreItem>
</file>

<file path=customXml/itemProps3.xml><?xml version="1.0" encoding="utf-8"?>
<ds:datastoreItem xmlns:ds="http://schemas.openxmlformats.org/officeDocument/2006/customXml" ds:itemID="{79804A4A-BEBA-46F7-8D91-096B77966F98}">
  <ds:schemaRefs>
    <ds:schemaRef ds:uri="http://purl.org/dc/terms/"/>
    <ds:schemaRef ds:uri="http://schemas.microsoft.com/sharepoint/v3"/>
    <ds:schemaRef ds:uri="http://schemas.microsoft.com/office/2006/metadata/properties"/>
    <ds:schemaRef ds:uri="315eb565-7267-4a95-9087-2f433ded3c8b"/>
    <ds:schemaRef ds:uri="http://schemas.microsoft.com/office/2006/documentManagement/types"/>
    <ds:schemaRef ds:uri="http://schemas.microsoft.com/office/infopath/2007/PartnerControls"/>
    <ds:schemaRef ds:uri="http://purl.org/dc/dcmitype/"/>
    <ds:schemaRef ds:uri="http://www.w3.org/XML/1998/namespace"/>
    <ds:schemaRef ds:uri="http://schemas.openxmlformats.org/package/2006/metadata/core-properties"/>
    <ds:schemaRef ds:uri="95a46270-66ec-4bdf-aabc-d78887d51418"/>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comptia_ova</Template>
  <TotalTime>1626</TotalTime>
  <Words>2239</Words>
  <Application>Microsoft Office PowerPoint</Application>
  <PresentationFormat>On-screen Show (16:9)</PresentationFormat>
  <Paragraphs>378</Paragraphs>
  <Slides>49</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Wingdings</vt:lpstr>
      <vt:lpstr>Arial</vt:lpstr>
      <vt:lpstr>Calibri</vt:lpstr>
      <vt:lpstr>comptia_ov</vt:lpstr>
      <vt:lpstr>Exam 220-1202</vt:lpstr>
      <vt:lpstr>Configuring SOHO Network Security</vt:lpstr>
      <vt:lpstr>Learning Outcomes</vt:lpstr>
      <vt:lpstr>Attacks, Threats, and Vulnerabilities</vt:lpstr>
      <vt:lpstr>Vulnerabilities</vt:lpstr>
      <vt:lpstr>Social Engineering</vt:lpstr>
      <vt:lpstr>Phishing and Evil Twins (Slide 1 of 2)</vt:lpstr>
      <vt:lpstr>Phishing and Evil Twins (Slide 2 of 2)</vt:lpstr>
      <vt:lpstr>Threat Types (Slide 1 of 2)</vt:lpstr>
      <vt:lpstr>Threat Types (Slide 2 of 2)</vt:lpstr>
      <vt:lpstr>Password Attacks (Slide 1 of 3)</vt:lpstr>
      <vt:lpstr>Password Attacks (Slide 2 of 3)</vt:lpstr>
      <vt:lpstr>Password Attacks (Slide 3 of 3)</vt:lpstr>
      <vt:lpstr>Cross-site Scripting Attacks</vt:lpstr>
      <vt:lpstr>SQL Injection Attacks</vt:lpstr>
      <vt:lpstr>PowerPoint Presentation</vt:lpstr>
      <vt:lpstr>Attacks, Threats, and Vulnerabilities</vt:lpstr>
      <vt:lpstr>Wireless Security Protocols</vt:lpstr>
      <vt:lpstr>Wi-Fi Protected Access (Slide 1 of 2)</vt:lpstr>
      <vt:lpstr>Wi-Fi Protected Access (Slide 2 of 2)</vt:lpstr>
      <vt:lpstr>Wi-Fi Authentication Methods (Slide 1 of 2)</vt:lpstr>
      <vt:lpstr>Wi-Fi Authentication Methods (Slide 2 of 2)</vt:lpstr>
      <vt:lpstr>Enterprise Authentication Protocols (Slide 1 of 2)</vt:lpstr>
      <vt:lpstr>Enterprise Authentication Protocols (Slide 2 of 2)</vt:lpstr>
      <vt:lpstr>RADIUS, TACACS+, and Kerberos</vt:lpstr>
      <vt:lpstr>Wireless Security Protocols</vt:lpstr>
      <vt:lpstr>SOHO Router Security</vt:lpstr>
      <vt:lpstr>Home Router Setup</vt:lpstr>
      <vt:lpstr>Firmware Update (Slide 1 of 2)</vt:lpstr>
      <vt:lpstr>Firmware Update (Slide 2 of 2)</vt:lpstr>
      <vt:lpstr>Home Router LAN and WLAN Configuration (Slide 1 of 2)</vt:lpstr>
      <vt:lpstr>Home Router LAN and WLAN Configuration (Slide 2 of 2)</vt:lpstr>
      <vt:lpstr>Home Router Firewall Configuration (Slide 1 of 2)</vt:lpstr>
      <vt:lpstr>Home Router Firewall Configuration (Slide 2 of 2)</vt:lpstr>
      <vt:lpstr>Home Router Port Forwarding Configuration (Slide 1 of 2)</vt:lpstr>
      <vt:lpstr>Home Router Port Forwarding Configuration (Slide 2 of 2)</vt:lpstr>
      <vt:lpstr>Universal Plug-and-Play (Slide 1 of 2)</vt:lpstr>
      <vt:lpstr>Universal Plug-and-Play (Slide 2 of 2)</vt:lpstr>
      <vt:lpstr>Screened Subnets (Slide 1 of 3)</vt:lpstr>
      <vt:lpstr>Screened Subnets (Slide 2 of 3)</vt:lpstr>
      <vt:lpstr>Screened Subnets (Slide 3 of 3)</vt:lpstr>
      <vt:lpstr>PowerPoint Presentation</vt:lpstr>
      <vt:lpstr>SOHO Router Security</vt:lpstr>
      <vt:lpstr>Additional Security Measures</vt:lpstr>
      <vt:lpstr>Physical Access Control</vt:lpstr>
      <vt:lpstr>Lock Types</vt:lpstr>
      <vt:lpstr>Alarms and Surveillance</vt:lpstr>
      <vt:lpstr>PowerPoint Presentation</vt:lpstr>
      <vt:lpstr>Additional Security Measures</vt:lpstr>
    </vt:vector>
  </TitlesOfParts>
  <Company>CompTIA,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Slide deck to accompany a CompTIA OCC study guide</dc:subject>
  <dc:creator>James Pengelly</dc:creator>
  <dc:description>Copyright © 2022 CompTIA, Inc. All Rights Reserved.  |  CompTIA.org</dc:description>
  <cp:lastModifiedBy>Yvette Delim</cp:lastModifiedBy>
  <cp:revision>529</cp:revision>
  <dcterms:created xsi:type="dcterms:W3CDTF">2021-09-20T08:36:44Z</dcterms:created>
  <dcterms:modified xsi:type="dcterms:W3CDTF">2025-06-17T21:07:24Z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y fmtid="{D5CDD505-2E9C-101B-9397-08002B2CF9AE}" pid="4" name="ArticulateGUID">
    <vt:lpwstr>567649D6-F736-4A37-87B2-390358C7F3B1</vt:lpwstr>
  </property>
  <property fmtid="{D5CDD505-2E9C-101B-9397-08002B2CF9AE}" pid="5" name="ArticulatePath">
    <vt:lpwstr>https://comptia365.sharepoint.com/sites/content-team/Shared Documents/Learning Solutions Team/Training and Instruction/Learning Product PowerPoints/_PPT Redesign/comptia_PPT_template</vt:lpwstr>
  </property>
</Properties>
</file>