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notesSlides/notesSlide9.xml" ContentType="application/vnd.openxmlformats-officedocument.presentationml.notesSlide+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notesSlides/notesSlide11.xml" ContentType="application/vnd.openxmlformats-officedocument.presentationml.notesSlide+xml"/>
  <Override PartName="/ppt/tags/tag41.xml" ContentType="application/vnd.openxmlformats-officedocument.presentationml.tags+xml"/>
  <Override PartName="/ppt/notesSlides/notesSlide12.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notesSlides/notesSlide16.xml" ContentType="application/vnd.openxmlformats-officedocument.presentationml.notesSlide+xml"/>
  <Override PartName="/ppt/tags/tag47.xml" ContentType="application/vnd.openxmlformats-officedocument.presentationml.tags+xml"/>
  <Override PartName="/ppt/notesSlides/notesSlide17.xml" ContentType="application/vnd.openxmlformats-officedocument.presentationml.notesSlide+xml"/>
  <Override PartName="/ppt/tags/tag48.xml" ContentType="application/vnd.openxmlformats-officedocument.presentationml.tags+xml"/>
  <Override PartName="/ppt/notesSlides/notesSlide18.xml" ContentType="application/vnd.openxmlformats-officedocument.presentationml.notesSlide+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notesSlides/notesSlide20.xml" ContentType="application/vnd.openxmlformats-officedocument.presentationml.notesSlide+xml"/>
  <Override PartName="/ppt/tags/tag51.xml" ContentType="application/vnd.openxmlformats-officedocument.presentationml.tags+xml"/>
  <Override PartName="/ppt/notesSlides/notesSlide21.xml" ContentType="application/vnd.openxmlformats-officedocument.presentationml.notesSlide+xml"/>
  <Override PartName="/ppt/tags/tag52.xml" ContentType="application/vnd.openxmlformats-officedocument.presentationml.tags+xml"/>
  <Override PartName="/ppt/notesSlides/notesSlide22.xml" ContentType="application/vnd.openxmlformats-officedocument.presentationml.notesSlide+xml"/>
  <Override PartName="/ppt/tags/tag53.xml" ContentType="application/vnd.openxmlformats-officedocument.presentationml.tags+xml"/>
  <Override PartName="/ppt/notesSlides/notesSlide2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4.xml" ContentType="application/vnd.openxmlformats-officedocument.presentationml.notesSlide+xml"/>
  <Override PartName="/ppt/tags/tag56.xml" ContentType="application/vnd.openxmlformats-officedocument.presentationml.tags+xml"/>
  <Override PartName="/ppt/notesSlides/notesSlide25.xml" ContentType="application/vnd.openxmlformats-officedocument.presentationml.notesSlide+xml"/>
  <Override PartName="/ppt/tags/tag57.xml" ContentType="application/vnd.openxmlformats-officedocument.presentationml.tags+xml"/>
  <Override PartName="/ppt/notesSlides/notesSlide26.xml" ContentType="application/vnd.openxmlformats-officedocument.presentationml.notesSlide+xml"/>
  <Override PartName="/ppt/tags/tag58.xml" ContentType="application/vnd.openxmlformats-officedocument.presentationml.tags+xml"/>
  <Override PartName="/ppt/notesSlides/notesSlide27.xml" ContentType="application/vnd.openxmlformats-officedocument.presentationml.notesSlide+xml"/>
  <Override PartName="/ppt/tags/tag59.xml" ContentType="application/vnd.openxmlformats-officedocument.presentationml.tags+xml"/>
  <Override PartName="/ppt/notesSlides/notesSlide28.xml" ContentType="application/vnd.openxmlformats-officedocument.presentationml.notesSlide+xml"/>
  <Override PartName="/ppt/tags/tag60.xml" ContentType="application/vnd.openxmlformats-officedocument.presentationml.tags+xml"/>
  <Override PartName="/ppt/notesSlides/notesSlide29.xml" ContentType="application/vnd.openxmlformats-officedocument.presentationml.notesSlide+xml"/>
  <Override PartName="/ppt/tags/tag61.xml" ContentType="application/vnd.openxmlformats-officedocument.presentationml.tags+xml"/>
  <Override PartName="/ppt/notesSlides/notesSlide30.xml" ContentType="application/vnd.openxmlformats-officedocument.presentationml.notesSlide+xml"/>
  <Override PartName="/ppt/tags/tag62.xml" ContentType="application/vnd.openxmlformats-officedocument.presentationml.tags+xml"/>
  <Override PartName="/ppt/notesSlides/notesSlide31.xml" ContentType="application/vnd.openxmlformats-officedocument.presentationml.notesSlide+xml"/>
  <Override PartName="/ppt/tags/tag63.xml" ContentType="application/vnd.openxmlformats-officedocument.presentationml.tags+xml"/>
  <Override PartName="/ppt/notesSlides/notesSlide32.xml" ContentType="application/vnd.openxmlformats-officedocument.presentationml.notesSlide+xml"/>
  <Override PartName="/ppt/tags/tag64.xml" ContentType="application/vnd.openxmlformats-officedocument.presentationml.tags+xml"/>
  <Override PartName="/ppt/notesSlides/notesSlide33.xml" ContentType="application/vnd.openxmlformats-officedocument.presentationml.notesSlide+xml"/>
  <Override PartName="/ppt/tags/tag65.xml" ContentType="application/vnd.openxmlformats-officedocument.presentationml.tags+xml"/>
  <Override PartName="/ppt/notesSlides/notesSlide34.xml" ContentType="application/vnd.openxmlformats-officedocument.presentationml.notesSlide+xml"/>
  <Override PartName="/ppt/tags/tag66.xml" ContentType="application/vnd.openxmlformats-officedocument.presentationml.tags+xml"/>
  <Override PartName="/ppt/notesSlides/notesSlide35.xml" ContentType="application/vnd.openxmlformats-officedocument.presentationml.notesSlide+xml"/>
  <Override PartName="/ppt/tags/tag67.xml" ContentType="application/vnd.openxmlformats-officedocument.presentationml.tags+xml"/>
  <Override PartName="/ppt/notesSlides/notesSlide36.xml" ContentType="application/vnd.openxmlformats-officedocument.presentationml.notesSlide+xml"/>
  <Override PartName="/ppt/tags/tag68.xml" ContentType="application/vnd.openxmlformats-officedocument.presentationml.tags+xml"/>
  <Override PartName="/ppt/notesSlides/notesSlide37.xml" ContentType="application/vnd.openxmlformats-officedocument.presentationml.notesSlide+xml"/>
  <Override PartName="/ppt/tags/tag69.xml" ContentType="application/vnd.openxmlformats-officedocument.presentationml.tags+xml"/>
  <Override PartName="/ppt/notesSlides/notesSlide38.xml" ContentType="application/vnd.openxmlformats-officedocument.presentationml.notesSlide+xml"/>
  <Override PartName="/ppt/tags/tag70.xml" ContentType="application/vnd.openxmlformats-officedocument.presentationml.tags+xml"/>
  <Override PartName="/ppt/notesSlides/notesSlide39.xml" ContentType="application/vnd.openxmlformats-officedocument.presentationml.notesSlide+xml"/>
  <Override PartName="/ppt/tags/tag71.xml" ContentType="application/vnd.openxmlformats-officedocument.presentationml.tags+xml"/>
  <Override PartName="/ppt/notesSlides/notesSlide40.xml" ContentType="application/vnd.openxmlformats-officedocument.presentationml.notesSlide+xml"/>
  <Override PartName="/ppt/tags/tag72.xml" ContentType="application/vnd.openxmlformats-officedocument.presentationml.tags+xml"/>
  <Override PartName="/ppt/notesSlides/notesSlide41.xml" ContentType="application/vnd.openxmlformats-officedocument.presentationml.notesSlide+xml"/>
  <Override PartName="/ppt/tags/tag73.xml" ContentType="application/vnd.openxmlformats-officedocument.presentationml.tags+xml"/>
  <Override PartName="/ppt/notesSlides/notesSlide42.xml" ContentType="application/vnd.openxmlformats-officedocument.presentationml.notesSlide+xml"/>
  <Override PartName="/ppt/tags/tag74.xml" ContentType="application/vnd.openxmlformats-officedocument.presentationml.tags+xml"/>
  <Override PartName="/ppt/notesSlides/notesSlide43.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44.xml" ContentType="application/vnd.openxmlformats-officedocument.presentationml.notesSlide+xml"/>
  <Override PartName="/ppt/tags/tag77.xml" ContentType="application/vnd.openxmlformats-officedocument.presentationml.tags+xml"/>
  <Override PartName="/ppt/notesSlides/notesSlide45.xml" ContentType="application/vnd.openxmlformats-officedocument.presentationml.notesSlide+xml"/>
  <Override PartName="/ppt/tags/tag78.xml" ContentType="application/vnd.openxmlformats-officedocument.presentationml.tags+xml"/>
  <Override PartName="/ppt/notesSlides/notesSlide46.xml" ContentType="application/vnd.openxmlformats-officedocument.presentationml.notesSlide+xml"/>
  <Override PartName="/ppt/tags/tag79.xml" ContentType="application/vnd.openxmlformats-officedocument.presentationml.tags+xml"/>
  <Override PartName="/ppt/notesSlides/notesSlide47.xml" ContentType="application/vnd.openxmlformats-officedocument.presentationml.notesSlide+xml"/>
  <Override PartName="/ppt/tags/tag80.xml" ContentType="application/vnd.openxmlformats-officedocument.presentationml.tags+xml"/>
  <Override PartName="/ppt/notesSlides/notesSlide48.xml" ContentType="application/vnd.openxmlformats-officedocument.presentationml.notesSlide+xml"/>
  <Override PartName="/ppt/tags/tag81.xml" ContentType="application/vnd.openxmlformats-officedocument.presentationml.tags+xml"/>
  <Override PartName="/ppt/notesSlides/notesSlide49.xml" ContentType="application/vnd.openxmlformats-officedocument.presentationml.notesSlide+xml"/>
  <Override PartName="/ppt/tags/tag82.xml" ContentType="application/vnd.openxmlformats-officedocument.presentationml.tags+xml"/>
  <Override PartName="/ppt/notesSlides/notesSlide50.xml" ContentType="application/vnd.openxmlformats-officedocument.presentationml.notesSlide+xml"/>
  <Override PartName="/ppt/tags/tag83.xml" ContentType="application/vnd.openxmlformats-officedocument.presentationml.tags+xml"/>
  <Override PartName="/ppt/notesSlides/notesSlide51.xml" ContentType="application/vnd.openxmlformats-officedocument.presentationml.notesSlide+xml"/>
  <Override PartName="/ppt/tags/tag84.xml" ContentType="application/vnd.openxmlformats-officedocument.presentationml.tags+xml"/>
  <Override PartName="/ppt/notesSlides/notesSlide52.xml" ContentType="application/vnd.openxmlformats-officedocument.presentationml.notesSlide+xml"/>
  <Override PartName="/ppt/tags/tag85.xml" ContentType="application/vnd.openxmlformats-officedocument.presentationml.tags+xml"/>
  <Override PartName="/ppt/notesSlides/notesSlide53.xml" ContentType="application/vnd.openxmlformats-officedocument.presentationml.notesSlide+xml"/>
  <Override PartName="/ppt/tags/tag86.xml" ContentType="application/vnd.openxmlformats-officedocument.presentationml.tags+xml"/>
  <Override PartName="/ppt/notesSlides/notesSlide54.xml" ContentType="application/vnd.openxmlformats-officedocument.presentationml.notesSlide+xml"/>
  <Override PartName="/ppt/tags/tag87.xml" ContentType="application/vnd.openxmlformats-officedocument.presentationml.tags+xml"/>
  <Override PartName="/ppt/notesSlides/notesSlide55.xml" ContentType="application/vnd.openxmlformats-officedocument.presentationml.notesSlide+xml"/>
  <Override PartName="/ppt/tags/tag88.xml" ContentType="application/vnd.openxmlformats-officedocument.presentationml.tags+xml"/>
  <Override PartName="/ppt/notesSlides/notesSlide56.xml" ContentType="application/vnd.openxmlformats-officedocument.presentationml.notesSlide+xml"/>
  <Override PartName="/ppt/tags/tag89.xml" ContentType="application/vnd.openxmlformats-officedocument.presentationml.tags+xml"/>
  <Override PartName="/ppt/notesSlides/notesSlide57.xml" ContentType="application/vnd.openxmlformats-officedocument.presentationml.notesSlide+xml"/>
  <Override PartName="/ppt/tags/tag90.xml" ContentType="application/vnd.openxmlformats-officedocument.presentationml.tags+xml"/>
  <Override PartName="/ppt/notesSlides/notesSlide58.xml" ContentType="application/vnd.openxmlformats-officedocument.presentationml.notesSlide+xml"/>
  <Override PartName="/ppt/tags/tag91.xml" ContentType="application/vnd.openxmlformats-officedocument.presentationml.tags+xml"/>
  <Override PartName="/ppt/notesSlides/notesSlide59.xml" ContentType="application/vnd.openxmlformats-officedocument.presentationml.notesSlide+xml"/>
  <Override PartName="/ppt/tags/tag92.xml" ContentType="application/vnd.openxmlformats-officedocument.presentationml.tags+xml"/>
  <Override PartName="/ppt/notesSlides/notesSlide60.xml" ContentType="application/vnd.openxmlformats-officedocument.presentationml.notesSlide+xml"/>
  <Override PartName="/ppt/tags/tag93.xml" ContentType="application/vnd.openxmlformats-officedocument.presentationml.tags+xml"/>
  <Override PartName="/ppt/notesSlides/notesSlide61.xml" ContentType="application/vnd.openxmlformats-officedocument.presentationml.notesSlide+xml"/>
  <Override PartName="/ppt/tags/tag94.xml" ContentType="application/vnd.openxmlformats-officedocument.presentationml.tags+xml"/>
  <Override PartName="/ppt/notesSlides/notesSlide62.xml" ContentType="application/vnd.openxmlformats-officedocument.presentationml.notesSlide+xml"/>
  <Override PartName="/ppt/tags/tag95.xml" ContentType="application/vnd.openxmlformats-officedocument.presentationml.tags+xml"/>
  <Override PartName="/ppt/notesSlides/notesSlide63.xml" ContentType="application/vnd.openxmlformats-officedocument.presentationml.notesSlide+xml"/>
  <Override PartName="/ppt/tags/tag96.xml" ContentType="application/vnd.openxmlformats-officedocument.presentationml.tags+xml"/>
  <Override PartName="/ppt/notesSlides/notesSlide64.xml" ContentType="application/vnd.openxmlformats-officedocument.presentationml.notesSlide+xml"/>
  <Override PartName="/ppt/tags/tag97.xml" ContentType="application/vnd.openxmlformats-officedocument.presentationml.tags+xml"/>
  <Override PartName="/ppt/notesSlides/notesSlide65.xml" ContentType="application/vnd.openxmlformats-officedocument.presentationml.notesSlide+xml"/>
  <Override PartName="/ppt/tags/tag98.xml" ContentType="application/vnd.openxmlformats-officedocument.presentationml.tags+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75"/>
  </p:notesMasterIdLst>
  <p:handoutMasterIdLst>
    <p:handoutMasterId r:id="rId76"/>
  </p:handoutMasterIdLst>
  <p:sldIdLst>
    <p:sldId id="299" r:id="rId5"/>
    <p:sldId id="300" r:id="rId6"/>
    <p:sldId id="297" r:id="rId7"/>
    <p:sldId id="302" r:id="rId8"/>
    <p:sldId id="303" r:id="rId9"/>
    <p:sldId id="356" r:id="rId10"/>
    <p:sldId id="325" r:id="rId11"/>
    <p:sldId id="357" r:id="rId12"/>
    <p:sldId id="358" r:id="rId13"/>
    <p:sldId id="359" r:id="rId14"/>
    <p:sldId id="327" r:id="rId15"/>
    <p:sldId id="360" r:id="rId16"/>
    <p:sldId id="361" r:id="rId17"/>
    <p:sldId id="310" r:id="rId18"/>
    <p:sldId id="309" r:id="rId19"/>
    <p:sldId id="313" r:id="rId20"/>
    <p:sldId id="362" r:id="rId21"/>
    <p:sldId id="329" r:id="rId22"/>
    <p:sldId id="330" r:id="rId23"/>
    <p:sldId id="364" r:id="rId24"/>
    <p:sldId id="331" r:id="rId25"/>
    <p:sldId id="332" r:id="rId26"/>
    <p:sldId id="333" r:id="rId27"/>
    <p:sldId id="334" r:id="rId28"/>
    <p:sldId id="335" r:id="rId29"/>
    <p:sldId id="316" r:id="rId30"/>
    <p:sldId id="319" r:id="rId31"/>
    <p:sldId id="317" r:id="rId32"/>
    <p:sldId id="314" r:id="rId33"/>
    <p:sldId id="366" r:id="rId34"/>
    <p:sldId id="336" r:id="rId35"/>
    <p:sldId id="337" r:id="rId36"/>
    <p:sldId id="368" r:id="rId37"/>
    <p:sldId id="338" r:id="rId38"/>
    <p:sldId id="369" r:id="rId39"/>
    <p:sldId id="339" r:id="rId40"/>
    <p:sldId id="340" r:id="rId41"/>
    <p:sldId id="341" r:id="rId42"/>
    <p:sldId id="370" r:id="rId43"/>
    <p:sldId id="343" r:id="rId44"/>
    <p:sldId id="371" r:id="rId45"/>
    <p:sldId id="344" r:id="rId46"/>
    <p:sldId id="372" r:id="rId47"/>
    <p:sldId id="345" r:id="rId48"/>
    <p:sldId id="373" r:id="rId49"/>
    <p:sldId id="374" r:id="rId50"/>
    <p:sldId id="320" r:id="rId51"/>
    <p:sldId id="315" r:id="rId52"/>
    <p:sldId id="321" r:id="rId53"/>
    <p:sldId id="322" r:id="rId54"/>
    <p:sldId id="347" r:id="rId55"/>
    <p:sldId id="376" r:id="rId56"/>
    <p:sldId id="377" r:id="rId57"/>
    <p:sldId id="378" r:id="rId58"/>
    <p:sldId id="348" r:id="rId59"/>
    <p:sldId id="379" r:id="rId60"/>
    <p:sldId id="380" r:id="rId61"/>
    <p:sldId id="349" r:id="rId62"/>
    <p:sldId id="381" r:id="rId63"/>
    <p:sldId id="382" r:id="rId64"/>
    <p:sldId id="350" r:id="rId65"/>
    <p:sldId id="383" r:id="rId66"/>
    <p:sldId id="351" r:id="rId67"/>
    <p:sldId id="352" r:id="rId68"/>
    <p:sldId id="353" r:id="rId69"/>
    <p:sldId id="354" r:id="rId70"/>
    <p:sldId id="384" r:id="rId71"/>
    <p:sldId id="355" r:id="rId72"/>
    <p:sldId id="324" r:id="rId73"/>
    <p:sldId id="323" r:id="rId74"/>
  </p:sldIdLst>
  <p:sldSz cx="9144000" cy="5143500" type="screen16x9"/>
  <p:notesSz cx="6858000" cy="9144000"/>
  <p:custDataLst>
    <p:tags r:id="rId7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93B353-60FD-4D63-9EEF-BF9348EB87F5}" v="16" dt="2025-06-16T23:11:28.8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346" autoAdjust="0"/>
  </p:normalViewPr>
  <p:slideViewPr>
    <p:cSldViewPr snapToGrid="0">
      <p:cViewPr varScale="1">
        <p:scale>
          <a:sx n="126" d="100"/>
          <a:sy n="126" d="100"/>
        </p:scale>
        <p:origin x="1116" y="10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Elaine Gustafson" userId="8e9fbddc-088d-4145-9000-dcad1c3d1481" providerId="ADAL" clId="{B49641F3-16A6-4FF7-8DAF-B1EA55B97976}"/>
    <pc:docChg chg="custSel modSld modMainMaster">
      <pc:chgData name="Elaine Gustafson" userId="8e9fbddc-088d-4145-9000-dcad1c3d1481" providerId="ADAL" clId="{B49641F3-16A6-4FF7-8DAF-B1EA55B97976}" dt="2025-06-12T16:36:11.235" v="289" actId="20577"/>
      <pc:docMkLst>
        <pc:docMk/>
      </pc:docMkLst>
      <pc:sldChg chg="modSp mod">
        <pc:chgData name="Elaine Gustafson" userId="8e9fbddc-088d-4145-9000-dcad1c3d1481" providerId="ADAL" clId="{B49641F3-16A6-4FF7-8DAF-B1EA55B97976}" dt="2025-06-10T21:56:26.991" v="226" actId="20577"/>
        <pc:sldMkLst>
          <pc:docMk/>
          <pc:sldMk cId="151209867" sldId="303"/>
        </pc:sldMkLst>
        <pc:spChg chg="mod">
          <ac:chgData name="Elaine Gustafson" userId="8e9fbddc-088d-4145-9000-dcad1c3d1481" providerId="ADAL" clId="{B49641F3-16A6-4FF7-8DAF-B1EA55B97976}" dt="2025-06-10T21:56:26.991" v="226" actId="20577"/>
          <ac:spMkLst>
            <pc:docMk/>
            <pc:sldMk cId="151209867" sldId="303"/>
            <ac:spMk id="3" creationId="{8F7C9257-937C-566E-95AE-634283098A93}"/>
          </ac:spMkLst>
        </pc:spChg>
      </pc:sldChg>
      <pc:sldChg chg="addSp modSp mod">
        <pc:chgData name="Elaine Gustafson" userId="8e9fbddc-088d-4145-9000-dcad1c3d1481" providerId="ADAL" clId="{B49641F3-16A6-4FF7-8DAF-B1EA55B97976}" dt="2025-06-10T21:45:09.545" v="22" actId="20577"/>
        <pc:sldMkLst>
          <pc:docMk/>
          <pc:sldMk cId="1169523784" sldId="310"/>
        </pc:sldMkLst>
        <pc:spChg chg="add mod">
          <ac:chgData name="Elaine Gustafson" userId="8e9fbddc-088d-4145-9000-dcad1c3d1481" providerId="ADAL" clId="{B49641F3-16A6-4FF7-8DAF-B1EA55B97976}" dt="2025-06-10T21:45:09.545" v="22" actId="20577"/>
          <ac:spMkLst>
            <pc:docMk/>
            <pc:sldMk cId="1169523784" sldId="310"/>
            <ac:spMk id="4" creationId="{0D3C075D-14D4-E724-4F28-EC11E1317932}"/>
          </ac:spMkLst>
        </pc:spChg>
      </pc:sldChg>
      <pc:sldChg chg="modSp mod">
        <pc:chgData name="Elaine Gustafson" userId="8e9fbddc-088d-4145-9000-dcad1c3d1481" providerId="ADAL" clId="{B49641F3-16A6-4FF7-8DAF-B1EA55B97976}" dt="2025-06-10T21:54:28.785" v="197" actId="20577"/>
        <pc:sldMkLst>
          <pc:docMk/>
          <pc:sldMk cId="858849625" sldId="314"/>
        </pc:sldMkLst>
        <pc:spChg chg="mod">
          <ac:chgData name="Elaine Gustafson" userId="8e9fbddc-088d-4145-9000-dcad1c3d1481" providerId="ADAL" clId="{B49641F3-16A6-4FF7-8DAF-B1EA55B97976}" dt="2025-06-10T21:54:28.785" v="197" actId="20577"/>
          <ac:spMkLst>
            <pc:docMk/>
            <pc:sldMk cId="858849625" sldId="314"/>
            <ac:spMk id="3" creationId="{D295FB2C-31C0-BB37-D374-0B0547913243}"/>
          </ac:spMkLst>
        </pc:spChg>
      </pc:sldChg>
      <pc:sldChg chg="modSp mod">
        <pc:chgData name="Elaine Gustafson" userId="8e9fbddc-088d-4145-9000-dcad1c3d1481" providerId="ADAL" clId="{B49641F3-16A6-4FF7-8DAF-B1EA55B97976}" dt="2025-06-11T15:16:57.595" v="243"/>
        <pc:sldMkLst>
          <pc:docMk/>
          <pc:sldMk cId="3542852746" sldId="315"/>
        </pc:sldMkLst>
        <pc:spChg chg="ord">
          <ac:chgData name="Elaine Gustafson" userId="8e9fbddc-088d-4145-9000-dcad1c3d1481" providerId="ADAL" clId="{B49641F3-16A6-4FF7-8DAF-B1EA55B97976}" dt="2025-06-11T15:16:57.595" v="243"/>
          <ac:spMkLst>
            <pc:docMk/>
            <pc:sldMk cId="3542852746" sldId="315"/>
            <ac:spMk id="3" creationId="{354583FC-57BA-3F2B-0B07-32EE46A23730}"/>
          </ac:spMkLst>
        </pc:spChg>
      </pc:sldChg>
      <pc:sldChg chg="addSp modSp mod">
        <pc:chgData name="Elaine Gustafson" userId="8e9fbddc-088d-4145-9000-dcad1c3d1481" providerId="ADAL" clId="{B49641F3-16A6-4FF7-8DAF-B1EA55B97976}" dt="2025-06-11T15:15:52.527" v="241"/>
        <pc:sldMkLst>
          <pc:docMk/>
          <pc:sldMk cId="1358478640" sldId="316"/>
        </pc:sldMkLst>
        <pc:spChg chg="ord">
          <ac:chgData name="Elaine Gustafson" userId="8e9fbddc-088d-4145-9000-dcad1c3d1481" providerId="ADAL" clId="{B49641F3-16A6-4FF7-8DAF-B1EA55B97976}" dt="2025-06-11T15:15:52.527" v="241"/>
          <ac:spMkLst>
            <pc:docMk/>
            <pc:sldMk cId="1358478640" sldId="316"/>
            <ac:spMk id="2" creationId="{7D37B74A-535B-7449-64A7-E4774372C6A7}"/>
          </ac:spMkLst>
        </pc:spChg>
      </pc:sldChg>
      <pc:sldChg chg="modSp mod">
        <pc:chgData name="Elaine Gustafson" userId="8e9fbddc-088d-4145-9000-dcad1c3d1481" providerId="ADAL" clId="{B49641F3-16A6-4FF7-8DAF-B1EA55B97976}" dt="2025-06-11T15:15:56.878" v="242"/>
        <pc:sldMkLst>
          <pc:docMk/>
          <pc:sldMk cId="2593803345" sldId="319"/>
        </pc:sldMkLst>
        <pc:spChg chg="ord">
          <ac:chgData name="Elaine Gustafson" userId="8e9fbddc-088d-4145-9000-dcad1c3d1481" providerId="ADAL" clId="{B49641F3-16A6-4FF7-8DAF-B1EA55B97976}" dt="2025-06-11T15:15:56.878" v="242"/>
          <ac:spMkLst>
            <pc:docMk/>
            <pc:sldMk cId="2593803345" sldId="319"/>
            <ac:spMk id="3" creationId="{647AEB03-9430-4BDF-E987-BEE340E3CD01}"/>
          </ac:spMkLst>
        </pc:spChg>
      </pc:sldChg>
      <pc:sldChg chg="addSp modSp mod">
        <pc:chgData name="Elaine Gustafson" userId="8e9fbddc-088d-4145-9000-dcad1c3d1481" providerId="ADAL" clId="{B49641F3-16A6-4FF7-8DAF-B1EA55B97976}" dt="2025-06-10T21:45:24.771" v="48" actId="20577"/>
        <pc:sldMkLst>
          <pc:docMk/>
          <pc:sldMk cId="3945119013" sldId="320"/>
        </pc:sldMkLst>
        <pc:spChg chg="add mod">
          <ac:chgData name="Elaine Gustafson" userId="8e9fbddc-088d-4145-9000-dcad1c3d1481" providerId="ADAL" clId="{B49641F3-16A6-4FF7-8DAF-B1EA55B97976}" dt="2025-06-10T21:45:24.771" v="48" actId="20577"/>
          <ac:spMkLst>
            <pc:docMk/>
            <pc:sldMk cId="3945119013" sldId="320"/>
            <ac:spMk id="4" creationId="{602166DF-2536-63E9-48E6-DB14A9ADCF90}"/>
          </ac:spMkLst>
        </pc:spChg>
      </pc:sldChg>
      <pc:sldChg chg="modSp mod">
        <pc:chgData name="Elaine Gustafson" userId="8e9fbddc-088d-4145-9000-dcad1c3d1481" providerId="ADAL" clId="{B49641F3-16A6-4FF7-8DAF-B1EA55B97976}" dt="2025-06-11T15:17:54.251" v="249"/>
        <pc:sldMkLst>
          <pc:docMk/>
          <pc:sldMk cId="3603812076" sldId="323"/>
        </pc:sldMkLst>
        <pc:spChg chg="mod">
          <ac:chgData name="Elaine Gustafson" userId="8e9fbddc-088d-4145-9000-dcad1c3d1481" providerId="ADAL" clId="{B49641F3-16A6-4FF7-8DAF-B1EA55B97976}" dt="2025-06-10T21:55:46.929" v="216" actId="20577"/>
          <ac:spMkLst>
            <pc:docMk/>
            <pc:sldMk cId="3603812076" sldId="323"/>
            <ac:spMk id="2" creationId="{1B1F2068-80E8-D908-B01E-F207A7E30041}"/>
          </ac:spMkLst>
        </pc:spChg>
        <pc:spChg chg="ord">
          <ac:chgData name="Elaine Gustafson" userId="8e9fbddc-088d-4145-9000-dcad1c3d1481" providerId="ADAL" clId="{B49641F3-16A6-4FF7-8DAF-B1EA55B97976}" dt="2025-06-11T15:17:54.251" v="249"/>
          <ac:spMkLst>
            <pc:docMk/>
            <pc:sldMk cId="3603812076" sldId="323"/>
            <ac:spMk id="3" creationId="{717FC399-B74F-8F58-C9B6-D0A3A373F69D}"/>
          </ac:spMkLst>
        </pc:spChg>
      </pc:sldChg>
      <pc:sldChg chg="addSp modSp mod">
        <pc:chgData name="Elaine Gustafson" userId="8e9fbddc-088d-4145-9000-dcad1c3d1481" providerId="ADAL" clId="{B49641F3-16A6-4FF7-8DAF-B1EA55B97976}" dt="2025-06-11T15:17:50.218" v="248"/>
        <pc:sldMkLst>
          <pc:docMk/>
          <pc:sldMk cId="1291541982" sldId="324"/>
        </pc:sldMkLst>
        <pc:spChg chg="ord">
          <ac:chgData name="Elaine Gustafson" userId="8e9fbddc-088d-4145-9000-dcad1c3d1481" providerId="ADAL" clId="{B49641F3-16A6-4FF7-8DAF-B1EA55B97976}" dt="2025-06-11T15:17:50.218" v="248"/>
          <ac:spMkLst>
            <pc:docMk/>
            <pc:sldMk cId="1291541982" sldId="324"/>
            <ac:spMk id="2" creationId="{C7AF2CDD-97A7-E18E-AB1D-EC695E75D350}"/>
          </ac:spMkLst>
        </pc:spChg>
        <pc:spChg chg="mod">
          <ac:chgData name="Elaine Gustafson" userId="8e9fbddc-088d-4145-9000-dcad1c3d1481" providerId="ADAL" clId="{B49641F3-16A6-4FF7-8DAF-B1EA55B97976}" dt="2025-06-10T21:55:43.448" v="214" actId="20577"/>
          <ac:spMkLst>
            <pc:docMk/>
            <pc:sldMk cId="1291541982" sldId="324"/>
            <ac:spMk id="3" creationId="{2613A92A-8377-F229-FC93-7EAF646C818A}"/>
          </ac:spMkLst>
        </pc:spChg>
      </pc:sldChg>
      <pc:sldChg chg="modSp mod">
        <pc:chgData name="Elaine Gustafson" userId="8e9fbddc-088d-4145-9000-dcad1c3d1481" providerId="ADAL" clId="{B49641F3-16A6-4FF7-8DAF-B1EA55B97976}" dt="2025-06-12T16:31:37.534" v="267" actId="6549"/>
        <pc:sldMkLst>
          <pc:docMk/>
          <pc:sldMk cId="2676958820" sldId="329"/>
        </pc:sldMkLst>
        <pc:spChg chg="ord">
          <ac:chgData name="Elaine Gustafson" userId="8e9fbddc-088d-4145-9000-dcad1c3d1481" providerId="ADAL" clId="{B49641F3-16A6-4FF7-8DAF-B1EA55B97976}" dt="2025-06-10T21:48:52.182" v="123"/>
          <ac:spMkLst>
            <pc:docMk/>
            <pc:sldMk cId="2676958820" sldId="329"/>
            <ac:spMk id="3" creationId="{AD222624-D1CC-0B2D-650F-14349F97A01B}"/>
          </ac:spMkLst>
        </pc:spChg>
        <pc:spChg chg="ord">
          <ac:chgData name="Elaine Gustafson" userId="8e9fbddc-088d-4145-9000-dcad1c3d1481" providerId="ADAL" clId="{B49641F3-16A6-4FF7-8DAF-B1EA55B97976}" dt="2025-06-10T21:48:40.998" v="122"/>
          <ac:spMkLst>
            <pc:docMk/>
            <pc:sldMk cId="2676958820" sldId="329"/>
            <ac:spMk id="4" creationId="{2E06E790-211E-7791-3DF4-8E983BD1C94E}"/>
          </ac:spMkLst>
        </pc:spChg>
        <pc:spChg chg="mod">
          <ac:chgData name="Elaine Gustafson" userId="8e9fbddc-088d-4145-9000-dcad1c3d1481" providerId="ADAL" clId="{B49641F3-16A6-4FF7-8DAF-B1EA55B97976}" dt="2025-06-12T16:31:37.534" v="267" actId="6549"/>
          <ac:spMkLst>
            <pc:docMk/>
            <pc:sldMk cId="2676958820" sldId="329"/>
            <ac:spMk id="9" creationId="{9FA014C2-A97A-2166-CC8A-E614888F5968}"/>
          </ac:spMkLst>
        </pc:spChg>
      </pc:sldChg>
      <pc:sldChg chg="modSp mod">
        <pc:chgData name="Elaine Gustafson" userId="8e9fbddc-088d-4145-9000-dcad1c3d1481" providerId="ADAL" clId="{B49641F3-16A6-4FF7-8DAF-B1EA55B97976}" dt="2025-06-10T21:53:04.926" v="161" actId="6549"/>
        <pc:sldMkLst>
          <pc:docMk/>
          <pc:sldMk cId="628703779" sldId="330"/>
        </pc:sldMkLst>
        <pc:spChg chg="mod">
          <ac:chgData name="Elaine Gustafson" userId="8e9fbddc-088d-4145-9000-dcad1c3d1481" providerId="ADAL" clId="{B49641F3-16A6-4FF7-8DAF-B1EA55B97976}" dt="2025-06-10T21:53:04.926" v="161" actId="6549"/>
          <ac:spMkLst>
            <pc:docMk/>
            <pc:sldMk cId="628703779" sldId="330"/>
            <ac:spMk id="3" creationId="{EB1F8247-963A-4B7A-32C9-ED8F66C07345}"/>
          </ac:spMkLst>
        </pc:spChg>
      </pc:sldChg>
      <pc:sldChg chg="modSp mod">
        <pc:chgData name="Elaine Gustafson" userId="8e9fbddc-088d-4145-9000-dcad1c3d1481" providerId="ADAL" clId="{B49641F3-16A6-4FF7-8DAF-B1EA55B97976}" dt="2025-06-12T16:32:18.231" v="268" actId="20577"/>
        <pc:sldMkLst>
          <pc:docMk/>
          <pc:sldMk cId="635778516" sldId="331"/>
        </pc:sldMkLst>
        <pc:spChg chg="mod">
          <ac:chgData name="Elaine Gustafson" userId="8e9fbddc-088d-4145-9000-dcad1c3d1481" providerId="ADAL" clId="{B49641F3-16A6-4FF7-8DAF-B1EA55B97976}" dt="2025-06-12T16:32:18.231" v="268" actId="20577"/>
          <ac:spMkLst>
            <pc:docMk/>
            <pc:sldMk cId="635778516" sldId="331"/>
            <ac:spMk id="3" creationId="{1AD4416E-3CC2-7A19-B5C4-8CD49D503E6D}"/>
          </ac:spMkLst>
        </pc:spChg>
      </pc:sldChg>
      <pc:sldChg chg="modSp mod">
        <pc:chgData name="Elaine Gustafson" userId="8e9fbddc-088d-4145-9000-dcad1c3d1481" providerId="ADAL" clId="{B49641F3-16A6-4FF7-8DAF-B1EA55B97976}" dt="2025-06-12T16:32:35.126" v="271" actId="20577"/>
        <pc:sldMkLst>
          <pc:docMk/>
          <pc:sldMk cId="752254780" sldId="332"/>
        </pc:sldMkLst>
        <pc:spChg chg="mod">
          <ac:chgData name="Elaine Gustafson" userId="8e9fbddc-088d-4145-9000-dcad1c3d1481" providerId="ADAL" clId="{B49641F3-16A6-4FF7-8DAF-B1EA55B97976}" dt="2025-06-12T16:32:35.126" v="271" actId="20577"/>
          <ac:spMkLst>
            <pc:docMk/>
            <pc:sldMk cId="752254780" sldId="332"/>
            <ac:spMk id="2" creationId="{5DEC8D2C-0953-8AAD-440A-8419C29F3AE5}"/>
          </ac:spMkLst>
        </pc:spChg>
        <pc:spChg chg="ord">
          <ac:chgData name="Elaine Gustafson" userId="8e9fbddc-088d-4145-9000-dcad1c3d1481" providerId="ADAL" clId="{B49641F3-16A6-4FF7-8DAF-B1EA55B97976}" dt="2025-06-10T21:48:21.697" v="115"/>
          <ac:spMkLst>
            <pc:docMk/>
            <pc:sldMk cId="752254780" sldId="332"/>
            <ac:spMk id="3" creationId="{0E395A5E-2F81-D809-3494-68A558E33A29}"/>
          </ac:spMkLst>
        </pc:spChg>
        <pc:spChg chg="ord">
          <ac:chgData name="Elaine Gustafson" userId="8e9fbddc-088d-4145-9000-dcad1c3d1481" providerId="ADAL" clId="{B49641F3-16A6-4FF7-8DAF-B1EA55B97976}" dt="2025-06-10T21:48:17.741" v="113"/>
          <ac:spMkLst>
            <pc:docMk/>
            <pc:sldMk cId="752254780" sldId="332"/>
            <ac:spMk id="4" creationId="{87F478E2-0DDE-0AB3-177A-C5D87C8212A1}"/>
          </ac:spMkLst>
        </pc:spChg>
        <pc:picChg chg="mod">
          <ac:chgData name="Elaine Gustafson" userId="8e9fbddc-088d-4145-9000-dcad1c3d1481" providerId="ADAL" clId="{B49641F3-16A6-4FF7-8DAF-B1EA55B97976}" dt="2025-06-11T15:11:10.591" v="228" actId="962"/>
          <ac:picMkLst>
            <pc:docMk/>
            <pc:sldMk cId="752254780" sldId="332"/>
            <ac:picMk id="7" creationId="{03F2F28A-0003-E5C8-65DC-8EFAA7BF75C5}"/>
          </ac:picMkLst>
        </pc:picChg>
      </pc:sldChg>
      <pc:sldChg chg="modSp mod">
        <pc:chgData name="Elaine Gustafson" userId="8e9fbddc-088d-4145-9000-dcad1c3d1481" providerId="ADAL" clId="{B49641F3-16A6-4FF7-8DAF-B1EA55B97976}" dt="2025-06-10T21:53:50.550" v="179" actId="20577"/>
        <pc:sldMkLst>
          <pc:docMk/>
          <pc:sldMk cId="3525714042" sldId="335"/>
        </pc:sldMkLst>
        <pc:spChg chg="mod">
          <ac:chgData name="Elaine Gustafson" userId="8e9fbddc-088d-4145-9000-dcad1c3d1481" providerId="ADAL" clId="{B49641F3-16A6-4FF7-8DAF-B1EA55B97976}" dt="2025-06-10T21:53:50.550" v="179" actId="20577"/>
          <ac:spMkLst>
            <pc:docMk/>
            <pc:sldMk cId="3525714042" sldId="335"/>
            <ac:spMk id="3" creationId="{E828F1D3-1DAF-12B6-B902-C6B9F792CB8B}"/>
          </ac:spMkLst>
        </pc:spChg>
      </pc:sldChg>
      <pc:sldChg chg="modSp mod">
        <pc:chgData name="Elaine Gustafson" userId="8e9fbddc-088d-4145-9000-dcad1c3d1481" providerId="ADAL" clId="{B49641F3-16A6-4FF7-8DAF-B1EA55B97976}" dt="2025-06-11T15:12:14.842" v="231" actId="962"/>
        <pc:sldMkLst>
          <pc:docMk/>
          <pc:sldMk cId="2751700564" sldId="336"/>
        </pc:sldMkLst>
        <pc:spChg chg="ord">
          <ac:chgData name="Elaine Gustafson" userId="8e9fbddc-088d-4145-9000-dcad1c3d1481" providerId="ADAL" clId="{B49641F3-16A6-4FF7-8DAF-B1EA55B97976}" dt="2025-06-10T21:47:57.613" v="109"/>
          <ac:spMkLst>
            <pc:docMk/>
            <pc:sldMk cId="2751700564" sldId="336"/>
            <ac:spMk id="4" creationId="{B16DCBB9-72F9-800F-DBE3-AF36F33EDCFA}"/>
          </ac:spMkLst>
        </pc:spChg>
        <pc:picChg chg="mod">
          <ac:chgData name="Elaine Gustafson" userId="8e9fbddc-088d-4145-9000-dcad1c3d1481" providerId="ADAL" clId="{B49641F3-16A6-4FF7-8DAF-B1EA55B97976}" dt="2025-06-11T15:12:14.842" v="231" actId="962"/>
          <ac:picMkLst>
            <pc:docMk/>
            <pc:sldMk cId="2751700564" sldId="336"/>
            <ac:picMk id="9" creationId="{D0CC2735-87A9-6D42-572A-A37CA7AE94C8}"/>
          </ac:picMkLst>
        </pc:picChg>
      </pc:sldChg>
      <pc:sldChg chg="modSp mod">
        <pc:chgData name="Elaine Gustafson" userId="8e9fbddc-088d-4145-9000-dcad1c3d1481" providerId="ADAL" clId="{B49641F3-16A6-4FF7-8DAF-B1EA55B97976}" dt="2025-06-10T21:55:09.617" v="211" actId="20577"/>
        <pc:sldMkLst>
          <pc:docMk/>
          <pc:sldMk cId="3797844531" sldId="341"/>
        </pc:sldMkLst>
        <pc:spChg chg="mod">
          <ac:chgData name="Elaine Gustafson" userId="8e9fbddc-088d-4145-9000-dcad1c3d1481" providerId="ADAL" clId="{B49641F3-16A6-4FF7-8DAF-B1EA55B97976}" dt="2025-06-10T21:55:09.617" v="211" actId="20577"/>
          <ac:spMkLst>
            <pc:docMk/>
            <pc:sldMk cId="3797844531" sldId="341"/>
            <ac:spMk id="3" creationId="{517EDB60-DAD6-21E1-8B00-54E78E381B25}"/>
          </ac:spMkLst>
        </pc:spChg>
      </pc:sldChg>
      <pc:sldChg chg="modSp mod">
        <pc:chgData name="Elaine Gustafson" userId="8e9fbddc-088d-4145-9000-dcad1c3d1481" providerId="ADAL" clId="{B49641F3-16A6-4FF7-8DAF-B1EA55B97976}" dt="2025-06-12T16:34:23.518" v="280" actId="20577"/>
        <pc:sldMkLst>
          <pc:docMk/>
          <pc:sldMk cId="1791188262" sldId="343"/>
        </pc:sldMkLst>
        <pc:spChg chg="mod">
          <ac:chgData name="Elaine Gustafson" userId="8e9fbddc-088d-4145-9000-dcad1c3d1481" providerId="ADAL" clId="{B49641F3-16A6-4FF7-8DAF-B1EA55B97976}" dt="2025-06-12T16:34:23.518" v="280" actId="20577"/>
          <ac:spMkLst>
            <pc:docMk/>
            <pc:sldMk cId="1791188262" sldId="343"/>
            <ac:spMk id="3" creationId="{EEEA602D-3FD4-53D3-7A45-4B47BCCFD00B}"/>
          </ac:spMkLst>
        </pc:spChg>
      </pc:sldChg>
      <pc:sldChg chg="modSp mod">
        <pc:chgData name="Elaine Gustafson" userId="8e9fbddc-088d-4145-9000-dcad1c3d1481" providerId="ADAL" clId="{B49641F3-16A6-4FF7-8DAF-B1EA55B97976}" dt="2025-06-12T16:28:49.491" v="251" actId="20577"/>
        <pc:sldMkLst>
          <pc:docMk/>
          <pc:sldMk cId="4090533108" sldId="345"/>
        </pc:sldMkLst>
        <pc:spChg chg="mod">
          <ac:chgData name="Elaine Gustafson" userId="8e9fbddc-088d-4145-9000-dcad1c3d1481" providerId="ADAL" clId="{B49641F3-16A6-4FF7-8DAF-B1EA55B97976}" dt="2025-06-12T16:28:49.491" v="251" actId="20577"/>
          <ac:spMkLst>
            <pc:docMk/>
            <pc:sldMk cId="4090533108" sldId="345"/>
            <ac:spMk id="3" creationId="{195393ED-4D19-91B7-B811-366FB8A5C634}"/>
          </ac:spMkLst>
        </pc:spChg>
      </pc:sldChg>
      <pc:sldChg chg="modSp">
        <pc:chgData name="Elaine Gustafson" userId="8e9fbddc-088d-4145-9000-dcad1c3d1481" providerId="ADAL" clId="{B49641F3-16A6-4FF7-8DAF-B1EA55B97976}" dt="2025-06-10T21:55:38.275" v="212" actId="20577"/>
        <pc:sldMkLst>
          <pc:docMk/>
          <pc:sldMk cId="1829967403" sldId="354"/>
        </pc:sldMkLst>
        <pc:spChg chg="mod">
          <ac:chgData name="Elaine Gustafson" userId="8e9fbddc-088d-4145-9000-dcad1c3d1481" providerId="ADAL" clId="{B49641F3-16A6-4FF7-8DAF-B1EA55B97976}" dt="2025-06-10T21:55:38.275" v="212" actId="20577"/>
          <ac:spMkLst>
            <pc:docMk/>
            <pc:sldMk cId="1829967403" sldId="354"/>
            <ac:spMk id="3" creationId="{9D612B06-F8F4-766C-9BD5-9718857F8FC1}"/>
          </ac:spMkLst>
        </pc:spChg>
      </pc:sldChg>
      <pc:sldChg chg="modSp mod">
        <pc:chgData name="Elaine Gustafson" userId="8e9fbddc-088d-4145-9000-dcad1c3d1481" providerId="ADAL" clId="{B49641F3-16A6-4FF7-8DAF-B1EA55B97976}" dt="2025-06-12T16:36:11.235" v="289" actId="20577"/>
        <pc:sldMkLst>
          <pc:docMk/>
          <pc:sldMk cId="1980288125" sldId="355"/>
        </pc:sldMkLst>
        <pc:spChg chg="mod">
          <ac:chgData name="Elaine Gustafson" userId="8e9fbddc-088d-4145-9000-dcad1c3d1481" providerId="ADAL" clId="{B49641F3-16A6-4FF7-8DAF-B1EA55B97976}" dt="2025-06-12T16:36:11.235" v="289" actId="20577"/>
          <ac:spMkLst>
            <pc:docMk/>
            <pc:sldMk cId="1980288125" sldId="355"/>
            <ac:spMk id="3" creationId="{51AAF4E5-CBD1-DADB-4F92-7DAE581CD439}"/>
          </ac:spMkLst>
        </pc:spChg>
      </pc:sldChg>
      <pc:sldChg chg="modSp mod">
        <pc:chgData name="Elaine Gustafson" userId="8e9fbddc-088d-4145-9000-dcad1c3d1481" providerId="ADAL" clId="{B49641F3-16A6-4FF7-8DAF-B1EA55B97976}" dt="2025-06-10T21:49:47.205" v="135"/>
        <pc:sldMkLst>
          <pc:docMk/>
          <pc:sldMk cId="3725014532" sldId="356"/>
        </pc:sldMkLst>
        <pc:spChg chg="ord">
          <ac:chgData name="Elaine Gustafson" userId="8e9fbddc-088d-4145-9000-dcad1c3d1481" providerId="ADAL" clId="{B49641F3-16A6-4FF7-8DAF-B1EA55B97976}" dt="2025-06-10T21:49:47.205" v="135"/>
          <ac:spMkLst>
            <pc:docMk/>
            <pc:sldMk cId="3725014532" sldId="356"/>
            <ac:spMk id="4" creationId="{EC10F213-E1A7-EA3F-3F3D-D01F34BAB7D2}"/>
          </ac:spMkLst>
        </pc:spChg>
      </pc:sldChg>
      <pc:sldChg chg="modSp mod">
        <pc:chgData name="Elaine Gustafson" userId="8e9fbddc-088d-4145-9000-dcad1c3d1481" providerId="ADAL" clId="{B49641F3-16A6-4FF7-8DAF-B1EA55B97976}" dt="2025-06-10T21:49:41.613" v="133"/>
        <pc:sldMkLst>
          <pc:docMk/>
          <pc:sldMk cId="3476334032" sldId="357"/>
        </pc:sldMkLst>
        <pc:spChg chg="ord">
          <ac:chgData name="Elaine Gustafson" userId="8e9fbddc-088d-4145-9000-dcad1c3d1481" providerId="ADAL" clId="{B49641F3-16A6-4FF7-8DAF-B1EA55B97976}" dt="2025-06-10T21:49:38.518" v="132"/>
          <ac:spMkLst>
            <pc:docMk/>
            <pc:sldMk cId="3476334032" sldId="357"/>
            <ac:spMk id="4" creationId="{16FD57A1-D2EC-08E3-A995-4983EB4CE6AD}"/>
          </ac:spMkLst>
        </pc:spChg>
        <pc:spChg chg="ord">
          <ac:chgData name="Elaine Gustafson" userId="8e9fbddc-088d-4145-9000-dcad1c3d1481" providerId="ADAL" clId="{B49641F3-16A6-4FF7-8DAF-B1EA55B97976}" dt="2025-06-10T21:49:41.613" v="133"/>
          <ac:spMkLst>
            <pc:docMk/>
            <pc:sldMk cId="3476334032" sldId="357"/>
            <ac:spMk id="6" creationId="{B18A2B93-4D07-08F9-AEF9-7F3346C2747A}"/>
          </ac:spMkLst>
        </pc:spChg>
      </pc:sldChg>
      <pc:sldChg chg="modSp mod">
        <pc:chgData name="Elaine Gustafson" userId="8e9fbddc-088d-4145-9000-dcad1c3d1481" providerId="ADAL" clId="{B49641F3-16A6-4FF7-8DAF-B1EA55B97976}" dt="2025-06-10T21:49:34.070" v="130"/>
        <pc:sldMkLst>
          <pc:docMk/>
          <pc:sldMk cId="3744116168" sldId="358"/>
        </pc:sldMkLst>
        <pc:spChg chg="ord">
          <ac:chgData name="Elaine Gustafson" userId="8e9fbddc-088d-4145-9000-dcad1c3d1481" providerId="ADAL" clId="{B49641F3-16A6-4FF7-8DAF-B1EA55B97976}" dt="2025-06-10T21:49:29.630" v="129"/>
          <ac:spMkLst>
            <pc:docMk/>
            <pc:sldMk cId="3744116168" sldId="358"/>
            <ac:spMk id="4" creationId="{CCC14044-8EC4-5C04-A1AA-49CA7BA12D22}"/>
          </ac:spMkLst>
        </pc:spChg>
        <pc:spChg chg="ord">
          <ac:chgData name="Elaine Gustafson" userId="8e9fbddc-088d-4145-9000-dcad1c3d1481" providerId="ADAL" clId="{B49641F3-16A6-4FF7-8DAF-B1EA55B97976}" dt="2025-06-10T21:49:34.070" v="130"/>
          <ac:spMkLst>
            <pc:docMk/>
            <pc:sldMk cId="3744116168" sldId="358"/>
            <ac:spMk id="6" creationId="{31C8FC35-EB31-1188-B168-61CBA66D0A91}"/>
          </ac:spMkLst>
        </pc:spChg>
      </pc:sldChg>
      <pc:sldChg chg="modSp mod">
        <pc:chgData name="Elaine Gustafson" userId="8e9fbddc-088d-4145-9000-dcad1c3d1481" providerId="ADAL" clId="{B49641F3-16A6-4FF7-8DAF-B1EA55B97976}" dt="2025-06-10T21:49:25.300" v="127"/>
        <pc:sldMkLst>
          <pc:docMk/>
          <pc:sldMk cId="3842556191" sldId="359"/>
        </pc:sldMkLst>
        <pc:spChg chg="ord">
          <ac:chgData name="Elaine Gustafson" userId="8e9fbddc-088d-4145-9000-dcad1c3d1481" providerId="ADAL" clId="{B49641F3-16A6-4FF7-8DAF-B1EA55B97976}" dt="2025-06-10T21:49:21.172" v="125"/>
          <ac:spMkLst>
            <pc:docMk/>
            <pc:sldMk cId="3842556191" sldId="359"/>
            <ac:spMk id="4" creationId="{0CB110E5-56BE-7B18-3990-8F6369D3C6E5}"/>
          </ac:spMkLst>
        </pc:spChg>
        <pc:spChg chg="ord">
          <ac:chgData name="Elaine Gustafson" userId="8e9fbddc-088d-4145-9000-dcad1c3d1481" providerId="ADAL" clId="{B49641F3-16A6-4FF7-8DAF-B1EA55B97976}" dt="2025-06-10T21:49:25.300" v="127"/>
          <ac:spMkLst>
            <pc:docMk/>
            <pc:sldMk cId="3842556191" sldId="359"/>
            <ac:spMk id="6" creationId="{C6CDDBFA-2563-8BEE-520C-FCADB7B0C2CF}"/>
          </ac:spMkLst>
        </pc:spChg>
      </pc:sldChg>
      <pc:sldChg chg="modSp mod">
        <pc:chgData name="Elaine Gustafson" userId="8e9fbddc-088d-4145-9000-dcad1c3d1481" providerId="ADAL" clId="{B49641F3-16A6-4FF7-8DAF-B1EA55B97976}" dt="2025-06-10T21:50:01.975" v="138"/>
        <pc:sldMkLst>
          <pc:docMk/>
          <pc:sldMk cId="524632534" sldId="360"/>
        </pc:sldMkLst>
        <pc:spChg chg="ord">
          <ac:chgData name="Elaine Gustafson" userId="8e9fbddc-088d-4145-9000-dcad1c3d1481" providerId="ADAL" clId="{B49641F3-16A6-4FF7-8DAF-B1EA55B97976}" dt="2025-06-10T21:50:00.377" v="137"/>
          <ac:spMkLst>
            <pc:docMk/>
            <pc:sldMk cId="524632534" sldId="360"/>
            <ac:spMk id="4" creationId="{9300D1FD-F013-83FF-006A-17160EEE5A75}"/>
          </ac:spMkLst>
        </pc:spChg>
        <pc:spChg chg="ord">
          <ac:chgData name="Elaine Gustafson" userId="8e9fbddc-088d-4145-9000-dcad1c3d1481" providerId="ADAL" clId="{B49641F3-16A6-4FF7-8DAF-B1EA55B97976}" dt="2025-06-10T21:50:01.975" v="138"/>
          <ac:spMkLst>
            <pc:docMk/>
            <pc:sldMk cId="524632534" sldId="360"/>
            <ac:spMk id="6" creationId="{BEA19B6F-F4E0-C325-C131-B79DE7B59B73}"/>
          </ac:spMkLst>
        </pc:spChg>
      </pc:sldChg>
      <pc:sldChg chg="modSp mod">
        <pc:chgData name="Elaine Gustafson" userId="8e9fbddc-088d-4145-9000-dcad1c3d1481" providerId="ADAL" clId="{B49641F3-16A6-4FF7-8DAF-B1EA55B97976}" dt="2025-06-11T15:15:21.688" v="236"/>
        <pc:sldMkLst>
          <pc:docMk/>
          <pc:sldMk cId="3002507269" sldId="361"/>
        </pc:sldMkLst>
        <pc:spChg chg="ord">
          <ac:chgData name="Elaine Gustafson" userId="8e9fbddc-088d-4145-9000-dcad1c3d1481" providerId="ADAL" clId="{B49641F3-16A6-4FF7-8DAF-B1EA55B97976}" dt="2025-06-10T21:50:05.812" v="139"/>
          <ac:spMkLst>
            <pc:docMk/>
            <pc:sldMk cId="3002507269" sldId="361"/>
            <ac:spMk id="4" creationId="{6B27F76A-9425-5E79-B3C9-BAB04ECEA89B}"/>
          </ac:spMkLst>
        </pc:spChg>
        <pc:spChg chg="ord">
          <ac:chgData name="Elaine Gustafson" userId="8e9fbddc-088d-4145-9000-dcad1c3d1481" providerId="ADAL" clId="{B49641F3-16A6-4FF7-8DAF-B1EA55B97976}" dt="2025-06-11T15:15:21.688" v="236"/>
          <ac:spMkLst>
            <pc:docMk/>
            <pc:sldMk cId="3002507269" sldId="361"/>
            <ac:spMk id="6" creationId="{60438CD5-9DA1-4709-7A83-668E6B181DC5}"/>
          </ac:spMkLst>
        </pc:spChg>
      </pc:sldChg>
      <pc:sldChg chg="modSp mod modNotesTx">
        <pc:chgData name="Elaine Gustafson" userId="8e9fbddc-088d-4145-9000-dcad1c3d1481" providerId="ADAL" clId="{B49641F3-16A6-4FF7-8DAF-B1EA55B97976}" dt="2025-06-12T16:31:05.326" v="259" actId="20577"/>
        <pc:sldMkLst>
          <pc:docMk/>
          <pc:sldMk cId="3701659567" sldId="362"/>
        </pc:sldMkLst>
        <pc:spChg chg="ord">
          <ac:chgData name="Elaine Gustafson" userId="8e9fbddc-088d-4145-9000-dcad1c3d1481" providerId="ADAL" clId="{B49641F3-16A6-4FF7-8DAF-B1EA55B97976}" dt="2025-06-10T21:48:55.903" v="124"/>
          <ac:spMkLst>
            <pc:docMk/>
            <pc:sldMk cId="3701659567" sldId="362"/>
            <ac:spMk id="4" creationId="{835DEDF7-B1CE-EF71-FDA8-11157F90DC89}"/>
          </ac:spMkLst>
        </pc:spChg>
        <pc:spChg chg="ord">
          <ac:chgData name="Elaine Gustafson" userId="8e9fbddc-088d-4145-9000-dcad1c3d1481" providerId="ADAL" clId="{B49641F3-16A6-4FF7-8DAF-B1EA55B97976}" dt="2025-06-11T15:15:27.323" v="238"/>
          <ac:spMkLst>
            <pc:docMk/>
            <pc:sldMk cId="3701659567" sldId="362"/>
            <ac:spMk id="6" creationId="{C6C576BC-80D0-B5D3-7189-650C794B3F39}"/>
          </ac:spMkLst>
        </pc:spChg>
        <pc:spChg chg="mod">
          <ac:chgData name="Elaine Gustafson" userId="8e9fbddc-088d-4145-9000-dcad1c3d1481" providerId="ADAL" clId="{B49641F3-16A6-4FF7-8DAF-B1EA55B97976}" dt="2025-06-12T16:31:05.326" v="259" actId="20577"/>
          <ac:spMkLst>
            <pc:docMk/>
            <pc:sldMk cId="3701659567" sldId="362"/>
            <ac:spMk id="7" creationId="{33EC8BC0-70F2-A2C2-73D3-FDA5EAC43E3E}"/>
          </ac:spMkLst>
        </pc:spChg>
      </pc:sldChg>
      <pc:sldChg chg="modSp mod">
        <pc:chgData name="Elaine Gustafson" userId="8e9fbddc-088d-4145-9000-dcad1c3d1481" providerId="ADAL" clId="{B49641F3-16A6-4FF7-8DAF-B1EA55B97976}" dt="2025-06-10T21:48:28.503" v="118"/>
        <pc:sldMkLst>
          <pc:docMk/>
          <pc:sldMk cId="3128104185" sldId="364"/>
        </pc:sldMkLst>
        <pc:spChg chg="ord">
          <ac:chgData name="Elaine Gustafson" userId="8e9fbddc-088d-4145-9000-dcad1c3d1481" providerId="ADAL" clId="{B49641F3-16A6-4FF7-8DAF-B1EA55B97976}" dt="2025-06-10T21:48:26.677" v="117"/>
          <ac:spMkLst>
            <pc:docMk/>
            <pc:sldMk cId="3128104185" sldId="364"/>
            <ac:spMk id="4" creationId="{9342EE64-79FF-373D-AC2D-A7A85A3394B3}"/>
          </ac:spMkLst>
        </pc:spChg>
        <pc:spChg chg="ord">
          <ac:chgData name="Elaine Gustafson" userId="8e9fbddc-088d-4145-9000-dcad1c3d1481" providerId="ADAL" clId="{B49641F3-16A6-4FF7-8DAF-B1EA55B97976}" dt="2025-06-10T21:48:28.503" v="118"/>
          <ac:spMkLst>
            <pc:docMk/>
            <pc:sldMk cId="3128104185" sldId="364"/>
            <ac:spMk id="10" creationId="{3D04F098-C157-93B2-265D-0BC25FE20BEE}"/>
          </ac:spMkLst>
        </pc:spChg>
      </pc:sldChg>
      <pc:sldChg chg="modSp mod">
        <pc:chgData name="Elaine Gustafson" userId="8e9fbddc-088d-4145-9000-dcad1c3d1481" providerId="ADAL" clId="{B49641F3-16A6-4FF7-8DAF-B1EA55B97976}" dt="2025-06-10T21:48:10.184" v="112"/>
        <pc:sldMkLst>
          <pc:docMk/>
          <pc:sldMk cId="250488701" sldId="366"/>
        </pc:sldMkLst>
        <pc:spChg chg="ord">
          <ac:chgData name="Elaine Gustafson" userId="8e9fbddc-088d-4145-9000-dcad1c3d1481" providerId="ADAL" clId="{B49641F3-16A6-4FF7-8DAF-B1EA55B97976}" dt="2025-06-10T21:48:08.657" v="111"/>
          <ac:spMkLst>
            <pc:docMk/>
            <pc:sldMk cId="250488701" sldId="366"/>
            <ac:spMk id="4" creationId="{8BB0D07C-ECD3-25AB-399F-7FA773CE27A4}"/>
          </ac:spMkLst>
        </pc:spChg>
        <pc:spChg chg="ord">
          <ac:chgData name="Elaine Gustafson" userId="8e9fbddc-088d-4145-9000-dcad1c3d1481" providerId="ADAL" clId="{B49641F3-16A6-4FF7-8DAF-B1EA55B97976}" dt="2025-06-10T21:48:10.184" v="112"/>
          <ac:spMkLst>
            <pc:docMk/>
            <pc:sldMk cId="250488701" sldId="366"/>
            <ac:spMk id="6" creationId="{D1513495-DA46-0A41-5327-8ECBBCD48871}"/>
          </ac:spMkLst>
        </pc:spChg>
      </pc:sldChg>
      <pc:sldChg chg="modSp mod">
        <pc:chgData name="Elaine Gustafson" userId="8e9fbddc-088d-4145-9000-dcad1c3d1481" providerId="ADAL" clId="{B49641F3-16A6-4FF7-8DAF-B1EA55B97976}" dt="2025-06-10T21:47:52.803" v="107"/>
        <pc:sldMkLst>
          <pc:docMk/>
          <pc:sldMk cId="4047247938" sldId="368"/>
        </pc:sldMkLst>
        <pc:spChg chg="ord">
          <ac:chgData name="Elaine Gustafson" userId="8e9fbddc-088d-4145-9000-dcad1c3d1481" providerId="ADAL" clId="{B49641F3-16A6-4FF7-8DAF-B1EA55B97976}" dt="2025-06-10T21:47:51.154" v="106"/>
          <ac:spMkLst>
            <pc:docMk/>
            <pc:sldMk cId="4047247938" sldId="368"/>
            <ac:spMk id="4" creationId="{551880DE-E04F-16A4-066B-B3087A1756F1}"/>
          </ac:spMkLst>
        </pc:spChg>
        <pc:spChg chg="ord">
          <ac:chgData name="Elaine Gustafson" userId="8e9fbddc-088d-4145-9000-dcad1c3d1481" providerId="ADAL" clId="{B49641F3-16A6-4FF7-8DAF-B1EA55B97976}" dt="2025-06-10T21:47:52.803" v="107"/>
          <ac:spMkLst>
            <pc:docMk/>
            <pc:sldMk cId="4047247938" sldId="368"/>
            <ac:spMk id="6" creationId="{3C7C3592-3C16-1E2C-1636-C8FDE7905E25}"/>
          </ac:spMkLst>
        </pc:spChg>
      </pc:sldChg>
      <pc:sldChg chg="modSp mod">
        <pc:chgData name="Elaine Gustafson" userId="8e9fbddc-088d-4145-9000-dcad1c3d1481" providerId="ADAL" clId="{B49641F3-16A6-4FF7-8DAF-B1EA55B97976}" dt="2025-06-10T21:47:46.302" v="104"/>
        <pc:sldMkLst>
          <pc:docMk/>
          <pc:sldMk cId="4026311633" sldId="369"/>
        </pc:sldMkLst>
        <pc:spChg chg="ord">
          <ac:chgData name="Elaine Gustafson" userId="8e9fbddc-088d-4145-9000-dcad1c3d1481" providerId="ADAL" clId="{B49641F3-16A6-4FF7-8DAF-B1EA55B97976}" dt="2025-06-10T21:47:43.803" v="103"/>
          <ac:spMkLst>
            <pc:docMk/>
            <pc:sldMk cId="4026311633" sldId="369"/>
            <ac:spMk id="4" creationId="{E2C38D19-41AB-AB24-0A6A-07793FF8FB70}"/>
          </ac:spMkLst>
        </pc:spChg>
        <pc:spChg chg="ord">
          <ac:chgData name="Elaine Gustafson" userId="8e9fbddc-088d-4145-9000-dcad1c3d1481" providerId="ADAL" clId="{B49641F3-16A6-4FF7-8DAF-B1EA55B97976}" dt="2025-06-10T21:47:46.302" v="104"/>
          <ac:spMkLst>
            <pc:docMk/>
            <pc:sldMk cId="4026311633" sldId="369"/>
            <ac:spMk id="6" creationId="{978A2FB5-4C6A-CB53-CC1A-30B52344B922}"/>
          </ac:spMkLst>
        </pc:spChg>
      </pc:sldChg>
      <pc:sldChg chg="modSp mod">
        <pc:chgData name="Elaine Gustafson" userId="8e9fbddc-088d-4145-9000-dcad1c3d1481" providerId="ADAL" clId="{B49641F3-16A6-4FF7-8DAF-B1EA55B97976}" dt="2025-06-10T21:47:38.921" v="101"/>
        <pc:sldMkLst>
          <pc:docMk/>
          <pc:sldMk cId="2389287051" sldId="370"/>
        </pc:sldMkLst>
        <pc:spChg chg="ord">
          <ac:chgData name="Elaine Gustafson" userId="8e9fbddc-088d-4145-9000-dcad1c3d1481" providerId="ADAL" clId="{B49641F3-16A6-4FF7-8DAF-B1EA55B97976}" dt="2025-06-10T21:47:33.987" v="99"/>
          <ac:spMkLst>
            <pc:docMk/>
            <pc:sldMk cId="2389287051" sldId="370"/>
            <ac:spMk id="4" creationId="{B51E263C-CA31-D7AC-E0D9-6A7FFCF1F3D5}"/>
          </ac:spMkLst>
        </pc:spChg>
        <pc:spChg chg="ord">
          <ac:chgData name="Elaine Gustafson" userId="8e9fbddc-088d-4145-9000-dcad1c3d1481" providerId="ADAL" clId="{B49641F3-16A6-4FF7-8DAF-B1EA55B97976}" dt="2025-06-10T21:47:38.921" v="101"/>
          <ac:spMkLst>
            <pc:docMk/>
            <pc:sldMk cId="2389287051" sldId="370"/>
            <ac:spMk id="6" creationId="{4CF0B5EA-B02C-47D1-FE7C-DD031CB28D87}"/>
          </ac:spMkLst>
        </pc:spChg>
      </pc:sldChg>
      <pc:sldChg chg="modSp mod">
        <pc:chgData name="Elaine Gustafson" userId="8e9fbddc-088d-4145-9000-dcad1c3d1481" providerId="ADAL" clId="{B49641F3-16A6-4FF7-8DAF-B1EA55B97976}" dt="2025-06-11T15:13:12.345" v="234" actId="962"/>
        <pc:sldMkLst>
          <pc:docMk/>
          <pc:sldMk cId="4238508977" sldId="371"/>
        </pc:sldMkLst>
        <pc:spChg chg="ord">
          <ac:chgData name="Elaine Gustafson" userId="8e9fbddc-088d-4145-9000-dcad1c3d1481" providerId="ADAL" clId="{B49641F3-16A6-4FF7-8DAF-B1EA55B97976}" dt="2025-06-10T21:47:25.865" v="97"/>
          <ac:spMkLst>
            <pc:docMk/>
            <pc:sldMk cId="4238508977" sldId="371"/>
            <ac:spMk id="4" creationId="{C47EEB34-8244-4BCF-A16B-341E5D2CDE97}"/>
          </ac:spMkLst>
        </pc:spChg>
        <pc:spChg chg="ord">
          <ac:chgData name="Elaine Gustafson" userId="8e9fbddc-088d-4145-9000-dcad1c3d1481" providerId="ADAL" clId="{B49641F3-16A6-4FF7-8DAF-B1EA55B97976}" dt="2025-06-10T21:47:27.121" v="98"/>
          <ac:spMkLst>
            <pc:docMk/>
            <pc:sldMk cId="4238508977" sldId="371"/>
            <ac:spMk id="6" creationId="{08727453-E133-E119-D3E3-75B7E0E36206}"/>
          </ac:spMkLst>
        </pc:spChg>
        <pc:picChg chg="mod">
          <ac:chgData name="Elaine Gustafson" userId="8e9fbddc-088d-4145-9000-dcad1c3d1481" providerId="ADAL" clId="{B49641F3-16A6-4FF7-8DAF-B1EA55B97976}" dt="2025-06-11T15:13:12.345" v="234" actId="962"/>
          <ac:picMkLst>
            <pc:docMk/>
            <pc:sldMk cId="4238508977" sldId="371"/>
            <ac:picMk id="10" creationId="{51611AAD-18F7-06A6-19AF-94AEE2FE9EC8}"/>
          </ac:picMkLst>
        </pc:picChg>
      </pc:sldChg>
      <pc:sldChg chg="modSp mod">
        <pc:chgData name="Elaine Gustafson" userId="8e9fbddc-088d-4145-9000-dcad1c3d1481" providerId="ADAL" clId="{B49641F3-16A6-4FF7-8DAF-B1EA55B97976}" dt="2025-06-10T21:47:21.941" v="95"/>
        <pc:sldMkLst>
          <pc:docMk/>
          <pc:sldMk cId="239360773" sldId="372"/>
        </pc:sldMkLst>
        <pc:spChg chg="ord">
          <ac:chgData name="Elaine Gustafson" userId="8e9fbddc-088d-4145-9000-dcad1c3d1481" providerId="ADAL" clId="{B49641F3-16A6-4FF7-8DAF-B1EA55B97976}" dt="2025-06-10T21:47:20.688" v="94"/>
          <ac:spMkLst>
            <pc:docMk/>
            <pc:sldMk cId="239360773" sldId="372"/>
            <ac:spMk id="4" creationId="{EEA13345-4E1E-3769-CAB4-08C26C49D3CF}"/>
          </ac:spMkLst>
        </pc:spChg>
        <pc:spChg chg="ord">
          <ac:chgData name="Elaine Gustafson" userId="8e9fbddc-088d-4145-9000-dcad1c3d1481" providerId="ADAL" clId="{B49641F3-16A6-4FF7-8DAF-B1EA55B97976}" dt="2025-06-10T21:47:21.941" v="95"/>
          <ac:spMkLst>
            <pc:docMk/>
            <pc:sldMk cId="239360773" sldId="372"/>
            <ac:spMk id="6" creationId="{C6D7F8B0-186C-39DA-F61C-BBAB99C6A1C4}"/>
          </ac:spMkLst>
        </pc:spChg>
      </pc:sldChg>
      <pc:sldChg chg="modSp mod">
        <pc:chgData name="Elaine Gustafson" userId="8e9fbddc-088d-4145-9000-dcad1c3d1481" providerId="ADAL" clId="{B49641F3-16A6-4FF7-8DAF-B1EA55B97976}" dt="2025-06-10T21:47:16.234" v="92"/>
        <pc:sldMkLst>
          <pc:docMk/>
          <pc:sldMk cId="2079266679" sldId="373"/>
        </pc:sldMkLst>
        <pc:spChg chg="ord">
          <ac:chgData name="Elaine Gustafson" userId="8e9fbddc-088d-4145-9000-dcad1c3d1481" providerId="ADAL" clId="{B49641F3-16A6-4FF7-8DAF-B1EA55B97976}" dt="2025-06-10T21:47:13.964" v="91"/>
          <ac:spMkLst>
            <pc:docMk/>
            <pc:sldMk cId="2079266679" sldId="373"/>
            <ac:spMk id="4" creationId="{34380098-49EC-E44B-E1FB-2C0F718F31F8}"/>
          </ac:spMkLst>
        </pc:spChg>
        <pc:spChg chg="ord">
          <ac:chgData name="Elaine Gustafson" userId="8e9fbddc-088d-4145-9000-dcad1c3d1481" providerId="ADAL" clId="{B49641F3-16A6-4FF7-8DAF-B1EA55B97976}" dt="2025-06-10T21:47:16.234" v="92"/>
          <ac:spMkLst>
            <pc:docMk/>
            <pc:sldMk cId="2079266679" sldId="373"/>
            <ac:spMk id="6" creationId="{E3C98417-C876-5641-641C-5A63E2EFDC9F}"/>
          </ac:spMkLst>
        </pc:spChg>
      </pc:sldChg>
      <pc:sldChg chg="modSp mod">
        <pc:chgData name="Elaine Gustafson" userId="8e9fbddc-088d-4145-9000-dcad1c3d1481" providerId="ADAL" clId="{B49641F3-16A6-4FF7-8DAF-B1EA55B97976}" dt="2025-06-12T16:35:21.277" v="282" actId="1076"/>
        <pc:sldMkLst>
          <pc:docMk/>
          <pc:sldMk cId="1675339459" sldId="374"/>
        </pc:sldMkLst>
        <pc:spChg chg="ord">
          <ac:chgData name="Elaine Gustafson" userId="8e9fbddc-088d-4145-9000-dcad1c3d1481" providerId="ADAL" clId="{B49641F3-16A6-4FF7-8DAF-B1EA55B97976}" dt="2025-06-10T21:47:07.029" v="87"/>
          <ac:spMkLst>
            <pc:docMk/>
            <pc:sldMk cId="1675339459" sldId="374"/>
            <ac:spMk id="4" creationId="{43300485-1226-22CD-D297-14974984BBB3}"/>
          </ac:spMkLst>
        </pc:spChg>
        <pc:spChg chg="mod ord">
          <ac:chgData name="Elaine Gustafson" userId="8e9fbddc-088d-4145-9000-dcad1c3d1481" providerId="ADAL" clId="{B49641F3-16A6-4FF7-8DAF-B1EA55B97976}" dt="2025-06-12T16:35:21.277" v="282" actId="1076"/>
          <ac:spMkLst>
            <pc:docMk/>
            <pc:sldMk cId="1675339459" sldId="374"/>
            <ac:spMk id="6" creationId="{69A18D6B-A303-73A4-29C7-BA2EBC9A593C}"/>
          </ac:spMkLst>
        </pc:spChg>
        <pc:picChg chg="mod">
          <ac:chgData name="Elaine Gustafson" userId="8e9fbddc-088d-4145-9000-dcad1c3d1481" providerId="ADAL" clId="{B49641F3-16A6-4FF7-8DAF-B1EA55B97976}" dt="2025-06-12T16:35:15.736" v="281" actId="1076"/>
          <ac:picMkLst>
            <pc:docMk/>
            <pc:sldMk cId="1675339459" sldId="374"/>
            <ac:picMk id="12" creationId="{6397F5C1-33E7-4009-3179-C623F14DEBBC}"/>
          </ac:picMkLst>
        </pc:picChg>
      </pc:sldChg>
      <pc:sldChg chg="modSp mod">
        <pc:chgData name="Elaine Gustafson" userId="8e9fbddc-088d-4145-9000-dcad1c3d1481" providerId="ADAL" clId="{B49641F3-16A6-4FF7-8DAF-B1EA55B97976}" dt="2025-06-10T21:46:55.762" v="86"/>
        <pc:sldMkLst>
          <pc:docMk/>
          <pc:sldMk cId="4238688810" sldId="376"/>
        </pc:sldMkLst>
        <pc:spChg chg="ord">
          <ac:chgData name="Elaine Gustafson" userId="8e9fbddc-088d-4145-9000-dcad1c3d1481" providerId="ADAL" clId="{B49641F3-16A6-4FF7-8DAF-B1EA55B97976}" dt="2025-06-10T21:46:54.297" v="85"/>
          <ac:spMkLst>
            <pc:docMk/>
            <pc:sldMk cId="4238688810" sldId="376"/>
            <ac:spMk id="4" creationId="{A889DF8B-D08A-B3F9-70A2-50B436232A6B}"/>
          </ac:spMkLst>
        </pc:spChg>
        <pc:spChg chg="ord">
          <ac:chgData name="Elaine Gustafson" userId="8e9fbddc-088d-4145-9000-dcad1c3d1481" providerId="ADAL" clId="{B49641F3-16A6-4FF7-8DAF-B1EA55B97976}" dt="2025-06-10T21:46:55.762" v="86"/>
          <ac:spMkLst>
            <pc:docMk/>
            <pc:sldMk cId="4238688810" sldId="376"/>
            <ac:spMk id="6" creationId="{ECE6255A-D4E4-AFFB-89C1-5DC3E21DEE8B}"/>
          </ac:spMkLst>
        </pc:spChg>
      </pc:sldChg>
      <pc:sldChg chg="modSp mod">
        <pc:chgData name="Elaine Gustafson" userId="8e9fbddc-088d-4145-9000-dcad1c3d1481" providerId="ADAL" clId="{B49641F3-16A6-4FF7-8DAF-B1EA55B97976}" dt="2025-06-10T21:46:50.172" v="83"/>
        <pc:sldMkLst>
          <pc:docMk/>
          <pc:sldMk cId="2425578967" sldId="377"/>
        </pc:sldMkLst>
        <pc:spChg chg="ord">
          <ac:chgData name="Elaine Gustafson" userId="8e9fbddc-088d-4145-9000-dcad1c3d1481" providerId="ADAL" clId="{B49641F3-16A6-4FF7-8DAF-B1EA55B97976}" dt="2025-06-10T21:46:48.406" v="82"/>
          <ac:spMkLst>
            <pc:docMk/>
            <pc:sldMk cId="2425578967" sldId="377"/>
            <ac:spMk id="4" creationId="{B2AF0EC3-85E2-AC1C-A69C-35673BC08742}"/>
          </ac:spMkLst>
        </pc:spChg>
        <pc:spChg chg="ord">
          <ac:chgData name="Elaine Gustafson" userId="8e9fbddc-088d-4145-9000-dcad1c3d1481" providerId="ADAL" clId="{B49641F3-16A6-4FF7-8DAF-B1EA55B97976}" dt="2025-06-10T21:46:50.172" v="83"/>
          <ac:spMkLst>
            <pc:docMk/>
            <pc:sldMk cId="2425578967" sldId="377"/>
            <ac:spMk id="6" creationId="{28D2A8BF-6139-45D8-23B3-83D85AAA9397}"/>
          </ac:spMkLst>
        </pc:spChg>
      </pc:sldChg>
      <pc:sldChg chg="modSp mod">
        <pc:chgData name="Elaine Gustafson" userId="8e9fbddc-088d-4145-9000-dcad1c3d1481" providerId="ADAL" clId="{B49641F3-16A6-4FF7-8DAF-B1EA55B97976}" dt="2025-06-10T21:46:43.859" v="80"/>
        <pc:sldMkLst>
          <pc:docMk/>
          <pc:sldMk cId="849006234" sldId="378"/>
        </pc:sldMkLst>
        <pc:spChg chg="ord">
          <ac:chgData name="Elaine Gustafson" userId="8e9fbddc-088d-4145-9000-dcad1c3d1481" providerId="ADAL" clId="{B49641F3-16A6-4FF7-8DAF-B1EA55B97976}" dt="2025-06-10T21:46:41.442" v="79"/>
          <ac:spMkLst>
            <pc:docMk/>
            <pc:sldMk cId="849006234" sldId="378"/>
            <ac:spMk id="4" creationId="{5694B77D-9DEF-7907-144E-B1B2E6FAA3A8}"/>
          </ac:spMkLst>
        </pc:spChg>
        <pc:spChg chg="ord">
          <ac:chgData name="Elaine Gustafson" userId="8e9fbddc-088d-4145-9000-dcad1c3d1481" providerId="ADAL" clId="{B49641F3-16A6-4FF7-8DAF-B1EA55B97976}" dt="2025-06-10T21:46:43.859" v="80"/>
          <ac:spMkLst>
            <pc:docMk/>
            <pc:sldMk cId="849006234" sldId="378"/>
            <ac:spMk id="6" creationId="{6089EAFB-B259-D369-4C48-7877F842BE65}"/>
          </ac:spMkLst>
        </pc:spChg>
      </pc:sldChg>
      <pc:sldChg chg="modSp mod">
        <pc:chgData name="Elaine Gustafson" userId="8e9fbddc-088d-4145-9000-dcad1c3d1481" providerId="ADAL" clId="{B49641F3-16A6-4FF7-8DAF-B1EA55B97976}" dt="2025-06-11T15:17:18.214" v="245"/>
        <pc:sldMkLst>
          <pc:docMk/>
          <pc:sldMk cId="534956501" sldId="379"/>
        </pc:sldMkLst>
        <pc:spChg chg="ord">
          <ac:chgData name="Elaine Gustafson" userId="8e9fbddc-088d-4145-9000-dcad1c3d1481" providerId="ADAL" clId="{B49641F3-16A6-4FF7-8DAF-B1EA55B97976}" dt="2025-06-11T15:17:16.531" v="244"/>
          <ac:spMkLst>
            <pc:docMk/>
            <pc:sldMk cId="534956501" sldId="379"/>
            <ac:spMk id="4" creationId="{0CC01430-877B-DAA5-4EC3-EA01CB58F3C2}"/>
          </ac:spMkLst>
        </pc:spChg>
        <pc:spChg chg="ord">
          <ac:chgData name="Elaine Gustafson" userId="8e9fbddc-088d-4145-9000-dcad1c3d1481" providerId="ADAL" clId="{B49641F3-16A6-4FF7-8DAF-B1EA55B97976}" dt="2025-06-11T15:17:18.214" v="245"/>
          <ac:spMkLst>
            <pc:docMk/>
            <pc:sldMk cId="534956501" sldId="379"/>
            <ac:spMk id="6" creationId="{076A1807-A210-17E1-4237-D47F8923BEAD}"/>
          </ac:spMkLst>
        </pc:spChg>
      </pc:sldChg>
      <pc:sldChg chg="modSp mod">
        <pc:chgData name="Elaine Gustafson" userId="8e9fbddc-088d-4145-9000-dcad1c3d1481" providerId="ADAL" clId="{B49641F3-16A6-4FF7-8DAF-B1EA55B97976}" dt="2025-06-10T21:46:28.948" v="76"/>
        <pc:sldMkLst>
          <pc:docMk/>
          <pc:sldMk cId="2085661771" sldId="380"/>
        </pc:sldMkLst>
        <pc:spChg chg="ord">
          <ac:chgData name="Elaine Gustafson" userId="8e9fbddc-088d-4145-9000-dcad1c3d1481" providerId="ADAL" clId="{B49641F3-16A6-4FF7-8DAF-B1EA55B97976}" dt="2025-06-10T21:46:26.811" v="75"/>
          <ac:spMkLst>
            <pc:docMk/>
            <pc:sldMk cId="2085661771" sldId="380"/>
            <ac:spMk id="4" creationId="{329D5F59-807A-ACEB-B8AF-2FEEE70FFDD5}"/>
          </ac:spMkLst>
        </pc:spChg>
        <pc:spChg chg="ord">
          <ac:chgData name="Elaine Gustafson" userId="8e9fbddc-088d-4145-9000-dcad1c3d1481" providerId="ADAL" clId="{B49641F3-16A6-4FF7-8DAF-B1EA55B97976}" dt="2025-06-10T21:46:28.948" v="76"/>
          <ac:spMkLst>
            <pc:docMk/>
            <pc:sldMk cId="2085661771" sldId="380"/>
            <ac:spMk id="6" creationId="{85D3B84B-00AC-1A08-D69A-A5DB9ACB5DC9}"/>
          </ac:spMkLst>
        </pc:spChg>
      </pc:sldChg>
      <pc:sldChg chg="modSp mod">
        <pc:chgData name="Elaine Gustafson" userId="8e9fbddc-088d-4145-9000-dcad1c3d1481" providerId="ADAL" clId="{B49641F3-16A6-4FF7-8DAF-B1EA55B97976}" dt="2025-06-10T21:46:20.826" v="73"/>
        <pc:sldMkLst>
          <pc:docMk/>
          <pc:sldMk cId="1940367405" sldId="381"/>
        </pc:sldMkLst>
        <pc:spChg chg="ord">
          <ac:chgData name="Elaine Gustafson" userId="8e9fbddc-088d-4145-9000-dcad1c3d1481" providerId="ADAL" clId="{B49641F3-16A6-4FF7-8DAF-B1EA55B97976}" dt="2025-06-10T21:46:19.102" v="72"/>
          <ac:spMkLst>
            <pc:docMk/>
            <pc:sldMk cId="1940367405" sldId="381"/>
            <ac:spMk id="4" creationId="{0E242928-6FF9-DDCA-3174-68C3C05AFBAE}"/>
          </ac:spMkLst>
        </pc:spChg>
        <pc:spChg chg="ord">
          <ac:chgData name="Elaine Gustafson" userId="8e9fbddc-088d-4145-9000-dcad1c3d1481" providerId="ADAL" clId="{B49641F3-16A6-4FF7-8DAF-B1EA55B97976}" dt="2025-06-10T21:46:20.826" v="73"/>
          <ac:spMkLst>
            <pc:docMk/>
            <pc:sldMk cId="1940367405" sldId="381"/>
            <ac:spMk id="6" creationId="{DDCDAACF-B3DA-5678-3F18-D04F417429B9}"/>
          </ac:spMkLst>
        </pc:spChg>
      </pc:sldChg>
      <pc:sldChg chg="modSp mod">
        <pc:chgData name="Elaine Gustafson" userId="8e9fbddc-088d-4145-9000-dcad1c3d1481" providerId="ADAL" clId="{B49641F3-16A6-4FF7-8DAF-B1EA55B97976}" dt="2025-06-10T21:46:08.387" v="70"/>
        <pc:sldMkLst>
          <pc:docMk/>
          <pc:sldMk cId="1010862726" sldId="382"/>
        </pc:sldMkLst>
        <pc:spChg chg="ord">
          <ac:chgData name="Elaine Gustafson" userId="8e9fbddc-088d-4145-9000-dcad1c3d1481" providerId="ADAL" clId="{B49641F3-16A6-4FF7-8DAF-B1EA55B97976}" dt="2025-06-10T21:46:06.302" v="69"/>
          <ac:spMkLst>
            <pc:docMk/>
            <pc:sldMk cId="1010862726" sldId="382"/>
            <ac:spMk id="4" creationId="{6173C3C2-93EE-CBFD-4663-C892A0C5D188}"/>
          </ac:spMkLst>
        </pc:spChg>
        <pc:spChg chg="ord">
          <ac:chgData name="Elaine Gustafson" userId="8e9fbddc-088d-4145-9000-dcad1c3d1481" providerId="ADAL" clId="{B49641F3-16A6-4FF7-8DAF-B1EA55B97976}" dt="2025-06-10T21:46:08.387" v="70"/>
          <ac:spMkLst>
            <pc:docMk/>
            <pc:sldMk cId="1010862726" sldId="382"/>
            <ac:spMk id="6" creationId="{B485A63E-3161-233A-ACF6-B694319EF87A}"/>
          </ac:spMkLst>
        </pc:spChg>
      </pc:sldChg>
      <pc:sldChg chg="modSp mod">
        <pc:chgData name="Elaine Gustafson" userId="8e9fbddc-088d-4145-9000-dcad1c3d1481" providerId="ADAL" clId="{B49641F3-16A6-4FF7-8DAF-B1EA55B97976}" dt="2025-06-12T16:35:46.696" v="284" actId="1076"/>
        <pc:sldMkLst>
          <pc:docMk/>
          <pc:sldMk cId="2288633639" sldId="383"/>
        </pc:sldMkLst>
        <pc:spChg chg="ord">
          <ac:chgData name="Elaine Gustafson" userId="8e9fbddc-088d-4145-9000-dcad1c3d1481" providerId="ADAL" clId="{B49641F3-16A6-4FF7-8DAF-B1EA55B97976}" dt="2025-06-10T21:45:58.529" v="66"/>
          <ac:spMkLst>
            <pc:docMk/>
            <pc:sldMk cId="2288633639" sldId="383"/>
            <ac:spMk id="4" creationId="{4ACD4BD4-FAD4-D76E-A9D2-498759417862}"/>
          </ac:spMkLst>
        </pc:spChg>
        <pc:spChg chg="ord">
          <ac:chgData name="Elaine Gustafson" userId="8e9fbddc-088d-4145-9000-dcad1c3d1481" providerId="ADAL" clId="{B49641F3-16A6-4FF7-8DAF-B1EA55B97976}" dt="2025-06-10T21:46:00.964" v="67"/>
          <ac:spMkLst>
            <pc:docMk/>
            <pc:sldMk cId="2288633639" sldId="383"/>
            <ac:spMk id="6" creationId="{7C2FF718-987C-52F4-C039-3D5A9609F905}"/>
          </ac:spMkLst>
        </pc:spChg>
        <pc:picChg chg="mod">
          <ac:chgData name="Elaine Gustafson" userId="8e9fbddc-088d-4145-9000-dcad1c3d1481" providerId="ADAL" clId="{B49641F3-16A6-4FF7-8DAF-B1EA55B97976}" dt="2025-06-12T16:35:46.696" v="284" actId="1076"/>
          <ac:picMkLst>
            <pc:docMk/>
            <pc:sldMk cId="2288633639" sldId="383"/>
            <ac:picMk id="10" creationId="{3BE3861E-9FAC-BE3D-1BE7-65A495924AC9}"/>
          </ac:picMkLst>
        </pc:picChg>
      </pc:sldChg>
      <pc:sldChg chg="modSp mod">
        <pc:chgData name="Elaine Gustafson" userId="8e9fbddc-088d-4145-9000-dcad1c3d1481" providerId="ADAL" clId="{B49641F3-16A6-4FF7-8DAF-B1EA55B97976}" dt="2025-06-10T21:45:51.160" v="64"/>
        <pc:sldMkLst>
          <pc:docMk/>
          <pc:sldMk cId="1004304281" sldId="384"/>
        </pc:sldMkLst>
        <pc:spChg chg="ord">
          <ac:chgData name="Elaine Gustafson" userId="8e9fbddc-088d-4145-9000-dcad1c3d1481" providerId="ADAL" clId="{B49641F3-16A6-4FF7-8DAF-B1EA55B97976}" dt="2025-06-10T21:45:49.441" v="63"/>
          <ac:spMkLst>
            <pc:docMk/>
            <pc:sldMk cId="1004304281" sldId="384"/>
            <ac:spMk id="4" creationId="{F6EA46F8-8129-476B-F46B-A82380F8BD00}"/>
          </ac:spMkLst>
        </pc:spChg>
        <pc:picChg chg="ord">
          <ac:chgData name="Elaine Gustafson" userId="8e9fbddc-088d-4145-9000-dcad1c3d1481" providerId="ADAL" clId="{B49641F3-16A6-4FF7-8DAF-B1EA55B97976}" dt="2025-06-10T21:45:51.160" v="64"/>
          <ac:picMkLst>
            <pc:docMk/>
            <pc:sldMk cId="1004304281" sldId="384"/>
            <ac:picMk id="10" creationId="{AB091515-E3A5-F258-3824-F9B523D96CB3}"/>
          </ac:picMkLst>
        </pc:picChg>
      </pc:sldChg>
      <pc:sldMasterChg chg="modSp mod modSldLayout">
        <pc:chgData name="Elaine Gustafson" userId="8e9fbddc-088d-4145-9000-dcad1c3d1481" providerId="ADAL" clId="{B49641F3-16A6-4FF7-8DAF-B1EA55B97976}" dt="2025-06-10T21:44:34.475" v="9"/>
        <pc:sldMasterMkLst>
          <pc:docMk/>
          <pc:sldMasterMk cId="58932730" sldId="2147483910"/>
        </pc:sldMasterMkLst>
        <pc:spChg chg="ord">
          <ac:chgData name="Elaine Gustafson" userId="8e9fbddc-088d-4145-9000-dcad1c3d1481" providerId="ADAL" clId="{B49641F3-16A6-4FF7-8DAF-B1EA55B97976}" dt="2025-06-10T21:44:34.475" v="9"/>
          <ac:spMkLst>
            <pc:docMk/>
            <pc:sldMasterMk cId="58932730" sldId="2147483910"/>
            <ac:spMk id="7" creationId="{6ABFF679-40BB-4275-8271-2872CFC1BDB4}"/>
          </ac:spMkLst>
        </pc:spChg>
        <pc:sldLayoutChg chg="modSp mod">
          <pc:chgData name="Elaine Gustafson" userId="8e9fbddc-088d-4145-9000-dcad1c3d1481" providerId="ADAL" clId="{B49641F3-16A6-4FF7-8DAF-B1EA55B97976}" dt="2025-06-10T21:44:12.049" v="8" actId="6549"/>
          <pc:sldLayoutMkLst>
            <pc:docMk/>
            <pc:sldMasterMk cId="58932730" sldId="2147483910"/>
            <pc:sldLayoutMk cId="3198385692" sldId="2147483922"/>
          </pc:sldLayoutMkLst>
          <pc:spChg chg="mod">
            <ac:chgData name="Elaine Gustafson" userId="8e9fbddc-088d-4145-9000-dcad1c3d1481" providerId="ADAL" clId="{B49641F3-16A6-4FF7-8DAF-B1EA55B97976}" dt="2025-06-10T21:44:12.049" v="8" actId="6549"/>
            <ac:spMkLst>
              <pc:docMk/>
              <pc:sldMasterMk cId="58932730" sldId="2147483910"/>
              <pc:sldLayoutMk cId="3198385692" sldId="2147483922"/>
              <ac:spMk id="4" creationId="{48DA206A-2516-457B-9C8F-9BDD445DD373}"/>
            </ac:spMkLst>
          </pc:spChg>
        </pc:sldLayoutChg>
      </pc:sldMaster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pChg chg="mod ord">
          <ac:chgData name="Yvette Delim" userId="1eb1221e-2905-468b-b6ca-e1e332e3c4b6" providerId="ADAL" clId="{D6B9B1E0-642D-4D7B-AFA0-008ADE2C67F0}" dt="2025-05-09T17:18:13.676" v="3158" actId="27636"/>
          <ac:spMkLst>
            <pc:docMk/>
            <pc:sldMk cId="151209867" sldId="303"/>
            <ac:spMk id="3" creationId="{8F7C9257-937C-566E-95AE-634283098A93}"/>
          </ac:spMkLst>
        </pc:spChg>
        <pc:spChg chg="mod ord">
          <ac:chgData name="Yvette Delim" userId="1eb1221e-2905-468b-b6ca-e1e332e3c4b6" providerId="ADAL" clId="{D6B9B1E0-642D-4D7B-AFA0-008ADE2C67F0}" dt="2025-05-07T15:34:59.448" v="1340" actId="700"/>
          <ac:spMkLst>
            <pc:docMk/>
            <pc:sldMk cId="151209867" sldId="303"/>
            <ac:spMk id="4" creationId="{630DE62F-26D1-41C8-B0B4-F23A4F8ACF2A}"/>
          </ac:spMkLst>
        </pc:spChg>
        <pc:spChg chg="add mod ord">
          <ac:chgData name="Yvette Delim" userId="1eb1221e-2905-468b-b6ca-e1e332e3c4b6" providerId="ADAL" clId="{D6B9B1E0-642D-4D7B-AFA0-008ADE2C67F0}" dt="2025-05-07T15:34:59.448" v="1340" actId="700"/>
          <ac:spMkLst>
            <pc:docMk/>
            <pc:sldMk cId="151209867" sldId="303"/>
            <ac:spMk id="8" creationId="{501CE3C2-0593-BD93-7B6A-6053F7A7BD26}"/>
          </ac:spMkLst>
        </pc:spChg>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y Glidewell" userId="095a4851-014c-47ed-bf1b-0c4b57406e94" providerId="ADAL" clId="{2893B353-60FD-4D63-9EEF-BF9348EB87F5}"/>
    <pc:docChg chg="custSel modSld">
      <pc:chgData name="Amy Glidewell" userId="095a4851-014c-47ed-bf1b-0c4b57406e94" providerId="ADAL" clId="{2893B353-60FD-4D63-9EEF-BF9348EB87F5}" dt="2025-06-16T23:12:25.743" v="751" actId="478"/>
      <pc:docMkLst>
        <pc:docMk/>
      </pc:docMkLst>
      <pc:sldChg chg="modSp mod">
        <pc:chgData name="Amy Glidewell" userId="095a4851-014c-47ed-bf1b-0c4b57406e94" providerId="ADAL" clId="{2893B353-60FD-4D63-9EEF-BF9348EB87F5}" dt="2025-06-16T22:38:12.526" v="0" actId="14100"/>
        <pc:sldMkLst>
          <pc:docMk/>
          <pc:sldMk cId="151209867" sldId="303"/>
        </pc:sldMkLst>
        <pc:spChg chg="mod">
          <ac:chgData name="Amy Glidewell" userId="095a4851-014c-47ed-bf1b-0c4b57406e94" providerId="ADAL" clId="{2893B353-60FD-4D63-9EEF-BF9348EB87F5}" dt="2025-06-16T22:38:12.526" v="0" actId="14100"/>
          <ac:spMkLst>
            <pc:docMk/>
            <pc:sldMk cId="151209867" sldId="303"/>
            <ac:spMk id="3" creationId="{8F7C9257-937C-566E-95AE-634283098A93}"/>
          </ac:spMkLst>
        </pc:spChg>
      </pc:sldChg>
      <pc:sldChg chg="modNotesTx">
        <pc:chgData name="Amy Glidewell" userId="095a4851-014c-47ed-bf1b-0c4b57406e94" providerId="ADAL" clId="{2893B353-60FD-4D63-9EEF-BF9348EB87F5}" dt="2025-06-16T23:11:48.840" v="746" actId="313"/>
        <pc:sldMkLst>
          <pc:docMk/>
          <pc:sldMk cId="1878458843" sldId="309"/>
        </pc:sldMkLst>
      </pc:sldChg>
      <pc:sldChg chg="delSp mod">
        <pc:chgData name="Amy Glidewell" userId="095a4851-014c-47ed-bf1b-0c4b57406e94" providerId="ADAL" clId="{2893B353-60FD-4D63-9EEF-BF9348EB87F5}" dt="2025-06-16T23:12:11.254" v="750" actId="478"/>
        <pc:sldMkLst>
          <pc:docMk/>
          <pc:sldMk cId="1169523784" sldId="310"/>
        </pc:sldMkLst>
        <pc:spChg chg="del">
          <ac:chgData name="Amy Glidewell" userId="095a4851-014c-47ed-bf1b-0c4b57406e94" providerId="ADAL" clId="{2893B353-60FD-4D63-9EEF-BF9348EB87F5}" dt="2025-06-16T23:12:11.254" v="750" actId="478"/>
          <ac:spMkLst>
            <pc:docMk/>
            <pc:sldMk cId="1169523784" sldId="310"/>
            <ac:spMk id="4" creationId="{0D3C075D-14D4-E724-4F28-EC11E1317932}"/>
          </ac:spMkLst>
        </pc:spChg>
      </pc:sldChg>
      <pc:sldChg chg="modNotesTx">
        <pc:chgData name="Amy Glidewell" userId="095a4851-014c-47ed-bf1b-0c4b57406e94" providerId="ADAL" clId="{2893B353-60FD-4D63-9EEF-BF9348EB87F5}" dt="2025-06-16T23:11:50.548" v="748" actId="313"/>
        <pc:sldMkLst>
          <pc:docMk/>
          <pc:sldMk cId="3542852746" sldId="315"/>
        </pc:sldMkLst>
      </pc:sldChg>
      <pc:sldChg chg="delSp modSp mod">
        <pc:chgData name="Amy Glidewell" userId="095a4851-014c-47ed-bf1b-0c4b57406e94" providerId="ADAL" clId="{2893B353-60FD-4D63-9EEF-BF9348EB87F5}" dt="2025-06-16T22:51:01.288" v="143" actId="20577"/>
        <pc:sldMkLst>
          <pc:docMk/>
          <pc:sldMk cId="1358478640" sldId="316"/>
        </pc:sldMkLst>
        <pc:spChg chg="mod">
          <ac:chgData name="Amy Glidewell" userId="095a4851-014c-47ed-bf1b-0c4b57406e94" providerId="ADAL" clId="{2893B353-60FD-4D63-9EEF-BF9348EB87F5}" dt="2025-06-16T22:51:01.288" v="143" actId="20577"/>
          <ac:spMkLst>
            <pc:docMk/>
            <pc:sldMk cId="1358478640" sldId="316"/>
            <ac:spMk id="3" creationId="{C8237819-D242-0986-ACDA-809B1993CCF3}"/>
          </ac:spMkLst>
        </pc:spChg>
        <pc:spChg chg="del">
          <ac:chgData name="Amy Glidewell" userId="095a4851-014c-47ed-bf1b-0c4b57406e94" providerId="ADAL" clId="{2893B353-60FD-4D63-9EEF-BF9348EB87F5}" dt="2025-06-16T22:50:45.027" v="123" actId="478"/>
          <ac:spMkLst>
            <pc:docMk/>
            <pc:sldMk cId="1358478640" sldId="316"/>
            <ac:spMk id="4" creationId="{4848196A-1F40-143D-1D24-0EE79B210C95}"/>
          </ac:spMkLst>
        </pc:spChg>
      </pc:sldChg>
      <pc:sldChg chg="modNotesTx">
        <pc:chgData name="Amy Glidewell" userId="095a4851-014c-47ed-bf1b-0c4b57406e94" providerId="ADAL" clId="{2893B353-60FD-4D63-9EEF-BF9348EB87F5}" dt="2025-06-16T23:11:49.759" v="747" actId="313"/>
        <pc:sldMkLst>
          <pc:docMk/>
          <pc:sldMk cId="2593803345" sldId="319"/>
        </pc:sldMkLst>
      </pc:sldChg>
      <pc:sldChg chg="delSp mod">
        <pc:chgData name="Amy Glidewell" userId="095a4851-014c-47ed-bf1b-0c4b57406e94" providerId="ADAL" clId="{2893B353-60FD-4D63-9EEF-BF9348EB87F5}" dt="2025-06-16T23:12:25.743" v="751" actId="478"/>
        <pc:sldMkLst>
          <pc:docMk/>
          <pc:sldMk cId="3945119013" sldId="320"/>
        </pc:sldMkLst>
        <pc:spChg chg="del">
          <ac:chgData name="Amy Glidewell" userId="095a4851-014c-47ed-bf1b-0c4b57406e94" providerId="ADAL" clId="{2893B353-60FD-4D63-9EEF-BF9348EB87F5}" dt="2025-06-16T23:12:25.743" v="751" actId="478"/>
          <ac:spMkLst>
            <pc:docMk/>
            <pc:sldMk cId="3945119013" sldId="320"/>
            <ac:spMk id="4" creationId="{602166DF-2536-63E9-48E6-DB14A9ADCF90}"/>
          </ac:spMkLst>
        </pc:spChg>
      </pc:sldChg>
      <pc:sldChg chg="modSp mod">
        <pc:chgData name="Amy Glidewell" userId="095a4851-014c-47ed-bf1b-0c4b57406e94" providerId="ADAL" clId="{2893B353-60FD-4D63-9EEF-BF9348EB87F5}" dt="2025-06-16T23:01:01.437" v="556" actId="12"/>
        <pc:sldMkLst>
          <pc:docMk/>
          <pc:sldMk cId="2164590967" sldId="322"/>
        </pc:sldMkLst>
        <pc:spChg chg="mod">
          <ac:chgData name="Amy Glidewell" userId="095a4851-014c-47ed-bf1b-0c4b57406e94" providerId="ADAL" clId="{2893B353-60FD-4D63-9EEF-BF9348EB87F5}" dt="2025-06-16T23:01:01.437" v="556" actId="12"/>
          <ac:spMkLst>
            <pc:docMk/>
            <pc:sldMk cId="2164590967" sldId="322"/>
            <ac:spMk id="2" creationId="{C84CA516-ACAD-B111-0412-38FCC8E3ED8B}"/>
          </ac:spMkLst>
        </pc:spChg>
        <pc:spChg chg="mod">
          <ac:chgData name="Amy Glidewell" userId="095a4851-014c-47ed-bf1b-0c4b57406e94" providerId="ADAL" clId="{2893B353-60FD-4D63-9EEF-BF9348EB87F5}" dt="2025-06-16T23:00:55.291" v="555" actId="12"/>
          <ac:spMkLst>
            <pc:docMk/>
            <pc:sldMk cId="2164590967" sldId="322"/>
            <ac:spMk id="3" creationId="{8756654D-D321-AE78-BB88-E4ABDA31BFE1}"/>
          </ac:spMkLst>
        </pc:spChg>
      </pc:sldChg>
      <pc:sldChg chg="modNotesTx">
        <pc:chgData name="Amy Glidewell" userId="095a4851-014c-47ed-bf1b-0c4b57406e94" providerId="ADAL" clId="{2893B353-60FD-4D63-9EEF-BF9348EB87F5}" dt="2025-06-16T23:11:51.274" v="749" actId="313"/>
        <pc:sldMkLst>
          <pc:docMk/>
          <pc:sldMk cId="3603812076" sldId="323"/>
        </pc:sldMkLst>
      </pc:sldChg>
      <pc:sldChg chg="delSp modSp mod">
        <pc:chgData name="Amy Glidewell" userId="095a4851-014c-47ed-bf1b-0c4b57406e94" providerId="ADAL" clId="{2893B353-60FD-4D63-9EEF-BF9348EB87F5}" dt="2025-06-16T23:10:37.423" v="745" actId="478"/>
        <pc:sldMkLst>
          <pc:docMk/>
          <pc:sldMk cId="1291541982" sldId="324"/>
        </pc:sldMkLst>
        <pc:spChg chg="mod">
          <ac:chgData name="Amy Glidewell" userId="095a4851-014c-47ed-bf1b-0c4b57406e94" providerId="ADAL" clId="{2893B353-60FD-4D63-9EEF-BF9348EB87F5}" dt="2025-06-16T23:10:26.506" v="744" actId="20577"/>
          <ac:spMkLst>
            <pc:docMk/>
            <pc:sldMk cId="1291541982" sldId="324"/>
            <ac:spMk id="3" creationId="{2613A92A-8377-F229-FC93-7EAF646C818A}"/>
          </ac:spMkLst>
        </pc:spChg>
        <pc:spChg chg="del">
          <ac:chgData name="Amy Glidewell" userId="095a4851-014c-47ed-bf1b-0c4b57406e94" providerId="ADAL" clId="{2893B353-60FD-4D63-9EEF-BF9348EB87F5}" dt="2025-06-16T23:10:37.423" v="745" actId="478"/>
          <ac:spMkLst>
            <pc:docMk/>
            <pc:sldMk cId="1291541982" sldId="324"/>
            <ac:spMk id="4" creationId="{D29655F9-4BCD-54AD-3B34-4A43379C2C8B}"/>
          </ac:spMkLst>
        </pc:spChg>
      </pc:sldChg>
      <pc:sldChg chg="modSp mod">
        <pc:chgData name="Amy Glidewell" userId="095a4851-014c-47ed-bf1b-0c4b57406e94" providerId="ADAL" clId="{2893B353-60FD-4D63-9EEF-BF9348EB87F5}" dt="2025-06-16T22:40:47.025" v="23" actId="14100"/>
        <pc:sldMkLst>
          <pc:docMk/>
          <pc:sldMk cId="3874260824" sldId="325"/>
        </pc:sldMkLst>
        <pc:spChg chg="mod">
          <ac:chgData name="Amy Glidewell" userId="095a4851-014c-47ed-bf1b-0c4b57406e94" providerId="ADAL" clId="{2893B353-60FD-4D63-9EEF-BF9348EB87F5}" dt="2025-06-16T22:40:47.025" v="23" actId="14100"/>
          <ac:spMkLst>
            <pc:docMk/>
            <pc:sldMk cId="3874260824" sldId="325"/>
            <ac:spMk id="3" creationId="{3229DD7E-2804-98EB-95D5-25228CEBF0A2}"/>
          </ac:spMkLst>
        </pc:spChg>
      </pc:sldChg>
      <pc:sldChg chg="modSp mod">
        <pc:chgData name="Amy Glidewell" userId="095a4851-014c-47ed-bf1b-0c4b57406e94" providerId="ADAL" clId="{2893B353-60FD-4D63-9EEF-BF9348EB87F5}" dt="2025-06-16T22:42:36.005" v="42" actId="20577"/>
        <pc:sldMkLst>
          <pc:docMk/>
          <pc:sldMk cId="452446945" sldId="327"/>
        </pc:sldMkLst>
        <pc:spChg chg="mod">
          <ac:chgData name="Amy Glidewell" userId="095a4851-014c-47ed-bf1b-0c4b57406e94" providerId="ADAL" clId="{2893B353-60FD-4D63-9EEF-BF9348EB87F5}" dt="2025-06-16T22:42:36.005" v="42" actId="20577"/>
          <ac:spMkLst>
            <pc:docMk/>
            <pc:sldMk cId="452446945" sldId="327"/>
            <ac:spMk id="3" creationId="{AC755008-D5C9-EB01-FFE4-F978DD6A46E4}"/>
          </ac:spMkLst>
        </pc:spChg>
      </pc:sldChg>
      <pc:sldChg chg="modSp mod">
        <pc:chgData name="Amy Glidewell" userId="095a4851-014c-47ed-bf1b-0c4b57406e94" providerId="ADAL" clId="{2893B353-60FD-4D63-9EEF-BF9348EB87F5}" dt="2025-06-16T22:46:12.902" v="68" actId="14100"/>
        <pc:sldMkLst>
          <pc:docMk/>
          <pc:sldMk cId="2676958820" sldId="329"/>
        </pc:sldMkLst>
        <pc:spChg chg="mod">
          <ac:chgData name="Amy Glidewell" userId="095a4851-014c-47ed-bf1b-0c4b57406e94" providerId="ADAL" clId="{2893B353-60FD-4D63-9EEF-BF9348EB87F5}" dt="2025-06-16T22:46:12.902" v="68" actId="14100"/>
          <ac:spMkLst>
            <pc:docMk/>
            <pc:sldMk cId="2676958820" sldId="329"/>
            <ac:spMk id="3" creationId="{AD222624-D1CC-0B2D-650F-14349F97A01B}"/>
          </ac:spMkLst>
        </pc:spChg>
        <pc:picChg chg="mod">
          <ac:chgData name="Amy Glidewell" userId="095a4851-014c-47ed-bf1b-0c4b57406e94" providerId="ADAL" clId="{2893B353-60FD-4D63-9EEF-BF9348EB87F5}" dt="2025-06-16T22:46:05.426" v="66" actId="1076"/>
          <ac:picMkLst>
            <pc:docMk/>
            <pc:sldMk cId="2676958820" sldId="329"/>
            <ac:picMk id="5" creationId="{7BDDA9CB-FF0F-C6A5-B38A-7C08B19EE4FA}"/>
          </ac:picMkLst>
        </pc:picChg>
      </pc:sldChg>
      <pc:sldChg chg="modSp mod">
        <pc:chgData name="Amy Glidewell" userId="095a4851-014c-47ed-bf1b-0c4b57406e94" providerId="ADAL" clId="{2893B353-60FD-4D63-9EEF-BF9348EB87F5}" dt="2025-06-16T22:46:52.700" v="69" actId="14100"/>
        <pc:sldMkLst>
          <pc:docMk/>
          <pc:sldMk cId="628703779" sldId="330"/>
        </pc:sldMkLst>
        <pc:spChg chg="mod">
          <ac:chgData name="Amy Glidewell" userId="095a4851-014c-47ed-bf1b-0c4b57406e94" providerId="ADAL" clId="{2893B353-60FD-4D63-9EEF-BF9348EB87F5}" dt="2025-06-16T22:46:52.700" v="69" actId="14100"/>
          <ac:spMkLst>
            <pc:docMk/>
            <pc:sldMk cId="628703779" sldId="330"/>
            <ac:spMk id="3" creationId="{EB1F8247-963A-4B7A-32C9-ED8F66C07345}"/>
          </ac:spMkLst>
        </pc:spChg>
      </pc:sldChg>
      <pc:sldChg chg="modSp mod">
        <pc:chgData name="Amy Glidewell" userId="095a4851-014c-47ed-bf1b-0c4b57406e94" providerId="ADAL" clId="{2893B353-60FD-4D63-9EEF-BF9348EB87F5}" dt="2025-06-16T22:47:57.273" v="84" actId="14100"/>
        <pc:sldMkLst>
          <pc:docMk/>
          <pc:sldMk cId="635778516" sldId="331"/>
        </pc:sldMkLst>
        <pc:spChg chg="mod">
          <ac:chgData name="Amy Glidewell" userId="095a4851-014c-47ed-bf1b-0c4b57406e94" providerId="ADAL" clId="{2893B353-60FD-4D63-9EEF-BF9348EB87F5}" dt="2025-06-16T22:47:57.273" v="84" actId="14100"/>
          <ac:spMkLst>
            <pc:docMk/>
            <pc:sldMk cId="635778516" sldId="331"/>
            <ac:spMk id="3" creationId="{1AD4416E-3CC2-7A19-B5C4-8CD49D503E6D}"/>
          </ac:spMkLst>
        </pc:spChg>
      </pc:sldChg>
      <pc:sldChg chg="modSp mod">
        <pc:chgData name="Amy Glidewell" userId="095a4851-014c-47ed-bf1b-0c4b57406e94" providerId="ADAL" clId="{2893B353-60FD-4D63-9EEF-BF9348EB87F5}" dt="2025-06-16T22:48:31.910" v="103" actId="14100"/>
        <pc:sldMkLst>
          <pc:docMk/>
          <pc:sldMk cId="752254780" sldId="332"/>
        </pc:sldMkLst>
        <pc:spChg chg="mod">
          <ac:chgData name="Amy Glidewell" userId="095a4851-014c-47ed-bf1b-0c4b57406e94" providerId="ADAL" clId="{2893B353-60FD-4D63-9EEF-BF9348EB87F5}" dt="2025-06-16T22:48:31.910" v="103" actId="14100"/>
          <ac:spMkLst>
            <pc:docMk/>
            <pc:sldMk cId="752254780" sldId="332"/>
            <ac:spMk id="2" creationId="{5DEC8D2C-0953-8AAD-440A-8419C29F3AE5}"/>
          </ac:spMkLst>
        </pc:spChg>
        <pc:spChg chg="mod">
          <ac:chgData name="Amy Glidewell" userId="095a4851-014c-47ed-bf1b-0c4b57406e94" providerId="ADAL" clId="{2893B353-60FD-4D63-9EEF-BF9348EB87F5}" dt="2025-06-16T22:48:18.269" v="96" actId="1035"/>
          <ac:spMkLst>
            <pc:docMk/>
            <pc:sldMk cId="752254780" sldId="332"/>
            <ac:spMk id="3" creationId="{0E395A5E-2F81-D809-3494-68A558E33A29}"/>
          </ac:spMkLst>
        </pc:spChg>
        <pc:picChg chg="mod">
          <ac:chgData name="Amy Glidewell" userId="095a4851-014c-47ed-bf1b-0c4b57406e94" providerId="ADAL" clId="{2893B353-60FD-4D63-9EEF-BF9348EB87F5}" dt="2025-06-16T22:48:21.229" v="98" actId="2085"/>
          <ac:picMkLst>
            <pc:docMk/>
            <pc:sldMk cId="752254780" sldId="332"/>
            <ac:picMk id="7" creationId="{03F2F28A-0003-E5C8-65DC-8EFAA7BF75C5}"/>
          </ac:picMkLst>
        </pc:picChg>
      </pc:sldChg>
      <pc:sldChg chg="modSp mod">
        <pc:chgData name="Amy Glidewell" userId="095a4851-014c-47ed-bf1b-0c4b57406e94" providerId="ADAL" clId="{2893B353-60FD-4D63-9EEF-BF9348EB87F5}" dt="2025-06-16T22:48:49.574" v="104" actId="14100"/>
        <pc:sldMkLst>
          <pc:docMk/>
          <pc:sldMk cId="3185570035" sldId="333"/>
        </pc:sldMkLst>
        <pc:spChg chg="mod">
          <ac:chgData name="Amy Glidewell" userId="095a4851-014c-47ed-bf1b-0c4b57406e94" providerId="ADAL" clId="{2893B353-60FD-4D63-9EEF-BF9348EB87F5}" dt="2025-06-16T22:48:49.574" v="104" actId="14100"/>
          <ac:spMkLst>
            <pc:docMk/>
            <pc:sldMk cId="3185570035" sldId="333"/>
            <ac:spMk id="3" creationId="{CF9A2C1D-2B9D-03AE-DAA0-CCB2E0875EDE}"/>
          </ac:spMkLst>
        </pc:spChg>
      </pc:sldChg>
      <pc:sldChg chg="modSp mod">
        <pc:chgData name="Amy Glidewell" userId="095a4851-014c-47ed-bf1b-0c4b57406e94" providerId="ADAL" clId="{2893B353-60FD-4D63-9EEF-BF9348EB87F5}" dt="2025-06-16T22:49:03.071" v="105" actId="14100"/>
        <pc:sldMkLst>
          <pc:docMk/>
          <pc:sldMk cId="474499640" sldId="334"/>
        </pc:sldMkLst>
        <pc:spChg chg="mod">
          <ac:chgData name="Amy Glidewell" userId="095a4851-014c-47ed-bf1b-0c4b57406e94" providerId="ADAL" clId="{2893B353-60FD-4D63-9EEF-BF9348EB87F5}" dt="2025-06-16T22:49:03.071" v="105" actId="14100"/>
          <ac:spMkLst>
            <pc:docMk/>
            <pc:sldMk cId="474499640" sldId="334"/>
            <ac:spMk id="3" creationId="{95EA6262-6A30-60B7-6C9A-B234D9D921DF}"/>
          </ac:spMkLst>
        </pc:spChg>
      </pc:sldChg>
      <pc:sldChg chg="modSp mod">
        <pc:chgData name="Amy Glidewell" userId="095a4851-014c-47ed-bf1b-0c4b57406e94" providerId="ADAL" clId="{2893B353-60FD-4D63-9EEF-BF9348EB87F5}" dt="2025-06-16T22:50:33.645" v="122" actId="20577"/>
        <pc:sldMkLst>
          <pc:docMk/>
          <pc:sldMk cId="3525714042" sldId="335"/>
        </pc:sldMkLst>
        <pc:spChg chg="mod">
          <ac:chgData name="Amy Glidewell" userId="095a4851-014c-47ed-bf1b-0c4b57406e94" providerId="ADAL" clId="{2893B353-60FD-4D63-9EEF-BF9348EB87F5}" dt="2025-06-16T22:50:33.645" v="122" actId="20577"/>
          <ac:spMkLst>
            <pc:docMk/>
            <pc:sldMk cId="3525714042" sldId="335"/>
            <ac:spMk id="3" creationId="{E828F1D3-1DAF-12B6-B902-C6B9F792CB8B}"/>
          </ac:spMkLst>
        </pc:spChg>
      </pc:sldChg>
      <pc:sldChg chg="modSp mod">
        <pc:chgData name="Amy Glidewell" userId="095a4851-014c-47ed-bf1b-0c4b57406e94" providerId="ADAL" clId="{2893B353-60FD-4D63-9EEF-BF9348EB87F5}" dt="2025-06-16T22:52:34.010" v="151" actId="14100"/>
        <pc:sldMkLst>
          <pc:docMk/>
          <pc:sldMk cId="2751700564" sldId="336"/>
        </pc:sldMkLst>
        <pc:spChg chg="mod">
          <ac:chgData name="Amy Glidewell" userId="095a4851-014c-47ed-bf1b-0c4b57406e94" providerId="ADAL" clId="{2893B353-60FD-4D63-9EEF-BF9348EB87F5}" dt="2025-06-16T22:52:34.010" v="151" actId="14100"/>
          <ac:spMkLst>
            <pc:docMk/>
            <pc:sldMk cId="2751700564" sldId="336"/>
            <ac:spMk id="3" creationId="{649F349F-25F0-9660-21AC-8CEE4F9A1AFA}"/>
          </ac:spMkLst>
        </pc:spChg>
        <pc:spChg chg="mod">
          <ac:chgData name="Amy Glidewell" userId="095a4851-014c-47ed-bf1b-0c4b57406e94" providerId="ADAL" clId="{2893B353-60FD-4D63-9EEF-BF9348EB87F5}" dt="2025-06-16T22:52:18.968" v="150" actId="1076"/>
          <ac:spMkLst>
            <pc:docMk/>
            <pc:sldMk cId="2751700564" sldId="336"/>
            <ac:spMk id="11" creationId="{347314B2-F228-0DCE-231C-8A77EDD650E8}"/>
          </ac:spMkLst>
        </pc:spChg>
        <pc:picChg chg="mod">
          <ac:chgData name="Amy Glidewell" userId="095a4851-014c-47ed-bf1b-0c4b57406e94" providerId="ADAL" clId="{2893B353-60FD-4D63-9EEF-BF9348EB87F5}" dt="2025-06-16T22:52:10.145" v="147" actId="1076"/>
          <ac:picMkLst>
            <pc:docMk/>
            <pc:sldMk cId="2751700564" sldId="336"/>
            <ac:picMk id="9" creationId="{D0CC2735-87A9-6D42-572A-A37CA7AE94C8}"/>
          </ac:picMkLst>
        </pc:picChg>
      </pc:sldChg>
      <pc:sldChg chg="modNotesTx">
        <pc:chgData name="Amy Glidewell" userId="095a4851-014c-47ed-bf1b-0c4b57406e94" providerId="ADAL" clId="{2893B353-60FD-4D63-9EEF-BF9348EB87F5}" dt="2025-06-16T22:54:17.857" v="277" actId="20577"/>
        <pc:sldMkLst>
          <pc:docMk/>
          <pc:sldMk cId="2443546811" sldId="339"/>
        </pc:sldMkLst>
      </pc:sldChg>
      <pc:sldChg chg="modNotesTx">
        <pc:chgData name="Amy Glidewell" userId="095a4851-014c-47ed-bf1b-0c4b57406e94" providerId="ADAL" clId="{2893B353-60FD-4D63-9EEF-BF9348EB87F5}" dt="2025-06-16T22:54:40.490" v="379" actId="20577"/>
        <pc:sldMkLst>
          <pc:docMk/>
          <pc:sldMk cId="2242302075" sldId="340"/>
        </pc:sldMkLst>
      </pc:sldChg>
      <pc:sldChg chg="modNotesTx">
        <pc:chgData name="Amy Glidewell" userId="095a4851-014c-47ed-bf1b-0c4b57406e94" providerId="ADAL" clId="{2893B353-60FD-4D63-9EEF-BF9348EB87F5}" dt="2025-06-16T22:55:11.275" v="473" actId="20577"/>
        <pc:sldMkLst>
          <pc:docMk/>
          <pc:sldMk cId="3797844531" sldId="341"/>
        </pc:sldMkLst>
      </pc:sldChg>
      <pc:sldChg chg="modSp mod">
        <pc:chgData name="Amy Glidewell" userId="095a4851-014c-47ed-bf1b-0c4b57406e94" providerId="ADAL" clId="{2893B353-60FD-4D63-9EEF-BF9348EB87F5}" dt="2025-06-16T22:55:39.831" v="475" actId="14100"/>
        <pc:sldMkLst>
          <pc:docMk/>
          <pc:sldMk cId="1791188262" sldId="343"/>
        </pc:sldMkLst>
        <pc:spChg chg="mod">
          <ac:chgData name="Amy Glidewell" userId="095a4851-014c-47ed-bf1b-0c4b57406e94" providerId="ADAL" clId="{2893B353-60FD-4D63-9EEF-BF9348EB87F5}" dt="2025-06-16T22:55:39.831" v="475" actId="14100"/>
          <ac:spMkLst>
            <pc:docMk/>
            <pc:sldMk cId="1791188262" sldId="343"/>
            <ac:spMk id="3" creationId="{EEEA602D-3FD4-53D3-7A45-4B47BCCFD00B}"/>
          </ac:spMkLst>
        </pc:spChg>
      </pc:sldChg>
      <pc:sldChg chg="modSp mod">
        <pc:chgData name="Amy Glidewell" userId="095a4851-014c-47ed-bf1b-0c4b57406e94" providerId="ADAL" clId="{2893B353-60FD-4D63-9EEF-BF9348EB87F5}" dt="2025-06-16T22:56:50.467" v="535" actId="20577"/>
        <pc:sldMkLst>
          <pc:docMk/>
          <pc:sldMk cId="1455164452" sldId="344"/>
        </pc:sldMkLst>
        <pc:spChg chg="mod">
          <ac:chgData name="Amy Glidewell" userId="095a4851-014c-47ed-bf1b-0c4b57406e94" providerId="ADAL" clId="{2893B353-60FD-4D63-9EEF-BF9348EB87F5}" dt="2025-06-16T22:56:50.467" v="535" actId="20577"/>
          <ac:spMkLst>
            <pc:docMk/>
            <pc:sldMk cId="1455164452" sldId="344"/>
            <ac:spMk id="3" creationId="{550D3369-AFB9-1C9F-84D9-FFD8FE478851}"/>
          </ac:spMkLst>
        </pc:spChg>
      </pc:sldChg>
      <pc:sldChg chg="modSp mod">
        <pc:chgData name="Amy Glidewell" userId="095a4851-014c-47ed-bf1b-0c4b57406e94" providerId="ADAL" clId="{2893B353-60FD-4D63-9EEF-BF9348EB87F5}" dt="2025-06-16T22:57:58.835" v="540" actId="14100"/>
        <pc:sldMkLst>
          <pc:docMk/>
          <pc:sldMk cId="4090533108" sldId="345"/>
        </pc:sldMkLst>
        <pc:spChg chg="mod">
          <ac:chgData name="Amy Glidewell" userId="095a4851-014c-47ed-bf1b-0c4b57406e94" providerId="ADAL" clId="{2893B353-60FD-4D63-9EEF-BF9348EB87F5}" dt="2025-06-16T22:57:58.835" v="540" actId="14100"/>
          <ac:spMkLst>
            <pc:docMk/>
            <pc:sldMk cId="4090533108" sldId="345"/>
            <ac:spMk id="3" creationId="{195393ED-4D19-91B7-B811-366FB8A5C634}"/>
          </ac:spMkLst>
        </pc:spChg>
      </pc:sldChg>
      <pc:sldChg chg="modSp mod">
        <pc:chgData name="Amy Glidewell" userId="095a4851-014c-47ed-bf1b-0c4b57406e94" providerId="ADAL" clId="{2893B353-60FD-4D63-9EEF-BF9348EB87F5}" dt="2025-06-16T23:05:55.567" v="640" actId="14100"/>
        <pc:sldMkLst>
          <pc:docMk/>
          <pc:sldMk cId="313299946" sldId="349"/>
        </pc:sldMkLst>
        <pc:spChg chg="mod">
          <ac:chgData name="Amy Glidewell" userId="095a4851-014c-47ed-bf1b-0c4b57406e94" providerId="ADAL" clId="{2893B353-60FD-4D63-9EEF-BF9348EB87F5}" dt="2025-06-16T23:05:55.567" v="640" actId="14100"/>
          <ac:spMkLst>
            <pc:docMk/>
            <pc:sldMk cId="313299946" sldId="349"/>
            <ac:spMk id="3" creationId="{463FDCAB-BCB9-7078-8D09-63BB76AD607A}"/>
          </ac:spMkLst>
        </pc:spChg>
      </pc:sldChg>
      <pc:sldChg chg="modSp mod">
        <pc:chgData name="Amy Glidewell" userId="095a4851-014c-47ed-bf1b-0c4b57406e94" providerId="ADAL" clId="{2893B353-60FD-4D63-9EEF-BF9348EB87F5}" dt="2025-06-16T23:07:19.652" v="659" actId="14100"/>
        <pc:sldMkLst>
          <pc:docMk/>
          <pc:sldMk cId="3156743037" sldId="351"/>
        </pc:sldMkLst>
        <pc:spChg chg="mod">
          <ac:chgData name="Amy Glidewell" userId="095a4851-014c-47ed-bf1b-0c4b57406e94" providerId="ADAL" clId="{2893B353-60FD-4D63-9EEF-BF9348EB87F5}" dt="2025-06-16T23:07:19.652" v="659" actId="14100"/>
          <ac:spMkLst>
            <pc:docMk/>
            <pc:sldMk cId="3156743037" sldId="351"/>
            <ac:spMk id="3" creationId="{8749586B-FA15-C191-5092-62265471F09A}"/>
          </ac:spMkLst>
        </pc:spChg>
      </pc:sldChg>
      <pc:sldChg chg="modSp mod">
        <pc:chgData name="Amy Glidewell" userId="095a4851-014c-47ed-bf1b-0c4b57406e94" providerId="ADAL" clId="{2893B353-60FD-4D63-9EEF-BF9348EB87F5}" dt="2025-06-16T23:07:49.837" v="660" actId="14100"/>
        <pc:sldMkLst>
          <pc:docMk/>
          <pc:sldMk cId="3390007960" sldId="353"/>
        </pc:sldMkLst>
        <pc:spChg chg="mod">
          <ac:chgData name="Amy Glidewell" userId="095a4851-014c-47ed-bf1b-0c4b57406e94" providerId="ADAL" clId="{2893B353-60FD-4D63-9EEF-BF9348EB87F5}" dt="2025-06-16T23:07:49.837" v="660" actId="14100"/>
          <ac:spMkLst>
            <pc:docMk/>
            <pc:sldMk cId="3390007960" sldId="353"/>
            <ac:spMk id="3" creationId="{1D511EC6-AEEA-4F8A-9F44-47AD88EBD62E}"/>
          </ac:spMkLst>
        </pc:spChg>
      </pc:sldChg>
      <pc:sldChg chg="modSp mod">
        <pc:chgData name="Amy Glidewell" userId="095a4851-014c-47ed-bf1b-0c4b57406e94" providerId="ADAL" clId="{2893B353-60FD-4D63-9EEF-BF9348EB87F5}" dt="2025-06-16T23:08:13.867" v="667" actId="20577"/>
        <pc:sldMkLst>
          <pc:docMk/>
          <pc:sldMk cId="1829967403" sldId="354"/>
        </pc:sldMkLst>
        <pc:spChg chg="mod">
          <ac:chgData name="Amy Glidewell" userId="095a4851-014c-47ed-bf1b-0c4b57406e94" providerId="ADAL" clId="{2893B353-60FD-4D63-9EEF-BF9348EB87F5}" dt="2025-06-16T23:08:13.867" v="667" actId="20577"/>
          <ac:spMkLst>
            <pc:docMk/>
            <pc:sldMk cId="1829967403" sldId="354"/>
            <ac:spMk id="3" creationId="{9D612B06-F8F4-766C-9BD5-9718857F8FC1}"/>
          </ac:spMkLst>
        </pc:spChg>
      </pc:sldChg>
      <pc:sldChg chg="modSp mod">
        <pc:chgData name="Amy Glidewell" userId="095a4851-014c-47ed-bf1b-0c4b57406e94" providerId="ADAL" clId="{2893B353-60FD-4D63-9EEF-BF9348EB87F5}" dt="2025-06-16T22:38:20.529" v="9" actId="1035"/>
        <pc:sldMkLst>
          <pc:docMk/>
          <pc:sldMk cId="3725014532" sldId="356"/>
        </pc:sldMkLst>
        <pc:picChg chg="mod">
          <ac:chgData name="Amy Glidewell" userId="095a4851-014c-47ed-bf1b-0c4b57406e94" providerId="ADAL" clId="{2893B353-60FD-4D63-9EEF-BF9348EB87F5}" dt="2025-06-16T22:38:20.529" v="9" actId="1035"/>
          <ac:picMkLst>
            <pc:docMk/>
            <pc:sldMk cId="3725014532" sldId="356"/>
            <ac:picMk id="9" creationId="{A0056C0E-8818-D330-46B4-A516CC6778DD}"/>
          </ac:picMkLst>
        </pc:picChg>
      </pc:sldChg>
      <pc:sldChg chg="modSp mod">
        <pc:chgData name="Amy Glidewell" userId="095a4851-014c-47ed-bf1b-0c4b57406e94" providerId="ADAL" clId="{2893B353-60FD-4D63-9EEF-BF9348EB87F5}" dt="2025-06-16T22:41:19.987" v="26" actId="1036"/>
        <pc:sldMkLst>
          <pc:docMk/>
          <pc:sldMk cId="3744116168" sldId="358"/>
        </pc:sldMkLst>
        <pc:picChg chg="mod">
          <ac:chgData name="Amy Glidewell" userId="095a4851-014c-47ed-bf1b-0c4b57406e94" providerId="ADAL" clId="{2893B353-60FD-4D63-9EEF-BF9348EB87F5}" dt="2025-06-16T22:41:19.987" v="26" actId="1036"/>
          <ac:picMkLst>
            <pc:docMk/>
            <pc:sldMk cId="3744116168" sldId="358"/>
            <ac:picMk id="3" creationId="{13839D00-3C34-70FA-E1CA-369C8F3E6714}"/>
          </ac:picMkLst>
        </pc:picChg>
      </pc:sldChg>
      <pc:sldChg chg="modSp mod">
        <pc:chgData name="Amy Glidewell" userId="095a4851-014c-47ed-bf1b-0c4b57406e94" providerId="ADAL" clId="{2893B353-60FD-4D63-9EEF-BF9348EB87F5}" dt="2025-06-16T22:41:51.368" v="41" actId="1035"/>
        <pc:sldMkLst>
          <pc:docMk/>
          <pc:sldMk cId="3842556191" sldId="359"/>
        </pc:sldMkLst>
        <pc:spChg chg="mod">
          <ac:chgData name="Amy Glidewell" userId="095a4851-014c-47ed-bf1b-0c4b57406e94" providerId="ADAL" clId="{2893B353-60FD-4D63-9EEF-BF9348EB87F5}" dt="2025-06-16T22:41:51.368" v="41" actId="1035"/>
          <ac:spMkLst>
            <pc:docMk/>
            <pc:sldMk cId="3842556191" sldId="359"/>
            <ac:spMk id="6" creationId="{C6CDDBFA-2563-8BEE-520C-FCADB7B0C2CF}"/>
          </ac:spMkLst>
        </pc:spChg>
        <pc:picChg chg="mod">
          <ac:chgData name="Amy Glidewell" userId="095a4851-014c-47ed-bf1b-0c4b57406e94" providerId="ADAL" clId="{2893B353-60FD-4D63-9EEF-BF9348EB87F5}" dt="2025-06-16T22:41:42.861" v="27" actId="1076"/>
          <ac:picMkLst>
            <pc:docMk/>
            <pc:sldMk cId="3842556191" sldId="359"/>
            <ac:picMk id="10" creationId="{88E5FE97-F705-9604-A3BE-CE0F53671450}"/>
          </ac:picMkLst>
        </pc:picChg>
      </pc:sldChg>
      <pc:sldChg chg="modSp mod">
        <pc:chgData name="Amy Glidewell" userId="095a4851-014c-47ed-bf1b-0c4b57406e94" providerId="ADAL" clId="{2893B353-60FD-4D63-9EEF-BF9348EB87F5}" dt="2025-06-16T22:42:58.181" v="52" actId="1035"/>
        <pc:sldMkLst>
          <pc:docMk/>
          <pc:sldMk cId="524632534" sldId="360"/>
        </pc:sldMkLst>
        <pc:picChg chg="mod">
          <ac:chgData name="Amy Glidewell" userId="095a4851-014c-47ed-bf1b-0c4b57406e94" providerId="ADAL" clId="{2893B353-60FD-4D63-9EEF-BF9348EB87F5}" dt="2025-06-16T22:42:58.181" v="52" actId="1035"/>
          <ac:picMkLst>
            <pc:docMk/>
            <pc:sldMk cId="524632534" sldId="360"/>
            <ac:picMk id="10" creationId="{B55C6D6C-E47F-C6AD-F39F-A931575CBCB5}"/>
          </ac:picMkLst>
        </pc:picChg>
      </pc:sldChg>
      <pc:sldChg chg="modSp mod modNotesTx">
        <pc:chgData name="Amy Glidewell" userId="095a4851-014c-47ed-bf1b-0c4b57406e94" providerId="ADAL" clId="{2893B353-60FD-4D63-9EEF-BF9348EB87F5}" dt="2025-06-16T22:45:43.641" v="65" actId="20577"/>
        <pc:sldMkLst>
          <pc:docMk/>
          <pc:sldMk cId="3701659567" sldId="362"/>
        </pc:sldMkLst>
        <pc:spChg chg="mod">
          <ac:chgData name="Amy Glidewell" userId="095a4851-014c-47ed-bf1b-0c4b57406e94" providerId="ADAL" clId="{2893B353-60FD-4D63-9EEF-BF9348EB87F5}" dt="2025-06-16T22:45:05.677" v="53" actId="1076"/>
          <ac:spMkLst>
            <pc:docMk/>
            <pc:sldMk cId="3701659567" sldId="362"/>
            <ac:spMk id="6" creationId="{C6C576BC-80D0-B5D3-7189-650C794B3F39}"/>
          </ac:spMkLst>
        </pc:spChg>
        <pc:spChg chg="mod">
          <ac:chgData name="Amy Glidewell" userId="095a4851-014c-47ed-bf1b-0c4b57406e94" providerId="ADAL" clId="{2893B353-60FD-4D63-9EEF-BF9348EB87F5}" dt="2025-06-16T22:45:29.681" v="59" actId="27636"/>
          <ac:spMkLst>
            <pc:docMk/>
            <pc:sldMk cId="3701659567" sldId="362"/>
            <ac:spMk id="7" creationId="{33EC8BC0-70F2-A2C2-73D3-FDA5EAC43E3E}"/>
          </ac:spMkLst>
        </pc:spChg>
        <pc:picChg chg="mod">
          <ac:chgData name="Amy Glidewell" userId="095a4851-014c-47ed-bf1b-0c4b57406e94" providerId="ADAL" clId="{2893B353-60FD-4D63-9EEF-BF9348EB87F5}" dt="2025-06-16T22:45:08.565" v="54" actId="1076"/>
          <ac:picMkLst>
            <pc:docMk/>
            <pc:sldMk cId="3701659567" sldId="362"/>
            <ac:picMk id="11" creationId="{D79CE1BD-B8A6-9050-5A00-51534A4DA6F4}"/>
          </ac:picMkLst>
        </pc:picChg>
      </pc:sldChg>
      <pc:sldChg chg="modSp mod">
        <pc:chgData name="Amy Glidewell" userId="095a4851-014c-47ed-bf1b-0c4b57406e94" providerId="ADAL" clId="{2893B353-60FD-4D63-9EEF-BF9348EB87F5}" dt="2025-06-16T22:47:23.407" v="83" actId="1036"/>
        <pc:sldMkLst>
          <pc:docMk/>
          <pc:sldMk cId="3128104185" sldId="364"/>
        </pc:sldMkLst>
        <pc:picChg chg="mod">
          <ac:chgData name="Amy Glidewell" userId="095a4851-014c-47ed-bf1b-0c4b57406e94" providerId="ADAL" clId="{2893B353-60FD-4D63-9EEF-BF9348EB87F5}" dt="2025-06-16T22:47:23.407" v="83" actId="1036"/>
          <ac:picMkLst>
            <pc:docMk/>
            <pc:sldMk cId="3128104185" sldId="364"/>
            <ac:picMk id="13" creationId="{4D0DCB3B-42B7-69C8-CB9F-1ACD5C626095}"/>
          </ac:picMkLst>
        </pc:picChg>
      </pc:sldChg>
      <pc:sldChg chg="modSp mod">
        <pc:chgData name="Amy Glidewell" userId="095a4851-014c-47ed-bf1b-0c4b57406e94" providerId="ADAL" clId="{2893B353-60FD-4D63-9EEF-BF9348EB87F5}" dt="2025-06-16T22:52:00.386" v="146" actId="1036"/>
        <pc:sldMkLst>
          <pc:docMk/>
          <pc:sldMk cId="250488701" sldId="366"/>
        </pc:sldMkLst>
        <pc:picChg chg="mod">
          <ac:chgData name="Amy Glidewell" userId="095a4851-014c-47ed-bf1b-0c4b57406e94" providerId="ADAL" clId="{2893B353-60FD-4D63-9EEF-BF9348EB87F5}" dt="2025-06-16T22:52:00.386" v="146" actId="1036"/>
          <ac:picMkLst>
            <pc:docMk/>
            <pc:sldMk cId="250488701" sldId="366"/>
            <ac:picMk id="10" creationId="{B929F9FA-4558-E0F1-605C-80D9D4CB7238}"/>
          </ac:picMkLst>
        </pc:picChg>
      </pc:sldChg>
      <pc:sldChg chg="modSp mod">
        <pc:chgData name="Amy Glidewell" userId="095a4851-014c-47ed-bf1b-0c4b57406e94" providerId="ADAL" clId="{2893B353-60FD-4D63-9EEF-BF9348EB87F5}" dt="2025-06-16T22:52:56.724" v="154" actId="1036"/>
        <pc:sldMkLst>
          <pc:docMk/>
          <pc:sldMk cId="4047247938" sldId="368"/>
        </pc:sldMkLst>
        <pc:picChg chg="mod">
          <ac:chgData name="Amy Glidewell" userId="095a4851-014c-47ed-bf1b-0c4b57406e94" providerId="ADAL" clId="{2893B353-60FD-4D63-9EEF-BF9348EB87F5}" dt="2025-06-16T22:52:56.724" v="154" actId="1036"/>
          <ac:picMkLst>
            <pc:docMk/>
            <pc:sldMk cId="4047247938" sldId="368"/>
            <ac:picMk id="10" creationId="{5051B8F2-4893-047F-3630-AD654FA8E095}"/>
          </ac:picMkLst>
        </pc:picChg>
      </pc:sldChg>
      <pc:sldChg chg="modSp mod">
        <pc:chgData name="Amy Glidewell" userId="095a4851-014c-47ed-bf1b-0c4b57406e94" providerId="ADAL" clId="{2893B353-60FD-4D63-9EEF-BF9348EB87F5}" dt="2025-06-16T22:53:22.994" v="158" actId="1036"/>
        <pc:sldMkLst>
          <pc:docMk/>
          <pc:sldMk cId="4026311633" sldId="369"/>
        </pc:sldMkLst>
        <pc:picChg chg="mod">
          <ac:chgData name="Amy Glidewell" userId="095a4851-014c-47ed-bf1b-0c4b57406e94" providerId="ADAL" clId="{2893B353-60FD-4D63-9EEF-BF9348EB87F5}" dt="2025-06-16T22:53:22.994" v="158" actId="1036"/>
          <ac:picMkLst>
            <pc:docMk/>
            <pc:sldMk cId="4026311633" sldId="369"/>
            <ac:picMk id="10" creationId="{F0B51E68-F6FF-90DC-693C-4621C8003B39}"/>
          </ac:picMkLst>
        </pc:picChg>
      </pc:sldChg>
      <pc:sldChg chg="modSp mod">
        <pc:chgData name="Amy Glidewell" userId="095a4851-014c-47ed-bf1b-0c4b57406e94" providerId="ADAL" clId="{2893B353-60FD-4D63-9EEF-BF9348EB87F5}" dt="2025-06-16T22:55:25.113" v="474" actId="14100"/>
        <pc:sldMkLst>
          <pc:docMk/>
          <pc:sldMk cId="2389287051" sldId="370"/>
        </pc:sldMkLst>
        <pc:spChg chg="mod">
          <ac:chgData name="Amy Glidewell" userId="095a4851-014c-47ed-bf1b-0c4b57406e94" providerId="ADAL" clId="{2893B353-60FD-4D63-9EEF-BF9348EB87F5}" dt="2025-06-16T22:55:25.113" v="474" actId="14100"/>
          <ac:spMkLst>
            <pc:docMk/>
            <pc:sldMk cId="2389287051" sldId="370"/>
            <ac:spMk id="12" creationId="{D8EF2238-38E5-21D6-DBA2-D1990D086121}"/>
          </ac:spMkLst>
        </pc:spChg>
      </pc:sldChg>
      <pc:sldChg chg="modSp mod">
        <pc:chgData name="Amy Glidewell" userId="095a4851-014c-47ed-bf1b-0c4b57406e94" providerId="ADAL" clId="{2893B353-60FD-4D63-9EEF-BF9348EB87F5}" dt="2025-06-16T22:55:54.094" v="478" actId="1036"/>
        <pc:sldMkLst>
          <pc:docMk/>
          <pc:sldMk cId="4238508977" sldId="371"/>
        </pc:sldMkLst>
        <pc:picChg chg="mod">
          <ac:chgData name="Amy Glidewell" userId="095a4851-014c-47ed-bf1b-0c4b57406e94" providerId="ADAL" clId="{2893B353-60FD-4D63-9EEF-BF9348EB87F5}" dt="2025-06-16T22:55:54.094" v="478" actId="1036"/>
          <ac:picMkLst>
            <pc:docMk/>
            <pc:sldMk cId="4238508977" sldId="371"/>
            <ac:picMk id="10" creationId="{51611AAD-18F7-06A6-19AF-94AEE2FE9EC8}"/>
          </ac:picMkLst>
        </pc:picChg>
      </pc:sldChg>
      <pc:sldChg chg="modSp mod">
        <pc:chgData name="Amy Glidewell" userId="095a4851-014c-47ed-bf1b-0c4b57406e94" providerId="ADAL" clId="{2893B353-60FD-4D63-9EEF-BF9348EB87F5}" dt="2025-06-16T22:57:37.250" v="538" actId="1036"/>
        <pc:sldMkLst>
          <pc:docMk/>
          <pc:sldMk cId="239360773" sldId="372"/>
        </pc:sldMkLst>
        <pc:picChg chg="mod">
          <ac:chgData name="Amy Glidewell" userId="095a4851-014c-47ed-bf1b-0c4b57406e94" providerId="ADAL" clId="{2893B353-60FD-4D63-9EEF-BF9348EB87F5}" dt="2025-06-16T22:57:37.250" v="538" actId="1036"/>
          <ac:picMkLst>
            <pc:docMk/>
            <pc:sldMk cId="239360773" sldId="372"/>
            <ac:picMk id="10" creationId="{4215297A-AE92-E7A7-103C-8353C758CB22}"/>
          </ac:picMkLst>
        </pc:picChg>
      </pc:sldChg>
      <pc:sldChg chg="modSp mod">
        <pc:chgData name="Amy Glidewell" userId="095a4851-014c-47ed-bf1b-0c4b57406e94" providerId="ADAL" clId="{2893B353-60FD-4D63-9EEF-BF9348EB87F5}" dt="2025-06-16T22:58:08.144" v="543" actId="1036"/>
        <pc:sldMkLst>
          <pc:docMk/>
          <pc:sldMk cId="2079266679" sldId="373"/>
        </pc:sldMkLst>
        <pc:picChg chg="mod">
          <ac:chgData name="Amy Glidewell" userId="095a4851-014c-47ed-bf1b-0c4b57406e94" providerId="ADAL" clId="{2893B353-60FD-4D63-9EEF-BF9348EB87F5}" dt="2025-06-16T22:58:08.144" v="543" actId="1036"/>
          <ac:picMkLst>
            <pc:docMk/>
            <pc:sldMk cId="2079266679" sldId="373"/>
            <ac:picMk id="10" creationId="{B88ABBCB-BF9F-D4AE-8B35-1118716075B4}"/>
          </ac:picMkLst>
        </pc:picChg>
      </pc:sldChg>
      <pc:sldChg chg="modSp mod">
        <pc:chgData name="Amy Glidewell" userId="095a4851-014c-47ed-bf1b-0c4b57406e94" providerId="ADAL" clId="{2893B353-60FD-4D63-9EEF-BF9348EB87F5}" dt="2025-06-16T22:59:29.431" v="554" actId="14100"/>
        <pc:sldMkLst>
          <pc:docMk/>
          <pc:sldMk cId="1675339459" sldId="374"/>
        </pc:sldMkLst>
        <pc:spChg chg="mod">
          <ac:chgData name="Amy Glidewell" userId="095a4851-014c-47ed-bf1b-0c4b57406e94" providerId="ADAL" clId="{2893B353-60FD-4D63-9EEF-BF9348EB87F5}" dt="2025-06-16T22:58:27.773" v="545" actId="1076"/>
          <ac:spMkLst>
            <pc:docMk/>
            <pc:sldMk cId="1675339459" sldId="374"/>
            <ac:spMk id="6" creationId="{69A18D6B-A303-73A4-29C7-BA2EBC9A593C}"/>
          </ac:spMkLst>
        </pc:spChg>
        <pc:spChg chg="mod">
          <ac:chgData name="Amy Glidewell" userId="095a4851-014c-47ed-bf1b-0c4b57406e94" providerId="ADAL" clId="{2893B353-60FD-4D63-9EEF-BF9348EB87F5}" dt="2025-06-16T22:59:29.431" v="554" actId="14100"/>
          <ac:spMkLst>
            <pc:docMk/>
            <pc:sldMk cId="1675339459" sldId="374"/>
            <ac:spMk id="9" creationId="{C7472A22-AB2A-639F-16BA-95575244741A}"/>
          </ac:spMkLst>
        </pc:spChg>
        <pc:picChg chg="mod">
          <ac:chgData name="Amy Glidewell" userId="095a4851-014c-47ed-bf1b-0c4b57406e94" providerId="ADAL" clId="{2893B353-60FD-4D63-9EEF-BF9348EB87F5}" dt="2025-06-16T22:59:08.877" v="553" actId="207"/>
          <ac:picMkLst>
            <pc:docMk/>
            <pc:sldMk cId="1675339459" sldId="374"/>
            <ac:picMk id="12" creationId="{6397F5C1-33E7-4009-3179-C623F14DEBBC}"/>
          </ac:picMkLst>
        </pc:picChg>
      </pc:sldChg>
      <pc:sldChg chg="modSp mod">
        <pc:chgData name="Amy Glidewell" userId="095a4851-014c-47ed-bf1b-0c4b57406e94" providerId="ADAL" clId="{2893B353-60FD-4D63-9EEF-BF9348EB87F5}" dt="2025-06-16T23:04:08.504" v="591" actId="1035"/>
        <pc:sldMkLst>
          <pc:docMk/>
          <pc:sldMk cId="4238688810" sldId="376"/>
        </pc:sldMkLst>
        <pc:spChg chg="mod">
          <ac:chgData name="Amy Glidewell" userId="095a4851-014c-47ed-bf1b-0c4b57406e94" providerId="ADAL" clId="{2893B353-60FD-4D63-9EEF-BF9348EB87F5}" dt="2025-06-16T23:04:08.504" v="591" actId="1035"/>
          <ac:spMkLst>
            <pc:docMk/>
            <pc:sldMk cId="4238688810" sldId="376"/>
            <ac:spMk id="6" creationId="{ECE6255A-D4E4-AFFB-89C1-5DC3E21DEE8B}"/>
          </ac:spMkLst>
        </pc:spChg>
        <pc:picChg chg="mod">
          <ac:chgData name="Amy Glidewell" userId="095a4851-014c-47ed-bf1b-0c4b57406e94" providerId="ADAL" clId="{2893B353-60FD-4D63-9EEF-BF9348EB87F5}" dt="2025-06-16T23:04:04.228" v="586" actId="1076"/>
          <ac:picMkLst>
            <pc:docMk/>
            <pc:sldMk cId="4238688810" sldId="376"/>
            <ac:picMk id="10" creationId="{EB90CA1D-E514-B1AD-9451-1816767E3520}"/>
          </ac:picMkLst>
        </pc:picChg>
      </pc:sldChg>
      <pc:sldChg chg="modSp mod">
        <pc:chgData name="Amy Glidewell" userId="095a4851-014c-47ed-bf1b-0c4b57406e94" providerId="ADAL" clId="{2893B353-60FD-4D63-9EEF-BF9348EB87F5}" dt="2025-06-16T23:03:51.920" v="585" actId="1076"/>
        <pc:sldMkLst>
          <pc:docMk/>
          <pc:sldMk cId="2425578967" sldId="377"/>
        </pc:sldMkLst>
        <pc:spChg chg="mod">
          <ac:chgData name="Amy Glidewell" userId="095a4851-014c-47ed-bf1b-0c4b57406e94" providerId="ADAL" clId="{2893B353-60FD-4D63-9EEF-BF9348EB87F5}" dt="2025-06-16T23:02:12.699" v="576" actId="1076"/>
          <ac:spMkLst>
            <pc:docMk/>
            <pc:sldMk cId="2425578967" sldId="377"/>
            <ac:spMk id="6" creationId="{28D2A8BF-6139-45D8-23B3-83D85AAA9397}"/>
          </ac:spMkLst>
        </pc:spChg>
        <pc:picChg chg="mod">
          <ac:chgData name="Amy Glidewell" userId="095a4851-014c-47ed-bf1b-0c4b57406e94" providerId="ADAL" clId="{2893B353-60FD-4D63-9EEF-BF9348EB87F5}" dt="2025-06-16T23:03:51.920" v="585" actId="1076"/>
          <ac:picMkLst>
            <pc:docMk/>
            <pc:sldMk cId="2425578967" sldId="377"/>
            <ac:picMk id="7" creationId="{84F9258E-3480-2BDE-16E9-A5529EC7E38C}"/>
          </ac:picMkLst>
        </pc:picChg>
      </pc:sldChg>
      <pc:sldChg chg="modSp mod">
        <pc:chgData name="Amy Glidewell" userId="095a4851-014c-47ed-bf1b-0c4b57406e94" providerId="ADAL" clId="{2893B353-60FD-4D63-9EEF-BF9348EB87F5}" dt="2025-06-16T23:03:35.838" v="583" actId="1076"/>
        <pc:sldMkLst>
          <pc:docMk/>
          <pc:sldMk cId="849006234" sldId="378"/>
        </pc:sldMkLst>
        <pc:picChg chg="mod">
          <ac:chgData name="Amy Glidewell" userId="095a4851-014c-47ed-bf1b-0c4b57406e94" providerId="ADAL" clId="{2893B353-60FD-4D63-9EEF-BF9348EB87F5}" dt="2025-06-16T23:03:35.838" v="583" actId="1076"/>
          <ac:picMkLst>
            <pc:docMk/>
            <pc:sldMk cId="849006234" sldId="378"/>
            <ac:picMk id="7" creationId="{523924A1-BB6D-8E71-5062-F6CC882B5D35}"/>
          </ac:picMkLst>
        </pc:picChg>
      </pc:sldChg>
      <pc:sldChg chg="modSp mod">
        <pc:chgData name="Amy Glidewell" userId="095a4851-014c-47ed-bf1b-0c4b57406e94" providerId="ADAL" clId="{2893B353-60FD-4D63-9EEF-BF9348EB87F5}" dt="2025-06-16T23:04:59.678" v="619" actId="1035"/>
        <pc:sldMkLst>
          <pc:docMk/>
          <pc:sldMk cId="534956501" sldId="379"/>
        </pc:sldMkLst>
        <pc:spChg chg="mod">
          <ac:chgData name="Amy Glidewell" userId="095a4851-014c-47ed-bf1b-0c4b57406e94" providerId="ADAL" clId="{2893B353-60FD-4D63-9EEF-BF9348EB87F5}" dt="2025-06-16T23:04:59.678" v="619" actId="1035"/>
          <ac:spMkLst>
            <pc:docMk/>
            <pc:sldMk cId="534956501" sldId="379"/>
            <ac:spMk id="6" creationId="{076A1807-A210-17E1-4237-D47F8923BEAD}"/>
          </ac:spMkLst>
        </pc:spChg>
        <pc:picChg chg="mod">
          <ac:chgData name="Amy Glidewell" userId="095a4851-014c-47ed-bf1b-0c4b57406e94" providerId="ADAL" clId="{2893B353-60FD-4D63-9EEF-BF9348EB87F5}" dt="2025-06-16T23:04:52.723" v="615" actId="1035"/>
          <ac:picMkLst>
            <pc:docMk/>
            <pc:sldMk cId="534956501" sldId="379"/>
            <ac:picMk id="10" creationId="{92011F79-6A54-4D03-2BB6-B0AFD989C9C4}"/>
          </ac:picMkLst>
        </pc:picChg>
      </pc:sldChg>
      <pc:sldChg chg="modSp mod">
        <pc:chgData name="Amy Glidewell" userId="095a4851-014c-47ed-bf1b-0c4b57406e94" providerId="ADAL" clId="{2893B353-60FD-4D63-9EEF-BF9348EB87F5}" dt="2025-06-16T23:05:23.922" v="638" actId="1035"/>
        <pc:sldMkLst>
          <pc:docMk/>
          <pc:sldMk cId="2085661771" sldId="380"/>
        </pc:sldMkLst>
        <pc:spChg chg="mod">
          <ac:chgData name="Amy Glidewell" userId="095a4851-014c-47ed-bf1b-0c4b57406e94" providerId="ADAL" clId="{2893B353-60FD-4D63-9EEF-BF9348EB87F5}" dt="2025-06-16T23:05:23.922" v="638" actId="1035"/>
          <ac:spMkLst>
            <pc:docMk/>
            <pc:sldMk cId="2085661771" sldId="380"/>
            <ac:spMk id="6" creationId="{85D3B84B-00AC-1A08-D69A-A5DB9ACB5DC9}"/>
          </ac:spMkLst>
        </pc:spChg>
        <pc:picChg chg="mod">
          <ac:chgData name="Amy Glidewell" userId="095a4851-014c-47ed-bf1b-0c4b57406e94" providerId="ADAL" clId="{2893B353-60FD-4D63-9EEF-BF9348EB87F5}" dt="2025-06-16T23:05:17.919" v="627" actId="1035"/>
          <ac:picMkLst>
            <pc:docMk/>
            <pc:sldMk cId="2085661771" sldId="380"/>
            <ac:picMk id="7" creationId="{52CD084C-85D2-057E-F666-A2C136A5CD16}"/>
          </ac:picMkLst>
        </pc:picChg>
      </pc:sldChg>
      <pc:sldChg chg="modSp mod">
        <pc:chgData name="Amy Glidewell" userId="095a4851-014c-47ed-bf1b-0c4b57406e94" providerId="ADAL" clId="{2893B353-60FD-4D63-9EEF-BF9348EB87F5}" dt="2025-06-16T23:06:11.226" v="651" actId="1035"/>
        <pc:sldMkLst>
          <pc:docMk/>
          <pc:sldMk cId="1940367405" sldId="381"/>
        </pc:sldMkLst>
        <pc:picChg chg="mod">
          <ac:chgData name="Amy Glidewell" userId="095a4851-014c-47ed-bf1b-0c4b57406e94" providerId="ADAL" clId="{2893B353-60FD-4D63-9EEF-BF9348EB87F5}" dt="2025-06-16T23:06:11.226" v="651" actId="1035"/>
          <ac:picMkLst>
            <pc:docMk/>
            <pc:sldMk cId="1940367405" sldId="381"/>
            <ac:picMk id="10" creationId="{246F3764-69A6-28C2-A830-139ECABF849D}"/>
          </ac:picMkLst>
        </pc:picChg>
      </pc:sldChg>
      <pc:sldChg chg="modSp mod">
        <pc:chgData name="Amy Glidewell" userId="095a4851-014c-47ed-bf1b-0c4b57406e94" providerId="ADAL" clId="{2893B353-60FD-4D63-9EEF-BF9348EB87F5}" dt="2025-06-16T23:06:17.859" v="654" actId="1036"/>
        <pc:sldMkLst>
          <pc:docMk/>
          <pc:sldMk cId="1010862726" sldId="382"/>
        </pc:sldMkLst>
        <pc:picChg chg="mod">
          <ac:chgData name="Amy Glidewell" userId="095a4851-014c-47ed-bf1b-0c4b57406e94" providerId="ADAL" clId="{2893B353-60FD-4D63-9EEF-BF9348EB87F5}" dt="2025-06-16T23:06:17.859" v="654" actId="1036"/>
          <ac:picMkLst>
            <pc:docMk/>
            <pc:sldMk cId="1010862726" sldId="382"/>
            <ac:picMk id="3" creationId="{ADE83CF9-7149-675D-424F-C6BE98DB769D}"/>
          </ac:picMkLst>
        </pc:picChg>
      </pc:sldChg>
      <pc:sldChg chg="modSp mod">
        <pc:chgData name="Amy Glidewell" userId="095a4851-014c-47ed-bf1b-0c4b57406e94" providerId="ADAL" clId="{2893B353-60FD-4D63-9EEF-BF9348EB87F5}" dt="2025-06-16T23:06:48.099" v="658" actId="1076"/>
        <pc:sldMkLst>
          <pc:docMk/>
          <pc:sldMk cId="2288633639" sldId="383"/>
        </pc:sldMkLst>
        <pc:spChg chg="mod">
          <ac:chgData name="Amy Glidewell" userId="095a4851-014c-47ed-bf1b-0c4b57406e94" providerId="ADAL" clId="{2893B353-60FD-4D63-9EEF-BF9348EB87F5}" dt="2025-06-16T23:06:48.099" v="658" actId="1076"/>
          <ac:spMkLst>
            <pc:docMk/>
            <pc:sldMk cId="2288633639" sldId="383"/>
            <ac:spMk id="6" creationId="{7C2FF718-987C-52F4-C039-3D5A9609F905}"/>
          </ac:spMkLst>
        </pc:spChg>
        <pc:picChg chg="mod">
          <ac:chgData name="Amy Glidewell" userId="095a4851-014c-47ed-bf1b-0c4b57406e94" providerId="ADAL" clId="{2893B353-60FD-4D63-9EEF-BF9348EB87F5}" dt="2025-06-16T23:06:44.178" v="657" actId="1076"/>
          <ac:picMkLst>
            <pc:docMk/>
            <pc:sldMk cId="2288633639" sldId="383"/>
            <ac:picMk id="10" creationId="{3BE3861E-9FAC-BE3D-1BE7-65A495924AC9}"/>
          </ac:picMkLst>
        </pc:picChg>
      </pc:sldChg>
      <pc:sldChg chg="modSp mod">
        <pc:chgData name="Amy Glidewell" userId="095a4851-014c-47ed-bf1b-0c4b57406e94" providerId="ADAL" clId="{2893B353-60FD-4D63-9EEF-BF9348EB87F5}" dt="2025-06-16T23:08:37.507" v="678" actId="1036"/>
        <pc:sldMkLst>
          <pc:docMk/>
          <pc:sldMk cId="1004304281" sldId="384"/>
        </pc:sldMkLst>
        <pc:picChg chg="mod">
          <ac:chgData name="Amy Glidewell" userId="095a4851-014c-47ed-bf1b-0c4b57406e94" providerId="ADAL" clId="{2893B353-60FD-4D63-9EEF-BF9348EB87F5}" dt="2025-06-16T23:08:37.507" v="678" actId="1036"/>
          <ac:picMkLst>
            <pc:docMk/>
            <pc:sldMk cId="1004304281" sldId="384"/>
            <ac:picMk id="10" creationId="{AB091515-E3A5-F258-3824-F9B523D96CB3}"/>
          </ac:picMkLst>
        </pc:picChg>
      </pc:sldChg>
    </pc:docChg>
  </pc:docChgLst>
  <pc:docChgLst>
    <pc:chgData name="Jules Mancini" userId="S::jmancini@comptia.global::4ef8f4fd-9280-4856-883a-0ebf05603c1f" providerId="AD" clId="Web-{BA92D90F-91FE-3001-BED4-219D36705758}"/>
    <pc:docChg chg="modSld">
      <pc:chgData name="Jules Mancini" userId="S::jmancini@comptia.global::4ef8f4fd-9280-4856-883a-0ebf05603c1f" providerId="AD" clId="Web-{BA92D90F-91FE-3001-BED4-219D36705758}" dt="2025-06-10T22:46:45.460" v="41"/>
      <pc:docMkLst>
        <pc:docMk/>
      </pc:docMkLst>
      <pc:sldChg chg="modNotes">
        <pc:chgData name="Jules Mancini" userId="S::jmancini@comptia.global::4ef8f4fd-9280-4856-883a-0ebf05603c1f" providerId="AD" clId="Web-{BA92D90F-91FE-3001-BED4-219D36705758}" dt="2025-06-10T22:46:45.460" v="41"/>
        <pc:sldMkLst>
          <pc:docMk/>
          <pc:sldMk cId="2676958820" sldId="329"/>
        </pc:sldMkLst>
      </pc:sldChg>
      <pc:sldChg chg="modNotes">
        <pc:chgData name="Jules Mancini" userId="S::jmancini@comptia.global::4ef8f4fd-9280-4856-883a-0ebf05603c1f" providerId="AD" clId="Web-{BA92D90F-91FE-3001-BED4-219D36705758}" dt="2025-06-10T22:35:36.079" v="0"/>
        <pc:sldMkLst>
          <pc:docMk/>
          <pc:sldMk cId="3725014532" sldId="356"/>
        </pc:sldMkLst>
      </pc:sldChg>
      <pc:sldChg chg="modNotes">
        <pc:chgData name="Jules Mancini" userId="S::jmancini@comptia.global::4ef8f4fd-9280-4856-883a-0ebf05603c1f" providerId="AD" clId="Web-{BA92D90F-91FE-3001-BED4-219D36705758}" dt="2025-06-10T22:36:12.580" v="1"/>
        <pc:sldMkLst>
          <pc:docMk/>
          <pc:sldMk cId="3476334032" sldId="357"/>
        </pc:sldMkLst>
      </pc:sldChg>
      <pc:sldChg chg="modNotes">
        <pc:chgData name="Jules Mancini" userId="S::jmancini@comptia.global::4ef8f4fd-9280-4856-883a-0ebf05603c1f" providerId="AD" clId="Web-{BA92D90F-91FE-3001-BED4-219D36705758}" dt="2025-06-10T22:36:44.300" v="2"/>
        <pc:sldMkLst>
          <pc:docMk/>
          <pc:sldMk cId="3744116168" sldId="358"/>
        </pc:sldMkLst>
      </pc:sldChg>
      <pc:sldChg chg="modNotes">
        <pc:chgData name="Jules Mancini" userId="S::jmancini@comptia.global::4ef8f4fd-9280-4856-883a-0ebf05603c1f" providerId="AD" clId="Web-{BA92D90F-91FE-3001-BED4-219D36705758}" dt="2025-06-10T22:37:07.035" v="4"/>
        <pc:sldMkLst>
          <pc:docMk/>
          <pc:sldMk cId="3842556191" sldId="359"/>
        </pc:sldMkLst>
      </pc:sldChg>
      <pc:sldChg chg="modNotes">
        <pc:chgData name="Jules Mancini" userId="S::jmancini@comptia.global::4ef8f4fd-9280-4856-883a-0ebf05603c1f" providerId="AD" clId="Web-{BA92D90F-91FE-3001-BED4-219D36705758}" dt="2025-06-10T22:37:25.004" v="6"/>
        <pc:sldMkLst>
          <pc:docMk/>
          <pc:sldMk cId="524632534" sldId="360"/>
        </pc:sldMkLst>
      </pc:sldChg>
      <pc:sldChg chg="modSp modNotes">
        <pc:chgData name="Jules Mancini" userId="S::jmancini@comptia.global::4ef8f4fd-9280-4856-883a-0ebf05603c1f" providerId="AD" clId="Web-{BA92D90F-91FE-3001-BED4-219D36705758}" dt="2025-06-10T22:44:21.908" v="20"/>
        <pc:sldMkLst>
          <pc:docMk/>
          <pc:sldMk cId="3002507269" sldId="361"/>
        </pc:sldMkLst>
        <pc:picChg chg="mod">
          <ac:chgData name="Jules Mancini" userId="S::jmancini@comptia.global::4ef8f4fd-9280-4856-883a-0ebf05603c1f" providerId="AD" clId="Web-{BA92D90F-91FE-3001-BED4-219D36705758}" dt="2025-06-10T22:42:22.030" v="7"/>
          <ac:picMkLst>
            <pc:docMk/>
            <pc:sldMk cId="3002507269" sldId="361"/>
            <ac:picMk id="11" creationId="{62594A1D-C7FE-87BA-A222-7A337B09B6B1}"/>
          </ac:picMkLst>
        </pc:picChg>
      </pc:sldChg>
      <pc:sldChg chg="modSp modNotes">
        <pc:chgData name="Jules Mancini" userId="S::jmancini@comptia.global::4ef8f4fd-9280-4856-883a-0ebf05603c1f" providerId="AD" clId="Web-{BA92D90F-91FE-3001-BED4-219D36705758}" dt="2025-06-10T22:45:46.849" v="32"/>
        <pc:sldMkLst>
          <pc:docMk/>
          <pc:sldMk cId="3701659567" sldId="362"/>
        </pc:sldMkLst>
        <pc:picChg chg="mod">
          <ac:chgData name="Jules Mancini" userId="S::jmancini@comptia.global::4ef8f4fd-9280-4856-883a-0ebf05603c1f" providerId="AD" clId="Web-{BA92D90F-91FE-3001-BED4-219D36705758}" dt="2025-06-10T22:45:46.849" v="32"/>
          <ac:picMkLst>
            <pc:docMk/>
            <pc:sldMk cId="3701659567" sldId="362"/>
            <ac:picMk id="11" creationId="{D79CE1BD-B8A6-9050-5A00-51534A4DA6F4}"/>
          </ac:picMkLst>
        </pc:picChg>
      </pc:sldChg>
    </pc:docChg>
  </pc:docChgLst>
  <pc:docChgLst>
    <pc:chgData name="Yvette Delim" userId="1eb1221e-2905-468b-b6ca-e1e332e3c4b6" providerId="ADAL" clId="{04B8744A-FDA5-49BD-95E2-1CEFD3710EBF}"/>
    <pc:docChg chg="undo redo custSel addSld delSld modSld">
      <pc:chgData name="Yvette Delim" userId="1eb1221e-2905-468b-b6ca-e1e332e3c4b6" providerId="ADAL" clId="{04B8744A-FDA5-49BD-95E2-1CEFD3710EBF}" dt="2025-05-16T19:15:52.215" v="962" actId="20577"/>
      <pc:docMkLst>
        <pc:docMk/>
      </pc:docMkLst>
      <pc:sldChg chg="modSp mod modNotes">
        <pc:chgData name="Yvette Delim" userId="1eb1221e-2905-468b-b6ca-e1e332e3c4b6" providerId="ADAL" clId="{04B8744A-FDA5-49BD-95E2-1CEFD3710EBF}" dt="2025-05-15T20:17:33.893" v="29"/>
        <pc:sldMkLst>
          <pc:docMk/>
          <pc:sldMk cId="2615260713" sldId="297"/>
        </pc:sldMkLst>
        <pc:spChg chg="mod">
          <ac:chgData name="Yvette Delim" userId="1eb1221e-2905-468b-b6ca-e1e332e3c4b6" providerId="ADAL" clId="{04B8744A-FDA5-49BD-95E2-1CEFD3710EBF}" dt="2025-05-15T20:17:31.910" v="28" actId="12"/>
          <ac:spMkLst>
            <pc:docMk/>
            <pc:sldMk cId="2615260713" sldId="297"/>
            <ac:spMk id="3" creationId="{E02E4B53-B7C6-1D08-F07F-C168A65984CB}"/>
          </ac:spMkLst>
        </pc:spChg>
        <pc:spChg chg="mod">
          <ac:chgData name="Yvette Delim" userId="1eb1221e-2905-468b-b6ca-e1e332e3c4b6" providerId="ADAL" clId="{04B8744A-FDA5-49BD-95E2-1CEFD3710EBF}" dt="2025-05-15T20:15:49.269" v="23" actId="20577"/>
          <ac:spMkLst>
            <pc:docMk/>
            <pc:sldMk cId="2615260713" sldId="297"/>
            <ac:spMk id="5" creationId="{3F9B06E0-25E2-2207-FA53-43B03A3DD8B6}"/>
          </ac:spMkLst>
        </pc:spChg>
      </pc:sldChg>
      <pc:sldChg chg="modSp mod">
        <pc:chgData name="Yvette Delim" userId="1eb1221e-2905-468b-b6ca-e1e332e3c4b6" providerId="ADAL" clId="{04B8744A-FDA5-49BD-95E2-1CEFD3710EBF}" dt="2025-05-15T20:14:58.913" v="1"/>
        <pc:sldMkLst>
          <pc:docMk/>
          <pc:sldMk cId="3004902157" sldId="299"/>
        </pc:sldMkLst>
        <pc:spChg chg="mod">
          <ac:chgData name="Yvette Delim" userId="1eb1221e-2905-468b-b6ca-e1e332e3c4b6" providerId="ADAL" clId="{04B8744A-FDA5-49BD-95E2-1CEFD3710EBF}" dt="2025-05-15T20:14:58.913" v="1"/>
          <ac:spMkLst>
            <pc:docMk/>
            <pc:sldMk cId="3004902157" sldId="299"/>
            <ac:spMk id="2" creationId="{2FDAB52E-2F6A-EB03-94D1-37E5FD183AAB}"/>
          </ac:spMkLst>
        </pc:spChg>
        <pc:spChg chg="mod">
          <ac:chgData name="Yvette Delim" userId="1eb1221e-2905-468b-b6ca-e1e332e3c4b6" providerId="ADAL" clId="{04B8744A-FDA5-49BD-95E2-1CEFD3710EBF}" dt="2025-05-15T20:14:47.586" v="0"/>
          <ac:spMkLst>
            <pc:docMk/>
            <pc:sldMk cId="3004902157" sldId="299"/>
            <ac:spMk id="3" creationId="{5835EF0E-E3F9-7A6B-621F-48FD547CFEC8}"/>
          </ac:spMkLst>
        </pc:spChg>
      </pc:sldChg>
      <pc:sldChg chg="addSp delSp modSp mod modClrScheme chgLayout">
        <pc:chgData name="Yvette Delim" userId="1eb1221e-2905-468b-b6ca-e1e332e3c4b6" providerId="ADAL" clId="{04B8744A-FDA5-49BD-95E2-1CEFD3710EBF}" dt="2025-05-15T20:16:50.393" v="26" actId="20577"/>
        <pc:sldMkLst>
          <pc:docMk/>
          <pc:sldMk cId="532328398" sldId="300"/>
        </pc:sldMkLst>
        <pc:spChg chg="mod ord">
          <ac:chgData name="Yvette Delim" userId="1eb1221e-2905-468b-b6ca-e1e332e3c4b6" providerId="ADAL" clId="{04B8744A-FDA5-49BD-95E2-1CEFD3710EBF}" dt="2025-05-15T20:15:39.174" v="6" actId="700"/>
          <ac:spMkLst>
            <pc:docMk/>
            <pc:sldMk cId="532328398" sldId="300"/>
            <ac:spMk id="3" creationId="{E569A569-A723-ECF9-0EAF-27D5B80372E3}"/>
          </ac:spMkLst>
        </pc:spChg>
        <pc:spChg chg="mod ord">
          <ac:chgData name="Yvette Delim" userId="1eb1221e-2905-468b-b6ca-e1e332e3c4b6" providerId="ADAL" clId="{04B8744A-FDA5-49BD-95E2-1CEFD3710EBF}" dt="2025-05-15T20:15:39.174" v="6" actId="700"/>
          <ac:spMkLst>
            <pc:docMk/>
            <pc:sldMk cId="532328398" sldId="300"/>
            <ac:spMk id="4" creationId="{0F846B14-D616-013B-7858-B1E88845CCE7}"/>
          </ac:spMkLst>
        </pc:spChg>
        <pc:spChg chg="mod ord">
          <ac:chgData name="Yvette Delim" userId="1eb1221e-2905-468b-b6ca-e1e332e3c4b6" providerId="ADAL" clId="{04B8744A-FDA5-49BD-95E2-1CEFD3710EBF}" dt="2025-05-15T20:15:39.174" v="6" actId="700"/>
          <ac:spMkLst>
            <pc:docMk/>
            <pc:sldMk cId="532328398" sldId="300"/>
            <ac:spMk id="5" creationId="{F68DF337-9436-1EBD-4A05-78FB55EEF867}"/>
          </ac:spMkLst>
        </pc:spChg>
        <pc:spChg chg="add mod ord">
          <ac:chgData name="Yvette Delim" userId="1eb1221e-2905-468b-b6ca-e1e332e3c4b6" providerId="ADAL" clId="{04B8744A-FDA5-49BD-95E2-1CEFD3710EBF}" dt="2025-05-15T20:16:50.393" v="26" actId="20577"/>
          <ac:spMkLst>
            <pc:docMk/>
            <pc:sldMk cId="532328398" sldId="300"/>
            <ac:spMk id="6" creationId="{DF83058D-04FE-EBC5-DC49-AFE6CBB2424D}"/>
          </ac:spMkLst>
        </pc:spChg>
      </pc:sldChg>
      <pc:sldChg chg="modSp mod modNotesTx">
        <pc:chgData name="Yvette Delim" userId="1eb1221e-2905-468b-b6ca-e1e332e3c4b6" providerId="ADAL" clId="{04B8744A-FDA5-49BD-95E2-1CEFD3710EBF}" dt="2025-05-15T20:20:04.895" v="64" actId="20577"/>
        <pc:sldMkLst>
          <pc:docMk/>
          <pc:sldMk cId="2349293421" sldId="302"/>
        </pc:sldMkLst>
        <pc:spChg chg="mod">
          <ac:chgData name="Yvette Delim" userId="1eb1221e-2905-468b-b6ca-e1e332e3c4b6" providerId="ADAL" clId="{04B8744A-FDA5-49BD-95E2-1CEFD3710EBF}" dt="2025-05-15T20:19:15.884" v="42" actId="20577"/>
          <ac:spMkLst>
            <pc:docMk/>
            <pc:sldMk cId="2349293421" sldId="302"/>
            <ac:spMk id="2" creationId="{316B98AA-58EB-DC84-B973-B611891926FE}"/>
          </ac:spMkLst>
        </pc:spChg>
        <pc:spChg chg="mod">
          <ac:chgData name="Yvette Delim" userId="1eb1221e-2905-468b-b6ca-e1e332e3c4b6" providerId="ADAL" clId="{04B8744A-FDA5-49BD-95E2-1CEFD3710EBF}" dt="2025-05-15T20:19:21.310" v="53" actId="20577"/>
          <ac:spMkLst>
            <pc:docMk/>
            <pc:sldMk cId="2349293421" sldId="302"/>
            <ac:spMk id="3" creationId="{F0B6EAE9-5171-04E7-4F29-4944EFFAE944}"/>
          </ac:spMkLst>
        </pc:spChg>
      </pc:sldChg>
      <pc:sldChg chg="modSp mod">
        <pc:chgData name="Yvette Delim" userId="1eb1221e-2905-468b-b6ca-e1e332e3c4b6" providerId="ADAL" clId="{04B8744A-FDA5-49BD-95E2-1CEFD3710EBF}" dt="2025-05-16T14:32:28.858" v="153"/>
        <pc:sldMkLst>
          <pc:docMk/>
          <pc:sldMk cId="151209867" sldId="303"/>
        </pc:sldMkLst>
        <pc:spChg chg="mod">
          <ac:chgData name="Yvette Delim" userId="1eb1221e-2905-468b-b6ca-e1e332e3c4b6" providerId="ADAL" clId="{04B8744A-FDA5-49BD-95E2-1CEFD3710EBF}" dt="2025-05-16T14:32:28.858" v="153"/>
          <ac:spMkLst>
            <pc:docMk/>
            <pc:sldMk cId="151209867" sldId="303"/>
            <ac:spMk id="8" creationId="{501CE3C2-0593-BD93-7B6A-6053F7A7BD26}"/>
          </ac:spMkLst>
        </pc:spChg>
      </pc:sldChg>
      <pc:sldChg chg="del">
        <pc:chgData name="Yvette Delim" userId="1eb1221e-2905-468b-b6ca-e1e332e3c4b6" providerId="ADAL" clId="{04B8744A-FDA5-49BD-95E2-1CEFD3710EBF}" dt="2025-05-15T20:16:05.538" v="24" actId="47"/>
        <pc:sldMkLst>
          <pc:docMk/>
          <pc:sldMk cId="1142814001" sldId="304"/>
        </pc:sldMkLst>
      </pc:sldChg>
      <pc:sldChg chg="del">
        <pc:chgData name="Yvette Delim" userId="1eb1221e-2905-468b-b6ca-e1e332e3c4b6" providerId="ADAL" clId="{04B8744A-FDA5-49BD-95E2-1CEFD3710EBF}" dt="2025-05-15T20:16:05.538" v="24" actId="47"/>
        <pc:sldMkLst>
          <pc:docMk/>
          <pc:sldMk cId="730319496" sldId="305"/>
        </pc:sldMkLst>
      </pc:sldChg>
      <pc:sldChg chg="del">
        <pc:chgData name="Yvette Delim" userId="1eb1221e-2905-468b-b6ca-e1e332e3c4b6" providerId="ADAL" clId="{04B8744A-FDA5-49BD-95E2-1CEFD3710EBF}" dt="2025-05-15T20:16:05.538" v="24" actId="47"/>
        <pc:sldMkLst>
          <pc:docMk/>
          <pc:sldMk cId="2970511930" sldId="306"/>
        </pc:sldMkLst>
      </pc:sldChg>
      <pc:sldChg chg="del">
        <pc:chgData name="Yvette Delim" userId="1eb1221e-2905-468b-b6ca-e1e332e3c4b6" providerId="ADAL" clId="{04B8744A-FDA5-49BD-95E2-1CEFD3710EBF}" dt="2025-05-15T20:16:05.538" v="24" actId="47"/>
        <pc:sldMkLst>
          <pc:docMk/>
          <pc:sldMk cId="1750846455" sldId="307"/>
        </pc:sldMkLst>
      </pc:sldChg>
      <pc:sldChg chg="del">
        <pc:chgData name="Yvette Delim" userId="1eb1221e-2905-468b-b6ca-e1e332e3c4b6" providerId="ADAL" clId="{04B8744A-FDA5-49BD-95E2-1CEFD3710EBF}" dt="2025-05-15T20:16:05.538" v="24" actId="47"/>
        <pc:sldMkLst>
          <pc:docMk/>
          <pc:sldMk cId="1096898488" sldId="308"/>
        </pc:sldMkLst>
      </pc:sldChg>
      <pc:sldChg chg="modSp mod">
        <pc:chgData name="Yvette Delim" userId="1eb1221e-2905-468b-b6ca-e1e332e3c4b6" providerId="ADAL" clId="{04B8744A-FDA5-49BD-95E2-1CEFD3710EBF}" dt="2025-05-16T14:34:43.427" v="174" actId="6549"/>
        <pc:sldMkLst>
          <pc:docMk/>
          <pc:sldMk cId="1878458843" sldId="309"/>
        </pc:sldMkLst>
        <pc:spChg chg="mod">
          <ac:chgData name="Yvette Delim" userId="1eb1221e-2905-468b-b6ca-e1e332e3c4b6" providerId="ADAL" clId="{04B8744A-FDA5-49BD-95E2-1CEFD3710EBF}" dt="2025-05-16T14:34:43.427" v="174" actId="6549"/>
          <ac:spMkLst>
            <pc:docMk/>
            <pc:sldMk cId="1878458843" sldId="309"/>
            <ac:spMk id="2" creationId="{CC05FF38-6BD6-38E2-A21F-D565CE8948E1}"/>
          </ac:spMkLst>
        </pc:spChg>
        <pc:spChg chg="mod">
          <ac:chgData name="Yvette Delim" userId="1eb1221e-2905-468b-b6ca-e1e332e3c4b6" providerId="ADAL" clId="{04B8744A-FDA5-49BD-95E2-1CEFD3710EBF}" dt="2025-05-15T20:20:16.991" v="65"/>
          <ac:spMkLst>
            <pc:docMk/>
            <pc:sldMk cId="1878458843" sldId="309"/>
            <ac:spMk id="3" creationId="{39300C6D-BC0D-637A-EE53-7959660BA3DB}"/>
          </ac:spMkLst>
        </pc:spChg>
      </pc:sldChg>
      <pc:sldChg chg="modSp mod">
        <pc:chgData name="Yvette Delim" userId="1eb1221e-2905-468b-b6ca-e1e332e3c4b6" providerId="ADAL" clId="{04B8744A-FDA5-49BD-95E2-1CEFD3710EBF}" dt="2025-05-16T19:13:50.529" v="958" actId="20577"/>
        <pc:sldMkLst>
          <pc:docMk/>
          <pc:sldMk cId="1169523784" sldId="310"/>
        </pc:sldMkLst>
        <pc:spChg chg="mod">
          <ac:chgData name="Yvette Delim" userId="1eb1221e-2905-468b-b6ca-e1e332e3c4b6" providerId="ADAL" clId="{04B8744A-FDA5-49BD-95E2-1CEFD3710EBF}" dt="2025-05-16T19:13:50.529" v="958" actId="20577"/>
          <ac:spMkLst>
            <pc:docMk/>
            <pc:sldMk cId="1169523784" sldId="310"/>
            <ac:spMk id="3" creationId="{97B1D7C6-6A50-5E9C-3F50-A9E46AEF1132}"/>
          </ac:spMkLst>
        </pc:spChg>
      </pc:sldChg>
      <pc:sldChg chg="del">
        <pc:chgData name="Yvette Delim" userId="1eb1221e-2905-468b-b6ca-e1e332e3c4b6" providerId="ADAL" clId="{04B8744A-FDA5-49BD-95E2-1CEFD3710EBF}" dt="2025-05-15T20:16:05.538" v="24" actId="47"/>
        <pc:sldMkLst>
          <pc:docMk/>
          <pc:sldMk cId="2476667439" sldId="311"/>
        </pc:sldMkLst>
      </pc:sldChg>
      <pc:sldChg chg="del">
        <pc:chgData name="Yvette Delim" userId="1eb1221e-2905-468b-b6ca-e1e332e3c4b6" providerId="ADAL" clId="{04B8744A-FDA5-49BD-95E2-1CEFD3710EBF}" dt="2025-05-15T20:18:25.135" v="40" actId="47"/>
        <pc:sldMkLst>
          <pc:docMk/>
          <pc:sldMk cId="343299899" sldId="312"/>
        </pc:sldMkLst>
      </pc:sldChg>
      <pc:sldChg chg="modSp add mod modNotesTx">
        <pc:chgData name="Yvette Delim" userId="1eb1221e-2905-468b-b6ca-e1e332e3c4b6" providerId="ADAL" clId="{04B8744A-FDA5-49BD-95E2-1CEFD3710EBF}" dt="2025-05-15T20:21:29.993" v="94"/>
        <pc:sldMkLst>
          <pc:docMk/>
          <pc:sldMk cId="1934682862" sldId="313"/>
        </pc:sldMkLst>
        <pc:spChg chg="mod">
          <ac:chgData name="Yvette Delim" userId="1eb1221e-2905-468b-b6ca-e1e332e3c4b6" providerId="ADAL" clId="{04B8744A-FDA5-49BD-95E2-1CEFD3710EBF}" dt="2025-05-15T20:21:29.993" v="94"/>
          <ac:spMkLst>
            <pc:docMk/>
            <pc:sldMk cId="1934682862" sldId="313"/>
            <ac:spMk id="2" creationId="{B54E563D-8B8B-4997-E080-74F939B055BD}"/>
          </ac:spMkLst>
        </pc:spChg>
        <pc:spChg chg="mod">
          <ac:chgData name="Yvette Delim" userId="1eb1221e-2905-468b-b6ca-e1e332e3c4b6" providerId="ADAL" clId="{04B8744A-FDA5-49BD-95E2-1CEFD3710EBF}" dt="2025-05-15T20:20:35.757" v="76" actId="20577"/>
          <ac:spMkLst>
            <pc:docMk/>
            <pc:sldMk cId="1934682862" sldId="313"/>
            <ac:spMk id="3" creationId="{B40E2538-1780-5CE7-C76C-EA6BA2A2C229}"/>
          </ac:spMkLst>
        </pc:spChg>
      </pc:sldChg>
      <pc:sldChg chg="add del">
        <pc:chgData name="Yvette Delim" userId="1eb1221e-2905-468b-b6ca-e1e332e3c4b6" providerId="ADAL" clId="{04B8744A-FDA5-49BD-95E2-1CEFD3710EBF}" dt="2025-05-16T15:11:48.673" v="219" actId="2696"/>
        <pc:sldMkLst>
          <pc:docMk/>
          <pc:sldMk cId="499192121" sldId="314"/>
        </pc:sldMkLst>
      </pc:sldChg>
      <pc:sldChg chg="modSp add mod">
        <pc:chgData name="Yvette Delim" userId="1eb1221e-2905-468b-b6ca-e1e332e3c4b6" providerId="ADAL" clId="{04B8744A-FDA5-49BD-95E2-1CEFD3710EBF}" dt="2025-05-16T15:12:20.915" v="222" actId="20577"/>
        <pc:sldMkLst>
          <pc:docMk/>
          <pc:sldMk cId="858849625" sldId="314"/>
        </pc:sldMkLst>
        <pc:spChg chg="mod">
          <ac:chgData name="Yvette Delim" userId="1eb1221e-2905-468b-b6ca-e1e332e3c4b6" providerId="ADAL" clId="{04B8744A-FDA5-49BD-95E2-1CEFD3710EBF}" dt="2025-05-16T15:12:20.915" v="222" actId="20577"/>
          <ac:spMkLst>
            <pc:docMk/>
            <pc:sldMk cId="858849625" sldId="314"/>
            <ac:spMk id="8" creationId="{378DAB14-8D8C-488B-6803-E49BF5549646}"/>
          </ac:spMkLst>
        </pc:spChg>
      </pc:sldChg>
      <pc:sldChg chg="modSp add del mod">
        <pc:chgData name="Yvette Delim" userId="1eb1221e-2905-468b-b6ca-e1e332e3c4b6" providerId="ADAL" clId="{04B8744A-FDA5-49BD-95E2-1CEFD3710EBF}" dt="2025-05-16T15:11:48.673" v="219" actId="2696"/>
        <pc:sldMkLst>
          <pc:docMk/>
          <pc:sldMk cId="1923703473" sldId="315"/>
        </pc:sldMkLst>
      </pc:sldChg>
      <pc:sldChg chg="modSp add mod">
        <pc:chgData name="Yvette Delim" userId="1eb1221e-2905-468b-b6ca-e1e332e3c4b6" providerId="ADAL" clId="{04B8744A-FDA5-49BD-95E2-1CEFD3710EBF}" dt="2025-05-16T15:18:01.965" v="259" actId="20577"/>
        <pc:sldMkLst>
          <pc:docMk/>
          <pc:sldMk cId="3542852746" sldId="315"/>
        </pc:sldMkLst>
        <pc:spChg chg="mod">
          <ac:chgData name="Yvette Delim" userId="1eb1221e-2905-468b-b6ca-e1e332e3c4b6" providerId="ADAL" clId="{04B8744A-FDA5-49BD-95E2-1CEFD3710EBF}" dt="2025-05-16T15:18:01.965" v="259" actId="20577"/>
          <ac:spMkLst>
            <pc:docMk/>
            <pc:sldMk cId="3542852746" sldId="315"/>
            <ac:spMk id="2" creationId="{59A15FF3-35A3-B7FD-69B3-F1FC40AF5161}"/>
          </ac:spMkLst>
        </pc:spChg>
      </pc:sldChg>
      <pc:sldChg chg="modSp add mod">
        <pc:chgData name="Yvette Delim" userId="1eb1221e-2905-468b-b6ca-e1e332e3c4b6" providerId="ADAL" clId="{04B8744A-FDA5-49BD-95E2-1CEFD3710EBF}" dt="2025-05-16T19:14:24.902" v="959" actId="20577"/>
        <pc:sldMkLst>
          <pc:docMk/>
          <pc:sldMk cId="1358478640" sldId="316"/>
        </pc:sldMkLst>
        <pc:spChg chg="mod">
          <ac:chgData name="Yvette Delim" userId="1eb1221e-2905-468b-b6ca-e1e332e3c4b6" providerId="ADAL" clId="{04B8744A-FDA5-49BD-95E2-1CEFD3710EBF}" dt="2025-05-16T19:14:24.902" v="959" actId="20577"/>
          <ac:spMkLst>
            <pc:docMk/>
            <pc:sldMk cId="1358478640" sldId="316"/>
            <ac:spMk id="3" creationId="{C8237819-D242-0986-ACDA-809B1993CCF3}"/>
          </ac:spMkLst>
        </pc:spChg>
      </pc:sldChg>
      <pc:sldChg chg="modSp add mod modNotesTx">
        <pc:chgData name="Yvette Delim" userId="1eb1221e-2905-468b-b6ca-e1e332e3c4b6" providerId="ADAL" clId="{04B8744A-FDA5-49BD-95E2-1CEFD3710EBF}" dt="2025-05-15T20:23:03.073" v="120" actId="20577"/>
        <pc:sldMkLst>
          <pc:docMk/>
          <pc:sldMk cId="2990629152" sldId="317"/>
        </pc:sldMkLst>
        <pc:spChg chg="mod">
          <ac:chgData name="Yvette Delim" userId="1eb1221e-2905-468b-b6ca-e1e332e3c4b6" providerId="ADAL" clId="{04B8744A-FDA5-49BD-95E2-1CEFD3710EBF}" dt="2025-05-15T20:22:14.802" v="109" actId="20577"/>
          <ac:spMkLst>
            <pc:docMk/>
            <pc:sldMk cId="2990629152" sldId="317"/>
            <ac:spMk id="2" creationId="{96CDFF7D-612F-866A-5B67-C7ED71132A0B}"/>
          </ac:spMkLst>
        </pc:spChg>
        <pc:spChg chg="mod">
          <ac:chgData name="Yvette Delim" userId="1eb1221e-2905-468b-b6ca-e1e332e3c4b6" providerId="ADAL" clId="{04B8744A-FDA5-49BD-95E2-1CEFD3710EBF}" dt="2025-05-15T20:22:02.853" v="107" actId="20577"/>
          <ac:spMkLst>
            <pc:docMk/>
            <pc:sldMk cId="2990629152" sldId="317"/>
            <ac:spMk id="3" creationId="{9F8D1532-B87D-21A0-1DA5-00CE31E35A10}"/>
          </ac:spMkLst>
        </pc:spChg>
      </pc:sldChg>
      <pc:sldChg chg="add">
        <pc:chgData name="Yvette Delim" userId="1eb1221e-2905-468b-b6ca-e1e332e3c4b6" providerId="ADAL" clId="{04B8744A-FDA5-49BD-95E2-1CEFD3710EBF}" dt="2025-05-16T15:11:39.763" v="218"/>
        <pc:sldMkLst>
          <pc:docMk/>
          <pc:sldMk cId="2700639625" sldId="318"/>
        </pc:sldMkLst>
      </pc:sldChg>
      <pc:sldChg chg="modSp add del mod">
        <pc:chgData name="Yvette Delim" userId="1eb1221e-2905-468b-b6ca-e1e332e3c4b6" providerId="ADAL" clId="{04B8744A-FDA5-49BD-95E2-1CEFD3710EBF}" dt="2025-05-16T15:11:32.130" v="217" actId="2696"/>
        <pc:sldMkLst>
          <pc:docMk/>
          <pc:sldMk cId="3067176150" sldId="318"/>
        </pc:sldMkLst>
      </pc:sldChg>
      <pc:sldChg chg="modSp add del mod">
        <pc:chgData name="Yvette Delim" userId="1eb1221e-2905-468b-b6ca-e1e332e3c4b6" providerId="ADAL" clId="{04B8744A-FDA5-49BD-95E2-1CEFD3710EBF}" dt="2025-05-16T15:11:32.130" v="217" actId="2696"/>
        <pc:sldMkLst>
          <pc:docMk/>
          <pc:sldMk cId="119048430" sldId="319"/>
        </pc:sldMkLst>
      </pc:sldChg>
      <pc:sldChg chg="add">
        <pc:chgData name="Yvette Delim" userId="1eb1221e-2905-468b-b6ca-e1e332e3c4b6" providerId="ADAL" clId="{04B8744A-FDA5-49BD-95E2-1CEFD3710EBF}" dt="2025-05-16T15:11:39.763" v="218"/>
        <pc:sldMkLst>
          <pc:docMk/>
          <pc:sldMk cId="2593803345" sldId="319"/>
        </pc:sldMkLst>
      </pc:sldChg>
      <pc:sldChg chg="modSp add mod">
        <pc:chgData name="Yvette Delim" userId="1eb1221e-2905-468b-b6ca-e1e332e3c4b6" providerId="ADAL" clId="{04B8744A-FDA5-49BD-95E2-1CEFD3710EBF}" dt="2025-05-16T16:17:44.107" v="366" actId="6549"/>
        <pc:sldMkLst>
          <pc:docMk/>
          <pc:sldMk cId="3945119013" sldId="320"/>
        </pc:sldMkLst>
        <pc:spChg chg="mod">
          <ac:chgData name="Yvette Delim" userId="1eb1221e-2905-468b-b6ca-e1e332e3c4b6" providerId="ADAL" clId="{04B8744A-FDA5-49BD-95E2-1CEFD3710EBF}" dt="2025-05-16T16:17:44.107" v="366" actId="6549"/>
          <ac:spMkLst>
            <pc:docMk/>
            <pc:sldMk cId="3945119013" sldId="320"/>
            <ac:spMk id="3" creationId="{C8B57556-656A-55E0-5788-9D5F81FDB1E2}"/>
          </ac:spMkLst>
        </pc:spChg>
      </pc:sldChg>
      <pc:sldChg chg="modSp add mod modNotesTx">
        <pc:chgData name="Yvette Delim" userId="1eb1221e-2905-468b-b6ca-e1e332e3c4b6" providerId="ADAL" clId="{04B8744A-FDA5-49BD-95E2-1CEFD3710EBF}" dt="2025-05-15T20:24:28.925" v="144" actId="20577"/>
        <pc:sldMkLst>
          <pc:docMk/>
          <pc:sldMk cId="2108586972" sldId="321"/>
        </pc:sldMkLst>
        <pc:spChg chg="mod">
          <ac:chgData name="Yvette Delim" userId="1eb1221e-2905-468b-b6ca-e1e332e3c4b6" providerId="ADAL" clId="{04B8744A-FDA5-49BD-95E2-1CEFD3710EBF}" dt="2025-05-15T20:23:34.636" v="133" actId="20577"/>
          <ac:spMkLst>
            <pc:docMk/>
            <pc:sldMk cId="2108586972" sldId="321"/>
            <ac:spMk id="2" creationId="{AE8AA92D-D7D8-0816-767C-4FEE7610845E}"/>
          </ac:spMkLst>
        </pc:spChg>
        <pc:spChg chg="mod">
          <ac:chgData name="Yvette Delim" userId="1eb1221e-2905-468b-b6ca-e1e332e3c4b6" providerId="ADAL" clId="{04B8744A-FDA5-49BD-95E2-1CEFD3710EBF}" dt="2025-05-15T20:23:26.642" v="131" actId="20577"/>
          <ac:spMkLst>
            <pc:docMk/>
            <pc:sldMk cId="2108586972" sldId="321"/>
            <ac:spMk id="3" creationId="{F4E4E16C-1177-371B-0CEE-148795143BCE}"/>
          </ac:spMkLst>
        </pc:spChg>
      </pc:sldChg>
      <pc:sldChg chg="modSp add mod">
        <pc:chgData name="Yvette Delim" userId="1eb1221e-2905-468b-b6ca-e1e332e3c4b6" providerId="ADAL" clId="{04B8744A-FDA5-49BD-95E2-1CEFD3710EBF}" dt="2025-05-16T15:21:39.137" v="263" actId="20577"/>
        <pc:sldMkLst>
          <pc:docMk/>
          <pc:sldMk cId="2164590967" sldId="322"/>
        </pc:sldMkLst>
        <pc:spChg chg="mod">
          <ac:chgData name="Yvette Delim" userId="1eb1221e-2905-468b-b6ca-e1e332e3c4b6" providerId="ADAL" clId="{04B8744A-FDA5-49BD-95E2-1CEFD3710EBF}" dt="2025-05-16T15:21:39.137" v="263" actId="20577"/>
          <ac:spMkLst>
            <pc:docMk/>
            <pc:sldMk cId="2164590967" sldId="322"/>
            <ac:spMk id="8" creationId="{1D671480-425F-DD24-A7AB-4A14CE742D72}"/>
          </ac:spMkLst>
        </pc:spChg>
      </pc:sldChg>
      <pc:sldChg chg="modSp add mod">
        <pc:chgData name="Yvette Delim" userId="1eb1221e-2905-468b-b6ca-e1e332e3c4b6" providerId="ADAL" clId="{04B8744A-FDA5-49BD-95E2-1CEFD3710EBF}" dt="2025-05-16T15:26:04.069" v="299" actId="6549"/>
        <pc:sldMkLst>
          <pc:docMk/>
          <pc:sldMk cId="3603812076" sldId="323"/>
        </pc:sldMkLst>
        <pc:spChg chg="mod">
          <ac:chgData name="Yvette Delim" userId="1eb1221e-2905-468b-b6ca-e1e332e3c4b6" providerId="ADAL" clId="{04B8744A-FDA5-49BD-95E2-1CEFD3710EBF}" dt="2025-05-16T15:26:04.069" v="299" actId="6549"/>
          <ac:spMkLst>
            <pc:docMk/>
            <pc:sldMk cId="3603812076" sldId="323"/>
            <ac:spMk id="2" creationId="{1B1F2068-80E8-D908-B01E-F207A7E30041}"/>
          </ac:spMkLst>
        </pc:spChg>
        <pc:spChg chg="mod">
          <ac:chgData name="Yvette Delim" userId="1eb1221e-2905-468b-b6ca-e1e332e3c4b6" providerId="ADAL" clId="{04B8744A-FDA5-49BD-95E2-1CEFD3710EBF}" dt="2025-05-15T20:23:43.820" v="135" actId="20577"/>
          <ac:spMkLst>
            <pc:docMk/>
            <pc:sldMk cId="3603812076" sldId="323"/>
            <ac:spMk id="3" creationId="{717FC399-B74F-8F58-C9B6-D0A3A373F69D}"/>
          </ac:spMkLst>
        </pc:spChg>
      </pc:sldChg>
      <pc:sldChg chg="modSp add mod modNotes">
        <pc:chgData name="Yvette Delim" userId="1eb1221e-2905-468b-b6ca-e1e332e3c4b6" providerId="ADAL" clId="{04B8744A-FDA5-49BD-95E2-1CEFD3710EBF}" dt="2025-05-16T19:15:52.215" v="962" actId="20577"/>
        <pc:sldMkLst>
          <pc:docMk/>
          <pc:sldMk cId="1291541982" sldId="324"/>
        </pc:sldMkLst>
        <pc:spChg chg="mod">
          <ac:chgData name="Yvette Delim" userId="1eb1221e-2905-468b-b6ca-e1e332e3c4b6" providerId="ADAL" clId="{04B8744A-FDA5-49BD-95E2-1CEFD3710EBF}" dt="2025-05-16T19:15:52.215" v="962" actId="20577"/>
          <ac:spMkLst>
            <pc:docMk/>
            <pc:sldMk cId="1291541982" sldId="324"/>
            <ac:spMk id="3" creationId="{2613A92A-8377-F229-FC93-7EAF646C818A}"/>
          </ac:spMkLst>
        </pc:spChg>
      </pc:sldChg>
      <pc:sldChg chg="modSp add mod">
        <pc:chgData name="Yvette Delim" userId="1eb1221e-2905-468b-b6ca-e1e332e3c4b6" providerId="ADAL" clId="{04B8744A-FDA5-49BD-95E2-1CEFD3710EBF}" dt="2025-05-16T14:33:07.585" v="160"/>
        <pc:sldMkLst>
          <pc:docMk/>
          <pc:sldMk cId="3874260824" sldId="325"/>
        </pc:sldMkLst>
        <pc:spChg chg="mod">
          <ac:chgData name="Yvette Delim" userId="1eb1221e-2905-468b-b6ca-e1e332e3c4b6" providerId="ADAL" clId="{04B8744A-FDA5-49BD-95E2-1CEFD3710EBF}" dt="2025-05-16T14:33:07.585" v="160"/>
          <ac:spMkLst>
            <pc:docMk/>
            <pc:sldMk cId="3874260824" sldId="325"/>
            <ac:spMk id="8" creationId="{FB2B2103-7266-5E62-2EF6-3EA76F82441D}"/>
          </ac:spMkLst>
        </pc:spChg>
      </pc:sldChg>
      <pc:sldChg chg="modSp add mod">
        <pc:chgData name="Yvette Delim" userId="1eb1221e-2905-468b-b6ca-e1e332e3c4b6" providerId="ADAL" clId="{04B8744A-FDA5-49BD-95E2-1CEFD3710EBF}" dt="2025-05-16T14:33:23.712" v="162"/>
        <pc:sldMkLst>
          <pc:docMk/>
          <pc:sldMk cId="1940820860" sldId="326"/>
        </pc:sldMkLst>
      </pc:sldChg>
      <pc:sldChg chg="modSp add mod">
        <pc:chgData name="Yvette Delim" userId="1eb1221e-2905-468b-b6ca-e1e332e3c4b6" providerId="ADAL" clId="{04B8744A-FDA5-49BD-95E2-1CEFD3710EBF}" dt="2025-05-16T14:34:09.003" v="169"/>
        <pc:sldMkLst>
          <pc:docMk/>
          <pc:sldMk cId="452446945" sldId="327"/>
        </pc:sldMkLst>
        <pc:spChg chg="mod">
          <ac:chgData name="Yvette Delim" userId="1eb1221e-2905-468b-b6ca-e1e332e3c4b6" providerId="ADAL" clId="{04B8744A-FDA5-49BD-95E2-1CEFD3710EBF}" dt="2025-05-16T14:34:09.003" v="169"/>
          <ac:spMkLst>
            <pc:docMk/>
            <pc:sldMk cId="452446945" sldId="327"/>
            <ac:spMk id="8" creationId="{B790FFDD-8BFA-BD98-CCB7-728E006DBBED}"/>
          </ac:spMkLst>
        </pc:spChg>
      </pc:sldChg>
      <pc:sldChg chg="modSp add mod">
        <pc:chgData name="Yvette Delim" userId="1eb1221e-2905-468b-b6ca-e1e332e3c4b6" providerId="ADAL" clId="{04B8744A-FDA5-49BD-95E2-1CEFD3710EBF}" dt="2025-05-16T14:34:30.068" v="171"/>
        <pc:sldMkLst>
          <pc:docMk/>
          <pc:sldMk cId="2810128231" sldId="328"/>
        </pc:sldMkLst>
      </pc:sldChg>
      <pc:sldChg chg="add del">
        <pc:chgData name="Yvette Delim" userId="1eb1221e-2905-468b-b6ca-e1e332e3c4b6" providerId="ADAL" clId="{04B8744A-FDA5-49BD-95E2-1CEFD3710EBF}" dt="2025-05-16T14:42:27.771" v="175" actId="47"/>
        <pc:sldMkLst>
          <pc:docMk/>
          <pc:sldMk cId="235312167" sldId="329"/>
        </pc:sldMkLst>
      </pc:sldChg>
      <pc:sldChg chg="modSp add del mod">
        <pc:chgData name="Yvette Delim" userId="1eb1221e-2905-468b-b6ca-e1e332e3c4b6" providerId="ADAL" clId="{04B8744A-FDA5-49BD-95E2-1CEFD3710EBF}" dt="2025-05-16T15:11:32.130" v="217" actId="2696"/>
        <pc:sldMkLst>
          <pc:docMk/>
          <pc:sldMk cId="1609711573" sldId="329"/>
        </pc:sldMkLst>
      </pc:sldChg>
      <pc:sldChg chg="add">
        <pc:chgData name="Yvette Delim" userId="1eb1221e-2905-468b-b6ca-e1e332e3c4b6" providerId="ADAL" clId="{04B8744A-FDA5-49BD-95E2-1CEFD3710EBF}" dt="2025-05-16T15:11:39.763" v="218"/>
        <pc:sldMkLst>
          <pc:docMk/>
          <pc:sldMk cId="2676958820" sldId="329"/>
        </pc:sldMkLst>
      </pc:sldChg>
      <pc:sldChg chg="add">
        <pc:chgData name="Yvette Delim" userId="1eb1221e-2905-468b-b6ca-e1e332e3c4b6" providerId="ADAL" clId="{04B8744A-FDA5-49BD-95E2-1CEFD3710EBF}" dt="2025-05-16T15:11:39.763" v="218"/>
        <pc:sldMkLst>
          <pc:docMk/>
          <pc:sldMk cId="628703779" sldId="330"/>
        </pc:sldMkLst>
      </pc:sldChg>
      <pc:sldChg chg="modSp add del mod">
        <pc:chgData name="Yvette Delim" userId="1eb1221e-2905-468b-b6ca-e1e332e3c4b6" providerId="ADAL" clId="{04B8744A-FDA5-49BD-95E2-1CEFD3710EBF}" dt="2025-05-16T15:11:32.130" v="217" actId="2696"/>
        <pc:sldMkLst>
          <pc:docMk/>
          <pc:sldMk cId="3084341135" sldId="330"/>
        </pc:sldMkLst>
      </pc:sldChg>
      <pc:sldChg chg="add">
        <pc:chgData name="Yvette Delim" userId="1eb1221e-2905-468b-b6ca-e1e332e3c4b6" providerId="ADAL" clId="{04B8744A-FDA5-49BD-95E2-1CEFD3710EBF}" dt="2025-05-16T15:11:39.763" v="218"/>
        <pc:sldMkLst>
          <pc:docMk/>
          <pc:sldMk cId="635778516" sldId="331"/>
        </pc:sldMkLst>
      </pc:sldChg>
      <pc:sldChg chg="modSp add del mod">
        <pc:chgData name="Yvette Delim" userId="1eb1221e-2905-468b-b6ca-e1e332e3c4b6" providerId="ADAL" clId="{04B8744A-FDA5-49BD-95E2-1CEFD3710EBF}" dt="2025-05-16T15:11:32.130" v="217" actId="2696"/>
        <pc:sldMkLst>
          <pc:docMk/>
          <pc:sldMk cId="1153395467" sldId="331"/>
        </pc:sldMkLst>
      </pc:sldChg>
      <pc:sldChg chg="add">
        <pc:chgData name="Yvette Delim" userId="1eb1221e-2905-468b-b6ca-e1e332e3c4b6" providerId="ADAL" clId="{04B8744A-FDA5-49BD-95E2-1CEFD3710EBF}" dt="2025-05-16T15:11:39.763" v="218"/>
        <pc:sldMkLst>
          <pc:docMk/>
          <pc:sldMk cId="752254780" sldId="332"/>
        </pc:sldMkLst>
      </pc:sldChg>
      <pc:sldChg chg="modSp add del mod">
        <pc:chgData name="Yvette Delim" userId="1eb1221e-2905-468b-b6ca-e1e332e3c4b6" providerId="ADAL" clId="{04B8744A-FDA5-49BD-95E2-1CEFD3710EBF}" dt="2025-05-16T15:11:32.130" v="217" actId="2696"/>
        <pc:sldMkLst>
          <pc:docMk/>
          <pc:sldMk cId="1049393499" sldId="332"/>
        </pc:sldMkLst>
      </pc:sldChg>
      <pc:sldChg chg="modSp add del mod">
        <pc:chgData name="Yvette Delim" userId="1eb1221e-2905-468b-b6ca-e1e332e3c4b6" providerId="ADAL" clId="{04B8744A-FDA5-49BD-95E2-1CEFD3710EBF}" dt="2025-05-16T15:11:32.130" v="217" actId="2696"/>
        <pc:sldMkLst>
          <pc:docMk/>
          <pc:sldMk cId="2926419507" sldId="333"/>
        </pc:sldMkLst>
      </pc:sldChg>
      <pc:sldChg chg="add">
        <pc:chgData name="Yvette Delim" userId="1eb1221e-2905-468b-b6ca-e1e332e3c4b6" providerId="ADAL" clId="{04B8744A-FDA5-49BD-95E2-1CEFD3710EBF}" dt="2025-05-16T15:11:39.763" v="218"/>
        <pc:sldMkLst>
          <pc:docMk/>
          <pc:sldMk cId="3185570035" sldId="333"/>
        </pc:sldMkLst>
      </pc:sldChg>
      <pc:sldChg chg="add">
        <pc:chgData name="Yvette Delim" userId="1eb1221e-2905-468b-b6ca-e1e332e3c4b6" providerId="ADAL" clId="{04B8744A-FDA5-49BD-95E2-1CEFD3710EBF}" dt="2025-05-16T15:11:39.763" v="218"/>
        <pc:sldMkLst>
          <pc:docMk/>
          <pc:sldMk cId="474499640" sldId="334"/>
        </pc:sldMkLst>
      </pc:sldChg>
      <pc:sldChg chg="modSp add del mod modClrScheme chgLayout">
        <pc:chgData name="Yvette Delim" userId="1eb1221e-2905-468b-b6ca-e1e332e3c4b6" providerId="ADAL" clId="{04B8744A-FDA5-49BD-95E2-1CEFD3710EBF}" dt="2025-05-16T15:11:32.130" v="217" actId="2696"/>
        <pc:sldMkLst>
          <pc:docMk/>
          <pc:sldMk cId="554578709" sldId="334"/>
        </pc:sldMkLst>
      </pc:sldChg>
      <pc:sldChg chg="addSp delSp modSp add del mod modClrScheme chgLayout">
        <pc:chgData name="Yvette Delim" userId="1eb1221e-2905-468b-b6ca-e1e332e3c4b6" providerId="ADAL" clId="{04B8744A-FDA5-49BD-95E2-1CEFD3710EBF}" dt="2025-05-16T15:11:32.130" v="217" actId="2696"/>
        <pc:sldMkLst>
          <pc:docMk/>
          <pc:sldMk cId="2918074956" sldId="335"/>
        </pc:sldMkLst>
      </pc:sldChg>
      <pc:sldChg chg="add">
        <pc:chgData name="Yvette Delim" userId="1eb1221e-2905-468b-b6ca-e1e332e3c4b6" providerId="ADAL" clId="{04B8744A-FDA5-49BD-95E2-1CEFD3710EBF}" dt="2025-05-16T15:11:39.763" v="218"/>
        <pc:sldMkLst>
          <pc:docMk/>
          <pc:sldMk cId="3525714042" sldId="335"/>
        </pc:sldMkLst>
      </pc:sldChg>
      <pc:sldChg chg="modSp add mod">
        <pc:chgData name="Yvette Delim" userId="1eb1221e-2905-468b-b6ca-e1e332e3c4b6" providerId="ADAL" clId="{04B8744A-FDA5-49BD-95E2-1CEFD3710EBF}" dt="2025-05-16T15:12:53.765" v="226"/>
        <pc:sldMkLst>
          <pc:docMk/>
          <pc:sldMk cId="2751700564" sldId="336"/>
        </pc:sldMkLst>
        <pc:spChg chg="mod">
          <ac:chgData name="Yvette Delim" userId="1eb1221e-2905-468b-b6ca-e1e332e3c4b6" providerId="ADAL" clId="{04B8744A-FDA5-49BD-95E2-1CEFD3710EBF}" dt="2025-05-16T15:12:53.765" v="226"/>
          <ac:spMkLst>
            <pc:docMk/>
            <pc:sldMk cId="2751700564" sldId="336"/>
            <ac:spMk id="8" creationId="{9713DD40-05EC-4F3B-BD26-CDA3D96E4876}"/>
          </ac:spMkLst>
        </pc:spChg>
      </pc:sldChg>
      <pc:sldChg chg="modSp add mod">
        <pc:chgData name="Yvette Delim" userId="1eb1221e-2905-468b-b6ca-e1e332e3c4b6" providerId="ADAL" clId="{04B8744A-FDA5-49BD-95E2-1CEFD3710EBF}" dt="2025-05-16T15:13:11.590" v="228"/>
        <pc:sldMkLst>
          <pc:docMk/>
          <pc:sldMk cId="1658945533" sldId="337"/>
        </pc:sldMkLst>
        <pc:spChg chg="mod">
          <ac:chgData name="Yvette Delim" userId="1eb1221e-2905-468b-b6ca-e1e332e3c4b6" providerId="ADAL" clId="{04B8744A-FDA5-49BD-95E2-1CEFD3710EBF}" dt="2025-05-16T15:13:11.590" v="228"/>
          <ac:spMkLst>
            <pc:docMk/>
            <pc:sldMk cId="1658945533" sldId="337"/>
            <ac:spMk id="8" creationId="{21FA35F6-13FE-EFA9-FC01-53C9686BE292}"/>
          </ac:spMkLst>
        </pc:spChg>
      </pc:sldChg>
      <pc:sldChg chg="modSp add mod">
        <pc:chgData name="Yvette Delim" userId="1eb1221e-2905-468b-b6ca-e1e332e3c4b6" providerId="ADAL" clId="{04B8744A-FDA5-49BD-95E2-1CEFD3710EBF}" dt="2025-05-16T15:13:43.528" v="232"/>
        <pc:sldMkLst>
          <pc:docMk/>
          <pc:sldMk cId="1325750348" sldId="338"/>
        </pc:sldMkLst>
        <pc:spChg chg="mod">
          <ac:chgData name="Yvette Delim" userId="1eb1221e-2905-468b-b6ca-e1e332e3c4b6" providerId="ADAL" clId="{04B8744A-FDA5-49BD-95E2-1CEFD3710EBF}" dt="2025-05-16T15:13:43.528" v="232"/>
          <ac:spMkLst>
            <pc:docMk/>
            <pc:sldMk cId="1325750348" sldId="338"/>
            <ac:spMk id="8" creationId="{A9CB12BA-416E-3352-634A-F6E18B7A1213}"/>
          </ac:spMkLst>
        </pc:spChg>
      </pc:sldChg>
      <pc:sldChg chg="modSp add mod">
        <pc:chgData name="Yvette Delim" userId="1eb1221e-2905-468b-b6ca-e1e332e3c4b6" providerId="ADAL" clId="{04B8744A-FDA5-49BD-95E2-1CEFD3710EBF}" dt="2025-05-16T15:14:10.477" v="234"/>
        <pc:sldMkLst>
          <pc:docMk/>
          <pc:sldMk cId="2443546811" sldId="339"/>
        </pc:sldMkLst>
        <pc:spChg chg="mod">
          <ac:chgData name="Yvette Delim" userId="1eb1221e-2905-468b-b6ca-e1e332e3c4b6" providerId="ADAL" clId="{04B8744A-FDA5-49BD-95E2-1CEFD3710EBF}" dt="2025-05-16T15:14:10.477" v="234"/>
          <ac:spMkLst>
            <pc:docMk/>
            <pc:sldMk cId="2443546811" sldId="339"/>
            <ac:spMk id="8" creationId="{3285AF95-C18F-C998-2A3C-2E3AE4F0EEC8}"/>
          </ac:spMkLst>
        </pc:spChg>
      </pc:sldChg>
      <pc:sldChg chg="modSp add mod">
        <pc:chgData name="Yvette Delim" userId="1eb1221e-2905-468b-b6ca-e1e332e3c4b6" providerId="ADAL" clId="{04B8744A-FDA5-49BD-95E2-1CEFD3710EBF}" dt="2025-05-16T15:14:46.042" v="238"/>
        <pc:sldMkLst>
          <pc:docMk/>
          <pc:sldMk cId="2242302075" sldId="340"/>
        </pc:sldMkLst>
        <pc:spChg chg="mod">
          <ac:chgData name="Yvette Delim" userId="1eb1221e-2905-468b-b6ca-e1e332e3c4b6" providerId="ADAL" clId="{04B8744A-FDA5-49BD-95E2-1CEFD3710EBF}" dt="2025-05-16T15:14:46.042" v="238"/>
          <ac:spMkLst>
            <pc:docMk/>
            <pc:sldMk cId="2242302075" sldId="340"/>
            <ac:spMk id="8" creationId="{8E3F61C7-833A-0CC0-1B16-85A8BF2701B9}"/>
          </ac:spMkLst>
        </pc:spChg>
      </pc:sldChg>
      <pc:sldChg chg="modSp add mod">
        <pc:chgData name="Yvette Delim" userId="1eb1221e-2905-468b-b6ca-e1e332e3c4b6" providerId="ADAL" clId="{04B8744A-FDA5-49BD-95E2-1CEFD3710EBF}" dt="2025-05-16T15:15:46.961" v="240"/>
        <pc:sldMkLst>
          <pc:docMk/>
          <pc:sldMk cId="3797844531" sldId="341"/>
        </pc:sldMkLst>
        <pc:spChg chg="mod">
          <ac:chgData name="Yvette Delim" userId="1eb1221e-2905-468b-b6ca-e1e332e3c4b6" providerId="ADAL" clId="{04B8744A-FDA5-49BD-95E2-1CEFD3710EBF}" dt="2025-05-16T15:15:46.961" v="240"/>
          <ac:spMkLst>
            <pc:docMk/>
            <pc:sldMk cId="3797844531" sldId="341"/>
            <ac:spMk id="8" creationId="{44E97E1A-1C34-25CD-97CC-94FF5C59B301}"/>
          </ac:spMkLst>
        </pc:spChg>
      </pc:sldChg>
      <pc:sldChg chg="modSp add mod">
        <pc:chgData name="Yvette Delim" userId="1eb1221e-2905-468b-b6ca-e1e332e3c4b6" providerId="ADAL" clId="{04B8744A-FDA5-49BD-95E2-1CEFD3710EBF}" dt="2025-05-16T15:16:19.478" v="244"/>
        <pc:sldMkLst>
          <pc:docMk/>
          <pc:sldMk cId="2151725943" sldId="342"/>
        </pc:sldMkLst>
      </pc:sldChg>
      <pc:sldChg chg="modSp add mod">
        <pc:chgData name="Yvette Delim" userId="1eb1221e-2905-468b-b6ca-e1e332e3c4b6" providerId="ADAL" clId="{04B8744A-FDA5-49BD-95E2-1CEFD3710EBF}" dt="2025-05-16T15:16:43.446" v="246"/>
        <pc:sldMkLst>
          <pc:docMk/>
          <pc:sldMk cId="1791188262" sldId="343"/>
        </pc:sldMkLst>
        <pc:spChg chg="mod">
          <ac:chgData name="Yvette Delim" userId="1eb1221e-2905-468b-b6ca-e1e332e3c4b6" providerId="ADAL" clId="{04B8744A-FDA5-49BD-95E2-1CEFD3710EBF}" dt="2025-05-16T15:16:43.446" v="246"/>
          <ac:spMkLst>
            <pc:docMk/>
            <pc:sldMk cId="1791188262" sldId="343"/>
            <ac:spMk id="8" creationId="{AED736E6-52F6-7941-DF78-AEDF6BC41162}"/>
          </ac:spMkLst>
        </pc:spChg>
      </pc:sldChg>
      <pc:sldChg chg="modSp add mod">
        <pc:chgData name="Yvette Delim" userId="1eb1221e-2905-468b-b6ca-e1e332e3c4b6" providerId="ADAL" clId="{04B8744A-FDA5-49BD-95E2-1CEFD3710EBF}" dt="2025-05-16T15:17:17.749" v="251"/>
        <pc:sldMkLst>
          <pc:docMk/>
          <pc:sldMk cId="1455164452" sldId="344"/>
        </pc:sldMkLst>
        <pc:spChg chg="mod">
          <ac:chgData name="Yvette Delim" userId="1eb1221e-2905-468b-b6ca-e1e332e3c4b6" providerId="ADAL" clId="{04B8744A-FDA5-49BD-95E2-1CEFD3710EBF}" dt="2025-05-16T15:17:17.749" v="251"/>
          <ac:spMkLst>
            <pc:docMk/>
            <pc:sldMk cId="1455164452" sldId="344"/>
            <ac:spMk id="8" creationId="{ED07F8A5-51EB-E21E-604E-8ED9BA7E4E13}"/>
          </ac:spMkLst>
        </pc:spChg>
      </pc:sldChg>
      <pc:sldChg chg="modSp add mod">
        <pc:chgData name="Yvette Delim" userId="1eb1221e-2905-468b-b6ca-e1e332e3c4b6" providerId="ADAL" clId="{04B8744A-FDA5-49BD-95E2-1CEFD3710EBF}" dt="2025-05-16T15:17:36.925" v="253"/>
        <pc:sldMkLst>
          <pc:docMk/>
          <pc:sldMk cId="4090533108" sldId="345"/>
        </pc:sldMkLst>
        <pc:spChg chg="mod">
          <ac:chgData name="Yvette Delim" userId="1eb1221e-2905-468b-b6ca-e1e332e3c4b6" providerId="ADAL" clId="{04B8744A-FDA5-49BD-95E2-1CEFD3710EBF}" dt="2025-05-16T15:17:36.925" v="253"/>
          <ac:spMkLst>
            <pc:docMk/>
            <pc:sldMk cId="4090533108" sldId="345"/>
            <ac:spMk id="8" creationId="{F13DE2F1-F346-4023-5BC0-4406B849E9B8}"/>
          </ac:spMkLst>
        </pc:spChg>
      </pc:sldChg>
      <pc:sldChg chg="modSp add mod">
        <pc:chgData name="Yvette Delim" userId="1eb1221e-2905-468b-b6ca-e1e332e3c4b6" providerId="ADAL" clId="{04B8744A-FDA5-49BD-95E2-1CEFD3710EBF}" dt="2025-05-16T15:18:16.851" v="261"/>
        <pc:sldMkLst>
          <pc:docMk/>
          <pc:sldMk cId="2896278554" sldId="346"/>
        </pc:sldMkLst>
      </pc:sldChg>
      <pc:sldChg chg="modSp add mod">
        <pc:chgData name="Yvette Delim" userId="1eb1221e-2905-468b-b6ca-e1e332e3c4b6" providerId="ADAL" clId="{04B8744A-FDA5-49BD-95E2-1CEFD3710EBF}" dt="2025-05-16T15:22:11.522" v="267"/>
        <pc:sldMkLst>
          <pc:docMk/>
          <pc:sldMk cId="1510907265" sldId="347"/>
        </pc:sldMkLst>
        <pc:spChg chg="mod">
          <ac:chgData name="Yvette Delim" userId="1eb1221e-2905-468b-b6ca-e1e332e3c4b6" providerId="ADAL" clId="{04B8744A-FDA5-49BD-95E2-1CEFD3710EBF}" dt="2025-05-16T15:22:11.522" v="267"/>
          <ac:spMkLst>
            <pc:docMk/>
            <pc:sldMk cId="1510907265" sldId="347"/>
            <ac:spMk id="8" creationId="{B3642E36-3327-D8D1-D006-12F3DAD33D87}"/>
          </ac:spMkLst>
        </pc:spChg>
      </pc:sldChg>
      <pc:sldChg chg="modSp add mod">
        <pc:chgData name="Yvette Delim" userId="1eb1221e-2905-468b-b6ca-e1e332e3c4b6" providerId="ADAL" clId="{04B8744A-FDA5-49BD-95E2-1CEFD3710EBF}" dt="2025-05-16T15:22:29.746" v="269"/>
        <pc:sldMkLst>
          <pc:docMk/>
          <pc:sldMk cId="2217499212" sldId="348"/>
        </pc:sldMkLst>
        <pc:spChg chg="mod">
          <ac:chgData name="Yvette Delim" userId="1eb1221e-2905-468b-b6ca-e1e332e3c4b6" providerId="ADAL" clId="{04B8744A-FDA5-49BD-95E2-1CEFD3710EBF}" dt="2025-05-16T15:22:29.746" v="269"/>
          <ac:spMkLst>
            <pc:docMk/>
            <pc:sldMk cId="2217499212" sldId="348"/>
            <ac:spMk id="8" creationId="{B6AA944A-7615-DE63-F32E-E78428928B60}"/>
          </ac:spMkLst>
        </pc:spChg>
      </pc:sldChg>
      <pc:sldChg chg="modSp add mod">
        <pc:chgData name="Yvette Delim" userId="1eb1221e-2905-468b-b6ca-e1e332e3c4b6" providerId="ADAL" clId="{04B8744A-FDA5-49BD-95E2-1CEFD3710EBF}" dt="2025-05-16T15:23:09.507" v="274"/>
        <pc:sldMkLst>
          <pc:docMk/>
          <pc:sldMk cId="313299946" sldId="349"/>
        </pc:sldMkLst>
        <pc:spChg chg="mod">
          <ac:chgData name="Yvette Delim" userId="1eb1221e-2905-468b-b6ca-e1e332e3c4b6" providerId="ADAL" clId="{04B8744A-FDA5-49BD-95E2-1CEFD3710EBF}" dt="2025-05-16T15:23:09.507" v="274"/>
          <ac:spMkLst>
            <pc:docMk/>
            <pc:sldMk cId="313299946" sldId="349"/>
            <ac:spMk id="8" creationId="{86DEBFCC-E8C4-2A2F-46D3-7F12CB2A29D4}"/>
          </ac:spMkLst>
        </pc:spChg>
      </pc:sldChg>
      <pc:sldChg chg="modSp add mod">
        <pc:chgData name="Yvette Delim" userId="1eb1221e-2905-468b-b6ca-e1e332e3c4b6" providerId="ADAL" clId="{04B8744A-FDA5-49BD-95E2-1CEFD3710EBF}" dt="2025-05-16T15:23:34.256" v="276"/>
        <pc:sldMkLst>
          <pc:docMk/>
          <pc:sldMk cId="3015969840" sldId="350"/>
        </pc:sldMkLst>
        <pc:spChg chg="mod">
          <ac:chgData name="Yvette Delim" userId="1eb1221e-2905-468b-b6ca-e1e332e3c4b6" providerId="ADAL" clId="{04B8744A-FDA5-49BD-95E2-1CEFD3710EBF}" dt="2025-05-16T15:23:34.256" v="276"/>
          <ac:spMkLst>
            <pc:docMk/>
            <pc:sldMk cId="3015969840" sldId="350"/>
            <ac:spMk id="8" creationId="{F9079FFA-2F2C-84F9-5030-B417215B3F81}"/>
          </ac:spMkLst>
        </pc:spChg>
      </pc:sldChg>
      <pc:sldChg chg="modSp add mod">
        <pc:chgData name="Yvette Delim" userId="1eb1221e-2905-468b-b6ca-e1e332e3c4b6" providerId="ADAL" clId="{04B8744A-FDA5-49BD-95E2-1CEFD3710EBF}" dt="2025-05-16T15:24:06.070" v="280"/>
        <pc:sldMkLst>
          <pc:docMk/>
          <pc:sldMk cId="3156743037" sldId="351"/>
        </pc:sldMkLst>
        <pc:spChg chg="mod">
          <ac:chgData name="Yvette Delim" userId="1eb1221e-2905-468b-b6ca-e1e332e3c4b6" providerId="ADAL" clId="{04B8744A-FDA5-49BD-95E2-1CEFD3710EBF}" dt="2025-05-16T15:24:06.070" v="280"/>
          <ac:spMkLst>
            <pc:docMk/>
            <pc:sldMk cId="3156743037" sldId="351"/>
            <ac:spMk id="8" creationId="{BD4FB277-AD9D-5960-4FB9-DA7432C2838E}"/>
          </ac:spMkLst>
        </pc:spChg>
      </pc:sldChg>
      <pc:sldChg chg="modSp add mod">
        <pc:chgData name="Yvette Delim" userId="1eb1221e-2905-468b-b6ca-e1e332e3c4b6" providerId="ADAL" clId="{04B8744A-FDA5-49BD-95E2-1CEFD3710EBF}" dt="2025-05-16T15:24:28.282" v="282"/>
        <pc:sldMkLst>
          <pc:docMk/>
          <pc:sldMk cId="3291812302" sldId="352"/>
        </pc:sldMkLst>
        <pc:spChg chg="mod">
          <ac:chgData name="Yvette Delim" userId="1eb1221e-2905-468b-b6ca-e1e332e3c4b6" providerId="ADAL" clId="{04B8744A-FDA5-49BD-95E2-1CEFD3710EBF}" dt="2025-05-16T15:24:28.282" v="282"/>
          <ac:spMkLst>
            <pc:docMk/>
            <pc:sldMk cId="3291812302" sldId="352"/>
            <ac:spMk id="8" creationId="{F31800AF-D254-980C-EDCF-72129387C1C6}"/>
          </ac:spMkLst>
        </pc:spChg>
      </pc:sldChg>
      <pc:sldChg chg="modSp add mod">
        <pc:chgData name="Yvette Delim" userId="1eb1221e-2905-468b-b6ca-e1e332e3c4b6" providerId="ADAL" clId="{04B8744A-FDA5-49BD-95E2-1CEFD3710EBF}" dt="2025-05-16T15:25:14.437" v="290"/>
        <pc:sldMkLst>
          <pc:docMk/>
          <pc:sldMk cId="3390007960" sldId="353"/>
        </pc:sldMkLst>
        <pc:spChg chg="mod">
          <ac:chgData name="Yvette Delim" userId="1eb1221e-2905-468b-b6ca-e1e332e3c4b6" providerId="ADAL" clId="{04B8744A-FDA5-49BD-95E2-1CEFD3710EBF}" dt="2025-05-16T15:25:14.437" v="290"/>
          <ac:spMkLst>
            <pc:docMk/>
            <pc:sldMk cId="3390007960" sldId="353"/>
            <ac:spMk id="8" creationId="{31C33971-1B17-8887-4B7D-650853DB613A}"/>
          </ac:spMkLst>
        </pc:spChg>
      </pc:sldChg>
      <pc:sldChg chg="modSp add mod">
        <pc:chgData name="Yvette Delim" userId="1eb1221e-2905-468b-b6ca-e1e332e3c4b6" providerId="ADAL" clId="{04B8744A-FDA5-49BD-95E2-1CEFD3710EBF}" dt="2025-05-16T15:25:38.145" v="292"/>
        <pc:sldMkLst>
          <pc:docMk/>
          <pc:sldMk cId="1829967403" sldId="354"/>
        </pc:sldMkLst>
        <pc:spChg chg="mod">
          <ac:chgData name="Yvette Delim" userId="1eb1221e-2905-468b-b6ca-e1e332e3c4b6" providerId="ADAL" clId="{04B8744A-FDA5-49BD-95E2-1CEFD3710EBF}" dt="2025-05-16T15:25:38.145" v="292"/>
          <ac:spMkLst>
            <pc:docMk/>
            <pc:sldMk cId="1829967403" sldId="354"/>
            <ac:spMk id="8" creationId="{D533564B-B94E-A677-43EF-2DA7B803D38A}"/>
          </ac:spMkLst>
        </pc:spChg>
      </pc:sldChg>
      <pc:sldChg chg="modSp add mod">
        <pc:chgData name="Yvette Delim" userId="1eb1221e-2905-468b-b6ca-e1e332e3c4b6" providerId="ADAL" clId="{04B8744A-FDA5-49BD-95E2-1CEFD3710EBF}" dt="2025-05-16T15:26:17.692" v="301"/>
        <pc:sldMkLst>
          <pc:docMk/>
          <pc:sldMk cId="1980288125" sldId="355"/>
        </pc:sldMkLst>
        <pc:spChg chg="mod">
          <ac:chgData name="Yvette Delim" userId="1eb1221e-2905-468b-b6ca-e1e332e3c4b6" providerId="ADAL" clId="{04B8744A-FDA5-49BD-95E2-1CEFD3710EBF}" dt="2025-05-16T15:26:17.692" v="301"/>
          <ac:spMkLst>
            <pc:docMk/>
            <pc:sldMk cId="1980288125" sldId="355"/>
            <ac:spMk id="8" creationId="{C18518A4-E2E6-32DB-B336-DE7EA212E51B}"/>
          </ac:spMkLst>
        </pc:spChg>
      </pc:sldChg>
      <pc:sldChg chg="addSp delSp modSp add mod modClrScheme chgLayout">
        <pc:chgData name="Yvette Delim" userId="1eb1221e-2905-468b-b6ca-e1e332e3c4b6" providerId="ADAL" clId="{04B8744A-FDA5-49BD-95E2-1CEFD3710EBF}" dt="2025-05-16T17:07:46.028" v="416" actId="20577"/>
        <pc:sldMkLst>
          <pc:docMk/>
          <pc:sldMk cId="3725014532" sldId="356"/>
        </pc:sldMkLst>
        <pc:spChg chg="mod ord">
          <ac:chgData name="Yvette Delim" userId="1eb1221e-2905-468b-b6ca-e1e332e3c4b6" providerId="ADAL" clId="{04B8744A-FDA5-49BD-95E2-1CEFD3710EBF}" dt="2025-05-16T17:04:58.669" v="403" actId="700"/>
          <ac:spMkLst>
            <pc:docMk/>
            <pc:sldMk cId="3725014532" sldId="356"/>
            <ac:spMk id="4" creationId="{EC10F213-E1A7-EA3F-3F3D-D01F34BAB7D2}"/>
          </ac:spMkLst>
        </pc:spChg>
        <pc:spChg chg="add mod">
          <ac:chgData name="Yvette Delim" userId="1eb1221e-2905-468b-b6ca-e1e332e3c4b6" providerId="ADAL" clId="{04B8744A-FDA5-49BD-95E2-1CEFD3710EBF}" dt="2025-05-16T17:07:46.028" v="416" actId="20577"/>
          <ac:spMkLst>
            <pc:docMk/>
            <pc:sldMk cId="3725014532" sldId="356"/>
            <ac:spMk id="6" creationId="{5FC14111-E0AC-E0F9-F358-F1499405C9A4}"/>
          </ac:spMkLst>
        </pc:spChg>
        <pc:spChg chg="mod ord">
          <ac:chgData name="Yvette Delim" userId="1eb1221e-2905-468b-b6ca-e1e332e3c4b6" providerId="ADAL" clId="{04B8744A-FDA5-49BD-95E2-1CEFD3710EBF}" dt="2025-05-16T17:04:58.669" v="403" actId="700"/>
          <ac:spMkLst>
            <pc:docMk/>
            <pc:sldMk cId="3725014532" sldId="356"/>
            <ac:spMk id="8" creationId="{F799C713-8483-87B3-A92F-006706573B4F}"/>
          </ac:spMkLst>
        </pc:spChg>
        <pc:picChg chg="add mod">
          <ac:chgData name="Yvette Delim" userId="1eb1221e-2905-468b-b6ca-e1e332e3c4b6" providerId="ADAL" clId="{04B8744A-FDA5-49BD-95E2-1CEFD3710EBF}" dt="2025-05-16T17:07:21.443" v="413" actId="962"/>
          <ac:picMkLst>
            <pc:docMk/>
            <pc:sldMk cId="3725014532" sldId="356"/>
            <ac:picMk id="9" creationId="{A0056C0E-8818-D330-46B4-A516CC6778DD}"/>
          </ac:picMkLst>
        </pc:picChg>
      </pc:sldChg>
      <pc:sldChg chg="addSp delSp modSp add mod modClrScheme chgLayout">
        <pc:chgData name="Yvette Delim" userId="1eb1221e-2905-468b-b6ca-e1e332e3c4b6" providerId="ADAL" clId="{04B8744A-FDA5-49BD-95E2-1CEFD3710EBF}" dt="2025-05-16T17:10:51.924" v="433" actId="962"/>
        <pc:sldMkLst>
          <pc:docMk/>
          <pc:sldMk cId="3476334032" sldId="357"/>
        </pc:sldMkLst>
        <pc:spChg chg="mod ord">
          <ac:chgData name="Yvette Delim" userId="1eb1221e-2905-468b-b6ca-e1e332e3c4b6" providerId="ADAL" clId="{04B8744A-FDA5-49BD-95E2-1CEFD3710EBF}" dt="2025-05-16T17:08:26.653" v="419" actId="700"/>
          <ac:spMkLst>
            <pc:docMk/>
            <pc:sldMk cId="3476334032" sldId="357"/>
            <ac:spMk id="4" creationId="{16FD57A1-D2EC-08E3-A995-4983EB4CE6AD}"/>
          </ac:spMkLst>
        </pc:spChg>
        <pc:spChg chg="add mod ord">
          <ac:chgData name="Yvette Delim" userId="1eb1221e-2905-468b-b6ca-e1e332e3c4b6" providerId="ADAL" clId="{04B8744A-FDA5-49BD-95E2-1CEFD3710EBF}" dt="2025-05-16T17:09:04.162" v="423" actId="20577"/>
          <ac:spMkLst>
            <pc:docMk/>
            <pc:sldMk cId="3476334032" sldId="357"/>
            <ac:spMk id="6" creationId="{B18A2B93-4D07-08F9-AEF9-7F3346C2747A}"/>
          </ac:spMkLst>
        </pc:spChg>
        <pc:spChg chg="mod ord">
          <ac:chgData name="Yvette Delim" userId="1eb1221e-2905-468b-b6ca-e1e332e3c4b6" providerId="ADAL" clId="{04B8744A-FDA5-49BD-95E2-1CEFD3710EBF}" dt="2025-05-16T17:08:26.653" v="419" actId="700"/>
          <ac:spMkLst>
            <pc:docMk/>
            <pc:sldMk cId="3476334032" sldId="357"/>
            <ac:spMk id="8" creationId="{EA7DEEE6-3A6C-6199-2457-39A412EDD21D}"/>
          </ac:spMkLst>
        </pc:spChg>
        <pc:picChg chg="add mod">
          <ac:chgData name="Yvette Delim" userId="1eb1221e-2905-468b-b6ca-e1e332e3c4b6" providerId="ADAL" clId="{04B8744A-FDA5-49BD-95E2-1CEFD3710EBF}" dt="2025-05-16T17:10:51.924" v="433" actId="962"/>
          <ac:picMkLst>
            <pc:docMk/>
            <pc:sldMk cId="3476334032" sldId="357"/>
            <ac:picMk id="10" creationId="{1ADF0EBA-629D-5913-95B8-7EAC3FFDE413}"/>
          </ac:picMkLst>
        </pc:picChg>
      </pc:sldChg>
      <pc:sldChg chg="addSp delSp modSp add mod">
        <pc:chgData name="Yvette Delim" userId="1eb1221e-2905-468b-b6ca-e1e332e3c4b6" providerId="ADAL" clId="{04B8744A-FDA5-49BD-95E2-1CEFD3710EBF}" dt="2025-05-16T17:13:02.279" v="447" actId="20577"/>
        <pc:sldMkLst>
          <pc:docMk/>
          <pc:sldMk cId="3744116168" sldId="358"/>
        </pc:sldMkLst>
        <pc:spChg chg="mod">
          <ac:chgData name="Yvette Delim" userId="1eb1221e-2905-468b-b6ca-e1e332e3c4b6" providerId="ADAL" clId="{04B8744A-FDA5-49BD-95E2-1CEFD3710EBF}" dt="2025-05-16T17:13:02.279" v="447" actId="20577"/>
          <ac:spMkLst>
            <pc:docMk/>
            <pc:sldMk cId="3744116168" sldId="358"/>
            <ac:spMk id="6" creationId="{31C8FC35-EB31-1188-B168-61CBA66D0A91}"/>
          </ac:spMkLst>
        </pc:spChg>
        <pc:picChg chg="add mod">
          <ac:chgData name="Yvette Delim" userId="1eb1221e-2905-468b-b6ca-e1e332e3c4b6" providerId="ADAL" clId="{04B8744A-FDA5-49BD-95E2-1CEFD3710EBF}" dt="2025-05-16T17:12:33.305" v="444" actId="962"/>
          <ac:picMkLst>
            <pc:docMk/>
            <pc:sldMk cId="3744116168" sldId="358"/>
            <ac:picMk id="3" creationId="{13839D00-3C34-70FA-E1CA-369C8F3E6714}"/>
          </ac:picMkLst>
        </pc:picChg>
      </pc:sldChg>
      <pc:sldChg chg="addSp delSp modSp add mod modClrScheme chgLayout">
        <pc:chgData name="Yvette Delim" userId="1eb1221e-2905-468b-b6ca-e1e332e3c4b6" providerId="ADAL" clId="{04B8744A-FDA5-49BD-95E2-1CEFD3710EBF}" dt="2025-05-16T18:09:28.818" v="488" actId="700"/>
        <pc:sldMkLst>
          <pc:docMk/>
          <pc:sldMk cId="3842556191" sldId="359"/>
        </pc:sldMkLst>
        <pc:spChg chg="mod ord">
          <ac:chgData name="Yvette Delim" userId="1eb1221e-2905-468b-b6ca-e1e332e3c4b6" providerId="ADAL" clId="{04B8744A-FDA5-49BD-95E2-1CEFD3710EBF}" dt="2025-05-16T18:09:28.818" v="488" actId="700"/>
          <ac:spMkLst>
            <pc:docMk/>
            <pc:sldMk cId="3842556191" sldId="359"/>
            <ac:spMk id="4" creationId="{0CB110E5-56BE-7B18-3990-8F6369D3C6E5}"/>
          </ac:spMkLst>
        </pc:spChg>
        <pc:spChg chg="add mod ord">
          <ac:chgData name="Yvette Delim" userId="1eb1221e-2905-468b-b6ca-e1e332e3c4b6" providerId="ADAL" clId="{04B8744A-FDA5-49BD-95E2-1CEFD3710EBF}" dt="2025-05-16T18:09:28.818" v="488" actId="700"/>
          <ac:spMkLst>
            <pc:docMk/>
            <pc:sldMk cId="3842556191" sldId="359"/>
            <ac:spMk id="6" creationId="{C6CDDBFA-2563-8BEE-520C-FCADB7B0C2CF}"/>
          </ac:spMkLst>
        </pc:spChg>
        <pc:spChg chg="mod ord">
          <ac:chgData name="Yvette Delim" userId="1eb1221e-2905-468b-b6ca-e1e332e3c4b6" providerId="ADAL" clId="{04B8744A-FDA5-49BD-95E2-1CEFD3710EBF}" dt="2025-05-16T18:09:28.818" v="488" actId="700"/>
          <ac:spMkLst>
            <pc:docMk/>
            <pc:sldMk cId="3842556191" sldId="359"/>
            <ac:spMk id="8" creationId="{28C9787A-32CD-2ADD-4AB5-62EAD24C7107}"/>
          </ac:spMkLst>
        </pc:spChg>
        <pc:spChg chg="add mod ord">
          <ac:chgData name="Yvette Delim" userId="1eb1221e-2905-468b-b6ca-e1e332e3c4b6" providerId="ADAL" clId="{04B8744A-FDA5-49BD-95E2-1CEFD3710EBF}" dt="2025-05-16T18:09:28.818" v="488" actId="700"/>
          <ac:spMkLst>
            <pc:docMk/>
            <pc:sldMk cId="3842556191" sldId="359"/>
            <ac:spMk id="11" creationId="{08EE6197-AA94-A547-9067-400905AFB0BD}"/>
          </ac:spMkLst>
        </pc:spChg>
        <pc:picChg chg="add mod ord">
          <ac:chgData name="Yvette Delim" userId="1eb1221e-2905-468b-b6ca-e1e332e3c4b6" providerId="ADAL" clId="{04B8744A-FDA5-49BD-95E2-1CEFD3710EBF}" dt="2025-05-16T18:09:28.818" v="488" actId="700"/>
          <ac:picMkLst>
            <pc:docMk/>
            <pc:sldMk cId="3842556191" sldId="359"/>
            <ac:picMk id="10" creationId="{88E5FE97-F705-9604-A3BE-CE0F53671450}"/>
          </ac:picMkLst>
        </pc:picChg>
      </pc:sldChg>
      <pc:sldChg chg="addSp delSp modSp add mod modClrScheme chgLayout">
        <pc:chgData name="Yvette Delim" userId="1eb1221e-2905-468b-b6ca-e1e332e3c4b6" providerId="ADAL" clId="{04B8744A-FDA5-49BD-95E2-1CEFD3710EBF}" dt="2025-05-16T18:06:17.006" v="475" actId="962"/>
        <pc:sldMkLst>
          <pc:docMk/>
          <pc:sldMk cId="524632534" sldId="360"/>
        </pc:sldMkLst>
        <pc:spChg chg="mod ord">
          <ac:chgData name="Yvette Delim" userId="1eb1221e-2905-468b-b6ca-e1e332e3c4b6" providerId="ADAL" clId="{04B8744A-FDA5-49BD-95E2-1CEFD3710EBF}" dt="2025-05-16T17:16:25.428" v="464" actId="700"/>
          <ac:spMkLst>
            <pc:docMk/>
            <pc:sldMk cId="524632534" sldId="360"/>
            <ac:spMk id="4" creationId="{9300D1FD-F013-83FF-006A-17160EEE5A75}"/>
          </ac:spMkLst>
        </pc:spChg>
        <pc:spChg chg="add mod ord">
          <ac:chgData name="Yvette Delim" userId="1eb1221e-2905-468b-b6ca-e1e332e3c4b6" providerId="ADAL" clId="{04B8744A-FDA5-49BD-95E2-1CEFD3710EBF}" dt="2025-05-16T17:17:31.054" v="473" actId="20577"/>
          <ac:spMkLst>
            <pc:docMk/>
            <pc:sldMk cId="524632534" sldId="360"/>
            <ac:spMk id="6" creationId="{BEA19B6F-F4E0-C325-C131-B79DE7B59B73}"/>
          </ac:spMkLst>
        </pc:spChg>
        <pc:spChg chg="mod ord">
          <ac:chgData name="Yvette Delim" userId="1eb1221e-2905-468b-b6ca-e1e332e3c4b6" providerId="ADAL" clId="{04B8744A-FDA5-49BD-95E2-1CEFD3710EBF}" dt="2025-05-16T17:16:25.428" v="464" actId="700"/>
          <ac:spMkLst>
            <pc:docMk/>
            <pc:sldMk cId="524632534" sldId="360"/>
            <ac:spMk id="8" creationId="{B6D3183D-7187-C5D5-6ACA-7F2DA07D5539}"/>
          </ac:spMkLst>
        </pc:spChg>
        <pc:picChg chg="add mod">
          <ac:chgData name="Yvette Delim" userId="1eb1221e-2905-468b-b6ca-e1e332e3c4b6" providerId="ADAL" clId="{04B8744A-FDA5-49BD-95E2-1CEFD3710EBF}" dt="2025-05-16T18:06:17.006" v="475" actId="962"/>
          <ac:picMkLst>
            <pc:docMk/>
            <pc:sldMk cId="524632534" sldId="360"/>
            <ac:picMk id="10" creationId="{B55C6D6C-E47F-C6AD-F39F-A931575CBCB5}"/>
          </ac:picMkLst>
        </pc:picChg>
      </pc:sldChg>
      <pc:sldChg chg="addSp delSp modSp add mod modClrScheme chgLayout">
        <pc:chgData name="Yvette Delim" userId="1eb1221e-2905-468b-b6ca-e1e332e3c4b6" providerId="ADAL" clId="{04B8744A-FDA5-49BD-95E2-1CEFD3710EBF}" dt="2025-05-16T18:08:36.666" v="487" actId="962"/>
        <pc:sldMkLst>
          <pc:docMk/>
          <pc:sldMk cId="3002507269" sldId="361"/>
        </pc:sldMkLst>
        <pc:spChg chg="mod ord">
          <ac:chgData name="Yvette Delim" userId="1eb1221e-2905-468b-b6ca-e1e332e3c4b6" providerId="ADAL" clId="{04B8744A-FDA5-49BD-95E2-1CEFD3710EBF}" dt="2025-05-16T18:07:22.842" v="478" actId="700"/>
          <ac:spMkLst>
            <pc:docMk/>
            <pc:sldMk cId="3002507269" sldId="361"/>
            <ac:spMk id="4" creationId="{6B27F76A-9425-5E79-B3C9-BAB04ECEA89B}"/>
          </ac:spMkLst>
        </pc:spChg>
        <pc:spChg chg="add mod ord">
          <ac:chgData name="Yvette Delim" userId="1eb1221e-2905-468b-b6ca-e1e332e3c4b6" providerId="ADAL" clId="{04B8744A-FDA5-49BD-95E2-1CEFD3710EBF}" dt="2025-05-16T18:08:36.666" v="487" actId="962"/>
          <ac:spMkLst>
            <pc:docMk/>
            <pc:sldMk cId="3002507269" sldId="361"/>
            <ac:spMk id="6" creationId="{60438CD5-9DA1-4709-7A83-668E6B181DC5}"/>
          </ac:spMkLst>
        </pc:spChg>
        <pc:spChg chg="add mod ord">
          <ac:chgData name="Yvette Delim" userId="1eb1221e-2905-468b-b6ca-e1e332e3c4b6" providerId="ADAL" clId="{04B8744A-FDA5-49BD-95E2-1CEFD3710EBF}" dt="2025-05-16T18:07:22.842" v="478" actId="700"/>
          <ac:spMkLst>
            <pc:docMk/>
            <pc:sldMk cId="3002507269" sldId="361"/>
            <ac:spMk id="7" creationId="{B6D5A076-B759-65E9-C9F1-3030BE253619}"/>
          </ac:spMkLst>
        </pc:spChg>
        <pc:spChg chg="mod ord">
          <ac:chgData name="Yvette Delim" userId="1eb1221e-2905-468b-b6ca-e1e332e3c4b6" providerId="ADAL" clId="{04B8744A-FDA5-49BD-95E2-1CEFD3710EBF}" dt="2025-05-16T18:07:22.842" v="478" actId="700"/>
          <ac:spMkLst>
            <pc:docMk/>
            <pc:sldMk cId="3002507269" sldId="361"/>
            <ac:spMk id="8" creationId="{12DA2211-422A-75A4-2E9C-1203F90A391E}"/>
          </ac:spMkLst>
        </pc:spChg>
        <pc:picChg chg="add mod">
          <ac:chgData name="Yvette Delim" userId="1eb1221e-2905-468b-b6ca-e1e332e3c4b6" providerId="ADAL" clId="{04B8744A-FDA5-49BD-95E2-1CEFD3710EBF}" dt="2025-05-16T18:08:00.862" v="484" actId="1076"/>
          <ac:picMkLst>
            <pc:docMk/>
            <pc:sldMk cId="3002507269" sldId="361"/>
            <ac:picMk id="11" creationId="{62594A1D-C7FE-87BA-A222-7A337B09B6B1}"/>
          </ac:picMkLst>
        </pc:picChg>
      </pc:sldChg>
      <pc:sldChg chg="addSp delSp modSp add mod modClrScheme chgLayout">
        <pc:chgData name="Yvette Delim" userId="1eb1221e-2905-468b-b6ca-e1e332e3c4b6" providerId="ADAL" clId="{04B8744A-FDA5-49BD-95E2-1CEFD3710EBF}" dt="2025-05-16T18:13:00.460" v="505" actId="962"/>
        <pc:sldMkLst>
          <pc:docMk/>
          <pc:sldMk cId="3701659567" sldId="362"/>
        </pc:sldMkLst>
        <pc:spChg chg="mod ord">
          <ac:chgData name="Yvette Delim" userId="1eb1221e-2905-468b-b6ca-e1e332e3c4b6" providerId="ADAL" clId="{04B8744A-FDA5-49BD-95E2-1CEFD3710EBF}" dt="2025-05-16T18:11:13.882" v="491" actId="700"/>
          <ac:spMkLst>
            <pc:docMk/>
            <pc:sldMk cId="3701659567" sldId="362"/>
            <ac:spMk id="4" creationId="{835DEDF7-B1CE-EF71-FDA8-11157F90DC89}"/>
          </ac:spMkLst>
        </pc:spChg>
        <pc:spChg chg="add mod ord">
          <ac:chgData name="Yvette Delim" userId="1eb1221e-2905-468b-b6ca-e1e332e3c4b6" providerId="ADAL" clId="{04B8744A-FDA5-49BD-95E2-1CEFD3710EBF}" dt="2025-05-16T18:13:00.460" v="505" actId="962"/>
          <ac:spMkLst>
            <pc:docMk/>
            <pc:sldMk cId="3701659567" sldId="362"/>
            <ac:spMk id="6" creationId="{C6C576BC-80D0-B5D3-7189-650C794B3F39}"/>
          </ac:spMkLst>
        </pc:spChg>
        <pc:spChg chg="add mod ord">
          <ac:chgData name="Yvette Delim" userId="1eb1221e-2905-468b-b6ca-e1e332e3c4b6" providerId="ADAL" clId="{04B8744A-FDA5-49BD-95E2-1CEFD3710EBF}" dt="2025-05-16T18:11:13.882" v="491" actId="700"/>
          <ac:spMkLst>
            <pc:docMk/>
            <pc:sldMk cId="3701659567" sldId="362"/>
            <ac:spMk id="7" creationId="{33EC8BC0-70F2-A2C2-73D3-FDA5EAC43E3E}"/>
          </ac:spMkLst>
        </pc:spChg>
        <pc:spChg chg="mod ord">
          <ac:chgData name="Yvette Delim" userId="1eb1221e-2905-468b-b6ca-e1e332e3c4b6" providerId="ADAL" clId="{04B8744A-FDA5-49BD-95E2-1CEFD3710EBF}" dt="2025-05-16T18:11:13.882" v="491" actId="700"/>
          <ac:spMkLst>
            <pc:docMk/>
            <pc:sldMk cId="3701659567" sldId="362"/>
            <ac:spMk id="8" creationId="{FBB9DB39-0043-3ECD-CACE-A875DAEAC309}"/>
          </ac:spMkLst>
        </pc:spChg>
        <pc:picChg chg="add mod">
          <ac:chgData name="Yvette Delim" userId="1eb1221e-2905-468b-b6ca-e1e332e3c4b6" providerId="ADAL" clId="{04B8744A-FDA5-49BD-95E2-1CEFD3710EBF}" dt="2025-05-16T18:12:03.817" v="499" actId="1076"/>
          <ac:picMkLst>
            <pc:docMk/>
            <pc:sldMk cId="3701659567" sldId="362"/>
            <ac:picMk id="11" creationId="{D79CE1BD-B8A6-9050-5A00-51534A4DA6F4}"/>
          </ac:picMkLst>
        </pc:picChg>
      </pc:sldChg>
      <pc:sldChg chg="addSp delSp modSp add mod modClrScheme chgLayout">
        <pc:chgData name="Yvette Delim" userId="1eb1221e-2905-468b-b6ca-e1e332e3c4b6" providerId="ADAL" clId="{04B8744A-FDA5-49BD-95E2-1CEFD3710EBF}" dt="2025-05-16T18:14:49.837" v="520" actId="1076"/>
        <pc:sldMkLst>
          <pc:docMk/>
          <pc:sldMk cId="1582404214" sldId="363"/>
        </pc:sldMkLst>
      </pc:sldChg>
      <pc:sldChg chg="addSp delSp modSp add mod modClrScheme chgLayout">
        <pc:chgData name="Yvette Delim" userId="1eb1221e-2905-468b-b6ca-e1e332e3c4b6" providerId="ADAL" clId="{04B8744A-FDA5-49BD-95E2-1CEFD3710EBF}" dt="2025-05-16T18:16:57.082" v="537" actId="962"/>
        <pc:sldMkLst>
          <pc:docMk/>
          <pc:sldMk cId="3128104185" sldId="364"/>
        </pc:sldMkLst>
        <pc:spChg chg="mod ord">
          <ac:chgData name="Yvette Delim" userId="1eb1221e-2905-468b-b6ca-e1e332e3c4b6" providerId="ADAL" clId="{04B8744A-FDA5-49BD-95E2-1CEFD3710EBF}" dt="2025-05-16T18:15:26.235" v="524" actId="700"/>
          <ac:spMkLst>
            <pc:docMk/>
            <pc:sldMk cId="3128104185" sldId="364"/>
            <ac:spMk id="4" creationId="{9342EE64-79FF-373D-AC2D-A7A85A3394B3}"/>
          </ac:spMkLst>
        </pc:spChg>
        <pc:spChg chg="mod ord">
          <ac:chgData name="Yvette Delim" userId="1eb1221e-2905-468b-b6ca-e1e332e3c4b6" providerId="ADAL" clId="{04B8744A-FDA5-49BD-95E2-1CEFD3710EBF}" dt="2025-05-16T18:15:26.235" v="524" actId="700"/>
          <ac:spMkLst>
            <pc:docMk/>
            <pc:sldMk cId="3128104185" sldId="364"/>
            <ac:spMk id="8" creationId="{01E7E959-E14D-87A0-4E11-802CFFAFB4AF}"/>
          </ac:spMkLst>
        </pc:spChg>
        <pc:spChg chg="add mod ord">
          <ac:chgData name="Yvette Delim" userId="1eb1221e-2905-468b-b6ca-e1e332e3c4b6" providerId="ADAL" clId="{04B8744A-FDA5-49BD-95E2-1CEFD3710EBF}" dt="2025-05-16T18:16:29.021" v="535" actId="20577"/>
          <ac:spMkLst>
            <pc:docMk/>
            <pc:sldMk cId="3128104185" sldId="364"/>
            <ac:spMk id="10" creationId="{3D04F098-C157-93B2-265D-0BC25FE20BEE}"/>
          </ac:spMkLst>
        </pc:spChg>
        <pc:picChg chg="add mod">
          <ac:chgData name="Yvette Delim" userId="1eb1221e-2905-468b-b6ca-e1e332e3c4b6" providerId="ADAL" clId="{04B8744A-FDA5-49BD-95E2-1CEFD3710EBF}" dt="2025-05-16T18:16:57.082" v="537" actId="962"/>
          <ac:picMkLst>
            <pc:docMk/>
            <pc:sldMk cId="3128104185" sldId="364"/>
            <ac:picMk id="13" creationId="{4D0DCB3B-42B7-69C8-CB9F-1ACD5C626095}"/>
          </ac:picMkLst>
        </pc:picChg>
      </pc:sldChg>
      <pc:sldChg chg="addSp delSp modSp add mod modClrScheme chgLayout">
        <pc:chgData name="Yvette Delim" userId="1eb1221e-2905-468b-b6ca-e1e332e3c4b6" providerId="ADAL" clId="{04B8744A-FDA5-49BD-95E2-1CEFD3710EBF}" dt="2025-05-16T18:19:16.026" v="554" actId="20577"/>
        <pc:sldMkLst>
          <pc:docMk/>
          <pc:sldMk cId="3024520946" sldId="365"/>
        </pc:sldMkLst>
      </pc:sldChg>
      <pc:sldChg chg="addSp delSp modSp add mod modClrScheme chgLayout">
        <pc:chgData name="Yvette Delim" userId="1eb1221e-2905-468b-b6ca-e1e332e3c4b6" providerId="ADAL" clId="{04B8744A-FDA5-49BD-95E2-1CEFD3710EBF}" dt="2025-05-16T18:25:43.981" v="569" actId="962"/>
        <pc:sldMkLst>
          <pc:docMk/>
          <pc:sldMk cId="250488701" sldId="366"/>
        </pc:sldMkLst>
        <pc:spChg chg="mod ord">
          <ac:chgData name="Yvette Delim" userId="1eb1221e-2905-468b-b6ca-e1e332e3c4b6" providerId="ADAL" clId="{04B8744A-FDA5-49BD-95E2-1CEFD3710EBF}" dt="2025-05-16T18:24:14.422" v="557" actId="700"/>
          <ac:spMkLst>
            <pc:docMk/>
            <pc:sldMk cId="250488701" sldId="366"/>
            <ac:spMk id="4" creationId="{8BB0D07C-ECD3-25AB-399F-7FA773CE27A4}"/>
          </ac:spMkLst>
        </pc:spChg>
        <pc:spChg chg="add mod ord">
          <ac:chgData name="Yvette Delim" userId="1eb1221e-2905-468b-b6ca-e1e332e3c4b6" providerId="ADAL" clId="{04B8744A-FDA5-49BD-95E2-1CEFD3710EBF}" dt="2025-05-16T18:24:26.459" v="561" actId="20577"/>
          <ac:spMkLst>
            <pc:docMk/>
            <pc:sldMk cId="250488701" sldId="366"/>
            <ac:spMk id="6" creationId="{D1513495-DA46-0A41-5327-8ECBBCD48871}"/>
          </ac:spMkLst>
        </pc:spChg>
        <pc:spChg chg="mod ord">
          <ac:chgData name="Yvette Delim" userId="1eb1221e-2905-468b-b6ca-e1e332e3c4b6" providerId="ADAL" clId="{04B8744A-FDA5-49BD-95E2-1CEFD3710EBF}" dt="2025-05-16T18:24:14.422" v="557" actId="700"/>
          <ac:spMkLst>
            <pc:docMk/>
            <pc:sldMk cId="250488701" sldId="366"/>
            <ac:spMk id="8" creationId="{2F7E86BA-54E8-9F12-CA2B-AD2531D7C002}"/>
          </ac:spMkLst>
        </pc:spChg>
        <pc:picChg chg="add mod">
          <ac:chgData name="Yvette Delim" userId="1eb1221e-2905-468b-b6ca-e1e332e3c4b6" providerId="ADAL" clId="{04B8744A-FDA5-49BD-95E2-1CEFD3710EBF}" dt="2025-05-16T18:25:43.981" v="569" actId="962"/>
          <ac:picMkLst>
            <pc:docMk/>
            <pc:sldMk cId="250488701" sldId="366"/>
            <ac:picMk id="10" creationId="{B929F9FA-4558-E0F1-605C-80D9D4CB7238}"/>
          </ac:picMkLst>
        </pc:picChg>
      </pc:sldChg>
      <pc:sldChg chg="addSp delSp modSp add mod modClrScheme chgLayout">
        <pc:chgData name="Yvette Delim" userId="1eb1221e-2905-468b-b6ca-e1e332e3c4b6" providerId="ADAL" clId="{04B8744A-FDA5-49BD-95E2-1CEFD3710EBF}" dt="2025-05-16T18:27:44.689" v="585" actId="208"/>
        <pc:sldMkLst>
          <pc:docMk/>
          <pc:sldMk cId="2011671907" sldId="367"/>
        </pc:sldMkLst>
      </pc:sldChg>
      <pc:sldChg chg="addSp delSp modSp add mod modClrScheme chgLayout">
        <pc:chgData name="Yvette Delim" userId="1eb1221e-2905-468b-b6ca-e1e332e3c4b6" providerId="ADAL" clId="{04B8744A-FDA5-49BD-95E2-1CEFD3710EBF}" dt="2025-05-16T18:29:17.203" v="607" actId="962"/>
        <pc:sldMkLst>
          <pc:docMk/>
          <pc:sldMk cId="4047247938" sldId="368"/>
        </pc:sldMkLst>
        <pc:spChg chg="mod ord">
          <ac:chgData name="Yvette Delim" userId="1eb1221e-2905-468b-b6ca-e1e332e3c4b6" providerId="ADAL" clId="{04B8744A-FDA5-49BD-95E2-1CEFD3710EBF}" dt="2025-05-16T18:27:57.890" v="588" actId="700"/>
          <ac:spMkLst>
            <pc:docMk/>
            <pc:sldMk cId="4047247938" sldId="368"/>
            <ac:spMk id="4" creationId="{551880DE-E04F-16A4-066B-B3087A1756F1}"/>
          </ac:spMkLst>
        </pc:spChg>
        <pc:spChg chg="add mod ord">
          <ac:chgData name="Yvette Delim" userId="1eb1221e-2905-468b-b6ca-e1e332e3c4b6" providerId="ADAL" clId="{04B8744A-FDA5-49BD-95E2-1CEFD3710EBF}" dt="2025-05-16T18:28:24.355" v="601" actId="20577"/>
          <ac:spMkLst>
            <pc:docMk/>
            <pc:sldMk cId="4047247938" sldId="368"/>
            <ac:spMk id="6" creationId="{3C7C3592-3C16-1E2C-1636-C8FDE7905E25}"/>
          </ac:spMkLst>
        </pc:spChg>
        <pc:spChg chg="mod ord">
          <ac:chgData name="Yvette Delim" userId="1eb1221e-2905-468b-b6ca-e1e332e3c4b6" providerId="ADAL" clId="{04B8744A-FDA5-49BD-95E2-1CEFD3710EBF}" dt="2025-05-16T18:27:57.890" v="588" actId="700"/>
          <ac:spMkLst>
            <pc:docMk/>
            <pc:sldMk cId="4047247938" sldId="368"/>
            <ac:spMk id="8" creationId="{CBB354DD-C4DB-A5B2-3078-875F2FBE833F}"/>
          </ac:spMkLst>
        </pc:spChg>
        <pc:picChg chg="add mod">
          <ac:chgData name="Yvette Delim" userId="1eb1221e-2905-468b-b6ca-e1e332e3c4b6" providerId="ADAL" clId="{04B8744A-FDA5-49BD-95E2-1CEFD3710EBF}" dt="2025-05-16T18:29:17.203" v="607" actId="962"/>
          <ac:picMkLst>
            <pc:docMk/>
            <pc:sldMk cId="4047247938" sldId="368"/>
            <ac:picMk id="10" creationId="{5051B8F2-4893-047F-3630-AD654FA8E095}"/>
          </ac:picMkLst>
        </pc:picChg>
      </pc:sldChg>
      <pc:sldChg chg="addSp delSp modSp add mod modClrScheme chgLayout">
        <pc:chgData name="Yvette Delim" userId="1eb1221e-2905-468b-b6ca-e1e332e3c4b6" providerId="ADAL" clId="{04B8744A-FDA5-49BD-95E2-1CEFD3710EBF}" dt="2025-05-16T18:31:06.193" v="621" actId="962"/>
        <pc:sldMkLst>
          <pc:docMk/>
          <pc:sldMk cId="4026311633" sldId="369"/>
        </pc:sldMkLst>
        <pc:spChg chg="mod ord">
          <ac:chgData name="Yvette Delim" userId="1eb1221e-2905-468b-b6ca-e1e332e3c4b6" providerId="ADAL" clId="{04B8744A-FDA5-49BD-95E2-1CEFD3710EBF}" dt="2025-05-16T18:29:50.520" v="610" actId="700"/>
          <ac:spMkLst>
            <pc:docMk/>
            <pc:sldMk cId="4026311633" sldId="369"/>
            <ac:spMk id="4" creationId="{E2C38D19-41AB-AB24-0A6A-07793FF8FB70}"/>
          </ac:spMkLst>
        </pc:spChg>
        <pc:spChg chg="add mod ord">
          <ac:chgData name="Yvette Delim" userId="1eb1221e-2905-468b-b6ca-e1e332e3c4b6" providerId="ADAL" clId="{04B8744A-FDA5-49BD-95E2-1CEFD3710EBF}" dt="2025-05-16T18:30:13.312" v="615"/>
          <ac:spMkLst>
            <pc:docMk/>
            <pc:sldMk cId="4026311633" sldId="369"/>
            <ac:spMk id="6" creationId="{978A2FB5-4C6A-CB53-CC1A-30B52344B922}"/>
          </ac:spMkLst>
        </pc:spChg>
        <pc:spChg chg="mod ord">
          <ac:chgData name="Yvette Delim" userId="1eb1221e-2905-468b-b6ca-e1e332e3c4b6" providerId="ADAL" clId="{04B8744A-FDA5-49BD-95E2-1CEFD3710EBF}" dt="2025-05-16T18:29:50.520" v="610" actId="700"/>
          <ac:spMkLst>
            <pc:docMk/>
            <pc:sldMk cId="4026311633" sldId="369"/>
            <ac:spMk id="8" creationId="{C5AA3172-5790-942C-88E7-DC1B9C08FC92}"/>
          </ac:spMkLst>
        </pc:spChg>
        <pc:picChg chg="add mod">
          <ac:chgData name="Yvette Delim" userId="1eb1221e-2905-468b-b6ca-e1e332e3c4b6" providerId="ADAL" clId="{04B8744A-FDA5-49BD-95E2-1CEFD3710EBF}" dt="2025-05-16T18:31:06.193" v="621" actId="962"/>
          <ac:picMkLst>
            <pc:docMk/>
            <pc:sldMk cId="4026311633" sldId="369"/>
            <ac:picMk id="10" creationId="{F0B51E68-F6FF-90DC-693C-4621C8003B39}"/>
          </ac:picMkLst>
        </pc:picChg>
      </pc:sldChg>
      <pc:sldChg chg="addSp delSp modSp add mod modClrScheme chgLayout">
        <pc:chgData name="Yvette Delim" userId="1eb1221e-2905-468b-b6ca-e1e332e3c4b6" providerId="ADAL" clId="{04B8744A-FDA5-49BD-95E2-1CEFD3710EBF}" dt="2025-05-16T18:34:22.667" v="645" actId="962"/>
        <pc:sldMkLst>
          <pc:docMk/>
          <pc:sldMk cId="2389287051" sldId="370"/>
        </pc:sldMkLst>
        <pc:spChg chg="mod ord">
          <ac:chgData name="Yvette Delim" userId="1eb1221e-2905-468b-b6ca-e1e332e3c4b6" providerId="ADAL" clId="{04B8744A-FDA5-49BD-95E2-1CEFD3710EBF}" dt="2025-05-16T18:33:44.998" v="639" actId="700"/>
          <ac:spMkLst>
            <pc:docMk/>
            <pc:sldMk cId="2389287051" sldId="370"/>
            <ac:spMk id="4" creationId="{B51E263C-CA31-D7AC-E0D9-6A7FFCF1F3D5}"/>
          </ac:spMkLst>
        </pc:spChg>
        <pc:spChg chg="add mod ord">
          <ac:chgData name="Yvette Delim" userId="1eb1221e-2905-468b-b6ca-e1e332e3c4b6" providerId="ADAL" clId="{04B8744A-FDA5-49BD-95E2-1CEFD3710EBF}" dt="2025-05-16T18:33:44.998" v="639" actId="700"/>
          <ac:spMkLst>
            <pc:docMk/>
            <pc:sldMk cId="2389287051" sldId="370"/>
            <ac:spMk id="6" creationId="{4CF0B5EA-B02C-47D1-FE7C-DD031CB28D87}"/>
          </ac:spMkLst>
        </pc:spChg>
        <pc:spChg chg="mod ord">
          <ac:chgData name="Yvette Delim" userId="1eb1221e-2905-468b-b6ca-e1e332e3c4b6" providerId="ADAL" clId="{04B8744A-FDA5-49BD-95E2-1CEFD3710EBF}" dt="2025-05-16T18:33:44.998" v="639" actId="700"/>
          <ac:spMkLst>
            <pc:docMk/>
            <pc:sldMk cId="2389287051" sldId="370"/>
            <ac:spMk id="8" creationId="{27CCDC9D-B420-B92B-AF5E-990A05FCC49A}"/>
          </ac:spMkLst>
        </pc:spChg>
        <pc:spChg chg="add mod ord">
          <ac:chgData name="Yvette Delim" userId="1eb1221e-2905-468b-b6ca-e1e332e3c4b6" providerId="ADAL" clId="{04B8744A-FDA5-49BD-95E2-1CEFD3710EBF}" dt="2025-05-16T18:33:44.998" v="639" actId="700"/>
          <ac:spMkLst>
            <pc:docMk/>
            <pc:sldMk cId="2389287051" sldId="370"/>
            <ac:spMk id="12" creationId="{D8EF2238-38E5-21D6-DBA2-D1990D086121}"/>
          </ac:spMkLst>
        </pc:spChg>
        <pc:picChg chg="add mod ord">
          <ac:chgData name="Yvette Delim" userId="1eb1221e-2905-468b-b6ca-e1e332e3c4b6" providerId="ADAL" clId="{04B8744A-FDA5-49BD-95E2-1CEFD3710EBF}" dt="2025-05-16T18:34:22.667" v="645" actId="962"/>
          <ac:picMkLst>
            <pc:docMk/>
            <pc:sldMk cId="2389287051" sldId="370"/>
            <ac:picMk id="10" creationId="{C5A4FCA1-278C-F31E-FA95-53EC43951C4C}"/>
          </ac:picMkLst>
        </pc:picChg>
      </pc:sldChg>
      <pc:sldChg chg="addSp delSp modSp add mod modClrScheme chgLayout">
        <pc:chgData name="Yvette Delim" userId="1eb1221e-2905-468b-b6ca-e1e332e3c4b6" providerId="ADAL" clId="{04B8744A-FDA5-49BD-95E2-1CEFD3710EBF}" dt="2025-05-16T18:35:59.499" v="660" actId="962"/>
        <pc:sldMkLst>
          <pc:docMk/>
          <pc:sldMk cId="4238508977" sldId="371"/>
        </pc:sldMkLst>
        <pc:spChg chg="mod ord">
          <ac:chgData name="Yvette Delim" userId="1eb1221e-2905-468b-b6ca-e1e332e3c4b6" providerId="ADAL" clId="{04B8744A-FDA5-49BD-95E2-1CEFD3710EBF}" dt="2025-05-16T18:34:56.543" v="648" actId="700"/>
          <ac:spMkLst>
            <pc:docMk/>
            <pc:sldMk cId="4238508977" sldId="371"/>
            <ac:spMk id="4" creationId="{C47EEB34-8244-4BCF-A16B-341E5D2CDE97}"/>
          </ac:spMkLst>
        </pc:spChg>
        <pc:spChg chg="add mod ord">
          <ac:chgData name="Yvette Delim" userId="1eb1221e-2905-468b-b6ca-e1e332e3c4b6" providerId="ADAL" clId="{04B8744A-FDA5-49BD-95E2-1CEFD3710EBF}" dt="2025-05-16T18:35:59.499" v="660" actId="962"/>
          <ac:spMkLst>
            <pc:docMk/>
            <pc:sldMk cId="4238508977" sldId="371"/>
            <ac:spMk id="6" creationId="{08727453-E133-E119-D3E3-75B7E0E36206}"/>
          </ac:spMkLst>
        </pc:spChg>
        <pc:spChg chg="mod ord">
          <ac:chgData name="Yvette Delim" userId="1eb1221e-2905-468b-b6ca-e1e332e3c4b6" providerId="ADAL" clId="{04B8744A-FDA5-49BD-95E2-1CEFD3710EBF}" dt="2025-05-16T18:34:56.543" v="648" actId="700"/>
          <ac:spMkLst>
            <pc:docMk/>
            <pc:sldMk cId="4238508977" sldId="371"/>
            <ac:spMk id="8" creationId="{507D0F36-AA89-7108-BF8F-3A66B97C1707}"/>
          </ac:spMkLst>
        </pc:spChg>
        <pc:picChg chg="add mod">
          <ac:chgData name="Yvette Delim" userId="1eb1221e-2905-468b-b6ca-e1e332e3c4b6" providerId="ADAL" clId="{04B8744A-FDA5-49BD-95E2-1CEFD3710EBF}" dt="2025-05-16T18:35:28.326" v="654" actId="1076"/>
          <ac:picMkLst>
            <pc:docMk/>
            <pc:sldMk cId="4238508977" sldId="371"/>
            <ac:picMk id="10" creationId="{51611AAD-18F7-06A6-19AF-94AEE2FE9EC8}"/>
          </ac:picMkLst>
        </pc:picChg>
      </pc:sldChg>
      <pc:sldChg chg="addSp delSp modSp add mod modClrScheme chgLayout">
        <pc:chgData name="Yvette Delim" userId="1eb1221e-2905-468b-b6ca-e1e332e3c4b6" providerId="ADAL" clId="{04B8744A-FDA5-49BD-95E2-1CEFD3710EBF}" dt="2025-05-16T18:37:49.596" v="676" actId="962"/>
        <pc:sldMkLst>
          <pc:docMk/>
          <pc:sldMk cId="239360773" sldId="372"/>
        </pc:sldMkLst>
        <pc:spChg chg="mod ord">
          <ac:chgData name="Yvette Delim" userId="1eb1221e-2905-468b-b6ca-e1e332e3c4b6" providerId="ADAL" clId="{04B8744A-FDA5-49BD-95E2-1CEFD3710EBF}" dt="2025-05-16T18:36:30.488" v="663" actId="700"/>
          <ac:spMkLst>
            <pc:docMk/>
            <pc:sldMk cId="239360773" sldId="372"/>
            <ac:spMk id="4" creationId="{EEA13345-4E1E-3769-CAB4-08C26C49D3CF}"/>
          </ac:spMkLst>
        </pc:spChg>
        <pc:spChg chg="add mod ord">
          <ac:chgData name="Yvette Delim" userId="1eb1221e-2905-468b-b6ca-e1e332e3c4b6" providerId="ADAL" clId="{04B8744A-FDA5-49BD-95E2-1CEFD3710EBF}" dt="2025-05-16T18:36:57.798" v="670" actId="20577"/>
          <ac:spMkLst>
            <pc:docMk/>
            <pc:sldMk cId="239360773" sldId="372"/>
            <ac:spMk id="6" creationId="{C6D7F8B0-186C-39DA-F61C-BBAB99C6A1C4}"/>
          </ac:spMkLst>
        </pc:spChg>
        <pc:spChg chg="mod ord">
          <ac:chgData name="Yvette Delim" userId="1eb1221e-2905-468b-b6ca-e1e332e3c4b6" providerId="ADAL" clId="{04B8744A-FDA5-49BD-95E2-1CEFD3710EBF}" dt="2025-05-16T18:36:30.488" v="663" actId="700"/>
          <ac:spMkLst>
            <pc:docMk/>
            <pc:sldMk cId="239360773" sldId="372"/>
            <ac:spMk id="8" creationId="{A5779A4C-1E5D-7078-834F-9A14F6502EDB}"/>
          </ac:spMkLst>
        </pc:spChg>
        <pc:picChg chg="add mod">
          <ac:chgData name="Yvette Delim" userId="1eb1221e-2905-468b-b6ca-e1e332e3c4b6" providerId="ADAL" clId="{04B8744A-FDA5-49BD-95E2-1CEFD3710EBF}" dt="2025-05-16T18:37:49.596" v="676" actId="962"/>
          <ac:picMkLst>
            <pc:docMk/>
            <pc:sldMk cId="239360773" sldId="372"/>
            <ac:picMk id="10" creationId="{4215297A-AE92-E7A7-103C-8353C758CB22}"/>
          </ac:picMkLst>
        </pc:picChg>
      </pc:sldChg>
      <pc:sldChg chg="addSp delSp modSp add mod modClrScheme chgLayout">
        <pc:chgData name="Yvette Delim" userId="1eb1221e-2905-468b-b6ca-e1e332e3c4b6" providerId="ADAL" clId="{04B8744A-FDA5-49BD-95E2-1CEFD3710EBF}" dt="2025-05-16T18:39:32.067" v="692" actId="962"/>
        <pc:sldMkLst>
          <pc:docMk/>
          <pc:sldMk cId="2079266679" sldId="373"/>
        </pc:sldMkLst>
        <pc:spChg chg="mod ord">
          <ac:chgData name="Yvette Delim" userId="1eb1221e-2905-468b-b6ca-e1e332e3c4b6" providerId="ADAL" clId="{04B8744A-FDA5-49BD-95E2-1CEFD3710EBF}" dt="2025-05-16T18:38:19.546" v="679" actId="700"/>
          <ac:spMkLst>
            <pc:docMk/>
            <pc:sldMk cId="2079266679" sldId="373"/>
            <ac:spMk id="4" creationId="{34380098-49EC-E44B-E1FB-2C0F718F31F8}"/>
          </ac:spMkLst>
        </pc:spChg>
        <pc:spChg chg="add mod ord">
          <ac:chgData name="Yvette Delim" userId="1eb1221e-2905-468b-b6ca-e1e332e3c4b6" providerId="ADAL" clId="{04B8744A-FDA5-49BD-95E2-1CEFD3710EBF}" dt="2025-05-16T18:38:33.734" v="683" actId="20577"/>
          <ac:spMkLst>
            <pc:docMk/>
            <pc:sldMk cId="2079266679" sldId="373"/>
            <ac:spMk id="6" creationId="{E3C98417-C876-5641-641C-5A63E2EFDC9F}"/>
          </ac:spMkLst>
        </pc:spChg>
        <pc:spChg chg="mod ord">
          <ac:chgData name="Yvette Delim" userId="1eb1221e-2905-468b-b6ca-e1e332e3c4b6" providerId="ADAL" clId="{04B8744A-FDA5-49BD-95E2-1CEFD3710EBF}" dt="2025-05-16T18:38:19.546" v="679" actId="700"/>
          <ac:spMkLst>
            <pc:docMk/>
            <pc:sldMk cId="2079266679" sldId="373"/>
            <ac:spMk id="8" creationId="{6FAC0844-8952-F74B-09B4-914931B93A8E}"/>
          </ac:spMkLst>
        </pc:spChg>
        <pc:picChg chg="add mod">
          <ac:chgData name="Yvette Delim" userId="1eb1221e-2905-468b-b6ca-e1e332e3c4b6" providerId="ADAL" clId="{04B8744A-FDA5-49BD-95E2-1CEFD3710EBF}" dt="2025-05-16T18:39:32.067" v="692" actId="962"/>
          <ac:picMkLst>
            <pc:docMk/>
            <pc:sldMk cId="2079266679" sldId="373"/>
            <ac:picMk id="10" creationId="{B88ABBCB-BF9F-D4AE-8B35-1118716075B4}"/>
          </ac:picMkLst>
        </pc:picChg>
      </pc:sldChg>
      <pc:sldChg chg="addSp delSp modSp add mod modClrScheme chgLayout">
        <pc:chgData name="Yvette Delim" userId="1eb1221e-2905-468b-b6ca-e1e332e3c4b6" providerId="ADAL" clId="{04B8744A-FDA5-49BD-95E2-1CEFD3710EBF}" dt="2025-05-16T18:41:27.418" v="712" actId="962"/>
        <pc:sldMkLst>
          <pc:docMk/>
          <pc:sldMk cId="1675339459" sldId="374"/>
        </pc:sldMkLst>
        <pc:spChg chg="mod ord">
          <ac:chgData name="Yvette Delim" userId="1eb1221e-2905-468b-b6ca-e1e332e3c4b6" providerId="ADAL" clId="{04B8744A-FDA5-49BD-95E2-1CEFD3710EBF}" dt="2025-05-16T18:40:19.750" v="702" actId="700"/>
          <ac:spMkLst>
            <pc:docMk/>
            <pc:sldMk cId="1675339459" sldId="374"/>
            <ac:spMk id="4" creationId="{43300485-1226-22CD-D297-14974984BBB3}"/>
          </ac:spMkLst>
        </pc:spChg>
        <pc:spChg chg="add mod ord">
          <ac:chgData name="Yvette Delim" userId="1eb1221e-2905-468b-b6ca-e1e332e3c4b6" providerId="ADAL" clId="{04B8744A-FDA5-49BD-95E2-1CEFD3710EBF}" dt="2025-05-16T18:40:19.750" v="702" actId="700"/>
          <ac:spMkLst>
            <pc:docMk/>
            <pc:sldMk cId="1675339459" sldId="374"/>
            <ac:spMk id="6" creationId="{69A18D6B-A303-73A4-29C7-BA2EBC9A593C}"/>
          </ac:spMkLst>
        </pc:spChg>
        <pc:spChg chg="mod ord">
          <ac:chgData name="Yvette Delim" userId="1eb1221e-2905-468b-b6ca-e1e332e3c4b6" providerId="ADAL" clId="{04B8744A-FDA5-49BD-95E2-1CEFD3710EBF}" dt="2025-05-16T18:40:19.750" v="702" actId="700"/>
          <ac:spMkLst>
            <pc:docMk/>
            <pc:sldMk cId="1675339459" sldId="374"/>
            <ac:spMk id="8" creationId="{20B7110C-CDC9-A18E-6064-2F4CB9383E28}"/>
          </ac:spMkLst>
        </pc:spChg>
        <pc:spChg chg="add mod ord">
          <ac:chgData name="Yvette Delim" userId="1eb1221e-2905-468b-b6ca-e1e332e3c4b6" providerId="ADAL" clId="{04B8744A-FDA5-49BD-95E2-1CEFD3710EBF}" dt="2025-05-16T18:40:19.750" v="702" actId="700"/>
          <ac:spMkLst>
            <pc:docMk/>
            <pc:sldMk cId="1675339459" sldId="374"/>
            <ac:spMk id="9" creationId="{C7472A22-AB2A-639F-16BA-95575244741A}"/>
          </ac:spMkLst>
        </pc:spChg>
        <pc:picChg chg="add mod">
          <ac:chgData name="Yvette Delim" userId="1eb1221e-2905-468b-b6ca-e1e332e3c4b6" providerId="ADAL" clId="{04B8744A-FDA5-49BD-95E2-1CEFD3710EBF}" dt="2025-05-16T18:41:27.418" v="712" actId="962"/>
          <ac:picMkLst>
            <pc:docMk/>
            <pc:sldMk cId="1675339459" sldId="374"/>
            <ac:picMk id="12" creationId="{6397F5C1-33E7-4009-3179-C623F14DEBBC}"/>
          </ac:picMkLst>
        </pc:picChg>
      </pc:sldChg>
      <pc:sldChg chg="addSp delSp modSp add mod modClrScheme chgLayout">
        <pc:chgData name="Yvette Delim" userId="1eb1221e-2905-468b-b6ca-e1e332e3c4b6" providerId="ADAL" clId="{04B8744A-FDA5-49BD-95E2-1CEFD3710EBF}" dt="2025-05-16T18:42:57.593" v="726" actId="1076"/>
        <pc:sldMkLst>
          <pc:docMk/>
          <pc:sldMk cId="2554087634" sldId="375"/>
        </pc:sldMkLst>
      </pc:sldChg>
      <pc:sldChg chg="addSp delSp modSp add mod modClrScheme chgLayout">
        <pc:chgData name="Yvette Delim" userId="1eb1221e-2905-468b-b6ca-e1e332e3c4b6" providerId="ADAL" clId="{04B8744A-FDA5-49BD-95E2-1CEFD3710EBF}" dt="2025-05-16T18:47:39.268" v="768" actId="962"/>
        <pc:sldMkLst>
          <pc:docMk/>
          <pc:sldMk cId="4238688810" sldId="376"/>
        </pc:sldMkLst>
        <pc:spChg chg="mod ord">
          <ac:chgData name="Yvette Delim" userId="1eb1221e-2905-468b-b6ca-e1e332e3c4b6" providerId="ADAL" clId="{04B8744A-FDA5-49BD-95E2-1CEFD3710EBF}" dt="2025-05-16T18:44:23.001" v="729" actId="700"/>
          <ac:spMkLst>
            <pc:docMk/>
            <pc:sldMk cId="4238688810" sldId="376"/>
            <ac:spMk id="4" creationId="{A889DF8B-D08A-B3F9-70A2-50B436232A6B}"/>
          </ac:spMkLst>
        </pc:spChg>
        <pc:spChg chg="add mod ord">
          <ac:chgData name="Yvette Delim" userId="1eb1221e-2905-468b-b6ca-e1e332e3c4b6" providerId="ADAL" clId="{04B8744A-FDA5-49BD-95E2-1CEFD3710EBF}" dt="2025-05-16T18:45:19.678" v="741" actId="20577"/>
          <ac:spMkLst>
            <pc:docMk/>
            <pc:sldMk cId="4238688810" sldId="376"/>
            <ac:spMk id="6" creationId="{ECE6255A-D4E4-AFFB-89C1-5DC3E21DEE8B}"/>
          </ac:spMkLst>
        </pc:spChg>
        <pc:spChg chg="mod ord">
          <ac:chgData name="Yvette Delim" userId="1eb1221e-2905-468b-b6ca-e1e332e3c4b6" providerId="ADAL" clId="{04B8744A-FDA5-49BD-95E2-1CEFD3710EBF}" dt="2025-05-16T18:44:23.001" v="729" actId="700"/>
          <ac:spMkLst>
            <pc:docMk/>
            <pc:sldMk cId="4238688810" sldId="376"/>
            <ac:spMk id="8" creationId="{869030AD-3655-1DDD-EB21-1C7E35394342}"/>
          </ac:spMkLst>
        </pc:spChg>
        <pc:picChg chg="add mod">
          <ac:chgData name="Yvette Delim" userId="1eb1221e-2905-468b-b6ca-e1e332e3c4b6" providerId="ADAL" clId="{04B8744A-FDA5-49BD-95E2-1CEFD3710EBF}" dt="2025-05-16T18:47:39.268" v="768" actId="962"/>
          <ac:picMkLst>
            <pc:docMk/>
            <pc:sldMk cId="4238688810" sldId="376"/>
            <ac:picMk id="10" creationId="{EB90CA1D-E514-B1AD-9451-1816767E3520}"/>
          </ac:picMkLst>
        </pc:picChg>
      </pc:sldChg>
      <pc:sldChg chg="addSp delSp modSp add mod">
        <pc:chgData name="Yvette Delim" userId="1eb1221e-2905-468b-b6ca-e1e332e3c4b6" providerId="ADAL" clId="{04B8744A-FDA5-49BD-95E2-1CEFD3710EBF}" dt="2025-05-16T18:47:55.836" v="770" actId="962"/>
        <pc:sldMkLst>
          <pc:docMk/>
          <pc:sldMk cId="2425578967" sldId="377"/>
        </pc:sldMkLst>
        <pc:picChg chg="add mod">
          <ac:chgData name="Yvette Delim" userId="1eb1221e-2905-468b-b6ca-e1e332e3c4b6" providerId="ADAL" clId="{04B8744A-FDA5-49BD-95E2-1CEFD3710EBF}" dt="2025-05-16T18:47:55.836" v="770" actId="962"/>
          <ac:picMkLst>
            <pc:docMk/>
            <pc:sldMk cId="2425578967" sldId="377"/>
            <ac:picMk id="7" creationId="{84F9258E-3480-2BDE-16E9-A5529EC7E38C}"/>
          </ac:picMkLst>
        </pc:picChg>
      </pc:sldChg>
      <pc:sldChg chg="addSp delSp modSp add mod">
        <pc:chgData name="Yvette Delim" userId="1eb1221e-2905-468b-b6ca-e1e332e3c4b6" providerId="ADAL" clId="{04B8744A-FDA5-49BD-95E2-1CEFD3710EBF}" dt="2025-05-16T18:48:13.990" v="772" actId="962"/>
        <pc:sldMkLst>
          <pc:docMk/>
          <pc:sldMk cId="849006234" sldId="378"/>
        </pc:sldMkLst>
        <pc:picChg chg="add mod">
          <ac:chgData name="Yvette Delim" userId="1eb1221e-2905-468b-b6ca-e1e332e3c4b6" providerId="ADAL" clId="{04B8744A-FDA5-49BD-95E2-1CEFD3710EBF}" dt="2025-05-16T18:48:13.990" v="772" actId="962"/>
          <ac:picMkLst>
            <pc:docMk/>
            <pc:sldMk cId="849006234" sldId="378"/>
            <ac:picMk id="7" creationId="{523924A1-BB6D-8E71-5062-F6CC882B5D35}"/>
          </ac:picMkLst>
        </pc:picChg>
      </pc:sldChg>
      <pc:sldChg chg="addSp delSp modSp add mod modClrScheme chgLayout">
        <pc:chgData name="Yvette Delim" userId="1eb1221e-2905-468b-b6ca-e1e332e3c4b6" providerId="ADAL" clId="{04B8744A-FDA5-49BD-95E2-1CEFD3710EBF}" dt="2025-05-16T18:50:48.386" v="880" actId="962"/>
        <pc:sldMkLst>
          <pc:docMk/>
          <pc:sldMk cId="534956501" sldId="379"/>
        </pc:sldMkLst>
        <pc:spChg chg="mod ord">
          <ac:chgData name="Yvette Delim" userId="1eb1221e-2905-468b-b6ca-e1e332e3c4b6" providerId="ADAL" clId="{04B8744A-FDA5-49BD-95E2-1CEFD3710EBF}" dt="2025-05-16T18:48:41.766" v="775" actId="700"/>
          <ac:spMkLst>
            <pc:docMk/>
            <pc:sldMk cId="534956501" sldId="379"/>
            <ac:spMk id="4" creationId="{0CC01430-877B-DAA5-4EC3-EA01CB58F3C2}"/>
          </ac:spMkLst>
        </pc:spChg>
        <pc:spChg chg="add mod ord">
          <ac:chgData name="Yvette Delim" userId="1eb1221e-2905-468b-b6ca-e1e332e3c4b6" providerId="ADAL" clId="{04B8744A-FDA5-49BD-95E2-1CEFD3710EBF}" dt="2025-05-16T18:48:53.337" v="779" actId="20577"/>
          <ac:spMkLst>
            <pc:docMk/>
            <pc:sldMk cId="534956501" sldId="379"/>
            <ac:spMk id="6" creationId="{076A1807-A210-17E1-4237-D47F8923BEAD}"/>
          </ac:spMkLst>
        </pc:spChg>
        <pc:spChg chg="mod ord">
          <ac:chgData name="Yvette Delim" userId="1eb1221e-2905-468b-b6ca-e1e332e3c4b6" providerId="ADAL" clId="{04B8744A-FDA5-49BD-95E2-1CEFD3710EBF}" dt="2025-05-16T18:48:41.766" v="775" actId="700"/>
          <ac:spMkLst>
            <pc:docMk/>
            <pc:sldMk cId="534956501" sldId="379"/>
            <ac:spMk id="8" creationId="{1E4135E6-5C7F-6B35-989F-575DC73BE619}"/>
          </ac:spMkLst>
        </pc:spChg>
        <pc:picChg chg="add mod">
          <ac:chgData name="Yvette Delim" userId="1eb1221e-2905-468b-b6ca-e1e332e3c4b6" providerId="ADAL" clId="{04B8744A-FDA5-49BD-95E2-1CEFD3710EBF}" dt="2025-05-16T18:50:48.386" v="880" actId="962"/>
          <ac:picMkLst>
            <pc:docMk/>
            <pc:sldMk cId="534956501" sldId="379"/>
            <ac:picMk id="10" creationId="{92011F79-6A54-4D03-2BB6-B0AFD989C9C4}"/>
          </ac:picMkLst>
        </pc:picChg>
      </pc:sldChg>
      <pc:sldChg chg="addSp delSp modSp add mod">
        <pc:chgData name="Yvette Delim" userId="1eb1221e-2905-468b-b6ca-e1e332e3c4b6" providerId="ADAL" clId="{04B8744A-FDA5-49BD-95E2-1CEFD3710EBF}" dt="2025-05-16T18:50:29.721" v="878" actId="962"/>
        <pc:sldMkLst>
          <pc:docMk/>
          <pc:sldMk cId="2085661771" sldId="380"/>
        </pc:sldMkLst>
        <pc:picChg chg="add mod">
          <ac:chgData name="Yvette Delim" userId="1eb1221e-2905-468b-b6ca-e1e332e3c4b6" providerId="ADAL" clId="{04B8744A-FDA5-49BD-95E2-1CEFD3710EBF}" dt="2025-05-16T18:50:29.721" v="878" actId="962"/>
          <ac:picMkLst>
            <pc:docMk/>
            <pc:sldMk cId="2085661771" sldId="380"/>
            <ac:picMk id="7" creationId="{52CD084C-85D2-057E-F666-A2C136A5CD16}"/>
          </ac:picMkLst>
        </pc:picChg>
      </pc:sldChg>
      <pc:sldChg chg="addSp delSp modSp add mod modClrScheme chgLayout">
        <pc:chgData name="Yvette Delim" userId="1eb1221e-2905-468b-b6ca-e1e332e3c4b6" providerId="ADAL" clId="{04B8744A-FDA5-49BD-95E2-1CEFD3710EBF}" dt="2025-05-16T18:53:32.155" v="906" actId="962"/>
        <pc:sldMkLst>
          <pc:docMk/>
          <pc:sldMk cId="1940367405" sldId="381"/>
        </pc:sldMkLst>
        <pc:spChg chg="mod ord">
          <ac:chgData name="Yvette Delim" userId="1eb1221e-2905-468b-b6ca-e1e332e3c4b6" providerId="ADAL" clId="{04B8744A-FDA5-49BD-95E2-1CEFD3710EBF}" dt="2025-05-16T18:51:22.985" v="883" actId="700"/>
          <ac:spMkLst>
            <pc:docMk/>
            <pc:sldMk cId="1940367405" sldId="381"/>
            <ac:spMk id="4" creationId="{0E242928-6FF9-DDCA-3174-68C3C05AFBAE}"/>
          </ac:spMkLst>
        </pc:spChg>
        <pc:spChg chg="add mod ord">
          <ac:chgData name="Yvette Delim" userId="1eb1221e-2905-468b-b6ca-e1e332e3c4b6" providerId="ADAL" clId="{04B8744A-FDA5-49BD-95E2-1CEFD3710EBF}" dt="2025-05-16T18:51:34.237" v="887" actId="20577"/>
          <ac:spMkLst>
            <pc:docMk/>
            <pc:sldMk cId="1940367405" sldId="381"/>
            <ac:spMk id="6" creationId="{DDCDAACF-B3DA-5678-3F18-D04F417429B9}"/>
          </ac:spMkLst>
        </pc:spChg>
        <pc:spChg chg="mod ord">
          <ac:chgData name="Yvette Delim" userId="1eb1221e-2905-468b-b6ca-e1e332e3c4b6" providerId="ADAL" clId="{04B8744A-FDA5-49BD-95E2-1CEFD3710EBF}" dt="2025-05-16T18:51:22.985" v="883" actId="700"/>
          <ac:spMkLst>
            <pc:docMk/>
            <pc:sldMk cId="1940367405" sldId="381"/>
            <ac:spMk id="8" creationId="{C9995979-B860-6067-A33C-0313D99D6B50}"/>
          </ac:spMkLst>
        </pc:spChg>
        <pc:picChg chg="add mod">
          <ac:chgData name="Yvette Delim" userId="1eb1221e-2905-468b-b6ca-e1e332e3c4b6" providerId="ADAL" clId="{04B8744A-FDA5-49BD-95E2-1CEFD3710EBF}" dt="2025-05-16T18:53:32.155" v="906" actId="962"/>
          <ac:picMkLst>
            <pc:docMk/>
            <pc:sldMk cId="1940367405" sldId="381"/>
            <ac:picMk id="10" creationId="{246F3764-69A6-28C2-A830-139ECABF849D}"/>
          </ac:picMkLst>
        </pc:picChg>
      </pc:sldChg>
      <pc:sldChg chg="addSp delSp modSp add mod">
        <pc:chgData name="Yvette Delim" userId="1eb1221e-2905-468b-b6ca-e1e332e3c4b6" providerId="ADAL" clId="{04B8744A-FDA5-49BD-95E2-1CEFD3710EBF}" dt="2025-05-16T18:53:53.868" v="908" actId="962"/>
        <pc:sldMkLst>
          <pc:docMk/>
          <pc:sldMk cId="1010862726" sldId="382"/>
        </pc:sldMkLst>
        <pc:picChg chg="add mod">
          <ac:chgData name="Yvette Delim" userId="1eb1221e-2905-468b-b6ca-e1e332e3c4b6" providerId="ADAL" clId="{04B8744A-FDA5-49BD-95E2-1CEFD3710EBF}" dt="2025-05-16T18:53:53.868" v="908" actId="962"/>
          <ac:picMkLst>
            <pc:docMk/>
            <pc:sldMk cId="1010862726" sldId="382"/>
            <ac:picMk id="3" creationId="{ADE83CF9-7149-675D-424F-C6BE98DB769D}"/>
          </ac:picMkLst>
        </pc:picChg>
      </pc:sldChg>
      <pc:sldChg chg="addSp delSp modSp add mod modClrScheme chgLayout">
        <pc:chgData name="Yvette Delim" userId="1eb1221e-2905-468b-b6ca-e1e332e3c4b6" providerId="ADAL" clId="{04B8744A-FDA5-49BD-95E2-1CEFD3710EBF}" dt="2025-05-16T18:55:32.668" v="928" actId="962"/>
        <pc:sldMkLst>
          <pc:docMk/>
          <pc:sldMk cId="2288633639" sldId="383"/>
        </pc:sldMkLst>
        <pc:spChg chg="mod ord">
          <ac:chgData name="Yvette Delim" userId="1eb1221e-2905-468b-b6ca-e1e332e3c4b6" providerId="ADAL" clId="{04B8744A-FDA5-49BD-95E2-1CEFD3710EBF}" dt="2025-05-16T18:54:23.073" v="911" actId="700"/>
          <ac:spMkLst>
            <pc:docMk/>
            <pc:sldMk cId="2288633639" sldId="383"/>
            <ac:spMk id="4" creationId="{4ACD4BD4-FAD4-D76E-A9D2-498759417862}"/>
          </ac:spMkLst>
        </pc:spChg>
        <pc:spChg chg="add mod ord">
          <ac:chgData name="Yvette Delim" userId="1eb1221e-2905-468b-b6ca-e1e332e3c4b6" providerId="ADAL" clId="{04B8744A-FDA5-49BD-95E2-1CEFD3710EBF}" dt="2025-05-16T18:54:34.118" v="915" actId="20577"/>
          <ac:spMkLst>
            <pc:docMk/>
            <pc:sldMk cId="2288633639" sldId="383"/>
            <ac:spMk id="6" creationId="{7C2FF718-987C-52F4-C039-3D5A9609F905}"/>
          </ac:spMkLst>
        </pc:spChg>
        <pc:spChg chg="mod ord">
          <ac:chgData name="Yvette Delim" userId="1eb1221e-2905-468b-b6ca-e1e332e3c4b6" providerId="ADAL" clId="{04B8744A-FDA5-49BD-95E2-1CEFD3710EBF}" dt="2025-05-16T18:54:23.073" v="911" actId="700"/>
          <ac:spMkLst>
            <pc:docMk/>
            <pc:sldMk cId="2288633639" sldId="383"/>
            <ac:spMk id="8" creationId="{ED24A365-4283-5A3E-005A-CE4F6F6DE090}"/>
          </ac:spMkLst>
        </pc:spChg>
        <pc:picChg chg="add mod">
          <ac:chgData name="Yvette Delim" userId="1eb1221e-2905-468b-b6ca-e1e332e3c4b6" providerId="ADAL" clId="{04B8744A-FDA5-49BD-95E2-1CEFD3710EBF}" dt="2025-05-16T18:55:32.668" v="928" actId="962"/>
          <ac:picMkLst>
            <pc:docMk/>
            <pc:sldMk cId="2288633639" sldId="383"/>
            <ac:picMk id="10" creationId="{3BE3861E-9FAC-BE3D-1BE7-65A495924AC9}"/>
          </ac:picMkLst>
        </pc:picChg>
      </pc:sldChg>
      <pc:sldChg chg="addSp delSp modSp add mod modClrScheme chgLayout">
        <pc:chgData name="Yvette Delim" userId="1eb1221e-2905-468b-b6ca-e1e332e3c4b6" providerId="ADAL" clId="{04B8744A-FDA5-49BD-95E2-1CEFD3710EBF}" dt="2025-05-16T18:57:43.404" v="943" actId="962"/>
        <pc:sldMkLst>
          <pc:docMk/>
          <pc:sldMk cId="1004304281" sldId="384"/>
        </pc:sldMkLst>
        <pc:spChg chg="mod ord">
          <ac:chgData name="Yvette Delim" userId="1eb1221e-2905-468b-b6ca-e1e332e3c4b6" providerId="ADAL" clId="{04B8744A-FDA5-49BD-95E2-1CEFD3710EBF}" dt="2025-05-16T18:56:31.101" v="931" actId="700"/>
          <ac:spMkLst>
            <pc:docMk/>
            <pc:sldMk cId="1004304281" sldId="384"/>
            <ac:spMk id="4" creationId="{F6EA46F8-8129-476B-F46B-A82380F8BD00}"/>
          </ac:spMkLst>
        </pc:spChg>
        <pc:spChg chg="add mod ord">
          <ac:chgData name="Yvette Delim" userId="1eb1221e-2905-468b-b6ca-e1e332e3c4b6" providerId="ADAL" clId="{04B8744A-FDA5-49BD-95E2-1CEFD3710EBF}" dt="2025-05-16T18:56:43.411" v="934" actId="20577"/>
          <ac:spMkLst>
            <pc:docMk/>
            <pc:sldMk cId="1004304281" sldId="384"/>
            <ac:spMk id="6" creationId="{B928F9EA-356A-A8AF-7DD7-FC99CF2BF41C}"/>
          </ac:spMkLst>
        </pc:spChg>
        <pc:spChg chg="mod ord">
          <ac:chgData name="Yvette Delim" userId="1eb1221e-2905-468b-b6ca-e1e332e3c4b6" providerId="ADAL" clId="{04B8744A-FDA5-49BD-95E2-1CEFD3710EBF}" dt="2025-05-16T18:56:31.101" v="931" actId="700"/>
          <ac:spMkLst>
            <pc:docMk/>
            <pc:sldMk cId="1004304281" sldId="384"/>
            <ac:spMk id="8" creationId="{9B53F9EE-82E0-961E-D3C9-A926872FFB4C}"/>
          </ac:spMkLst>
        </pc:spChg>
        <pc:picChg chg="add mod">
          <ac:chgData name="Yvette Delim" userId="1eb1221e-2905-468b-b6ca-e1e332e3c4b6" providerId="ADAL" clId="{04B8744A-FDA5-49BD-95E2-1CEFD3710EBF}" dt="2025-05-16T18:57:43.404" v="943" actId="962"/>
          <ac:picMkLst>
            <pc:docMk/>
            <pc:sldMk cId="1004304281" sldId="384"/>
            <ac:picMk id="10" creationId="{AB091515-E3A5-F258-3824-F9B523D96CB3}"/>
          </ac:picMkLst>
        </pc:picChg>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Jules Mancini" userId="S::jmancini@comptia.global::4ef8f4fd-9280-4856-883a-0ebf05603c1f" providerId="AD" clId="Web-{7FBFC6AD-3E87-54FD-AF55-0A4EF18608FF}"/>
    <pc:docChg chg="modSld sldOrd">
      <pc:chgData name="Jules Mancini" userId="S::jmancini@comptia.global::4ef8f4fd-9280-4856-883a-0ebf05603c1f" providerId="AD" clId="Web-{7FBFC6AD-3E87-54FD-AF55-0A4EF18608FF}" dt="2025-06-09T22:51:30.644" v="398" actId="20577"/>
      <pc:docMkLst>
        <pc:docMk/>
      </pc:docMkLst>
      <pc:sldChg chg="modSp">
        <pc:chgData name="Jules Mancini" userId="S::jmancini@comptia.global::4ef8f4fd-9280-4856-883a-0ebf05603c1f" providerId="AD" clId="Web-{7FBFC6AD-3E87-54FD-AF55-0A4EF18608FF}" dt="2025-06-09T22:06:16.363" v="3" actId="20577"/>
        <pc:sldMkLst>
          <pc:docMk/>
          <pc:sldMk cId="2615260713" sldId="297"/>
        </pc:sldMkLst>
        <pc:spChg chg="mod">
          <ac:chgData name="Jules Mancini" userId="S::jmancini@comptia.global::4ef8f4fd-9280-4856-883a-0ebf05603c1f" providerId="AD" clId="Web-{7FBFC6AD-3E87-54FD-AF55-0A4EF18608FF}" dt="2025-06-09T22:06:16.363" v="3" actId="20577"/>
          <ac:spMkLst>
            <pc:docMk/>
            <pc:sldMk cId="2615260713" sldId="297"/>
            <ac:spMk id="3" creationId="{E02E4B53-B7C6-1D08-F07F-C168A65984CB}"/>
          </ac:spMkLst>
        </pc:spChg>
      </pc:sldChg>
      <pc:sldChg chg="modSp modNotes">
        <pc:chgData name="Jules Mancini" userId="S::jmancini@comptia.global::4ef8f4fd-9280-4856-883a-0ebf05603c1f" providerId="AD" clId="Web-{7FBFC6AD-3E87-54FD-AF55-0A4EF18608FF}" dt="2025-06-09T22:08:03.980" v="50"/>
        <pc:sldMkLst>
          <pc:docMk/>
          <pc:sldMk cId="151209867" sldId="303"/>
        </pc:sldMkLst>
        <pc:spChg chg="mod">
          <ac:chgData name="Jules Mancini" userId="S::jmancini@comptia.global::4ef8f4fd-9280-4856-883a-0ebf05603c1f" providerId="AD" clId="Web-{7FBFC6AD-3E87-54FD-AF55-0A4EF18608FF}" dt="2025-06-09T22:06:59.210" v="7" actId="20577"/>
          <ac:spMkLst>
            <pc:docMk/>
            <pc:sldMk cId="151209867" sldId="303"/>
            <ac:spMk id="8" creationId="{501CE3C2-0593-BD93-7B6A-6053F7A7BD26}"/>
          </ac:spMkLst>
        </pc:spChg>
      </pc:sldChg>
      <pc:sldChg chg="modSp">
        <pc:chgData name="Jules Mancini" userId="S::jmancini@comptia.global::4ef8f4fd-9280-4856-883a-0ebf05603c1f" providerId="AD" clId="Web-{7FBFC6AD-3E87-54FD-AF55-0A4EF18608FF}" dt="2025-06-09T22:12:12.077" v="102" actId="20577"/>
        <pc:sldMkLst>
          <pc:docMk/>
          <pc:sldMk cId="1878458843" sldId="309"/>
        </pc:sldMkLst>
        <pc:spChg chg="mod">
          <ac:chgData name="Jules Mancini" userId="S::jmancini@comptia.global::4ef8f4fd-9280-4856-883a-0ebf05603c1f" providerId="AD" clId="Web-{7FBFC6AD-3E87-54FD-AF55-0A4EF18608FF}" dt="2025-06-09T22:12:12.077" v="102" actId="20577"/>
          <ac:spMkLst>
            <pc:docMk/>
            <pc:sldMk cId="1878458843" sldId="309"/>
            <ac:spMk id="2" creationId="{CC05FF38-6BD6-38E2-A21F-D565CE8948E1}"/>
          </ac:spMkLst>
        </pc:spChg>
      </pc:sldChg>
      <pc:sldChg chg="ord">
        <pc:chgData name="Jules Mancini" userId="S::jmancini@comptia.global::4ef8f4fd-9280-4856-883a-0ebf05603c1f" providerId="AD" clId="Web-{7FBFC6AD-3E87-54FD-AF55-0A4EF18608FF}" dt="2025-06-09T22:10:49.867" v="63"/>
        <pc:sldMkLst>
          <pc:docMk/>
          <pc:sldMk cId="1169523784" sldId="310"/>
        </pc:sldMkLst>
      </pc:sldChg>
      <pc:sldChg chg="modSp">
        <pc:chgData name="Jules Mancini" userId="S::jmancini@comptia.global::4ef8f4fd-9280-4856-883a-0ebf05603c1f" providerId="AD" clId="Web-{7FBFC6AD-3E87-54FD-AF55-0A4EF18608FF}" dt="2025-06-09T22:26:04.248" v="139" actId="20577"/>
        <pc:sldMkLst>
          <pc:docMk/>
          <pc:sldMk cId="858849625" sldId="314"/>
        </pc:sldMkLst>
        <pc:spChg chg="mod">
          <ac:chgData name="Jules Mancini" userId="S::jmancini@comptia.global::4ef8f4fd-9280-4856-883a-0ebf05603c1f" providerId="AD" clId="Web-{7FBFC6AD-3E87-54FD-AF55-0A4EF18608FF}" dt="2025-06-09T22:26:04.248" v="139" actId="20577"/>
          <ac:spMkLst>
            <pc:docMk/>
            <pc:sldMk cId="858849625" sldId="314"/>
            <ac:spMk id="8" creationId="{378DAB14-8D8C-488B-6803-E49BF5549646}"/>
          </ac:spMkLst>
        </pc:spChg>
      </pc:sldChg>
      <pc:sldChg chg="modSp ord">
        <pc:chgData name="Jules Mancini" userId="S::jmancini@comptia.global::4ef8f4fd-9280-4856-883a-0ebf05603c1f" providerId="AD" clId="Web-{7FBFC6AD-3E87-54FD-AF55-0A4EF18608FF}" dt="2025-06-09T22:35:15.680" v="253" actId="20577"/>
        <pc:sldMkLst>
          <pc:docMk/>
          <pc:sldMk cId="3542852746" sldId="315"/>
        </pc:sldMkLst>
        <pc:spChg chg="mod">
          <ac:chgData name="Jules Mancini" userId="S::jmancini@comptia.global::4ef8f4fd-9280-4856-883a-0ebf05603c1f" providerId="AD" clId="Web-{7FBFC6AD-3E87-54FD-AF55-0A4EF18608FF}" dt="2025-06-09T22:35:15.680" v="253" actId="20577"/>
          <ac:spMkLst>
            <pc:docMk/>
            <pc:sldMk cId="3542852746" sldId="315"/>
            <ac:spMk id="3" creationId="{354583FC-57BA-3F2B-0B07-32EE46A23730}"/>
          </ac:spMkLst>
        </pc:spChg>
      </pc:sldChg>
      <pc:sldChg chg="modSp ord">
        <pc:chgData name="Jules Mancini" userId="S::jmancini@comptia.global::4ef8f4fd-9280-4856-883a-0ebf05603c1f" providerId="AD" clId="Web-{7FBFC6AD-3E87-54FD-AF55-0A4EF18608FF}" dt="2025-06-09T22:35:41.698" v="274" actId="20577"/>
        <pc:sldMkLst>
          <pc:docMk/>
          <pc:sldMk cId="2593803345" sldId="319"/>
        </pc:sldMkLst>
        <pc:spChg chg="mod">
          <ac:chgData name="Jules Mancini" userId="S::jmancini@comptia.global::4ef8f4fd-9280-4856-883a-0ebf05603c1f" providerId="AD" clId="Web-{7FBFC6AD-3E87-54FD-AF55-0A4EF18608FF}" dt="2025-06-09T22:35:41.698" v="274" actId="20577"/>
          <ac:spMkLst>
            <pc:docMk/>
            <pc:sldMk cId="2593803345" sldId="319"/>
            <ac:spMk id="3" creationId="{647AEB03-9430-4BDF-E987-BEE340E3CD01}"/>
          </ac:spMkLst>
        </pc:spChg>
      </pc:sldChg>
      <pc:sldChg chg="modSp">
        <pc:chgData name="Jules Mancini" userId="S::jmancini@comptia.global::4ef8f4fd-9280-4856-883a-0ebf05603c1f" providerId="AD" clId="Web-{7FBFC6AD-3E87-54FD-AF55-0A4EF18608FF}" dt="2025-06-09T22:37:37.425" v="282" actId="20577"/>
        <pc:sldMkLst>
          <pc:docMk/>
          <pc:sldMk cId="2164590967" sldId="322"/>
        </pc:sldMkLst>
        <pc:spChg chg="mod">
          <ac:chgData name="Jules Mancini" userId="S::jmancini@comptia.global::4ef8f4fd-9280-4856-883a-0ebf05603c1f" providerId="AD" clId="Web-{7FBFC6AD-3E87-54FD-AF55-0A4EF18608FF}" dt="2025-06-09T22:37:37.425" v="282" actId="20577"/>
          <ac:spMkLst>
            <pc:docMk/>
            <pc:sldMk cId="2164590967" sldId="322"/>
            <ac:spMk id="2" creationId="{C84CA516-ACAD-B111-0412-38FCC8E3ED8B}"/>
          </ac:spMkLst>
        </pc:spChg>
        <pc:spChg chg="mod">
          <ac:chgData name="Jules Mancini" userId="S::jmancini@comptia.global::4ef8f4fd-9280-4856-883a-0ebf05603c1f" providerId="AD" clId="Web-{7FBFC6AD-3E87-54FD-AF55-0A4EF18608FF}" dt="2025-06-09T22:37:35.269" v="276" actId="20577"/>
          <ac:spMkLst>
            <pc:docMk/>
            <pc:sldMk cId="2164590967" sldId="322"/>
            <ac:spMk id="3" creationId="{8756654D-D321-AE78-BB88-E4ABDA31BFE1}"/>
          </ac:spMkLst>
        </pc:spChg>
      </pc:sldChg>
      <pc:sldChg chg="modSp">
        <pc:chgData name="Jules Mancini" userId="S::jmancini@comptia.global::4ef8f4fd-9280-4856-883a-0ebf05603c1f" providerId="AD" clId="Web-{7FBFC6AD-3E87-54FD-AF55-0A4EF18608FF}" dt="2025-06-09T22:51:30.644" v="398" actId="20577"/>
        <pc:sldMkLst>
          <pc:docMk/>
          <pc:sldMk cId="3603812076" sldId="323"/>
        </pc:sldMkLst>
        <pc:spChg chg="mod">
          <ac:chgData name="Jules Mancini" userId="S::jmancini@comptia.global::4ef8f4fd-9280-4856-883a-0ebf05603c1f" providerId="AD" clId="Web-{7FBFC6AD-3E87-54FD-AF55-0A4EF18608FF}" dt="2025-06-09T22:51:30.644" v="398" actId="20577"/>
          <ac:spMkLst>
            <pc:docMk/>
            <pc:sldMk cId="3603812076" sldId="323"/>
            <ac:spMk id="2" creationId="{1B1F2068-80E8-D908-B01E-F207A7E30041}"/>
          </ac:spMkLst>
        </pc:spChg>
      </pc:sldChg>
      <pc:sldChg chg="ord">
        <pc:chgData name="Jules Mancini" userId="S::jmancini@comptia.global::4ef8f4fd-9280-4856-883a-0ebf05603c1f" providerId="AD" clId="Web-{7FBFC6AD-3E87-54FD-AF55-0A4EF18608FF}" dt="2025-06-09T22:49:52.793" v="381"/>
        <pc:sldMkLst>
          <pc:docMk/>
          <pc:sldMk cId="1291541982" sldId="324"/>
        </pc:sldMkLst>
      </pc:sldChg>
      <pc:sldChg chg="modSp modNotes">
        <pc:chgData name="Jules Mancini" userId="S::jmancini@comptia.global::4ef8f4fd-9280-4856-883a-0ebf05603c1f" providerId="AD" clId="Web-{7FBFC6AD-3E87-54FD-AF55-0A4EF18608FF}" dt="2025-06-09T22:09:22.689" v="56"/>
        <pc:sldMkLst>
          <pc:docMk/>
          <pc:sldMk cId="3874260824" sldId="325"/>
        </pc:sldMkLst>
        <pc:spChg chg="mod">
          <ac:chgData name="Jules Mancini" userId="S::jmancini@comptia.global::4ef8f4fd-9280-4856-883a-0ebf05603c1f" providerId="AD" clId="Web-{7FBFC6AD-3E87-54FD-AF55-0A4EF18608FF}" dt="2025-06-09T22:09:08.360" v="53" actId="20577"/>
          <ac:spMkLst>
            <pc:docMk/>
            <pc:sldMk cId="3874260824" sldId="325"/>
            <ac:spMk id="3" creationId="{3229DD7E-2804-98EB-95D5-25228CEBF0A2}"/>
          </ac:spMkLst>
        </pc:spChg>
        <pc:spChg chg="mod">
          <ac:chgData name="Jules Mancini" userId="S::jmancini@comptia.global::4ef8f4fd-9280-4856-883a-0ebf05603c1f" providerId="AD" clId="Web-{7FBFC6AD-3E87-54FD-AF55-0A4EF18608FF}" dt="2025-06-09T22:06:51.850" v="4" actId="20577"/>
          <ac:spMkLst>
            <pc:docMk/>
            <pc:sldMk cId="3874260824" sldId="325"/>
            <ac:spMk id="8" creationId="{FB2B2103-7266-5E62-2EF6-3EA76F82441D}"/>
          </ac:spMkLst>
        </pc:spChg>
      </pc:sldChg>
      <pc:sldChg chg="modSp">
        <pc:chgData name="Jules Mancini" userId="S::jmancini@comptia.global::4ef8f4fd-9280-4856-883a-0ebf05603c1f" providerId="AD" clId="Web-{7FBFC6AD-3E87-54FD-AF55-0A4EF18608FF}" dt="2025-06-09T22:10:17.271" v="61" actId="20577"/>
        <pc:sldMkLst>
          <pc:docMk/>
          <pc:sldMk cId="452446945" sldId="327"/>
        </pc:sldMkLst>
        <pc:spChg chg="mod">
          <ac:chgData name="Jules Mancini" userId="S::jmancini@comptia.global::4ef8f4fd-9280-4856-883a-0ebf05603c1f" providerId="AD" clId="Web-{7FBFC6AD-3E87-54FD-AF55-0A4EF18608FF}" dt="2025-06-09T22:10:17.271" v="61" actId="20577"/>
          <ac:spMkLst>
            <pc:docMk/>
            <pc:sldMk cId="452446945" sldId="327"/>
            <ac:spMk id="8" creationId="{B790FFDD-8BFA-BD98-CCB7-728E006DBBED}"/>
          </ac:spMkLst>
        </pc:spChg>
      </pc:sldChg>
      <pc:sldChg chg="modSp">
        <pc:chgData name="Jules Mancini" userId="S::jmancini@comptia.global::4ef8f4fd-9280-4856-883a-0ebf05603c1f" providerId="AD" clId="Web-{7FBFC6AD-3E87-54FD-AF55-0A4EF18608FF}" dt="2025-06-09T22:15:53.562" v="113" actId="20577"/>
        <pc:sldMkLst>
          <pc:docMk/>
          <pc:sldMk cId="2676958820" sldId="329"/>
        </pc:sldMkLst>
        <pc:spChg chg="mod">
          <ac:chgData name="Jules Mancini" userId="S::jmancini@comptia.global::4ef8f4fd-9280-4856-883a-0ebf05603c1f" providerId="AD" clId="Web-{7FBFC6AD-3E87-54FD-AF55-0A4EF18608FF}" dt="2025-06-09T22:15:53.562" v="113" actId="20577"/>
          <ac:spMkLst>
            <pc:docMk/>
            <pc:sldMk cId="2676958820" sldId="329"/>
            <ac:spMk id="9" creationId="{9FA014C2-A97A-2166-CC8A-E614888F5968}"/>
          </ac:spMkLst>
        </pc:spChg>
      </pc:sldChg>
      <pc:sldChg chg="modSp">
        <pc:chgData name="Jules Mancini" userId="S::jmancini@comptia.global::4ef8f4fd-9280-4856-883a-0ebf05603c1f" providerId="AD" clId="Web-{7FBFC6AD-3E87-54FD-AF55-0A4EF18608FF}" dt="2025-06-09T22:16:22.752" v="116" actId="20577"/>
        <pc:sldMkLst>
          <pc:docMk/>
          <pc:sldMk cId="628703779" sldId="330"/>
        </pc:sldMkLst>
        <pc:spChg chg="mod">
          <ac:chgData name="Jules Mancini" userId="S::jmancini@comptia.global::4ef8f4fd-9280-4856-883a-0ebf05603c1f" providerId="AD" clId="Web-{7FBFC6AD-3E87-54FD-AF55-0A4EF18608FF}" dt="2025-06-09T22:16:22.752" v="116" actId="20577"/>
          <ac:spMkLst>
            <pc:docMk/>
            <pc:sldMk cId="628703779" sldId="330"/>
            <ac:spMk id="3" creationId="{EB1F8247-963A-4B7A-32C9-ED8F66C07345}"/>
          </ac:spMkLst>
        </pc:spChg>
        <pc:spChg chg="mod">
          <ac:chgData name="Jules Mancini" userId="S::jmancini@comptia.global::4ef8f4fd-9280-4856-883a-0ebf05603c1f" providerId="AD" clId="Web-{7FBFC6AD-3E87-54FD-AF55-0A4EF18608FF}" dt="2025-06-09T22:15:58.641" v="114" actId="20577"/>
          <ac:spMkLst>
            <pc:docMk/>
            <pc:sldMk cId="628703779" sldId="330"/>
            <ac:spMk id="8" creationId="{56ADBB8C-6C55-E605-2D25-46333E86FB51}"/>
          </ac:spMkLst>
        </pc:spChg>
      </pc:sldChg>
      <pc:sldChg chg="modSp modNotes">
        <pc:chgData name="Jules Mancini" userId="S::jmancini@comptia.global::4ef8f4fd-9280-4856-883a-0ebf05603c1f" providerId="AD" clId="Web-{7FBFC6AD-3E87-54FD-AF55-0A4EF18608FF}" dt="2025-06-09T22:23:01.532" v="126" actId="20577"/>
        <pc:sldMkLst>
          <pc:docMk/>
          <pc:sldMk cId="752254780" sldId="332"/>
        </pc:sldMkLst>
        <pc:spChg chg="mod">
          <ac:chgData name="Jules Mancini" userId="S::jmancini@comptia.global::4ef8f4fd-9280-4856-883a-0ebf05603c1f" providerId="AD" clId="Web-{7FBFC6AD-3E87-54FD-AF55-0A4EF18608FF}" dt="2025-06-09T22:22:03.746" v="120" actId="20577"/>
          <ac:spMkLst>
            <pc:docMk/>
            <pc:sldMk cId="752254780" sldId="332"/>
            <ac:spMk id="2" creationId="{5DEC8D2C-0953-8AAD-440A-8419C29F3AE5}"/>
          </ac:spMkLst>
        </pc:spChg>
        <pc:spChg chg="mod">
          <ac:chgData name="Jules Mancini" userId="S::jmancini@comptia.global::4ef8f4fd-9280-4856-883a-0ebf05603c1f" providerId="AD" clId="Web-{7FBFC6AD-3E87-54FD-AF55-0A4EF18608FF}" dt="2025-06-09T22:23:01.532" v="126" actId="20577"/>
          <ac:spMkLst>
            <pc:docMk/>
            <pc:sldMk cId="752254780" sldId="332"/>
            <ac:spMk id="8" creationId="{55137D93-246C-F51E-DA12-9F10484B3F4D}"/>
          </ac:spMkLst>
        </pc:spChg>
      </pc:sldChg>
      <pc:sldChg chg="modSp">
        <pc:chgData name="Jules Mancini" userId="S::jmancini@comptia.global::4ef8f4fd-9280-4856-883a-0ebf05603c1f" providerId="AD" clId="Web-{7FBFC6AD-3E87-54FD-AF55-0A4EF18608FF}" dt="2025-06-09T22:23:35.237" v="128" actId="20577"/>
        <pc:sldMkLst>
          <pc:docMk/>
          <pc:sldMk cId="3185570035" sldId="333"/>
        </pc:sldMkLst>
        <pc:spChg chg="mod">
          <ac:chgData name="Jules Mancini" userId="S::jmancini@comptia.global::4ef8f4fd-9280-4856-883a-0ebf05603c1f" providerId="AD" clId="Web-{7FBFC6AD-3E87-54FD-AF55-0A4EF18608FF}" dt="2025-06-09T22:23:35.237" v="128" actId="20577"/>
          <ac:spMkLst>
            <pc:docMk/>
            <pc:sldMk cId="3185570035" sldId="333"/>
            <ac:spMk id="3" creationId="{CF9A2C1D-2B9D-03AE-DAA0-CCB2E0875EDE}"/>
          </ac:spMkLst>
        </pc:spChg>
      </pc:sldChg>
      <pc:sldChg chg="modSp">
        <pc:chgData name="Jules Mancini" userId="S::jmancini@comptia.global::4ef8f4fd-9280-4856-883a-0ebf05603c1f" providerId="AD" clId="Web-{7FBFC6AD-3E87-54FD-AF55-0A4EF18608FF}" dt="2025-06-09T22:23:48.410" v="132" actId="20577"/>
        <pc:sldMkLst>
          <pc:docMk/>
          <pc:sldMk cId="474499640" sldId="334"/>
        </pc:sldMkLst>
        <pc:spChg chg="mod">
          <ac:chgData name="Jules Mancini" userId="S::jmancini@comptia.global::4ef8f4fd-9280-4856-883a-0ebf05603c1f" providerId="AD" clId="Web-{7FBFC6AD-3E87-54FD-AF55-0A4EF18608FF}" dt="2025-06-09T22:23:48.410" v="132" actId="20577"/>
          <ac:spMkLst>
            <pc:docMk/>
            <pc:sldMk cId="474499640" sldId="334"/>
            <ac:spMk id="8" creationId="{D1159AB3-5936-605E-EBA8-413D9AEC9B6B}"/>
          </ac:spMkLst>
        </pc:spChg>
      </pc:sldChg>
      <pc:sldChg chg="modSp">
        <pc:chgData name="Jules Mancini" userId="S::jmancini@comptia.global::4ef8f4fd-9280-4856-883a-0ebf05603c1f" providerId="AD" clId="Web-{7FBFC6AD-3E87-54FD-AF55-0A4EF18608FF}" dt="2025-06-09T22:24:49.571" v="137" actId="20577"/>
        <pc:sldMkLst>
          <pc:docMk/>
          <pc:sldMk cId="3525714042" sldId="335"/>
        </pc:sldMkLst>
        <pc:spChg chg="mod">
          <ac:chgData name="Jules Mancini" userId="S::jmancini@comptia.global::4ef8f4fd-9280-4856-883a-0ebf05603c1f" providerId="AD" clId="Web-{7FBFC6AD-3E87-54FD-AF55-0A4EF18608FF}" dt="2025-06-09T22:24:49.571" v="137" actId="20577"/>
          <ac:spMkLst>
            <pc:docMk/>
            <pc:sldMk cId="3525714042" sldId="335"/>
            <ac:spMk id="3" creationId="{E828F1D3-1DAF-12B6-B902-C6B9F792CB8B}"/>
          </ac:spMkLst>
        </pc:spChg>
      </pc:sldChg>
      <pc:sldChg chg="modSp">
        <pc:chgData name="Jules Mancini" userId="S::jmancini@comptia.global::4ef8f4fd-9280-4856-883a-0ebf05603c1f" providerId="AD" clId="Web-{7FBFC6AD-3E87-54FD-AF55-0A4EF18608FF}" dt="2025-06-09T22:28:25.103" v="147" actId="20577"/>
        <pc:sldMkLst>
          <pc:docMk/>
          <pc:sldMk cId="1658945533" sldId="337"/>
        </pc:sldMkLst>
        <pc:spChg chg="mod">
          <ac:chgData name="Jules Mancini" userId="S::jmancini@comptia.global::4ef8f4fd-9280-4856-883a-0ebf05603c1f" providerId="AD" clId="Web-{7FBFC6AD-3E87-54FD-AF55-0A4EF18608FF}" dt="2025-06-09T22:28:25.103" v="147" actId="20577"/>
          <ac:spMkLst>
            <pc:docMk/>
            <pc:sldMk cId="1658945533" sldId="337"/>
            <ac:spMk id="3" creationId="{8AC6CBA2-093E-B0ED-3CD7-05F53E3C2D8D}"/>
          </ac:spMkLst>
        </pc:spChg>
        <pc:spChg chg="mod">
          <ac:chgData name="Jules Mancini" userId="S::jmancini@comptia.global::4ef8f4fd-9280-4856-883a-0ebf05603c1f" providerId="AD" clId="Web-{7FBFC6AD-3E87-54FD-AF55-0A4EF18608FF}" dt="2025-06-09T22:27:36.255" v="141" actId="20577"/>
          <ac:spMkLst>
            <pc:docMk/>
            <pc:sldMk cId="1658945533" sldId="337"/>
            <ac:spMk id="8" creationId="{21FA35F6-13FE-EFA9-FC01-53C9686BE292}"/>
          </ac:spMkLst>
        </pc:spChg>
      </pc:sldChg>
      <pc:sldChg chg="modSp modNotes">
        <pc:chgData name="Jules Mancini" userId="S::jmancini@comptia.global::4ef8f4fd-9280-4856-883a-0ebf05603c1f" providerId="AD" clId="Web-{7FBFC6AD-3E87-54FD-AF55-0A4EF18608FF}" dt="2025-06-09T22:29:47.421" v="167"/>
        <pc:sldMkLst>
          <pc:docMk/>
          <pc:sldMk cId="1325750348" sldId="338"/>
        </pc:sldMkLst>
        <pc:spChg chg="mod">
          <ac:chgData name="Jules Mancini" userId="S::jmancini@comptia.global::4ef8f4fd-9280-4856-883a-0ebf05603c1f" providerId="AD" clId="Web-{7FBFC6AD-3E87-54FD-AF55-0A4EF18608FF}" dt="2025-06-09T22:29:23.232" v="163" actId="20577"/>
          <ac:spMkLst>
            <pc:docMk/>
            <pc:sldMk cId="1325750348" sldId="338"/>
            <ac:spMk id="3" creationId="{F87643A8-13B4-6046-8420-1749B33527F5}"/>
          </ac:spMkLst>
        </pc:spChg>
        <pc:spChg chg="mod">
          <ac:chgData name="Jules Mancini" userId="S::jmancini@comptia.global::4ef8f4fd-9280-4856-883a-0ebf05603c1f" providerId="AD" clId="Web-{7FBFC6AD-3E87-54FD-AF55-0A4EF18608FF}" dt="2025-06-09T22:29:26.779" v="164" actId="20577"/>
          <ac:spMkLst>
            <pc:docMk/>
            <pc:sldMk cId="1325750348" sldId="338"/>
            <ac:spMk id="8" creationId="{A9CB12BA-416E-3352-634A-F6E18B7A1213}"/>
          </ac:spMkLst>
        </pc:spChg>
      </pc:sldChg>
      <pc:sldChg chg="modSp">
        <pc:chgData name="Jules Mancini" userId="S::jmancini@comptia.global::4ef8f4fd-9280-4856-883a-0ebf05603c1f" providerId="AD" clId="Web-{7FBFC6AD-3E87-54FD-AF55-0A4EF18608FF}" dt="2025-06-09T22:30:24.690" v="169" actId="20577"/>
        <pc:sldMkLst>
          <pc:docMk/>
          <pc:sldMk cId="2242302075" sldId="340"/>
        </pc:sldMkLst>
        <pc:spChg chg="mod">
          <ac:chgData name="Jules Mancini" userId="S::jmancini@comptia.global::4ef8f4fd-9280-4856-883a-0ebf05603c1f" providerId="AD" clId="Web-{7FBFC6AD-3E87-54FD-AF55-0A4EF18608FF}" dt="2025-06-09T22:30:24.690" v="169" actId="20577"/>
          <ac:spMkLst>
            <pc:docMk/>
            <pc:sldMk cId="2242302075" sldId="340"/>
            <ac:spMk id="3" creationId="{7A5676AA-F1CB-890A-92BF-C51C54C5C148}"/>
          </ac:spMkLst>
        </pc:spChg>
      </pc:sldChg>
      <pc:sldChg chg="modSp">
        <pc:chgData name="Jules Mancini" userId="S::jmancini@comptia.global::4ef8f4fd-9280-4856-883a-0ebf05603c1f" providerId="AD" clId="Web-{7FBFC6AD-3E87-54FD-AF55-0A4EF18608FF}" dt="2025-06-09T22:30:37.503" v="173" actId="20577"/>
        <pc:sldMkLst>
          <pc:docMk/>
          <pc:sldMk cId="3797844531" sldId="341"/>
        </pc:sldMkLst>
        <pc:spChg chg="mod">
          <ac:chgData name="Jules Mancini" userId="S::jmancini@comptia.global::4ef8f4fd-9280-4856-883a-0ebf05603c1f" providerId="AD" clId="Web-{7FBFC6AD-3E87-54FD-AF55-0A4EF18608FF}" dt="2025-06-09T22:30:37.503" v="173" actId="20577"/>
          <ac:spMkLst>
            <pc:docMk/>
            <pc:sldMk cId="3797844531" sldId="341"/>
            <ac:spMk id="3" creationId="{517EDB60-DAD6-21E1-8B00-54E78E381B25}"/>
          </ac:spMkLst>
        </pc:spChg>
      </pc:sldChg>
      <pc:sldChg chg="modSp modNotes">
        <pc:chgData name="Jules Mancini" userId="S::jmancini@comptia.global::4ef8f4fd-9280-4856-883a-0ebf05603c1f" providerId="AD" clId="Web-{7FBFC6AD-3E87-54FD-AF55-0A4EF18608FF}" dt="2025-06-09T22:32:12.432" v="190"/>
        <pc:sldMkLst>
          <pc:docMk/>
          <pc:sldMk cId="1791188262" sldId="343"/>
        </pc:sldMkLst>
        <pc:spChg chg="mod">
          <ac:chgData name="Jules Mancini" userId="S::jmancini@comptia.global::4ef8f4fd-9280-4856-883a-0ebf05603c1f" providerId="AD" clId="Web-{7FBFC6AD-3E87-54FD-AF55-0A4EF18608FF}" dt="2025-06-09T22:31:46.555" v="188" actId="20577"/>
          <ac:spMkLst>
            <pc:docMk/>
            <pc:sldMk cId="1791188262" sldId="343"/>
            <ac:spMk id="8" creationId="{AED736E6-52F6-7941-DF78-AEDF6BC41162}"/>
          </ac:spMkLst>
        </pc:spChg>
      </pc:sldChg>
      <pc:sldChg chg="modSp">
        <pc:chgData name="Jules Mancini" userId="S::jmancini@comptia.global::4ef8f4fd-9280-4856-883a-0ebf05603c1f" providerId="AD" clId="Web-{7FBFC6AD-3E87-54FD-AF55-0A4EF18608FF}" dt="2025-06-09T22:32:24.839" v="192" actId="20577"/>
        <pc:sldMkLst>
          <pc:docMk/>
          <pc:sldMk cId="1455164452" sldId="344"/>
        </pc:sldMkLst>
        <pc:spChg chg="mod">
          <ac:chgData name="Jules Mancini" userId="S::jmancini@comptia.global::4ef8f4fd-9280-4856-883a-0ebf05603c1f" providerId="AD" clId="Web-{7FBFC6AD-3E87-54FD-AF55-0A4EF18608FF}" dt="2025-06-09T22:32:24.839" v="192" actId="20577"/>
          <ac:spMkLst>
            <pc:docMk/>
            <pc:sldMk cId="1455164452" sldId="344"/>
            <ac:spMk id="8" creationId="{ED07F8A5-51EB-E21E-604E-8ED9BA7E4E13}"/>
          </ac:spMkLst>
        </pc:spChg>
      </pc:sldChg>
      <pc:sldChg chg="modSp">
        <pc:chgData name="Jules Mancini" userId="S::jmancini@comptia.global::4ef8f4fd-9280-4856-883a-0ebf05603c1f" providerId="AD" clId="Web-{7FBFC6AD-3E87-54FD-AF55-0A4EF18608FF}" dt="2025-06-09T22:33:48.142" v="213" actId="20577"/>
        <pc:sldMkLst>
          <pc:docMk/>
          <pc:sldMk cId="4090533108" sldId="345"/>
        </pc:sldMkLst>
        <pc:spChg chg="mod">
          <ac:chgData name="Jules Mancini" userId="S::jmancini@comptia.global::4ef8f4fd-9280-4856-883a-0ebf05603c1f" providerId="AD" clId="Web-{7FBFC6AD-3E87-54FD-AF55-0A4EF18608FF}" dt="2025-06-09T22:33:48.142" v="213" actId="20577"/>
          <ac:spMkLst>
            <pc:docMk/>
            <pc:sldMk cId="4090533108" sldId="345"/>
            <ac:spMk id="3" creationId="{195393ED-4D19-91B7-B811-366FB8A5C634}"/>
          </ac:spMkLst>
        </pc:spChg>
        <pc:spChg chg="mod">
          <ac:chgData name="Jules Mancini" userId="S::jmancini@comptia.global::4ef8f4fd-9280-4856-883a-0ebf05603c1f" providerId="AD" clId="Web-{7FBFC6AD-3E87-54FD-AF55-0A4EF18608FF}" dt="2025-06-09T22:32:58.779" v="197" actId="20577"/>
          <ac:spMkLst>
            <pc:docMk/>
            <pc:sldMk cId="4090533108" sldId="345"/>
            <ac:spMk id="8" creationId="{F13DE2F1-F346-4023-5BC0-4406B849E9B8}"/>
          </ac:spMkLst>
        </pc:spChg>
      </pc:sldChg>
      <pc:sldChg chg="modSp">
        <pc:chgData name="Jules Mancini" userId="S::jmancini@comptia.global::4ef8f4fd-9280-4856-883a-0ebf05603c1f" providerId="AD" clId="Web-{7FBFC6AD-3E87-54FD-AF55-0A4EF18608FF}" dt="2025-06-09T22:39:20.089" v="293" actId="20577"/>
        <pc:sldMkLst>
          <pc:docMk/>
          <pc:sldMk cId="1510907265" sldId="347"/>
        </pc:sldMkLst>
        <pc:spChg chg="mod">
          <ac:chgData name="Jules Mancini" userId="S::jmancini@comptia.global::4ef8f4fd-9280-4856-883a-0ebf05603c1f" providerId="AD" clId="Web-{7FBFC6AD-3E87-54FD-AF55-0A4EF18608FF}" dt="2025-06-09T22:39:20.089" v="293" actId="20577"/>
          <ac:spMkLst>
            <pc:docMk/>
            <pc:sldMk cId="1510907265" sldId="347"/>
            <ac:spMk id="3" creationId="{A63D737E-BF7C-F0A4-891F-E1DDA5CFD3CC}"/>
          </ac:spMkLst>
        </pc:spChg>
        <pc:spChg chg="mod">
          <ac:chgData name="Jules Mancini" userId="S::jmancini@comptia.global::4ef8f4fd-9280-4856-883a-0ebf05603c1f" providerId="AD" clId="Web-{7FBFC6AD-3E87-54FD-AF55-0A4EF18608FF}" dt="2025-06-09T22:37:59.958" v="283" actId="20577"/>
          <ac:spMkLst>
            <pc:docMk/>
            <pc:sldMk cId="1510907265" sldId="347"/>
            <ac:spMk id="8" creationId="{B3642E36-3327-D8D1-D006-12F3DAD33D87}"/>
          </ac:spMkLst>
        </pc:spChg>
      </pc:sldChg>
      <pc:sldChg chg="modSp modNotes">
        <pc:chgData name="Jules Mancini" userId="S::jmancini@comptia.global::4ef8f4fd-9280-4856-883a-0ebf05603c1f" providerId="AD" clId="Web-{7FBFC6AD-3E87-54FD-AF55-0A4EF18608FF}" dt="2025-06-09T22:41:04.144" v="316" actId="20577"/>
        <pc:sldMkLst>
          <pc:docMk/>
          <pc:sldMk cId="2217499212" sldId="348"/>
        </pc:sldMkLst>
        <pc:spChg chg="mod">
          <ac:chgData name="Jules Mancini" userId="S::jmancini@comptia.global::4ef8f4fd-9280-4856-883a-0ebf05603c1f" providerId="AD" clId="Web-{7FBFC6AD-3E87-54FD-AF55-0A4EF18608FF}" dt="2025-06-09T22:40:41.470" v="310" actId="20577"/>
          <ac:spMkLst>
            <pc:docMk/>
            <pc:sldMk cId="2217499212" sldId="348"/>
            <ac:spMk id="3" creationId="{6E031121-DBE5-0CF6-4512-B415D6DE561C}"/>
          </ac:spMkLst>
        </pc:spChg>
        <pc:spChg chg="mod">
          <ac:chgData name="Jules Mancini" userId="S::jmancini@comptia.global::4ef8f4fd-9280-4856-883a-0ebf05603c1f" providerId="AD" clId="Web-{7FBFC6AD-3E87-54FD-AF55-0A4EF18608FF}" dt="2025-06-09T22:41:04.144" v="316" actId="20577"/>
          <ac:spMkLst>
            <pc:docMk/>
            <pc:sldMk cId="2217499212" sldId="348"/>
            <ac:spMk id="8" creationId="{B6AA944A-7615-DE63-F32E-E78428928B60}"/>
          </ac:spMkLst>
        </pc:spChg>
      </pc:sldChg>
      <pc:sldChg chg="modSp">
        <pc:chgData name="Jules Mancini" userId="S::jmancini@comptia.global::4ef8f4fd-9280-4856-883a-0ebf05603c1f" providerId="AD" clId="Web-{7FBFC6AD-3E87-54FD-AF55-0A4EF18608FF}" dt="2025-06-09T22:42:51.793" v="334" actId="20577"/>
        <pc:sldMkLst>
          <pc:docMk/>
          <pc:sldMk cId="313299946" sldId="349"/>
        </pc:sldMkLst>
        <pc:spChg chg="mod">
          <ac:chgData name="Jules Mancini" userId="S::jmancini@comptia.global::4ef8f4fd-9280-4856-883a-0ebf05603c1f" providerId="AD" clId="Web-{7FBFC6AD-3E87-54FD-AF55-0A4EF18608FF}" dt="2025-06-09T22:42:51.793" v="334" actId="20577"/>
          <ac:spMkLst>
            <pc:docMk/>
            <pc:sldMk cId="313299946" sldId="349"/>
            <ac:spMk id="3" creationId="{463FDCAB-BCB9-7078-8D09-63BB76AD607A}"/>
          </ac:spMkLst>
        </pc:spChg>
        <pc:spChg chg="mod">
          <ac:chgData name="Jules Mancini" userId="S::jmancini@comptia.global::4ef8f4fd-9280-4856-883a-0ebf05603c1f" providerId="AD" clId="Web-{7FBFC6AD-3E87-54FD-AF55-0A4EF18608FF}" dt="2025-06-09T22:41:34.755" v="327" actId="20577"/>
          <ac:spMkLst>
            <pc:docMk/>
            <pc:sldMk cId="313299946" sldId="349"/>
            <ac:spMk id="8" creationId="{86DEBFCC-E8C4-2A2F-46D3-7F12CB2A29D4}"/>
          </ac:spMkLst>
        </pc:spChg>
      </pc:sldChg>
      <pc:sldChg chg="modSp">
        <pc:chgData name="Jules Mancini" userId="S::jmancini@comptia.global::4ef8f4fd-9280-4856-883a-0ebf05603c1f" providerId="AD" clId="Web-{7FBFC6AD-3E87-54FD-AF55-0A4EF18608FF}" dt="2025-06-09T22:43:51.750" v="348" actId="20577"/>
        <pc:sldMkLst>
          <pc:docMk/>
          <pc:sldMk cId="3015969840" sldId="350"/>
        </pc:sldMkLst>
        <pc:spChg chg="mod">
          <ac:chgData name="Jules Mancini" userId="S::jmancini@comptia.global::4ef8f4fd-9280-4856-883a-0ebf05603c1f" providerId="AD" clId="Web-{7FBFC6AD-3E87-54FD-AF55-0A4EF18608FF}" dt="2025-06-09T22:43:44.468" v="345" actId="20577"/>
          <ac:spMkLst>
            <pc:docMk/>
            <pc:sldMk cId="3015969840" sldId="350"/>
            <ac:spMk id="3" creationId="{A7ACFB0E-956A-2413-E118-AC13FD3B8A14}"/>
          </ac:spMkLst>
        </pc:spChg>
        <pc:spChg chg="mod">
          <ac:chgData name="Jules Mancini" userId="S::jmancini@comptia.global::4ef8f4fd-9280-4856-883a-0ebf05603c1f" providerId="AD" clId="Web-{7FBFC6AD-3E87-54FD-AF55-0A4EF18608FF}" dt="2025-06-09T22:43:51.750" v="348" actId="20577"/>
          <ac:spMkLst>
            <pc:docMk/>
            <pc:sldMk cId="3015969840" sldId="350"/>
            <ac:spMk id="8" creationId="{F9079FFA-2F2C-84F9-5030-B417215B3F81}"/>
          </ac:spMkLst>
        </pc:spChg>
      </pc:sldChg>
      <pc:sldChg chg="modSp">
        <pc:chgData name="Jules Mancini" userId="S::jmancini@comptia.global::4ef8f4fd-9280-4856-883a-0ebf05603c1f" providerId="AD" clId="Web-{7FBFC6AD-3E87-54FD-AF55-0A4EF18608FF}" dt="2025-06-09T22:45:47.681" v="355" actId="20577"/>
        <pc:sldMkLst>
          <pc:docMk/>
          <pc:sldMk cId="3156743037" sldId="351"/>
        </pc:sldMkLst>
        <pc:spChg chg="mod">
          <ac:chgData name="Jules Mancini" userId="S::jmancini@comptia.global::4ef8f4fd-9280-4856-883a-0ebf05603c1f" providerId="AD" clId="Web-{7FBFC6AD-3E87-54FD-AF55-0A4EF18608FF}" dt="2025-06-09T22:45:47.681" v="355" actId="20577"/>
          <ac:spMkLst>
            <pc:docMk/>
            <pc:sldMk cId="3156743037" sldId="351"/>
            <ac:spMk id="3" creationId="{8749586B-FA15-C191-5092-62265471F09A}"/>
          </ac:spMkLst>
        </pc:spChg>
      </pc:sldChg>
      <pc:sldChg chg="modSp">
        <pc:chgData name="Jules Mancini" userId="S::jmancini@comptia.global::4ef8f4fd-9280-4856-883a-0ebf05603c1f" providerId="AD" clId="Web-{7FBFC6AD-3E87-54FD-AF55-0A4EF18608FF}" dt="2025-06-09T22:46:47.388" v="364" actId="20577"/>
        <pc:sldMkLst>
          <pc:docMk/>
          <pc:sldMk cId="3291812302" sldId="352"/>
        </pc:sldMkLst>
        <pc:spChg chg="mod">
          <ac:chgData name="Jules Mancini" userId="S::jmancini@comptia.global::4ef8f4fd-9280-4856-883a-0ebf05603c1f" providerId="AD" clId="Web-{7FBFC6AD-3E87-54FD-AF55-0A4EF18608FF}" dt="2025-06-09T22:46:47.388" v="364" actId="20577"/>
          <ac:spMkLst>
            <pc:docMk/>
            <pc:sldMk cId="3291812302" sldId="352"/>
            <ac:spMk id="3" creationId="{BD6F25E3-DDFD-B13D-4043-B137D1D48693}"/>
          </ac:spMkLst>
        </pc:spChg>
      </pc:sldChg>
      <pc:sldChg chg="modSp">
        <pc:chgData name="Jules Mancini" userId="S::jmancini@comptia.global::4ef8f4fd-9280-4856-883a-0ebf05603c1f" providerId="AD" clId="Web-{7FBFC6AD-3E87-54FD-AF55-0A4EF18608FF}" dt="2025-06-09T22:48:20.411" v="370" actId="20577"/>
        <pc:sldMkLst>
          <pc:docMk/>
          <pc:sldMk cId="1829967403" sldId="354"/>
        </pc:sldMkLst>
        <pc:spChg chg="mod">
          <ac:chgData name="Jules Mancini" userId="S::jmancini@comptia.global::4ef8f4fd-9280-4856-883a-0ebf05603c1f" providerId="AD" clId="Web-{7FBFC6AD-3E87-54FD-AF55-0A4EF18608FF}" dt="2025-06-09T22:48:20.411" v="370" actId="20577"/>
          <ac:spMkLst>
            <pc:docMk/>
            <pc:sldMk cId="1829967403" sldId="354"/>
            <ac:spMk id="3" creationId="{9D612B06-F8F4-766C-9BD5-9718857F8FC1}"/>
          </ac:spMkLst>
        </pc:spChg>
        <pc:spChg chg="mod">
          <ac:chgData name="Jules Mancini" userId="S::jmancini@comptia.global::4ef8f4fd-9280-4856-883a-0ebf05603c1f" providerId="AD" clId="Web-{7FBFC6AD-3E87-54FD-AF55-0A4EF18608FF}" dt="2025-06-09T22:47:33.829" v="367" actId="20577"/>
          <ac:spMkLst>
            <pc:docMk/>
            <pc:sldMk cId="1829967403" sldId="354"/>
            <ac:spMk id="8" creationId="{D533564B-B94E-A677-43EF-2DA7B803D38A}"/>
          </ac:spMkLst>
        </pc:spChg>
      </pc:sldChg>
      <pc:sldChg chg="modSp">
        <pc:chgData name="Jules Mancini" userId="S::jmancini@comptia.global::4ef8f4fd-9280-4856-883a-0ebf05603c1f" providerId="AD" clId="Web-{7FBFC6AD-3E87-54FD-AF55-0A4EF18608FF}" dt="2025-06-09T22:49:20.009" v="380" actId="20577"/>
        <pc:sldMkLst>
          <pc:docMk/>
          <pc:sldMk cId="1980288125" sldId="355"/>
        </pc:sldMkLst>
        <pc:spChg chg="mod">
          <ac:chgData name="Jules Mancini" userId="S::jmancini@comptia.global::4ef8f4fd-9280-4856-883a-0ebf05603c1f" providerId="AD" clId="Web-{7FBFC6AD-3E87-54FD-AF55-0A4EF18608FF}" dt="2025-06-09T22:49:20.009" v="380" actId="20577"/>
          <ac:spMkLst>
            <pc:docMk/>
            <pc:sldMk cId="1980288125" sldId="355"/>
            <ac:spMk id="3" creationId="{51AAF4E5-CBD1-DADB-4F92-7DAE581CD439}"/>
          </ac:spMkLst>
        </pc:spChg>
      </pc:sldChg>
      <pc:sldChg chg="modSp modNotes">
        <pc:chgData name="Jules Mancini" userId="S::jmancini@comptia.global::4ef8f4fd-9280-4856-883a-0ebf05603c1f" providerId="AD" clId="Web-{7FBFC6AD-3E87-54FD-AF55-0A4EF18608FF}" dt="2025-06-09T22:07:11.195" v="18"/>
        <pc:sldMkLst>
          <pc:docMk/>
          <pc:sldMk cId="3725014532" sldId="356"/>
        </pc:sldMkLst>
        <pc:spChg chg="mod">
          <ac:chgData name="Jules Mancini" userId="S::jmancini@comptia.global::4ef8f4fd-9280-4856-883a-0ebf05603c1f" providerId="AD" clId="Web-{7FBFC6AD-3E87-54FD-AF55-0A4EF18608FF}" dt="2025-06-09T22:07:05.569" v="11" actId="20577"/>
          <ac:spMkLst>
            <pc:docMk/>
            <pc:sldMk cId="3725014532" sldId="356"/>
            <ac:spMk id="8" creationId="{F799C713-8483-87B3-A92F-006706573B4F}"/>
          </ac:spMkLst>
        </pc:spChg>
      </pc:sldChg>
      <pc:sldChg chg="modSp modNotes">
        <pc:chgData name="Jules Mancini" userId="S::jmancini@comptia.global::4ef8f4fd-9280-4856-883a-0ebf05603c1f" providerId="AD" clId="Web-{7FBFC6AD-3E87-54FD-AF55-0A4EF18608FF}" dt="2025-06-09T22:09:39.315" v="59" actId="20577"/>
        <pc:sldMkLst>
          <pc:docMk/>
          <pc:sldMk cId="3476334032" sldId="357"/>
        </pc:sldMkLst>
        <pc:spChg chg="mod">
          <ac:chgData name="Jules Mancini" userId="S::jmancini@comptia.global::4ef8f4fd-9280-4856-883a-0ebf05603c1f" providerId="AD" clId="Web-{7FBFC6AD-3E87-54FD-AF55-0A4EF18608FF}" dt="2025-06-09T22:09:39.315" v="59" actId="20577"/>
          <ac:spMkLst>
            <pc:docMk/>
            <pc:sldMk cId="3476334032" sldId="357"/>
            <ac:spMk id="8" creationId="{EA7DEEE6-3A6C-6199-2457-39A412EDD21D}"/>
          </ac:spMkLst>
        </pc:spChg>
      </pc:sldChg>
      <pc:sldChg chg="modSp modNotes">
        <pc:chgData name="Jules Mancini" userId="S::jmancini@comptia.global::4ef8f4fd-9280-4856-883a-0ebf05603c1f" providerId="AD" clId="Web-{7FBFC6AD-3E87-54FD-AF55-0A4EF18608FF}" dt="2025-06-09T22:09:44.034" v="60" actId="20577"/>
        <pc:sldMkLst>
          <pc:docMk/>
          <pc:sldMk cId="3744116168" sldId="358"/>
        </pc:sldMkLst>
        <pc:spChg chg="mod">
          <ac:chgData name="Jules Mancini" userId="S::jmancini@comptia.global::4ef8f4fd-9280-4856-883a-0ebf05603c1f" providerId="AD" clId="Web-{7FBFC6AD-3E87-54FD-AF55-0A4EF18608FF}" dt="2025-06-09T22:09:44.034" v="60" actId="20577"/>
          <ac:spMkLst>
            <pc:docMk/>
            <pc:sldMk cId="3744116168" sldId="358"/>
            <ac:spMk id="8" creationId="{06CDE9FF-F765-2B5B-9029-1857CFE94893}"/>
          </ac:spMkLst>
        </pc:spChg>
      </pc:sldChg>
      <pc:sldChg chg="modSp">
        <pc:chgData name="Jules Mancini" userId="S::jmancini@comptia.global::4ef8f4fd-9280-4856-883a-0ebf05603c1f" providerId="AD" clId="Web-{7FBFC6AD-3E87-54FD-AF55-0A4EF18608FF}" dt="2025-06-09T22:10:25.256" v="62" actId="20577"/>
        <pc:sldMkLst>
          <pc:docMk/>
          <pc:sldMk cId="524632534" sldId="360"/>
        </pc:sldMkLst>
        <pc:spChg chg="mod">
          <ac:chgData name="Jules Mancini" userId="S::jmancini@comptia.global::4ef8f4fd-9280-4856-883a-0ebf05603c1f" providerId="AD" clId="Web-{7FBFC6AD-3E87-54FD-AF55-0A4EF18608FF}" dt="2025-06-09T22:10:25.256" v="62" actId="20577"/>
          <ac:spMkLst>
            <pc:docMk/>
            <pc:sldMk cId="524632534" sldId="360"/>
            <ac:spMk id="8" creationId="{B6D3183D-7187-C5D5-6ACA-7F2DA07D5539}"/>
          </ac:spMkLst>
        </pc:spChg>
      </pc:sldChg>
      <pc:sldChg chg="modNotes">
        <pc:chgData name="Jules Mancini" userId="S::jmancini@comptia.global::4ef8f4fd-9280-4856-883a-0ebf05603c1f" providerId="AD" clId="Web-{7FBFC6AD-3E87-54FD-AF55-0A4EF18608FF}" dt="2025-06-09T22:12:33.688" v="104"/>
        <pc:sldMkLst>
          <pc:docMk/>
          <pc:sldMk cId="3002507269" sldId="361"/>
        </pc:sldMkLst>
      </pc:sldChg>
      <pc:sldChg chg="modNotes">
        <pc:chgData name="Jules Mancini" userId="S::jmancini@comptia.global::4ef8f4fd-9280-4856-883a-0ebf05603c1f" providerId="AD" clId="Web-{7FBFC6AD-3E87-54FD-AF55-0A4EF18608FF}" dt="2025-06-09T22:15:05.543" v="109"/>
        <pc:sldMkLst>
          <pc:docMk/>
          <pc:sldMk cId="3701659567" sldId="362"/>
        </pc:sldMkLst>
      </pc:sldChg>
      <pc:sldChg chg="modSp">
        <pc:chgData name="Jules Mancini" userId="S::jmancini@comptia.global::4ef8f4fd-9280-4856-883a-0ebf05603c1f" providerId="AD" clId="Web-{7FBFC6AD-3E87-54FD-AF55-0A4EF18608FF}" dt="2025-06-09T22:16:49.051" v="117" actId="20577"/>
        <pc:sldMkLst>
          <pc:docMk/>
          <pc:sldMk cId="3128104185" sldId="364"/>
        </pc:sldMkLst>
        <pc:spChg chg="mod">
          <ac:chgData name="Jules Mancini" userId="S::jmancini@comptia.global::4ef8f4fd-9280-4856-883a-0ebf05603c1f" providerId="AD" clId="Web-{7FBFC6AD-3E87-54FD-AF55-0A4EF18608FF}" dt="2025-06-09T22:16:49.051" v="117" actId="20577"/>
          <ac:spMkLst>
            <pc:docMk/>
            <pc:sldMk cId="3128104185" sldId="364"/>
            <ac:spMk id="8" creationId="{01E7E959-E14D-87A0-4E11-802CFFAFB4AF}"/>
          </ac:spMkLst>
        </pc:spChg>
      </pc:sldChg>
      <pc:sldChg chg="modSp">
        <pc:chgData name="Jules Mancini" userId="S::jmancini@comptia.global::4ef8f4fd-9280-4856-883a-0ebf05603c1f" providerId="AD" clId="Web-{7FBFC6AD-3E87-54FD-AF55-0A4EF18608FF}" dt="2025-06-09T22:26:35.969" v="140" actId="20577"/>
        <pc:sldMkLst>
          <pc:docMk/>
          <pc:sldMk cId="250488701" sldId="366"/>
        </pc:sldMkLst>
        <pc:spChg chg="mod">
          <ac:chgData name="Jules Mancini" userId="S::jmancini@comptia.global::4ef8f4fd-9280-4856-883a-0ebf05603c1f" providerId="AD" clId="Web-{7FBFC6AD-3E87-54FD-AF55-0A4EF18608FF}" dt="2025-06-09T22:26:35.969" v="140" actId="20577"/>
          <ac:spMkLst>
            <pc:docMk/>
            <pc:sldMk cId="250488701" sldId="366"/>
            <ac:spMk id="8" creationId="{2F7E86BA-54E8-9F12-CA2B-AD2531D7C002}"/>
          </ac:spMkLst>
        </pc:spChg>
      </pc:sldChg>
      <pc:sldChg chg="modSp">
        <pc:chgData name="Jules Mancini" userId="S::jmancini@comptia.global::4ef8f4fd-9280-4856-883a-0ebf05603c1f" providerId="AD" clId="Web-{7FBFC6AD-3E87-54FD-AF55-0A4EF18608FF}" dt="2025-06-09T22:28:34.744" v="148" actId="20577"/>
        <pc:sldMkLst>
          <pc:docMk/>
          <pc:sldMk cId="4047247938" sldId="368"/>
        </pc:sldMkLst>
        <pc:spChg chg="mod">
          <ac:chgData name="Jules Mancini" userId="S::jmancini@comptia.global::4ef8f4fd-9280-4856-883a-0ebf05603c1f" providerId="AD" clId="Web-{7FBFC6AD-3E87-54FD-AF55-0A4EF18608FF}" dt="2025-06-09T22:28:34.744" v="148" actId="20577"/>
          <ac:spMkLst>
            <pc:docMk/>
            <pc:sldMk cId="4047247938" sldId="368"/>
            <ac:spMk id="8" creationId="{CBB354DD-C4DB-A5B2-3078-875F2FBE833F}"/>
          </ac:spMkLst>
        </pc:spChg>
      </pc:sldChg>
      <pc:sldChg chg="modSp">
        <pc:chgData name="Jules Mancini" userId="S::jmancini@comptia.global::4ef8f4fd-9280-4856-883a-0ebf05603c1f" providerId="AD" clId="Web-{7FBFC6AD-3E87-54FD-AF55-0A4EF18608FF}" dt="2025-06-09T22:29:36.358" v="165" actId="20577"/>
        <pc:sldMkLst>
          <pc:docMk/>
          <pc:sldMk cId="4026311633" sldId="369"/>
        </pc:sldMkLst>
        <pc:spChg chg="mod">
          <ac:chgData name="Jules Mancini" userId="S::jmancini@comptia.global::4ef8f4fd-9280-4856-883a-0ebf05603c1f" providerId="AD" clId="Web-{7FBFC6AD-3E87-54FD-AF55-0A4EF18608FF}" dt="2025-06-09T22:29:36.358" v="165" actId="20577"/>
          <ac:spMkLst>
            <pc:docMk/>
            <pc:sldMk cId="4026311633" sldId="369"/>
            <ac:spMk id="8" creationId="{C5AA3172-5790-942C-88E7-DC1B9C08FC92}"/>
          </ac:spMkLst>
        </pc:spChg>
      </pc:sldChg>
      <pc:sldChg chg="modSp modNotes">
        <pc:chgData name="Jules Mancini" userId="S::jmancini@comptia.global::4ef8f4fd-9280-4856-883a-0ebf05603c1f" providerId="AD" clId="Web-{7FBFC6AD-3E87-54FD-AF55-0A4EF18608FF}" dt="2025-06-09T22:31:30.757" v="187" actId="20577"/>
        <pc:sldMkLst>
          <pc:docMk/>
          <pc:sldMk cId="2389287051" sldId="370"/>
        </pc:sldMkLst>
        <pc:spChg chg="mod">
          <ac:chgData name="Jules Mancini" userId="S::jmancini@comptia.global::4ef8f4fd-9280-4856-883a-0ebf05603c1f" providerId="AD" clId="Web-{7FBFC6AD-3E87-54FD-AF55-0A4EF18608FF}" dt="2025-06-09T22:31:30.757" v="187" actId="20577"/>
          <ac:spMkLst>
            <pc:docMk/>
            <pc:sldMk cId="2389287051" sldId="370"/>
            <ac:spMk id="12" creationId="{D8EF2238-38E5-21D6-DBA2-D1990D086121}"/>
          </ac:spMkLst>
        </pc:spChg>
      </pc:sldChg>
      <pc:sldChg chg="modSp">
        <pc:chgData name="Jules Mancini" userId="S::jmancini@comptia.global::4ef8f4fd-9280-4856-883a-0ebf05603c1f" providerId="AD" clId="Web-{7FBFC6AD-3E87-54FD-AF55-0A4EF18608FF}" dt="2025-06-09T22:32:17.808" v="191" actId="20577"/>
        <pc:sldMkLst>
          <pc:docMk/>
          <pc:sldMk cId="4238508977" sldId="371"/>
        </pc:sldMkLst>
        <pc:spChg chg="mod">
          <ac:chgData name="Jules Mancini" userId="S::jmancini@comptia.global::4ef8f4fd-9280-4856-883a-0ebf05603c1f" providerId="AD" clId="Web-{7FBFC6AD-3E87-54FD-AF55-0A4EF18608FF}" dt="2025-06-09T22:32:17.808" v="191" actId="20577"/>
          <ac:spMkLst>
            <pc:docMk/>
            <pc:sldMk cId="4238508977" sldId="371"/>
            <ac:spMk id="8" creationId="{507D0F36-AA89-7108-BF8F-3A66B97C1707}"/>
          </ac:spMkLst>
        </pc:spChg>
      </pc:sldChg>
      <pc:sldChg chg="modSp">
        <pc:chgData name="Jules Mancini" userId="S::jmancini@comptia.global::4ef8f4fd-9280-4856-883a-0ebf05603c1f" providerId="AD" clId="Web-{7FBFC6AD-3E87-54FD-AF55-0A4EF18608FF}" dt="2025-06-09T22:32:41.872" v="193" actId="20577"/>
        <pc:sldMkLst>
          <pc:docMk/>
          <pc:sldMk cId="239360773" sldId="372"/>
        </pc:sldMkLst>
        <pc:spChg chg="mod">
          <ac:chgData name="Jules Mancini" userId="S::jmancini@comptia.global::4ef8f4fd-9280-4856-883a-0ebf05603c1f" providerId="AD" clId="Web-{7FBFC6AD-3E87-54FD-AF55-0A4EF18608FF}" dt="2025-06-09T22:32:41.872" v="193" actId="20577"/>
          <ac:spMkLst>
            <pc:docMk/>
            <pc:sldMk cId="239360773" sldId="372"/>
            <ac:spMk id="8" creationId="{A5779A4C-1E5D-7078-834F-9A14F6502EDB}"/>
          </ac:spMkLst>
        </pc:spChg>
      </pc:sldChg>
      <pc:sldChg chg="modSp">
        <pc:chgData name="Jules Mancini" userId="S::jmancini@comptia.global::4ef8f4fd-9280-4856-883a-0ebf05603c1f" providerId="AD" clId="Web-{7FBFC6AD-3E87-54FD-AF55-0A4EF18608FF}" dt="2025-06-09T22:33:53.283" v="216" actId="20577"/>
        <pc:sldMkLst>
          <pc:docMk/>
          <pc:sldMk cId="2079266679" sldId="373"/>
        </pc:sldMkLst>
        <pc:spChg chg="mod">
          <ac:chgData name="Jules Mancini" userId="S::jmancini@comptia.global::4ef8f4fd-9280-4856-883a-0ebf05603c1f" providerId="AD" clId="Web-{7FBFC6AD-3E87-54FD-AF55-0A4EF18608FF}" dt="2025-06-09T22:33:53.283" v="216" actId="20577"/>
          <ac:spMkLst>
            <pc:docMk/>
            <pc:sldMk cId="2079266679" sldId="373"/>
            <ac:spMk id="8" creationId="{6FAC0844-8952-F74B-09B4-914931B93A8E}"/>
          </ac:spMkLst>
        </pc:spChg>
      </pc:sldChg>
      <pc:sldChg chg="modSp">
        <pc:chgData name="Jules Mancini" userId="S::jmancini@comptia.global::4ef8f4fd-9280-4856-883a-0ebf05603c1f" providerId="AD" clId="Web-{7FBFC6AD-3E87-54FD-AF55-0A4EF18608FF}" dt="2025-06-09T22:39:24.496" v="294" actId="20577"/>
        <pc:sldMkLst>
          <pc:docMk/>
          <pc:sldMk cId="4238688810" sldId="376"/>
        </pc:sldMkLst>
        <pc:spChg chg="mod">
          <ac:chgData name="Jules Mancini" userId="S::jmancini@comptia.global::4ef8f4fd-9280-4856-883a-0ebf05603c1f" providerId="AD" clId="Web-{7FBFC6AD-3E87-54FD-AF55-0A4EF18608FF}" dt="2025-06-09T22:39:24.496" v="294" actId="20577"/>
          <ac:spMkLst>
            <pc:docMk/>
            <pc:sldMk cId="4238688810" sldId="376"/>
            <ac:spMk id="8" creationId="{869030AD-3655-1DDD-EB21-1C7E35394342}"/>
          </ac:spMkLst>
        </pc:spChg>
      </pc:sldChg>
      <pc:sldChg chg="modSp">
        <pc:chgData name="Jules Mancini" userId="S::jmancini@comptia.global::4ef8f4fd-9280-4856-883a-0ebf05603c1f" providerId="AD" clId="Web-{7FBFC6AD-3E87-54FD-AF55-0A4EF18608FF}" dt="2025-06-09T22:39:31.918" v="295" actId="20577"/>
        <pc:sldMkLst>
          <pc:docMk/>
          <pc:sldMk cId="2425578967" sldId="377"/>
        </pc:sldMkLst>
        <pc:spChg chg="mod">
          <ac:chgData name="Jules Mancini" userId="S::jmancini@comptia.global::4ef8f4fd-9280-4856-883a-0ebf05603c1f" providerId="AD" clId="Web-{7FBFC6AD-3E87-54FD-AF55-0A4EF18608FF}" dt="2025-06-09T22:39:31.918" v="295" actId="20577"/>
          <ac:spMkLst>
            <pc:docMk/>
            <pc:sldMk cId="2425578967" sldId="377"/>
            <ac:spMk id="8" creationId="{D66A07D7-5CB2-45DB-2F4C-F12EACC1B165}"/>
          </ac:spMkLst>
        </pc:spChg>
      </pc:sldChg>
      <pc:sldChg chg="modSp">
        <pc:chgData name="Jules Mancini" userId="S::jmancini@comptia.global::4ef8f4fd-9280-4856-883a-0ebf05603c1f" providerId="AD" clId="Web-{7FBFC6AD-3E87-54FD-AF55-0A4EF18608FF}" dt="2025-06-09T22:39:37.966" v="296" actId="20577"/>
        <pc:sldMkLst>
          <pc:docMk/>
          <pc:sldMk cId="849006234" sldId="378"/>
        </pc:sldMkLst>
        <pc:spChg chg="mod">
          <ac:chgData name="Jules Mancini" userId="S::jmancini@comptia.global::4ef8f4fd-9280-4856-883a-0ebf05603c1f" providerId="AD" clId="Web-{7FBFC6AD-3E87-54FD-AF55-0A4EF18608FF}" dt="2025-06-09T22:39:37.966" v="296" actId="20577"/>
          <ac:spMkLst>
            <pc:docMk/>
            <pc:sldMk cId="849006234" sldId="378"/>
            <ac:spMk id="8" creationId="{101C3E2E-08B4-E9B6-41BB-7786606AE505}"/>
          </ac:spMkLst>
        </pc:spChg>
      </pc:sldChg>
      <pc:sldChg chg="modSp modNotes">
        <pc:chgData name="Jules Mancini" userId="S::jmancini@comptia.global::4ef8f4fd-9280-4856-883a-0ebf05603c1f" providerId="AD" clId="Web-{7FBFC6AD-3E87-54FD-AF55-0A4EF18608FF}" dt="2025-06-09T22:41:19.739" v="324"/>
        <pc:sldMkLst>
          <pc:docMk/>
          <pc:sldMk cId="534956501" sldId="379"/>
        </pc:sldMkLst>
        <pc:spChg chg="mod">
          <ac:chgData name="Jules Mancini" userId="S::jmancini@comptia.global::4ef8f4fd-9280-4856-883a-0ebf05603c1f" providerId="AD" clId="Web-{7FBFC6AD-3E87-54FD-AF55-0A4EF18608FF}" dt="2025-06-09T22:41:06.800" v="319" actId="20577"/>
          <ac:spMkLst>
            <pc:docMk/>
            <pc:sldMk cId="534956501" sldId="379"/>
            <ac:spMk id="8" creationId="{1E4135E6-5C7F-6B35-989F-575DC73BE619}"/>
          </ac:spMkLst>
        </pc:spChg>
      </pc:sldChg>
      <pc:sldChg chg="modSp modNotes">
        <pc:chgData name="Jules Mancini" userId="S::jmancini@comptia.global::4ef8f4fd-9280-4856-883a-0ebf05603c1f" providerId="AD" clId="Web-{7FBFC6AD-3E87-54FD-AF55-0A4EF18608FF}" dt="2025-06-09T22:41:16.098" v="323"/>
        <pc:sldMkLst>
          <pc:docMk/>
          <pc:sldMk cId="2085661771" sldId="380"/>
        </pc:sldMkLst>
        <pc:spChg chg="mod">
          <ac:chgData name="Jules Mancini" userId="S::jmancini@comptia.global::4ef8f4fd-9280-4856-883a-0ebf05603c1f" providerId="AD" clId="Web-{7FBFC6AD-3E87-54FD-AF55-0A4EF18608FF}" dt="2025-06-09T22:41:10.941" v="322" actId="20577"/>
          <ac:spMkLst>
            <pc:docMk/>
            <pc:sldMk cId="2085661771" sldId="380"/>
            <ac:spMk id="8" creationId="{00522D69-A624-244E-014F-8B19DDDB187C}"/>
          </ac:spMkLst>
        </pc:spChg>
      </pc:sldChg>
      <pc:sldChg chg="modSp">
        <pc:chgData name="Jules Mancini" userId="S::jmancini@comptia.global::4ef8f4fd-9280-4856-883a-0ebf05603c1f" providerId="AD" clId="Web-{7FBFC6AD-3E87-54FD-AF55-0A4EF18608FF}" dt="2025-06-09T22:42:54.902" v="337" actId="20577"/>
        <pc:sldMkLst>
          <pc:docMk/>
          <pc:sldMk cId="1940367405" sldId="381"/>
        </pc:sldMkLst>
        <pc:spChg chg="mod">
          <ac:chgData name="Jules Mancini" userId="S::jmancini@comptia.global::4ef8f4fd-9280-4856-883a-0ebf05603c1f" providerId="AD" clId="Web-{7FBFC6AD-3E87-54FD-AF55-0A4EF18608FF}" dt="2025-06-09T22:42:54.902" v="337" actId="20577"/>
          <ac:spMkLst>
            <pc:docMk/>
            <pc:sldMk cId="1940367405" sldId="381"/>
            <ac:spMk id="8" creationId="{C9995979-B860-6067-A33C-0313D99D6B50}"/>
          </ac:spMkLst>
        </pc:spChg>
      </pc:sldChg>
      <pc:sldChg chg="modSp">
        <pc:chgData name="Jules Mancini" userId="S::jmancini@comptia.global::4ef8f4fd-9280-4856-883a-0ebf05603c1f" providerId="AD" clId="Web-{7FBFC6AD-3E87-54FD-AF55-0A4EF18608FF}" dt="2025-06-09T22:43:01.356" v="340" actId="20577"/>
        <pc:sldMkLst>
          <pc:docMk/>
          <pc:sldMk cId="1010862726" sldId="382"/>
        </pc:sldMkLst>
        <pc:spChg chg="mod">
          <ac:chgData name="Jules Mancini" userId="S::jmancini@comptia.global::4ef8f4fd-9280-4856-883a-0ebf05603c1f" providerId="AD" clId="Web-{7FBFC6AD-3E87-54FD-AF55-0A4EF18608FF}" dt="2025-06-09T22:43:01.356" v="340" actId="20577"/>
          <ac:spMkLst>
            <pc:docMk/>
            <pc:sldMk cId="1010862726" sldId="382"/>
            <ac:spMk id="8" creationId="{9EF5758B-376C-1253-53C8-D4DE46D31B0E}"/>
          </ac:spMkLst>
        </pc:spChg>
      </pc:sldChg>
      <pc:sldChg chg="modSp">
        <pc:chgData name="Jules Mancini" userId="S::jmancini@comptia.global::4ef8f4fd-9280-4856-883a-0ebf05603c1f" providerId="AD" clId="Web-{7FBFC6AD-3E87-54FD-AF55-0A4EF18608FF}" dt="2025-06-09T22:43:58.141" v="351" actId="20577"/>
        <pc:sldMkLst>
          <pc:docMk/>
          <pc:sldMk cId="2288633639" sldId="383"/>
        </pc:sldMkLst>
        <pc:spChg chg="mod">
          <ac:chgData name="Jules Mancini" userId="S::jmancini@comptia.global::4ef8f4fd-9280-4856-883a-0ebf05603c1f" providerId="AD" clId="Web-{7FBFC6AD-3E87-54FD-AF55-0A4EF18608FF}" dt="2025-06-09T22:43:58.141" v="351" actId="20577"/>
          <ac:spMkLst>
            <pc:docMk/>
            <pc:sldMk cId="2288633639" sldId="383"/>
            <ac:spMk id="8" creationId="{ED24A365-4283-5A3E-005A-CE4F6F6DE090}"/>
          </ac:spMkLst>
        </pc:spChg>
      </pc:sldChg>
      <pc:sldChg chg="modSp modNotes">
        <pc:chgData name="Jules Mancini" userId="S::jmancini@comptia.global::4ef8f4fd-9280-4856-883a-0ebf05603c1f" providerId="AD" clId="Web-{7FBFC6AD-3E87-54FD-AF55-0A4EF18608FF}" dt="2025-06-09T22:48:30.177" v="373"/>
        <pc:sldMkLst>
          <pc:docMk/>
          <pc:sldMk cId="1004304281" sldId="384"/>
        </pc:sldMkLst>
        <pc:spChg chg="mod">
          <ac:chgData name="Jules Mancini" userId="S::jmancini@comptia.global::4ef8f4fd-9280-4856-883a-0ebf05603c1f" providerId="AD" clId="Web-{7FBFC6AD-3E87-54FD-AF55-0A4EF18608FF}" dt="2025-06-09T22:48:26.739" v="372" actId="20577"/>
          <ac:spMkLst>
            <pc:docMk/>
            <pc:sldMk cId="1004304281" sldId="384"/>
            <ac:spMk id="8" creationId="{9B53F9EE-82E0-961E-D3C9-A926872FFB4C}"/>
          </ac:spMkLst>
        </pc:spChg>
      </pc:sldChg>
    </pc:docChg>
  </pc:docChgLst>
  <pc:docChgLst>
    <pc:chgData name="Nicholas Pierce" userId="S::npierce@comptia.global::ee89543b-d064-42d7-b9d5-60e771afdcba" providerId="AD" clId="Web-{FC4DD9F2-965B-15EF-55A7-7E771AA5E329}"/>
    <pc:docChg chg="delSld modSld">
      <pc:chgData name="Nicholas Pierce" userId="S::npierce@comptia.global::ee89543b-d064-42d7-b9d5-60e771afdcba" providerId="AD" clId="Web-{FC4DD9F2-965B-15EF-55A7-7E771AA5E329}" dt="2025-06-05T01:47:02.057" v="6402" actId="20577"/>
      <pc:docMkLst>
        <pc:docMk/>
      </pc:docMkLst>
      <pc:sldChg chg="modSp modNotes">
        <pc:chgData name="Nicholas Pierce" userId="S::npierce@comptia.global::ee89543b-d064-42d7-b9d5-60e771afdcba" providerId="AD" clId="Web-{FC4DD9F2-965B-15EF-55A7-7E771AA5E329}" dt="2025-06-04T18:34:13.360" v="234"/>
        <pc:sldMkLst>
          <pc:docMk/>
          <pc:sldMk cId="151209867" sldId="303"/>
        </pc:sldMkLst>
        <pc:spChg chg="mod">
          <ac:chgData name="Nicholas Pierce" userId="S::npierce@comptia.global::ee89543b-d064-42d7-b9d5-60e771afdcba" providerId="AD" clId="Web-{FC4DD9F2-965B-15EF-55A7-7E771AA5E329}" dt="2025-06-04T18:33:22.406" v="160" actId="20577"/>
          <ac:spMkLst>
            <pc:docMk/>
            <pc:sldMk cId="151209867" sldId="303"/>
            <ac:spMk id="3" creationId="{8F7C9257-937C-566E-95AE-634283098A93}"/>
          </ac:spMkLst>
        </pc:spChg>
      </pc:sldChg>
      <pc:sldChg chg="modSp modNotes">
        <pc:chgData name="Nicholas Pierce" userId="S::npierce@comptia.global::ee89543b-d064-42d7-b9d5-60e771afdcba" providerId="AD" clId="Web-{FC4DD9F2-965B-15EF-55A7-7E771AA5E329}" dt="2025-06-05T00:53:06.031" v="3758" actId="20577"/>
        <pc:sldMkLst>
          <pc:docMk/>
          <pc:sldMk cId="858849625" sldId="314"/>
        </pc:sldMkLst>
        <pc:spChg chg="mod">
          <ac:chgData name="Nicholas Pierce" userId="S::npierce@comptia.global::ee89543b-d064-42d7-b9d5-60e771afdcba" providerId="AD" clId="Web-{FC4DD9F2-965B-15EF-55A7-7E771AA5E329}" dt="2025-06-05T00:28:39.059" v="2693" actId="20577"/>
          <ac:spMkLst>
            <pc:docMk/>
            <pc:sldMk cId="858849625" sldId="314"/>
            <ac:spMk id="3" creationId="{D295FB2C-31C0-BB37-D374-0B0547913243}"/>
          </ac:spMkLst>
        </pc:spChg>
        <pc:spChg chg="mod">
          <ac:chgData name="Nicholas Pierce" userId="S::npierce@comptia.global::ee89543b-d064-42d7-b9d5-60e771afdcba" providerId="AD" clId="Web-{FC4DD9F2-965B-15EF-55A7-7E771AA5E329}" dt="2025-06-05T00:53:06.031" v="3758" actId="20577"/>
          <ac:spMkLst>
            <pc:docMk/>
            <pc:sldMk cId="858849625" sldId="314"/>
            <ac:spMk id="8" creationId="{378DAB14-8D8C-488B-6803-E49BF5549646}"/>
          </ac:spMkLst>
        </pc:spChg>
      </pc:sldChg>
      <pc:sldChg chg="modSp del modNotes">
        <pc:chgData name="Nicholas Pierce" userId="S::npierce@comptia.global::ee89543b-d064-42d7-b9d5-60e771afdcba" providerId="AD" clId="Web-{FC4DD9F2-965B-15EF-55A7-7E771AA5E329}" dt="2025-06-04T20:23:59.111" v="1255"/>
        <pc:sldMkLst>
          <pc:docMk/>
          <pc:sldMk cId="2700639625" sldId="318"/>
        </pc:sldMkLst>
      </pc:sldChg>
      <pc:sldChg chg="addSp modSp mod modClrScheme chgLayout modNotes">
        <pc:chgData name="Nicholas Pierce" userId="S::npierce@comptia.global::ee89543b-d064-42d7-b9d5-60e771afdcba" providerId="AD" clId="Web-{FC4DD9F2-965B-15EF-55A7-7E771AA5E329}" dt="2025-06-05T01:20:33.598" v="4542" actId="20577"/>
        <pc:sldMkLst>
          <pc:docMk/>
          <pc:sldMk cId="2164590967" sldId="322"/>
        </pc:sldMkLst>
        <pc:spChg chg="add mod ord">
          <ac:chgData name="Nicholas Pierce" userId="S::npierce@comptia.global::ee89543b-d064-42d7-b9d5-60e771afdcba" providerId="AD" clId="Web-{FC4DD9F2-965B-15EF-55A7-7E771AA5E329}" dt="2025-06-05T01:20:33.598" v="4542" actId="20577"/>
          <ac:spMkLst>
            <pc:docMk/>
            <pc:sldMk cId="2164590967" sldId="322"/>
            <ac:spMk id="2" creationId="{C84CA516-ACAD-B111-0412-38FCC8E3ED8B}"/>
          </ac:spMkLst>
        </pc:spChg>
        <pc:spChg chg="mod ord">
          <ac:chgData name="Nicholas Pierce" userId="S::npierce@comptia.global::ee89543b-d064-42d7-b9d5-60e771afdcba" providerId="AD" clId="Web-{FC4DD9F2-965B-15EF-55A7-7E771AA5E329}" dt="2025-06-05T01:19:34.223" v="4508"/>
          <ac:spMkLst>
            <pc:docMk/>
            <pc:sldMk cId="2164590967" sldId="322"/>
            <ac:spMk id="3" creationId="{8756654D-D321-AE78-BB88-E4ABDA31BFE1}"/>
          </ac:spMkLst>
        </pc:spChg>
        <pc:spChg chg="mod ord">
          <ac:chgData name="Nicholas Pierce" userId="S::npierce@comptia.global::ee89543b-d064-42d7-b9d5-60e771afdcba" providerId="AD" clId="Web-{FC4DD9F2-965B-15EF-55A7-7E771AA5E329}" dt="2025-06-05T01:19:34.223" v="4508"/>
          <ac:spMkLst>
            <pc:docMk/>
            <pc:sldMk cId="2164590967" sldId="322"/>
            <ac:spMk id="4" creationId="{56FB3882-1A6F-FADD-A6BD-DDE02B189DC0}"/>
          </ac:spMkLst>
        </pc:spChg>
        <pc:spChg chg="mod ord">
          <ac:chgData name="Nicholas Pierce" userId="S::npierce@comptia.global::ee89543b-d064-42d7-b9d5-60e771afdcba" providerId="AD" clId="Web-{FC4DD9F2-965B-15EF-55A7-7E771AA5E329}" dt="2025-06-05T01:19:34.223" v="4508"/>
          <ac:spMkLst>
            <pc:docMk/>
            <pc:sldMk cId="2164590967" sldId="322"/>
            <ac:spMk id="8" creationId="{1D671480-425F-DD24-A7AB-4A14CE742D72}"/>
          </ac:spMkLst>
        </pc:spChg>
      </pc:sldChg>
      <pc:sldChg chg="modSp modNotes">
        <pc:chgData name="Nicholas Pierce" userId="S::npierce@comptia.global::ee89543b-d064-42d7-b9d5-60e771afdcba" providerId="AD" clId="Web-{FC4DD9F2-965B-15EF-55A7-7E771AA5E329}" dt="2025-06-05T00:51:39.515" v="3731" actId="20577"/>
        <pc:sldMkLst>
          <pc:docMk/>
          <pc:sldMk cId="3874260824" sldId="325"/>
        </pc:sldMkLst>
        <pc:spChg chg="mod">
          <ac:chgData name="Nicholas Pierce" userId="S::npierce@comptia.global::ee89543b-d064-42d7-b9d5-60e771afdcba" providerId="AD" clId="Web-{FC4DD9F2-965B-15EF-55A7-7E771AA5E329}" dt="2025-06-04T18:39:52.502" v="528" actId="20577"/>
          <ac:spMkLst>
            <pc:docMk/>
            <pc:sldMk cId="3874260824" sldId="325"/>
            <ac:spMk id="3" creationId="{3229DD7E-2804-98EB-95D5-25228CEBF0A2}"/>
          </ac:spMkLst>
        </pc:spChg>
        <pc:spChg chg="mod">
          <ac:chgData name="Nicholas Pierce" userId="S::npierce@comptia.global::ee89543b-d064-42d7-b9d5-60e771afdcba" providerId="AD" clId="Web-{FC4DD9F2-965B-15EF-55A7-7E771AA5E329}" dt="2025-06-05T00:51:39.515" v="3731" actId="20577"/>
          <ac:spMkLst>
            <pc:docMk/>
            <pc:sldMk cId="3874260824" sldId="325"/>
            <ac:spMk id="8" creationId="{FB2B2103-7266-5E62-2EF6-3EA76F82441D}"/>
          </ac:spMkLst>
        </pc:spChg>
      </pc:sldChg>
      <pc:sldChg chg="modSp del modNotes">
        <pc:chgData name="Nicholas Pierce" userId="S::npierce@comptia.global::ee89543b-d064-42d7-b9d5-60e771afdcba" providerId="AD" clId="Web-{FC4DD9F2-965B-15EF-55A7-7E771AA5E329}" dt="2025-06-04T18:43:55.237" v="707"/>
        <pc:sldMkLst>
          <pc:docMk/>
          <pc:sldMk cId="1940820860" sldId="326"/>
        </pc:sldMkLst>
      </pc:sldChg>
      <pc:sldChg chg="modSp modNotes">
        <pc:chgData name="Nicholas Pierce" userId="S::npierce@comptia.global::ee89543b-d064-42d7-b9d5-60e771afdcba" providerId="AD" clId="Web-{FC4DD9F2-965B-15EF-55A7-7E771AA5E329}" dt="2025-06-05T00:52:34.344" v="3738" actId="20577"/>
        <pc:sldMkLst>
          <pc:docMk/>
          <pc:sldMk cId="452446945" sldId="327"/>
        </pc:sldMkLst>
        <pc:spChg chg="mod">
          <ac:chgData name="Nicholas Pierce" userId="S::npierce@comptia.global::ee89543b-d064-42d7-b9d5-60e771afdcba" providerId="AD" clId="Web-{FC4DD9F2-965B-15EF-55A7-7E771AA5E329}" dt="2025-06-04T19:08:12.538" v="822" actId="20577"/>
          <ac:spMkLst>
            <pc:docMk/>
            <pc:sldMk cId="452446945" sldId="327"/>
            <ac:spMk id="3" creationId="{AC755008-D5C9-EB01-FFE4-F978DD6A46E4}"/>
          </ac:spMkLst>
        </pc:spChg>
        <pc:spChg chg="mod">
          <ac:chgData name="Nicholas Pierce" userId="S::npierce@comptia.global::ee89543b-d064-42d7-b9d5-60e771afdcba" providerId="AD" clId="Web-{FC4DD9F2-965B-15EF-55A7-7E771AA5E329}" dt="2025-06-05T00:52:34.344" v="3738" actId="20577"/>
          <ac:spMkLst>
            <pc:docMk/>
            <pc:sldMk cId="452446945" sldId="327"/>
            <ac:spMk id="8" creationId="{B790FFDD-8BFA-BD98-CCB7-728E006DBBED}"/>
          </ac:spMkLst>
        </pc:spChg>
      </pc:sldChg>
      <pc:sldChg chg="modSp del modNotes">
        <pc:chgData name="Nicholas Pierce" userId="S::npierce@comptia.global::ee89543b-d064-42d7-b9d5-60e771afdcba" providerId="AD" clId="Web-{FC4DD9F2-965B-15EF-55A7-7E771AA5E329}" dt="2025-06-04T19:11:12.935" v="1004"/>
        <pc:sldMkLst>
          <pc:docMk/>
          <pc:sldMk cId="2810128231" sldId="328"/>
        </pc:sldMkLst>
      </pc:sldChg>
      <pc:sldChg chg="addSp delSp modSp mod modClrScheme chgLayout modNotes">
        <pc:chgData name="Nicholas Pierce" userId="S::npierce@comptia.global::ee89543b-d064-42d7-b9d5-60e771afdcba" providerId="AD" clId="Web-{FC4DD9F2-965B-15EF-55A7-7E771AA5E329}" dt="2025-06-04T21:02:01.269" v="1392"/>
        <pc:sldMkLst>
          <pc:docMk/>
          <pc:sldMk cId="2676958820" sldId="329"/>
        </pc:sldMkLst>
        <pc:spChg chg="mod ord">
          <ac:chgData name="Nicholas Pierce" userId="S::npierce@comptia.global::ee89543b-d064-42d7-b9d5-60e771afdcba" providerId="AD" clId="Web-{FC4DD9F2-965B-15EF-55A7-7E771AA5E329}" dt="2025-06-04T20:58:16.436" v="1281" actId="20577"/>
          <ac:spMkLst>
            <pc:docMk/>
            <pc:sldMk cId="2676958820" sldId="329"/>
            <ac:spMk id="3" creationId="{AD222624-D1CC-0B2D-650F-14349F97A01B}"/>
          </ac:spMkLst>
        </pc:spChg>
        <pc:spChg chg="mod ord">
          <ac:chgData name="Nicholas Pierce" userId="S::npierce@comptia.global::ee89543b-d064-42d7-b9d5-60e771afdcba" providerId="AD" clId="Web-{FC4DD9F2-965B-15EF-55A7-7E771AA5E329}" dt="2025-06-04T20:57:51.920" v="1278"/>
          <ac:spMkLst>
            <pc:docMk/>
            <pc:sldMk cId="2676958820" sldId="329"/>
            <ac:spMk id="4" creationId="{2E06E790-211E-7791-3DF4-8E983BD1C94E}"/>
          </ac:spMkLst>
        </pc:spChg>
        <pc:spChg chg="mod ord">
          <ac:chgData name="Nicholas Pierce" userId="S::npierce@comptia.global::ee89543b-d064-42d7-b9d5-60e771afdcba" providerId="AD" clId="Web-{FC4DD9F2-965B-15EF-55A7-7E771AA5E329}" dt="2025-06-04T20:57:51.920" v="1278"/>
          <ac:spMkLst>
            <pc:docMk/>
            <pc:sldMk cId="2676958820" sldId="329"/>
            <ac:spMk id="8" creationId="{94307233-1ED8-6160-FB75-83360D5A40FD}"/>
          </ac:spMkLst>
        </pc:spChg>
        <pc:spChg chg="add mod ord">
          <ac:chgData name="Nicholas Pierce" userId="S::npierce@comptia.global::ee89543b-d064-42d7-b9d5-60e771afdcba" providerId="AD" clId="Web-{FC4DD9F2-965B-15EF-55A7-7E771AA5E329}" dt="2025-06-04T21:00:33.595" v="1366" actId="20577"/>
          <ac:spMkLst>
            <pc:docMk/>
            <pc:sldMk cId="2676958820" sldId="329"/>
            <ac:spMk id="9" creationId="{9FA014C2-A97A-2166-CC8A-E614888F5968}"/>
          </ac:spMkLst>
        </pc:spChg>
        <pc:picChg chg="add mod">
          <ac:chgData name="Nicholas Pierce" userId="S::npierce@comptia.global::ee89543b-d064-42d7-b9d5-60e771afdcba" providerId="AD" clId="Web-{FC4DD9F2-965B-15EF-55A7-7E771AA5E329}" dt="2025-06-04T20:58:02.810" v="1280" actId="1076"/>
          <ac:picMkLst>
            <pc:docMk/>
            <pc:sldMk cId="2676958820" sldId="329"/>
            <ac:picMk id="5" creationId="{7BDDA9CB-FF0F-C6A5-B38A-7C08B19EE4FA}"/>
          </ac:picMkLst>
        </pc:picChg>
      </pc:sldChg>
      <pc:sldChg chg="modSp modNotes">
        <pc:chgData name="Nicholas Pierce" userId="S::npierce@comptia.global::ee89543b-d064-42d7-b9d5-60e771afdcba" providerId="AD" clId="Web-{FC4DD9F2-965B-15EF-55A7-7E771AA5E329}" dt="2025-06-05T00:52:47.219" v="3750" actId="20577"/>
        <pc:sldMkLst>
          <pc:docMk/>
          <pc:sldMk cId="628703779" sldId="330"/>
        </pc:sldMkLst>
        <pc:spChg chg="mod">
          <ac:chgData name="Nicholas Pierce" userId="S::npierce@comptia.global::ee89543b-d064-42d7-b9d5-60e771afdcba" providerId="AD" clId="Web-{FC4DD9F2-965B-15EF-55A7-7E771AA5E329}" dt="2025-06-04T21:44:47.214" v="1850" actId="20577"/>
          <ac:spMkLst>
            <pc:docMk/>
            <pc:sldMk cId="628703779" sldId="330"/>
            <ac:spMk id="3" creationId="{EB1F8247-963A-4B7A-32C9-ED8F66C07345}"/>
          </ac:spMkLst>
        </pc:spChg>
        <pc:spChg chg="mod">
          <ac:chgData name="Nicholas Pierce" userId="S::npierce@comptia.global::ee89543b-d064-42d7-b9d5-60e771afdcba" providerId="AD" clId="Web-{FC4DD9F2-965B-15EF-55A7-7E771AA5E329}" dt="2025-06-05T00:52:47.219" v="3750" actId="20577"/>
          <ac:spMkLst>
            <pc:docMk/>
            <pc:sldMk cId="628703779" sldId="330"/>
            <ac:spMk id="8" creationId="{56ADBB8C-6C55-E605-2D25-46333E86FB51}"/>
          </ac:spMkLst>
        </pc:spChg>
      </pc:sldChg>
      <pc:sldChg chg="modSp modNotes">
        <pc:chgData name="Nicholas Pierce" userId="S::npierce@comptia.global::ee89543b-d064-42d7-b9d5-60e771afdcba" providerId="AD" clId="Web-{FC4DD9F2-965B-15EF-55A7-7E771AA5E329}" dt="2025-06-04T21:48:37.567" v="2022"/>
        <pc:sldMkLst>
          <pc:docMk/>
          <pc:sldMk cId="635778516" sldId="331"/>
        </pc:sldMkLst>
        <pc:spChg chg="mod">
          <ac:chgData name="Nicholas Pierce" userId="S::npierce@comptia.global::ee89543b-d064-42d7-b9d5-60e771afdcba" providerId="AD" clId="Web-{FC4DD9F2-965B-15EF-55A7-7E771AA5E329}" dt="2025-06-04T21:48:31.973" v="2021" actId="20577"/>
          <ac:spMkLst>
            <pc:docMk/>
            <pc:sldMk cId="635778516" sldId="331"/>
            <ac:spMk id="3" creationId="{1AD4416E-3CC2-7A19-B5C4-8CD49D503E6D}"/>
          </ac:spMkLst>
        </pc:spChg>
      </pc:sldChg>
      <pc:sldChg chg="addSp delSp modSp mod modClrScheme chgLayout modNotes">
        <pc:chgData name="Nicholas Pierce" userId="S::npierce@comptia.global::ee89543b-d064-42d7-b9d5-60e771afdcba" providerId="AD" clId="Web-{FC4DD9F2-965B-15EF-55A7-7E771AA5E329}" dt="2025-06-05T00:20:13.511" v="2170"/>
        <pc:sldMkLst>
          <pc:docMk/>
          <pc:sldMk cId="752254780" sldId="332"/>
        </pc:sldMkLst>
        <pc:spChg chg="add mod ord">
          <ac:chgData name="Nicholas Pierce" userId="S::npierce@comptia.global::ee89543b-d064-42d7-b9d5-60e771afdcba" providerId="AD" clId="Web-{FC4DD9F2-965B-15EF-55A7-7E771AA5E329}" dt="2025-06-04T21:51:05.478" v="2101" actId="20577"/>
          <ac:spMkLst>
            <pc:docMk/>
            <pc:sldMk cId="752254780" sldId="332"/>
            <ac:spMk id="2" creationId="{5DEC8D2C-0953-8AAD-440A-8419C29F3AE5}"/>
          </ac:spMkLst>
        </pc:spChg>
        <pc:spChg chg="mod ord">
          <ac:chgData name="Nicholas Pierce" userId="S::npierce@comptia.global::ee89543b-d064-42d7-b9d5-60e771afdcba" providerId="AD" clId="Web-{FC4DD9F2-965B-15EF-55A7-7E771AA5E329}" dt="2025-06-05T00:03:37.868" v="2102" actId="1076"/>
          <ac:spMkLst>
            <pc:docMk/>
            <pc:sldMk cId="752254780" sldId="332"/>
            <ac:spMk id="3" creationId="{0E395A5E-2F81-D809-3494-68A558E33A29}"/>
          </ac:spMkLst>
        </pc:spChg>
        <pc:spChg chg="mod ord">
          <ac:chgData name="Nicholas Pierce" userId="S::npierce@comptia.global::ee89543b-d064-42d7-b9d5-60e771afdcba" providerId="AD" clId="Web-{FC4DD9F2-965B-15EF-55A7-7E771AA5E329}" dt="2025-06-04T21:49:24.053" v="2037"/>
          <ac:spMkLst>
            <pc:docMk/>
            <pc:sldMk cId="752254780" sldId="332"/>
            <ac:spMk id="4" creationId="{87F478E2-0DDE-0AB3-177A-C5D87C8212A1}"/>
          </ac:spMkLst>
        </pc:spChg>
        <pc:spChg chg="mod ord">
          <ac:chgData name="Nicholas Pierce" userId="S::npierce@comptia.global::ee89543b-d064-42d7-b9d5-60e771afdcba" providerId="AD" clId="Web-{FC4DD9F2-965B-15EF-55A7-7E771AA5E329}" dt="2025-06-04T21:49:24.053" v="2037"/>
          <ac:spMkLst>
            <pc:docMk/>
            <pc:sldMk cId="752254780" sldId="332"/>
            <ac:spMk id="8" creationId="{55137D93-246C-F51E-DA12-9F10484B3F4D}"/>
          </ac:spMkLst>
        </pc:spChg>
        <pc:picChg chg="add mod">
          <ac:chgData name="Nicholas Pierce" userId="S::npierce@comptia.global::ee89543b-d064-42d7-b9d5-60e771afdcba" providerId="AD" clId="Web-{FC4DD9F2-965B-15EF-55A7-7E771AA5E329}" dt="2025-06-04T21:49:51.648" v="2041" actId="1076"/>
          <ac:picMkLst>
            <pc:docMk/>
            <pc:sldMk cId="752254780" sldId="332"/>
            <ac:picMk id="7" creationId="{03F2F28A-0003-E5C8-65DC-8EFAA7BF75C5}"/>
          </ac:picMkLst>
        </pc:picChg>
      </pc:sldChg>
      <pc:sldChg chg="modSp modNotes">
        <pc:chgData name="Nicholas Pierce" userId="S::npierce@comptia.global::ee89543b-d064-42d7-b9d5-60e771afdcba" providerId="AD" clId="Web-{FC4DD9F2-965B-15EF-55A7-7E771AA5E329}" dt="2025-06-05T00:23:24.387" v="2353" actId="20577"/>
        <pc:sldMkLst>
          <pc:docMk/>
          <pc:sldMk cId="3185570035" sldId="333"/>
        </pc:sldMkLst>
        <pc:spChg chg="mod">
          <ac:chgData name="Nicholas Pierce" userId="S::npierce@comptia.global::ee89543b-d064-42d7-b9d5-60e771afdcba" providerId="AD" clId="Web-{FC4DD9F2-965B-15EF-55A7-7E771AA5E329}" dt="2025-06-05T00:23:24.387" v="2353" actId="20577"/>
          <ac:spMkLst>
            <pc:docMk/>
            <pc:sldMk cId="3185570035" sldId="333"/>
            <ac:spMk id="3" creationId="{CF9A2C1D-2B9D-03AE-DAA0-CCB2E0875EDE}"/>
          </ac:spMkLst>
        </pc:spChg>
      </pc:sldChg>
      <pc:sldChg chg="modSp modNotes">
        <pc:chgData name="Nicholas Pierce" userId="S::npierce@comptia.global::ee89543b-d064-42d7-b9d5-60e771afdcba" providerId="AD" clId="Web-{FC4DD9F2-965B-15EF-55A7-7E771AA5E329}" dt="2025-06-05T00:24:28.121" v="2421"/>
        <pc:sldMkLst>
          <pc:docMk/>
          <pc:sldMk cId="474499640" sldId="334"/>
        </pc:sldMkLst>
        <pc:spChg chg="mod">
          <ac:chgData name="Nicholas Pierce" userId="S::npierce@comptia.global::ee89543b-d064-42d7-b9d5-60e771afdcba" providerId="AD" clId="Web-{FC4DD9F2-965B-15EF-55A7-7E771AA5E329}" dt="2025-06-05T00:24:23.106" v="2420" actId="20577"/>
          <ac:spMkLst>
            <pc:docMk/>
            <pc:sldMk cId="474499640" sldId="334"/>
            <ac:spMk id="3" creationId="{95EA6262-6A30-60B7-6C9A-B234D9D921DF}"/>
          </ac:spMkLst>
        </pc:spChg>
      </pc:sldChg>
      <pc:sldChg chg="modSp modNotes">
        <pc:chgData name="Nicholas Pierce" userId="S::npierce@comptia.global::ee89543b-d064-42d7-b9d5-60e771afdcba" providerId="AD" clId="Web-{FC4DD9F2-965B-15EF-55A7-7E771AA5E329}" dt="2025-06-05T00:27:25.168" v="2626"/>
        <pc:sldMkLst>
          <pc:docMk/>
          <pc:sldMk cId="3525714042" sldId="335"/>
        </pc:sldMkLst>
        <pc:spChg chg="mod">
          <ac:chgData name="Nicholas Pierce" userId="S::npierce@comptia.global::ee89543b-d064-42d7-b9d5-60e771afdcba" providerId="AD" clId="Web-{FC4DD9F2-965B-15EF-55A7-7E771AA5E329}" dt="2025-06-05T00:27:21.247" v="2625" actId="20577"/>
          <ac:spMkLst>
            <pc:docMk/>
            <pc:sldMk cId="3525714042" sldId="335"/>
            <ac:spMk id="3" creationId="{E828F1D3-1DAF-12B6-B902-C6B9F792CB8B}"/>
          </ac:spMkLst>
        </pc:spChg>
      </pc:sldChg>
      <pc:sldChg chg="addSp delSp modSp mod modClrScheme chgLayout modNotes">
        <pc:chgData name="Nicholas Pierce" userId="S::npierce@comptia.global::ee89543b-d064-42d7-b9d5-60e771afdcba" providerId="AD" clId="Web-{FC4DD9F2-965B-15EF-55A7-7E771AA5E329}" dt="2025-06-05T00:55:53.625" v="3793" actId="20577"/>
        <pc:sldMkLst>
          <pc:docMk/>
          <pc:sldMk cId="2751700564" sldId="336"/>
        </pc:sldMkLst>
        <pc:spChg chg="mod ord">
          <ac:chgData name="Nicholas Pierce" userId="S::npierce@comptia.global::ee89543b-d064-42d7-b9d5-60e771afdcba" providerId="AD" clId="Web-{FC4DD9F2-965B-15EF-55A7-7E771AA5E329}" dt="2025-06-05T00:54:34.641" v="3778"/>
          <ac:spMkLst>
            <pc:docMk/>
            <pc:sldMk cId="2751700564" sldId="336"/>
            <ac:spMk id="3" creationId="{649F349F-25F0-9660-21AC-8CEE4F9A1AFA}"/>
          </ac:spMkLst>
        </pc:spChg>
        <pc:spChg chg="mod ord">
          <ac:chgData name="Nicholas Pierce" userId="S::npierce@comptia.global::ee89543b-d064-42d7-b9d5-60e771afdcba" providerId="AD" clId="Web-{FC4DD9F2-965B-15EF-55A7-7E771AA5E329}" dt="2025-06-05T00:54:34.641" v="3778"/>
          <ac:spMkLst>
            <pc:docMk/>
            <pc:sldMk cId="2751700564" sldId="336"/>
            <ac:spMk id="4" creationId="{B16DCBB9-72F9-800F-DBE3-AF36F33EDCFA}"/>
          </ac:spMkLst>
        </pc:spChg>
        <pc:spChg chg="mod ord">
          <ac:chgData name="Nicholas Pierce" userId="S::npierce@comptia.global::ee89543b-d064-42d7-b9d5-60e771afdcba" providerId="AD" clId="Web-{FC4DD9F2-965B-15EF-55A7-7E771AA5E329}" dt="2025-06-05T00:55:53.625" v="3793" actId="20577"/>
          <ac:spMkLst>
            <pc:docMk/>
            <pc:sldMk cId="2751700564" sldId="336"/>
            <ac:spMk id="8" creationId="{9713DD40-05EC-4F3B-BD26-CDA3D96E4876}"/>
          </ac:spMkLst>
        </pc:spChg>
        <pc:spChg chg="add mod">
          <ac:chgData name="Nicholas Pierce" userId="S::npierce@comptia.global::ee89543b-d064-42d7-b9d5-60e771afdcba" providerId="AD" clId="Web-{FC4DD9F2-965B-15EF-55A7-7E771AA5E329}" dt="2025-06-05T00:55:43.656" v="3790" actId="20577"/>
          <ac:spMkLst>
            <pc:docMk/>
            <pc:sldMk cId="2751700564" sldId="336"/>
            <ac:spMk id="11" creationId="{347314B2-F228-0DCE-231C-8A77EDD650E8}"/>
          </ac:spMkLst>
        </pc:spChg>
        <pc:picChg chg="add mod">
          <ac:chgData name="Nicholas Pierce" userId="S::npierce@comptia.global::ee89543b-d064-42d7-b9d5-60e771afdcba" providerId="AD" clId="Web-{FC4DD9F2-965B-15EF-55A7-7E771AA5E329}" dt="2025-06-05T00:55:06.985" v="3784" actId="1076"/>
          <ac:picMkLst>
            <pc:docMk/>
            <pc:sldMk cId="2751700564" sldId="336"/>
            <ac:picMk id="9" creationId="{D0CC2735-87A9-6D42-572A-A37CA7AE94C8}"/>
          </ac:picMkLst>
        </pc:picChg>
      </pc:sldChg>
      <pc:sldChg chg="modSp modNotes">
        <pc:chgData name="Nicholas Pierce" userId="S::npierce@comptia.global::ee89543b-d064-42d7-b9d5-60e771afdcba" providerId="AD" clId="Web-{FC4DD9F2-965B-15EF-55A7-7E771AA5E329}" dt="2025-06-05T00:56:04.156" v="3800" actId="20577"/>
        <pc:sldMkLst>
          <pc:docMk/>
          <pc:sldMk cId="1658945533" sldId="337"/>
        </pc:sldMkLst>
        <pc:spChg chg="mod">
          <ac:chgData name="Nicholas Pierce" userId="S::npierce@comptia.global::ee89543b-d064-42d7-b9d5-60e771afdcba" providerId="AD" clId="Web-{FC4DD9F2-965B-15EF-55A7-7E771AA5E329}" dt="2025-06-05T00:37:59.951" v="3160" actId="20577"/>
          <ac:spMkLst>
            <pc:docMk/>
            <pc:sldMk cId="1658945533" sldId="337"/>
            <ac:spMk id="3" creationId="{8AC6CBA2-093E-B0ED-3CD7-05F53E3C2D8D}"/>
          </ac:spMkLst>
        </pc:spChg>
        <pc:spChg chg="mod">
          <ac:chgData name="Nicholas Pierce" userId="S::npierce@comptia.global::ee89543b-d064-42d7-b9d5-60e771afdcba" providerId="AD" clId="Web-{FC4DD9F2-965B-15EF-55A7-7E771AA5E329}" dt="2025-06-05T00:56:04.156" v="3800" actId="20577"/>
          <ac:spMkLst>
            <pc:docMk/>
            <pc:sldMk cId="1658945533" sldId="337"/>
            <ac:spMk id="8" creationId="{21FA35F6-13FE-EFA9-FC01-53C9686BE292}"/>
          </ac:spMkLst>
        </pc:spChg>
      </pc:sldChg>
      <pc:sldChg chg="modSp modNotes">
        <pc:chgData name="Nicholas Pierce" userId="S::npierce@comptia.global::ee89543b-d064-42d7-b9d5-60e771afdcba" providerId="AD" clId="Web-{FC4DD9F2-965B-15EF-55A7-7E771AA5E329}" dt="2025-06-05T01:47:02.057" v="6402" actId="20577"/>
        <pc:sldMkLst>
          <pc:docMk/>
          <pc:sldMk cId="1325750348" sldId="338"/>
        </pc:sldMkLst>
        <pc:spChg chg="mod">
          <ac:chgData name="Nicholas Pierce" userId="S::npierce@comptia.global::ee89543b-d064-42d7-b9d5-60e771afdcba" providerId="AD" clId="Web-{FC4DD9F2-965B-15EF-55A7-7E771AA5E329}" dt="2025-06-05T01:47:02.057" v="6402" actId="20577"/>
          <ac:spMkLst>
            <pc:docMk/>
            <pc:sldMk cId="1325750348" sldId="338"/>
            <ac:spMk id="3" creationId="{F87643A8-13B4-6046-8420-1749B33527F5}"/>
          </ac:spMkLst>
        </pc:spChg>
        <pc:spChg chg="mod">
          <ac:chgData name="Nicholas Pierce" userId="S::npierce@comptia.global::ee89543b-d064-42d7-b9d5-60e771afdcba" providerId="AD" clId="Web-{FC4DD9F2-965B-15EF-55A7-7E771AA5E329}" dt="2025-06-05T00:56:15.735" v="3807" actId="20577"/>
          <ac:spMkLst>
            <pc:docMk/>
            <pc:sldMk cId="1325750348" sldId="338"/>
            <ac:spMk id="8" creationId="{A9CB12BA-416E-3352-634A-F6E18B7A1213}"/>
          </ac:spMkLst>
        </pc:spChg>
      </pc:sldChg>
      <pc:sldChg chg="modSp modNotes">
        <pc:chgData name="Nicholas Pierce" userId="S::npierce@comptia.global::ee89543b-d064-42d7-b9d5-60e771afdcba" providerId="AD" clId="Web-{FC4DD9F2-965B-15EF-55A7-7E771AA5E329}" dt="2025-06-05T00:43:07.436" v="3424" actId="20577"/>
        <pc:sldMkLst>
          <pc:docMk/>
          <pc:sldMk cId="2443546811" sldId="339"/>
        </pc:sldMkLst>
        <pc:spChg chg="mod">
          <ac:chgData name="Nicholas Pierce" userId="S::npierce@comptia.global::ee89543b-d064-42d7-b9d5-60e771afdcba" providerId="AD" clId="Web-{FC4DD9F2-965B-15EF-55A7-7E771AA5E329}" dt="2025-06-05T00:43:07.436" v="3424" actId="20577"/>
          <ac:spMkLst>
            <pc:docMk/>
            <pc:sldMk cId="2443546811" sldId="339"/>
            <ac:spMk id="3" creationId="{2022B0ED-9754-D1E7-4925-A0DB10736475}"/>
          </ac:spMkLst>
        </pc:spChg>
      </pc:sldChg>
      <pc:sldChg chg="modSp modNotes">
        <pc:chgData name="Nicholas Pierce" userId="S::npierce@comptia.global::ee89543b-d064-42d7-b9d5-60e771afdcba" providerId="AD" clId="Web-{FC4DD9F2-965B-15EF-55A7-7E771AA5E329}" dt="2025-06-05T00:44:10.077" v="3484" actId="20577"/>
        <pc:sldMkLst>
          <pc:docMk/>
          <pc:sldMk cId="2242302075" sldId="340"/>
        </pc:sldMkLst>
        <pc:spChg chg="mod">
          <ac:chgData name="Nicholas Pierce" userId="S::npierce@comptia.global::ee89543b-d064-42d7-b9d5-60e771afdcba" providerId="AD" clId="Web-{FC4DD9F2-965B-15EF-55A7-7E771AA5E329}" dt="2025-06-05T00:44:10.077" v="3484" actId="20577"/>
          <ac:spMkLst>
            <pc:docMk/>
            <pc:sldMk cId="2242302075" sldId="340"/>
            <ac:spMk id="3" creationId="{7A5676AA-F1CB-890A-92BF-C51C54C5C148}"/>
          </ac:spMkLst>
        </pc:spChg>
      </pc:sldChg>
      <pc:sldChg chg="modSp modNotes">
        <pc:chgData name="Nicholas Pierce" userId="S::npierce@comptia.global::ee89543b-d064-42d7-b9d5-60e771afdcba" providerId="AD" clId="Web-{FC4DD9F2-965B-15EF-55A7-7E771AA5E329}" dt="2025-06-05T00:45:10.530" v="3515"/>
        <pc:sldMkLst>
          <pc:docMk/>
          <pc:sldMk cId="3797844531" sldId="341"/>
        </pc:sldMkLst>
        <pc:spChg chg="mod">
          <ac:chgData name="Nicholas Pierce" userId="S::npierce@comptia.global::ee89543b-d064-42d7-b9d5-60e771afdcba" providerId="AD" clId="Web-{FC4DD9F2-965B-15EF-55A7-7E771AA5E329}" dt="2025-06-05T00:45:04.889" v="3514" actId="20577"/>
          <ac:spMkLst>
            <pc:docMk/>
            <pc:sldMk cId="3797844531" sldId="341"/>
            <ac:spMk id="3" creationId="{517EDB60-DAD6-21E1-8B00-54E78E381B25}"/>
          </ac:spMkLst>
        </pc:spChg>
      </pc:sldChg>
      <pc:sldChg chg="addSp delSp modSp del modNotes">
        <pc:chgData name="Nicholas Pierce" userId="S::npierce@comptia.global::ee89543b-d064-42d7-b9d5-60e771afdcba" providerId="AD" clId="Web-{FC4DD9F2-965B-15EF-55A7-7E771AA5E329}" dt="2025-06-05T00:46:48.968" v="3609"/>
        <pc:sldMkLst>
          <pc:docMk/>
          <pc:sldMk cId="2151725943" sldId="342"/>
        </pc:sldMkLst>
      </pc:sldChg>
      <pc:sldChg chg="modSp modNotes">
        <pc:chgData name="Nicholas Pierce" userId="S::npierce@comptia.global::ee89543b-d064-42d7-b9d5-60e771afdcba" providerId="AD" clId="Web-{FC4DD9F2-965B-15EF-55A7-7E771AA5E329}" dt="2025-06-05T01:04:37.829" v="4077"/>
        <pc:sldMkLst>
          <pc:docMk/>
          <pc:sldMk cId="1791188262" sldId="343"/>
        </pc:sldMkLst>
        <pc:spChg chg="mod">
          <ac:chgData name="Nicholas Pierce" userId="S::npierce@comptia.global::ee89543b-d064-42d7-b9d5-60e771afdcba" providerId="AD" clId="Web-{FC4DD9F2-965B-15EF-55A7-7E771AA5E329}" dt="2025-06-05T01:03:27.095" v="3967" actId="20577"/>
          <ac:spMkLst>
            <pc:docMk/>
            <pc:sldMk cId="1791188262" sldId="343"/>
            <ac:spMk id="3" creationId="{EEEA602D-3FD4-53D3-7A45-4B47BCCFD00B}"/>
          </ac:spMkLst>
        </pc:spChg>
        <pc:spChg chg="mod">
          <ac:chgData name="Nicholas Pierce" userId="S::npierce@comptia.global::ee89543b-d064-42d7-b9d5-60e771afdcba" providerId="AD" clId="Web-{FC4DD9F2-965B-15EF-55A7-7E771AA5E329}" dt="2025-06-05T00:59:13.110" v="3816" actId="20577"/>
          <ac:spMkLst>
            <pc:docMk/>
            <pc:sldMk cId="1791188262" sldId="343"/>
            <ac:spMk id="8" creationId="{AED736E6-52F6-7941-DF78-AEDF6BC41162}"/>
          </ac:spMkLst>
        </pc:spChg>
      </pc:sldChg>
      <pc:sldChg chg="modSp modNotes">
        <pc:chgData name="Nicholas Pierce" userId="S::npierce@comptia.global::ee89543b-d064-42d7-b9d5-60e771afdcba" providerId="AD" clId="Web-{FC4DD9F2-965B-15EF-55A7-7E771AA5E329}" dt="2025-06-05T01:06:30.580" v="4208"/>
        <pc:sldMkLst>
          <pc:docMk/>
          <pc:sldMk cId="1455164452" sldId="344"/>
        </pc:sldMkLst>
        <pc:spChg chg="mod">
          <ac:chgData name="Nicholas Pierce" userId="S::npierce@comptia.global::ee89543b-d064-42d7-b9d5-60e771afdcba" providerId="AD" clId="Web-{FC4DD9F2-965B-15EF-55A7-7E771AA5E329}" dt="2025-06-05T01:06:20.955" v="4207" actId="20577"/>
          <ac:spMkLst>
            <pc:docMk/>
            <pc:sldMk cId="1455164452" sldId="344"/>
            <ac:spMk id="3" creationId="{550D3369-AFB9-1C9F-84D9-FFD8FE478851}"/>
          </ac:spMkLst>
        </pc:spChg>
        <pc:spChg chg="mod">
          <ac:chgData name="Nicholas Pierce" userId="S::npierce@comptia.global::ee89543b-d064-42d7-b9d5-60e771afdcba" providerId="AD" clId="Web-{FC4DD9F2-965B-15EF-55A7-7E771AA5E329}" dt="2025-06-05T00:59:33.423" v="3838" actId="20577"/>
          <ac:spMkLst>
            <pc:docMk/>
            <pc:sldMk cId="1455164452" sldId="344"/>
            <ac:spMk id="8" creationId="{ED07F8A5-51EB-E21E-604E-8ED9BA7E4E13}"/>
          </ac:spMkLst>
        </pc:spChg>
      </pc:sldChg>
      <pc:sldChg chg="modSp modNotes">
        <pc:chgData name="Nicholas Pierce" userId="S::npierce@comptia.global::ee89543b-d064-42d7-b9d5-60e771afdcba" providerId="AD" clId="Web-{FC4DD9F2-965B-15EF-55A7-7E771AA5E329}" dt="2025-06-05T01:08:14.361" v="4280" actId="20577"/>
        <pc:sldMkLst>
          <pc:docMk/>
          <pc:sldMk cId="4090533108" sldId="345"/>
        </pc:sldMkLst>
        <pc:spChg chg="mod">
          <ac:chgData name="Nicholas Pierce" userId="S::npierce@comptia.global::ee89543b-d064-42d7-b9d5-60e771afdcba" providerId="AD" clId="Web-{FC4DD9F2-965B-15EF-55A7-7E771AA5E329}" dt="2025-06-05T01:08:14.361" v="4280" actId="20577"/>
          <ac:spMkLst>
            <pc:docMk/>
            <pc:sldMk cId="4090533108" sldId="345"/>
            <ac:spMk id="3" creationId="{195393ED-4D19-91B7-B811-366FB8A5C634}"/>
          </ac:spMkLst>
        </pc:spChg>
      </pc:sldChg>
      <pc:sldChg chg="modSp del modNotes">
        <pc:chgData name="Nicholas Pierce" userId="S::npierce@comptia.global::ee89543b-d064-42d7-b9d5-60e771afdcba" providerId="AD" clId="Web-{FC4DD9F2-965B-15EF-55A7-7E771AA5E329}" dt="2025-06-05T01:11:01.003" v="4437"/>
        <pc:sldMkLst>
          <pc:docMk/>
          <pc:sldMk cId="2896278554" sldId="346"/>
        </pc:sldMkLst>
      </pc:sldChg>
      <pc:sldChg chg="modSp modNotes">
        <pc:chgData name="Nicholas Pierce" userId="S::npierce@comptia.global::ee89543b-d064-42d7-b9d5-60e771afdcba" providerId="AD" clId="Web-{FC4DD9F2-965B-15EF-55A7-7E771AA5E329}" dt="2025-06-05T01:23:18.255" v="4661" actId="20577"/>
        <pc:sldMkLst>
          <pc:docMk/>
          <pc:sldMk cId="1510907265" sldId="347"/>
        </pc:sldMkLst>
        <pc:spChg chg="mod">
          <ac:chgData name="Nicholas Pierce" userId="S::npierce@comptia.global::ee89543b-d064-42d7-b9d5-60e771afdcba" providerId="AD" clId="Web-{FC4DD9F2-965B-15EF-55A7-7E771AA5E329}" dt="2025-06-05T01:23:18.255" v="4661" actId="20577"/>
          <ac:spMkLst>
            <pc:docMk/>
            <pc:sldMk cId="1510907265" sldId="347"/>
            <ac:spMk id="3" creationId="{A63D737E-BF7C-F0A4-891F-E1DDA5CFD3CC}"/>
          </ac:spMkLst>
        </pc:spChg>
        <pc:spChg chg="mod">
          <ac:chgData name="Nicholas Pierce" userId="S::npierce@comptia.global::ee89543b-d064-42d7-b9d5-60e771afdcba" providerId="AD" clId="Web-{FC4DD9F2-965B-15EF-55A7-7E771AA5E329}" dt="2025-06-05T01:22:53.911" v="4635" actId="20577"/>
          <ac:spMkLst>
            <pc:docMk/>
            <pc:sldMk cId="1510907265" sldId="347"/>
            <ac:spMk id="8" creationId="{B3642E36-3327-D8D1-D006-12F3DAD33D87}"/>
          </ac:spMkLst>
        </pc:spChg>
      </pc:sldChg>
      <pc:sldChg chg="modSp modNotes">
        <pc:chgData name="Nicholas Pierce" userId="S::npierce@comptia.global::ee89543b-d064-42d7-b9d5-60e771afdcba" providerId="AD" clId="Web-{FC4DD9F2-965B-15EF-55A7-7E771AA5E329}" dt="2025-06-05T01:25:55.692" v="4766"/>
        <pc:sldMkLst>
          <pc:docMk/>
          <pc:sldMk cId="2217499212" sldId="348"/>
        </pc:sldMkLst>
        <pc:spChg chg="mod">
          <ac:chgData name="Nicholas Pierce" userId="S::npierce@comptia.global::ee89543b-d064-42d7-b9d5-60e771afdcba" providerId="AD" clId="Web-{FC4DD9F2-965B-15EF-55A7-7E771AA5E329}" dt="2025-06-05T01:24:25.177" v="4706" actId="20577"/>
          <ac:spMkLst>
            <pc:docMk/>
            <pc:sldMk cId="2217499212" sldId="348"/>
            <ac:spMk id="3" creationId="{6E031121-DBE5-0CF6-4512-B415D6DE561C}"/>
          </ac:spMkLst>
        </pc:spChg>
      </pc:sldChg>
      <pc:sldChg chg="modSp modNotes">
        <pc:chgData name="Nicholas Pierce" userId="S::npierce@comptia.global::ee89543b-d064-42d7-b9d5-60e771afdcba" providerId="AD" clId="Web-{FC4DD9F2-965B-15EF-55A7-7E771AA5E329}" dt="2025-06-05T01:27:20.630" v="4845"/>
        <pc:sldMkLst>
          <pc:docMk/>
          <pc:sldMk cId="313299946" sldId="349"/>
        </pc:sldMkLst>
        <pc:spChg chg="mod">
          <ac:chgData name="Nicholas Pierce" userId="S::npierce@comptia.global::ee89543b-d064-42d7-b9d5-60e771afdcba" providerId="AD" clId="Web-{FC4DD9F2-965B-15EF-55A7-7E771AA5E329}" dt="2025-06-05T01:27:16.458" v="4844" actId="20577"/>
          <ac:spMkLst>
            <pc:docMk/>
            <pc:sldMk cId="313299946" sldId="349"/>
            <ac:spMk id="3" creationId="{463FDCAB-BCB9-7078-8D09-63BB76AD607A}"/>
          </ac:spMkLst>
        </pc:spChg>
      </pc:sldChg>
      <pc:sldChg chg="modSp modNotes">
        <pc:chgData name="Nicholas Pierce" userId="S::npierce@comptia.global::ee89543b-d064-42d7-b9d5-60e771afdcba" providerId="AD" clId="Web-{FC4DD9F2-965B-15EF-55A7-7E771AA5E329}" dt="2025-06-05T01:30:14.368" v="5098"/>
        <pc:sldMkLst>
          <pc:docMk/>
          <pc:sldMk cId="3015969840" sldId="350"/>
        </pc:sldMkLst>
        <pc:spChg chg="mod">
          <ac:chgData name="Nicholas Pierce" userId="S::npierce@comptia.global::ee89543b-d064-42d7-b9d5-60e771afdcba" providerId="AD" clId="Web-{FC4DD9F2-965B-15EF-55A7-7E771AA5E329}" dt="2025-06-05T01:29:10.664" v="4964" actId="20577"/>
          <ac:spMkLst>
            <pc:docMk/>
            <pc:sldMk cId="3015969840" sldId="350"/>
            <ac:spMk id="3" creationId="{A7ACFB0E-956A-2413-E118-AC13FD3B8A14}"/>
          </ac:spMkLst>
        </pc:spChg>
      </pc:sldChg>
      <pc:sldChg chg="modSp modNotes">
        <pc:chgData name="Nicholas Pierce" userId="S::npierce@comptia.global::ee89543b-d064-42d7-b9d5-60e771afdcba" providerId="AD" clId="Web-{FC4DD9F2-965B-15EF-55A7-7E771AA5E329}" dt="2025-06-05T01:34:04.790" v="5406"/>
        <pc:sldMkLst>
          <pc:docMk/>
          <pc:sldMk cId="3156743037" sldId="351"/>
        </pc:sldMkLst>
        <pc:spChg chg="mod">
          <ac:chgData name="Nicholas Pierce" userId="S::npierce@comptia.global::ee89543b-d064-42d7-b9d5-60e771afdcba" providerId="AD" clId="Web-{FC4DD9F2-965B-15EF-55A7-7E771AA5E329}" dt="2025-06-05T01:33:08.665" v="5334" actId="20577"/>
          <ac:spMkLst>
            <pc:docMk/>
            <pc:sldMk cId="3156743037" sldId="351"/>
            <ac:spMk id="3" creationId="{8749586B-FA15-C191-5092-62265471F09A}"/>
          </ac:spMkLst>
        </pc:spChg>
      </pc:sldChg>
      <pc:sldChg chg="modSp modNotes">
        <pc:chgData name="Nicholas Pierce" userId="S::npierce@comptia.global::ee89543b-d064-42d7-b9d5-60e771afdcba" providerId="AD" clId="Web-{FC4DD9F2-965B-15EF-55A7-7E771AA5E329}" dt="2025-06-05T01:35:48.634" v="5514" actId="20577"/>
        <pc:sldMkLst>
          <pc:docMk/>
          <pc:sldMk cId="3291812302" sldId="352"/>
        </pc:sldMkLst>
        <pc:spChg chg="mod">
          <ac:chgData name="Nicholas Pierce" userId="S::npierce@comptia.global::ee89543b-d064-42d7-b9d5-60e771afdcba" providerId="AD" clId="Web-{FC4DD9F2-965B-15EF-55A7-7E771AA5E329}" dt="2025-06-05T01:35:48.634" v="5514" actId="20577"/>
          <ac:spMkLst>
            <pc:docMk/>
            <pc:sldMk cId="3291812302" sldId="352"/>
            <ac:spMk id="3" creationId="{BD6F25E3-DDFD-B13D-4043-B137D1D48693}"/>
          </ac:spMkLst>
        </pc:spChg>
      </pc:sldChg>
      <pc:sldChg chg="modSp modNotes">
        <pc:chgData name="Nicholas Pierce" userId="S::npierce@comptia.global::ee89543b-d064-42d7-b9d5-60e771afdcba" providerId="AD" clId="Web-{FC4DD9F2-965B-15EF-55A7-7E771AA5E329}" dt="2025-06-05T01:38:31.603" v="5752"/>
        <pc:sldMkLst>
          <pc:docMk/>
          <pc:sldMk cId="3390007960" sldId="353"/>
        </pc:sldMkLst>
        <pc:spChg chg="mod">
          <ac:chgData name="Nicholas Pierce" userId="S::npierce@comptia.global::ee89543b-d064-42d7-b9d5-60e771afdcba" providerId="AD" clId="Web-{FC4DD9F2-965B-15EF-55A7-7E771AA5E329}" dt="2025-06-05T01:38:24.900" v="5751" actId="20577"/>
          <ac:spMkLst>
            <pc:docMk/>
            <pc:sldMk cId="3390007960" sldId="353"/>
            <ac:spMk id="3" creationId="{1D511EC6-AEEA-4F8A-9F44-47AD88EBD62E}"/>
          </ac:spMkLst>
        </pc:spChg>
      </pc:sldChg>
      <pc:sldChg chg="modSp modNotes">
        <pc:chgData name="Nicholas Pierce" userId="S::npierce@comptia.global::ee89543b-d064-42d7-b9d5-60e771afdcba" providerId="AD" clId="Web-{FC4DD9F2-965B-15EF-55A7-7E771AA5E329}" dt="2025-06-05T01:43:14.979" v="6194" actId="20577"/>
        <pc:sldMkLst>
          <pc:docMk/>
          <pc:sldMk cId="1829967403" sldId="354"/>
        </pc:sldMkLst>
        <pc:spChg chg="mod">
          <ac:chgData name="Nicholas Pierce" userId="S::npierce@comptia.global::ee89543b-d064-42d7-b9d5-60e771afdcba" providerId="AD" clId="Web-{FC4DD9F2-965B-15EF-55A7-7E771AA5E329}" dt="2025-06-05T01:43:14.979" v="6194" actId="20577"/>
          <ac:spMkLst>
            <pc:docMk/>
            <pc:sldMk cId="1829967403" sldId="354"/>
            <ac:spMk id="3" creationId="{9D612B06-F8F4-766C-9BD5-9718857F8FC1}"/>
          </ac:spMkLst>
        </pc:spChg>
      </pc:sldChg>
      <pc:sldChg chg="modSp modNotes">
        <pc:chgData name="Nicholas Pierce" userId="S::npierce@comptia.global::ee89543b-d064-42d7-b9d5-60e771afdcba" providerId="AD" clId="Web-{FC4DD9F2-965B-15EF-55A7-7E771AA5E329}" dt="2025-06-05T01:45:52.885" v="6383" actId="20577"/>
        <pc:sldMkLst>
          <pc:docMk/>
          <pc:sldMk cId="1980288125" sldId="355"/>
        </pc:sldMkLst>
        <pc:spChg chg="mod">
          <ac:chgData name="Nicholas Pierce" userId="S::npierce@comptia.global::ee89543b-d064-42d7-b9d5-60e771afdcba" providerId="AD" clId="Web-{FC4DD9F2-965B-15EF-55A7-7E771AA5E329}" dt="2025-06-05T01:45:52.885" v="6383" actId="20577"/>
          <ac:spMkLst>
            <pc:docMk/>
            <pc:sldMk cId="1980288125" sldId="355"/>
            <ac:spMk id="3" creationId="{51AAF4E5-CBD1-DADB-4F92-7DAE581CD439}"/>
          </ac:spMkLst>
        </pc:spChg>
      </pc:sldChg>
      <pc:sldChg chg="modSp">
        <pc:chgData name="Nicholas Pierce" userId="S::npierce@comptia.global::ee89543b-d064-42d7-b9d5-60e771afdcba" providerId="AD" clId="Web-{FC4DD9F2-965B-15EF-55A7-7E771AA5E329}" dt="2025-06-05T00:51:45.281" v="3733" actId="20577"/>
        <pc:sldMkLst>
          <pc:docMk/>
          <pc:sldMk cId="3476334032" sldId="357"/>
        </pc:sldMkLst>
        <pc:spChg chg="mod">
          <ac:chgData name="Nicholas Pierce" userId="S::npierce@comptia.global::ee89543b-d064-42d7-b9d5-60e771afdcba" providerId="AD" clId="Web-{FC4DD9F2-965B-15EF-55A7-7E771AA5E329}" dt="2025-06-05T00:51:45.281" v="3733" actId="20577"/>
          <ac:spMkLst>
            <pc:docMk/>
            <pc:sldMk cId="3476334032" sldId="357"/>
            <ac:spMk id="8" creationId="{EA7DEEE6-3A6C-6199-2457-39A412EDD21D}"/>
          </ac:spMkLst>
        </pc:spChg>
      </pc:sldChg>
      <pc:sldChg chg="modSp">
        <pc:chgData name="Nicholas Pierce" userId="S::npierce@comptia.global::ee89543b-d064-42d7-b9d5-60e771afdcba" providerId="AD" clId="Web-{FC4DD9F2-965B-15EF-55A7-7E771AA5E329}" dt="2025-06-05T00:51:34.890" v="3725" actId="20577"/>
        <pc:sldMkLst>
          <pc:docMk/>
          <pc:sldMk cId="3744116168" sldId="358"/>
        </pc:sldMkLst>
        <pc:spChg chg="mod">
          <ac:chgData name="Nicholas Pierce" userId="S::npierce@comptia.global::ee89543b-d064-42d7-b9d5-60e771afdcba" providerId="AD" clId="Web-{FC4DD9F2-965B-15EF-55A7-7E771AA5E329}" dt="2025-06-05T00:51:34.890" v="3725" actId="20577"/>
          <ac:spMkLst>
            <pc:docMk/>
            <pc:sldMk cId="3744116168" sldId="358"/>
            <ac:spMk id="8" creationId="{06CDE9FF-F765-2B5B-9029-1857CFE94893}"/>
          </ac:spMkLst>
        </pc:spChg>
      </pc:sldChg>
      <pc:sldChg chg="modSp modNotes">
        <pc:chgData name="Nicholas Pierce" userId="S::npierce@comptia.global::ee89543b-d064-42d7-b9d5-60e771afdcba" providerId="AD" clId="Web-{FC4DD9F2-965B-15EF-55A7-7E771AA5E329}" dt="2025-06-04T18:44:02.331" v="709"/>
        <pc:sldMkLst>
          <pc:docMk/>
          <pc:sldMk cId="3842556191" sldId="359"/>
        </pc:sldMkLst>
        <pc:spChg chg="mod">
          <ac:chgData name="Nicholas Pierce" userId="S::npierce@comptia.global::ee89543b-d064-42d7-b9d5-60e771afdcba" providerId="AD" clId="Web-{FC4DD9F2-965B-15EF-55A7-7E771AA5E329}" dt="2025-06-04T18:43:59.081" v="708" actId="20577"/>
          <ac:spMkLst>
            <pc:docMk/>
            <pc:sldMk cId="3842556191" sldId="359"/>
            <ac:spMk id="11" creationId="{08EE6197-AA94-A547-9067-400905AFB0BD}"/>
          </ac:spMkLst>
        </pc:spChg>
      </pc:sldChg>
      <pc:sldChg chg="modSp modNotes">
        <pc:chgData name="Nicholas Pierce" userId="S::npierce@comptia.global::ee89543b-d064-42d7-b9d5-60e771afdcba" providerId="AD" clId="Web-{FC4DD9F2-965B-15EF-55A7-7E771AA5E329}" dt="2025-06-05T00:52:39.437" v="3744" actId="20577"/>
        <pc:sldMkLst>
          <pc:docMk/>
          <pc:sldMk cId="524632534" sldId="360"/>
        </pc:sldMkLst>
        <pc:spChg chg="mod">
          <ac:chgData name="Nicholas Pierce" userId="S::npierce@comptia.global::ee89543b-d064-42d7-b9d5-60e771afdcba" providerId="AD" clId="Web-{FC4DD9F2-965B-15EF-55A7-7E771AA5E329}" dt="2025-06-05T00:52:39.437" v="3744" actId="20577"/>
          <ac:spMkLst>
            <pc:docMk/>
            <pc:sldMk cId="524632534" sldId="360"/>
            <ac:spMk id="8" creationId="{B6D3183D-7187-C5D5-6ACA-7F2DA07D5539}"/>
          </ac:spMkLst>
        </pc:spChg>
      </pc:sldChg>
      <pc:sldChg chg="modSp modNotes">
        <pc:chgData name="Nicholas Pierce" userId="S::npierce@comptia.global::ee89543b-d064-42d7-b9d5-60e771afdcba" providerId="AD" clId="Web-{FC4DD9F2-965B-15EF-55A7-7E771AA5E329}" dt="2025-06-04T19:11:10.341" v="1003" actId="20577"/>
        <pc:sldMkLst>
          <pc:docMk/>
          <pc:sldMk cId="3002507269" sldId="361"/>
        </pc:sldMkLst>
        <pc:spChg chg="mod">
          <ac:chgData name="Nicholas Pierce" userId="S::npierce@comptia.global::ee89543b-d064-42d7-b9d5-60e771afdcba" providerId="AD" clId="Web-{FC4DD9F2-965B-15EF-55A7-7E771AA5E329}" dt="2025-06-04T19:11:10.341" v="1003" actId="20577"/>
          <ac:spMkLst>
            <pc:docMk/>
            <pc:sldMk cId="3002507269" sldId="361"/>
            <ac:spMk id="7" creationId="{B6D5A076-B759-65E9-C9F1-3030BE253619}"/>
          </ac:spMkLst>
        </pc:spChg>
      </pc:sldChg>
      <pc:sldChg chg="modSp modNotes">
        <pc:chgData name="Nicholas Pierce" userId="S::npierce@comptia.global::ee89543b-d064-42d7-b9d5-60e771afdcba" providerId="AD" clId="Web-{FC4DD9F2-965B-15EF-55A7-7E771AA5E329}" dt="2025-06-05T00:03:44.712" v="2103" actId="1076"/>
        <pc:sldMkLst>
          <pc:docMk/>
          <pc:sldMk cId="3701659567" sldId="362"/>
        </pc:sldMkLst>
        <pc:spChg chg="mod">
          <ac:chgData name="Nicholas Pierce" userId="S::npierce@comptia.global::ee89543b-d064-42d7-b9d5-60e771afdcba" providerId="AD" clId="Web-{FC4DD9F2-965B-15EF-55A7-7E771AA5E329}" dt="2025-06-05T00:03:44.712" v="2103" actId="1076"/>
          <ac:spMkLst>
            <pc:docMk/>
            <pc:sldMk cId="3701659567" sldId="362"/>
            <ac:spMk id="6" creationId="{C6C576BC-80D0-B5D3-7189-650C794B3F39}"/>
          </ac:spMkLst>
        </pc:spChg>
        <pc:spChg chg="mod">
          <ac:chgData name="Nicholas Pierce" userId="S::npierce@comptia.global::ee89543b-d064-42d7-b9d5-60e771afdcba" providerId="AD" clId="Web-{FC4DD9F2-965B-15EF-55A7-7E771AA5E329}" dt="2025-06-04T20:23:41.424" v="1252" actId="20577"/>
          <ac:spMkLst>
            <pc:docMk/>
            <pc:sldMk cId="3701659567" sldId="362"/>
            <ac:spMk id="7" creationId="{33EC8BC0-70F2-A2C2-73D3-FDA5EAC43E3E}"/>
          </ac:spMkLst>
        </pc:spChg>
      </pc:sldChg>
      <pc:sldChg chg="del">
        <pc:chgData name="Nicholas Pierce" userId="S::npierce@comptia.global::ee89543b-d064-42d7-b9d5-60e771afdcba" providerId="AD" clId="Web-{FC4DD9F2-965B-15EF-55A7-7E771AA5E329}" dt="2025-06-04T21:04:04.850" v="1393"/>
        <pc:sldMkLst>
          <pc:docMk/>
          <pc:sldMk cId="1582404214" sldId="363"/>
        </pc:sldMkLst>
      </pc:sldChg>
      <pc:sldChg chg="modSp modNotes">
        <pc:chgData name="Nicholas Pierce" userId="S::npierce@comptia.global::ee89543b-d064-42d7-b9d5-60e771afdcba" providerId="AD" clId="Web-{FC4DD9F2-965B-15EF-55A7-7E771AA5E329}" dt="2025-06-05T00:52:53.890" v="3752" actId="20577"/>
        <pc:sldMkLst>
          <pc:docMk/>
          <pc:sldMk cId="3128104185" sldId="364"/>
        </pc:sldMkLst>
        <pc:spChg chg="mod">
          <ac:chgData name="Nicholas Pierce" userId="S::npierce@comptia.global::ee89543b-d064-42d7-b9d5-60e771afdcba" providerId="AD" clId="Web-{FC4DD9F2-965B-15EF-55A7-7E771AA5E329}" dt="2025-06-05T00:52:53.890" v="3752" actId="20577"/>
          <ac:spMkLst>
            <pc:docMk/>
            <pc:sldMk cId="3128104185" sldId="364"/>
            <ac:spMk id="8" creationId="{01E7E959-E14D-87A0-4E11-802CFFAFB4AF}"/>
          </ac:spMkLst>
        </pc:spChg>
      </pc:sldChg>
      <pc:sldChg chg="del">
        <pc:chgData name="Nicholas Pierce" userId="S::npierce@comptia.global::ee89543b-d064-42d7-b9d5-60e771afdcba" providerId="AD" clId="Web-{FC4DD9F2-965B-15EF-55A7-7E771AA5E329}" dt="2025-06-04T21:50:16.727" v="2053"/>
        <pc:sldMkLst>
          <pc:docMk/>
          <pc:sldMk cId="3024520946" sldId="365"/>
        </pc:sldMkLst>
      </pc:sldChg>
      <pc:sldChg chg="modSp modNotes">
        <pc:chgData name="Nicholas Pierce" userId="S::npierce@comptia.global::ee89543b-d064-42d7-b9d5-60e771afdcba" providerId="AD" clId="Web-{FC4DD9F2-965B-15EF-55A7-7E771AA5E329}" dt="2025-06-05T00:53:10.906" v="3764" actId="20577"/>
        <pc:sldMkLst>
          <pc:docMk/>
          <pc:sldMk cId="250488701" sldId="366"/>
        </pc:sldMkLst>
        <pc:spChg chg="mod">
          <ac:chgData name="Nicholas Pierce" userId="S::npierce@comptia.global::ee89543b-d064-42d7-b9d5-60e771afdcba" providerId="AD" clId="Web-{FC4DD9F2-965B-15EF-55A7-7E771AA5E329}" dt="2025-06-05T00:53:10.906" v="3764" actId="20577"/>
          <ac:spMkLst>
            <pc:docMk/>
            <pc:sldMk cId="250488701" sldId="366"/>
            <ac:spMk id="8" creationId="{2F7E86BA-54E8-9F12-CA2B-AD2531D7C002}"/>
          </ac:spMkLst>
        </pc:spChg>
      </pc:sldChg>
      <pc:sldChg chg="modSp del modNotes">
        <pc:chgData name="Nicholas Pierce" userId="S::npierce@comptia.global::ee89543b-d064-42d7-b9d5-60e771afdcba" providerId="AD" clId="Web-{FC4DD9F2-965B-15EF-55A7-7E771AA5E329}" dt="2025-06-05T00:55:56.688" v="3794"/>
        <pc:sldMkLst>
          <pc:docMk/>
          <pc:sldMk cId="2011671907" sldId="367"/>
        </pc:sldMkLst>
      </pc:sldChg>
      <pc:sldChg chg="modSp modNotes">
        <pc:chgData name="Nicholas Pierce" userId="S::npierce@comptia.global::ee89543b-d064-42d7-b9d5-60e771afdcba" providerId="AD" clId="Web-{FC4DD9F2-965B-15EF-55A7-7E771AA5E329}" dt="2025-06-05T00:56:09.797" v="3806" actId="20577"/>
        <pc:sldMkLst>
          <pc:docMk/>
          <pc:sldMk cId="4047247938" sldId="368"/>
        </pc:sldMkLst>
        <pc:spChg chg="mod">
          <ac:chgData name="Nicholas Pierce" userId="S::npierce@comptia.global::ee89543b-d064-42d7-b9d5-60e771afdcba" providerId="AD" clId="Web-{FC4DD9F2-965B-15EF-55A7-7E771AA5E329}" dt="2025-06-05T00:56:09.797" v="3806" actId="20577"/>
          <ac:spMkLst>
            <pc:docMk/>
            <pc:sldMk cId="4047247938" sldId="368"/>
            <ac:spMk id="8" creationId="{CBB354DD-C4DB-A5B2-3078-875F2FBE833F}"/>
          </ac:spMkLst>
        </pc:spChg>
      </pc:sldChg>
      <pc:sldChg chg="modSp modNotes">
        <pc:chgData name="Nicholas Pierce" userId="S::npierce@comptia.global::ee89543b-d064-42d7-b9d5-60e771afdcba" providerId="AD" clId="Web-{FC4DD9F2-965B-15EF-55A7-7E771AA5E329}" dt="2025-06-05T00:56:19.610" v="3810" actId="20577"/>
        <pc:sldMkLst>
          <pc:docMk/>
          <pc:sldMk cId="4026311633" sldId="369"/>
        </pc:sldMkLst>
        <pc:spChg chg="mod">
          <ac:chgData name="Nicholas Pierce" userId="S::npierce@comptia.global::ee89543b-d064-42d7-b9d5-60e771afdcba" providerId="AD" clId="Web-{FC4DD9F2-965B-15EF-55A7-7E771AA5E329}" dt="2025-06-05T00:56:19.610" v="3810" actId="20577"/>
          <ac:spMkLst>
            <pc:docMk/>
            <pc:sldMk cId="4026311633" sldId="369"/>
            <ac:spMk id="8" creationId="{C5AA3172-5790-942C-88E7-DC1B9C08FC92}"/>
          </ac:spMkLst>
        </pc:spChg>
      </pc:sldChg>
      <pc:sldChg chg="modSp">
        <pc:chgData name="Nicholas Pierce" userId="S::npierce@comptia.global::ee89543b-d064-42d7-b9d5-60e771afdcba" providerId="AD" clId="Web-{FC4DD9F2-965B-15EF-55A7-7E771AA5E329}" dt="2025-06-05T00:46:42.749" v="3608" actId="20577"/>
        <pc:sldMkLst>
          <pc:docMk/>
          <pc:sldMk cId="2389287051" sldId="370"/>
        </pc:sldMkLst>
        <pc:spChg chg="mod">
          <ac:chgData name="Nicholas Pierce" userId="S::npierce@comptia.global::ee89543b-d064-42d7-b9d5-60e771afdcba" providerId="AD" clId="Web-{FC4DD9F2-965B-15EF-55A7-7E771AA5E329}" dt="2025-06-05T00:46:42.749" v="3608" actId="20577"/>
          <ac:spMkLst>
            <pc:docMk/>
            <pc:sldMk cId="2389287051" sldId="370"/>
            <ac:spMk id="12" creationId="{D8EF2238-38E5-21D6-DBA2-D1990D086121}"/>
          </ac:spMkLst>
        </pc:spChg>
      </pc:sldChg>
      <pc:sldChg chg="modSp modNotes">
        <pc:chgData name="Nicholas Pierce" userId="S::npierce@comptia.global::ee89543b-d064-42d7-b9d5-60e771afdcba" providerId="AD" clId="Web-{FC4DD9F2-965B-15EF-55A7-7E771AA5E329}" dt="2025-06-05T00:59:58.454" v="3847"/>
        <pc:sldMkLst>
          <pc:docMk/>
          <pc:sldMk cId="4238508977" sldId="371"/>
        </pc:sldMkLst>
        <pc:spChg chg="mod">
          <ac:chgData name="Nicholas Pierce" userId="S::npierce@comptia.global::ee89543b-d064-42d7-b9d5-60e771afdcba" providerId="AD" clId="Web-{FC4DD9F2-965B-15EF-55A7-7E771AA5E329}" dt="2025-06-05T00:59:17.704" v="3822" actId="20577"/>
          <ac:spMkLst>
            <pc:docMk/>
            <pc:sldMk cId="4238508977" sldId="371"/>
            <ac:spMk id="8" creationId="{507D0F36-AA89-7108-BF8F-3A66B97C1707}"/>
          </ac:spMkLst>
        </pc:spChg>
      </pc:sldChg>
      <pc:sldChg chg="modSp modNotes">
        <pc:chgData name="Nicholas Pierce" userId="S::npierce@comptia.global::ee89543b-d064-42d7-b9d5-60e771afdcba" providerId="AD" clId="Web-{FC4DD9F2-965B-15EF-55A7-7E771AA5E329}" dt="2025-06-05T00:59:44.719" v="3844"/>
        <pc:sldMkLst>
          <pc:docMk/>
          <pc:sldMk cId="239360773" sldId="372"/>
        </pc:sldMkLst>
        <pc:spChg chg="mod">
          <ac:chgData name="Nicholas Pierce" userId="S::npierce@comptia.global::ee89543b-d064-42d7-b9d5-60e771afdcba" providerId="AD" clId="Web-{FC4DD9F2-965B-15EF-55A7-7E771AA5E329}" dt="2025-06-05T00:59:40.688" v="3843" actId="20577"/>
          <ac:spMkLst>
            <pc:docMk/>
            <pc:sldMk cId="239360773" sldId="372"/>
            <ac:spMk id="8" creationId="{A5779A4C-1E5D-7078-834F-9A14F6502EDB}"/>
          </ac:spMkLst>
        </pc:spChg>
      </pc:sldChg>
      <pc:sldChg chg="modNotes">
        <pc:chgData name="Nicholas Pierce" userId="S::npierce@comptia.global::ee89543b-d064-42d7-b9d5-60e771afdcba" providerId="AD" clId="Web-{FC4DD9F2-965B-15EF-55A7-7E771AA5E329}" dt="2025-06-05T00:59:52.938" v="3846"/>
        <pc:sldMkLst>
          <pc:docMk/>
          <pc:sldMk cId="2079266679" sldId="373"/>
        </pc:sldMkLst>
      </pc:sldChg>
      <pc:sldChg chg="modSp modNotes">
        <pc:chgData name="Nicholas Pierce" userId="S::npierce@comptia.global::ee89543b-d064-42d7-b9d5-60e771afdcba" providerId="AD" clId="Web-{FC4DD9F2-965B-15EF-55A7-7E771AA5E329}" dt="2025-06-05T01:17:07.707" v="4441" actId="1076"/>
        <pc:sldMkLst>
          <pc:docMk/>
          <pc:sldMk cId="1675339459" sldId="374"/>
        </pc:sldMkLst>
        <pc:spChg chg="mod">
          <ac:chgData name="Nicholas Pierce" userId="S::npierce@comptia.global::ee89543b-d064-42d7-b9d5-60e771afdcba" providerId="AD" clId="Web-{FC4DD9F2-965B-15EF-55A7-7E771AA5E329}" dt="2025-06-05T01:17:07.707" v="4441" actId="1076"/>
          <ac:spMkLst>
            <pc:docMk/>
            <pc:sldMk cId="1675339459" sldId="374"/>
            <ac:spMk id="6" creationId="{69A18D6B-A303-73A4-29C7-BA2EBC9A593C}"/>
          </ac:spMkLst>
        </pc:spChg>
        <pc:spChg chg="mod">
          <ac:chgData name="Nicholas Pierce" userId="S::npierce@comptia.global::ee89543b-d064-42d7-b9d5-60e771afdcba" providerId="AD" clId="Web-{FC4DD9F2-965B-15EF-55A7-7E771AA5E329}" dt="2025-06-05T01:10:43.503" v="4433" actId="20577"/>
          <ac:spMkLst>
            <pc:docMk/>
            <pc:sldMk cId="1675339459" sldId="374"/>
            <ac:spMk id="9" creationId="{C7472A22-AB2A-639F-16BA-95575244741A}"/>
          </ac:spMkLst>
        </pc:spChg>
        <pc:picChg chg="mod">
          <ac:chgData name="Nicholas Pierce" userId="S::npierce@comptia.global::ee89543b-d064-42d7-b9d5-60e771afdcba" providerId="AD" clId="Web-{FC4DD9F2-965B-15EF-55A7-7E771AA5E329}" dt="2025-06-05T01:17:02.504" v="4440" actId="1076"/>
          <ac:picMkLst>
            <pc:docMk/>
            <pc:sldMk cId="1675339459" sldId="374"/>
            <ac:picMk id="12" creationId="{6397F5C1-33E7-4009-3179-C623F14DEBBC}"/>
          </ac:picMkLst>
        </pc:picChg>
      </pc:sldChg>
      <pc:sldChg chg="modSp del">
        <pc:chgData name="Nicholas Pierce" userId="S::npierce@comptia.global::ee89543b-d064-42d7-b9d5-60e771afdcba" providerId="AD" clId="Web-{FC4DD9F2-965B-15EF-55A7-7E771AA5E329}" dt="2025-06-05T01:17:11.785" v="4442"/>
        <pc:sldMkLst>
          <pc:docMk/>
          <pc:sldMk cId="2554087634" sldId="375"/>
        </pc:sldMkLst>
      </pc:sldChg>
      <pc:sldChg chg="modSp modNotes">
        <pc:chgData name="Nicholas Pierce" userId="S::npierce@comptia.global::ee89543b-d064-42d7-b9d5-60e771afdcba" providerId="AD" clId="Web-{FC4DD9F2-965B-15EF-55A7-7E771AA5E329}" dt="2025-06-05T01:22:49.630" v="4634" actId="20577"/>
        <pc:sldMkLst>
          <pc:docMk/>
          <pc:sldMk cId="4238688810" sldId="376"/>
        </pc:sldMkLst>
        <pc:spChg chg="mod">
          <ac:chgData name="Nicholas Pierce" userId="S::npierce@comptia.global::ee89543b-d064-42d7-b9d5-60e771afdcba" providerId="AD" clId="Web-{FC4DD9F2-965B-15EF-55A7-7E771AA5E329}" dt="2025-06-05T01:22:49.630" v="4634" actId="20577"/>
          <ac:spMkLst>
            <pc:docMk/>
            <pc:sldMk cId="4238688810" sldId="376"/>
            <ac:spMk id="8" creationId="{869030AD-3655-1DDD-EB21-1C7E35394342}"/>
          </ac:spMkLst>
        </pc:spChg>
      </pc:sldChg>
      <pc:sldChg chg="modSp modNotes">
        <pc:chgData name="Nicholas Pierce" userId="S::npierce@comptia.global::ee89543b-d064-42d7-b9d5-60e771afdcba" providerId="AD" clId="Web-{FC4DD9F2-965B-15EF-55A7-7E771AA5E329}" dt="2025-06-05T01:23:22.083" v="4662"/>
        <pc:sldMkLst>
          <pc:docMk/>
          <pc:sldMk cId="2425578967" sldId="377"/>
        </pc:sldMkLst>
        <pc:spChg chg="mod">
          <ac:chgData name="Nicholas Pierce" userId="S::npierce@comptia.global::ee89543b-d064-42d7-b9d5-60e771afdcba" providerId="AD" clId="Web-{FC4DD9F2-965B-15EF-55A7-7E771AA5E329}" dt="2025-06-05T01:22:45.630" v="4632" actId="20577"/>
          <ac:spMkLst>
            <pc:docMk/>
            <pc:sldMk cId="2425578967" sldId="377"/>
            <ac:spMk id="8" creationId="{D66A07D7-5CB2-45DB-2F4C-F12EACC1B165}"/>
          </ac:spMkLst>
        </pc:spChg>
      </pc:sldChg>
      <pc:sldChg chg="modSp modNotes">
        <pc:chgData name="Nicholas Pierce" userId="S::npierce@comptia.global::ee89543b-d064-42d7-b9d5-60e771afdcba" providerId="AD" clId="Web-{FC4DD9F2-965B-15EF-55A7-7E771AA5E329}" dt="2025-06-05T01:23:25.833" v="4663"/>
        <pc:sldMkLst>
          <pc:docMk/>
          <pc:sldMk cId="849006234" sldId="378"/>
        </pc:sldMkLst>
        <pc:spChg chg="mod">
          <ac:chgData name="Nicholas Pierce" userId="S::npierce@comptia.global::ee89543b-d064-42d7-b9d5-60e771afdcba" providerId="AD" clId="Web-{FC4DD9F2-965B-15EF-55A7-7E771AA5E329}" dt="2025-06-05T01:22:41.536" v="4630" actId="20577"/>
          <ac:spMkLst>
            <pc:docMk/>
            <pc:sldMk cId="849006234" sldId="378"/>
            <ac:spMk id="8" creationId="{101C3E2E-08B4-E9B6-41BB-7786606AE505}"/>
          </ac:spMkLst>
        </pc:spChg>
      </pc:sldChg>
      <pc:sldChg chg="modNotes">
        <pc:chgData name="Nicholas Pierce" userId="S::npierce@comptia.global::ee89543b-d064-42d7-b9d5-60e771afdcba" providerId="AD" clId="Web-{FC4DD9F2-965B-15EF-55A7-7E771AA5E329}" dt="2025-06-05T01:27:34.880" v="4847"/>
        <pc:sldMkLst>
          <pc:docMk/>
          <pc:sldMk cId="1940367405" sldId="381"/>
        </pc:sldMkLst>
      </pc:sldChg>
      <pc:sldChg chg="modNotes">
        <pc:chgData name="Nicholas Pierce" userId="S::npierce@comptia.global::ee89543b-d064-42d7-b9d5-60e771afdcba" providerId="AD" clId="Web-{FC4DD9F2-965B-15EF-55A7-7E771AA5E329}" dt="2025-06-05T01:27:37.365" v="4848"/>
        <pc:sldMkLst>
          <pc:docMk/>
          <pc:sldMk cId="1010862726" sldId="382"/>
        </pc:sldMkLst>
      </pc:sldChg>
      <pc:sldChg chg="modNotes">
        <pc:chgData name="Nicholas Pierce" userId="S::npierce@comptia.global::ee89543b-d064-42d7-b9d5-60e771afdcba" providerId="AD" clId="Web-{FC4DD9F2-965B-15EF-55A7-7E771AA5E329}" dt="2025-06-05T01:27:30.693" v="4846"/>
        <pc:sldMkLst>
          <pc:docMk/>
          <pc:sldMk cId="2288633639" sldId="383"/>
        </pc:sldMkLst>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3855060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dirty="0"/>
          </a:p>
        </p:txBody>
      </p:sp>
    </p:spTree>
    <p:extLst>
      <p:ext uri="{BB962C8B-B14F-4D97-AF65-F5344CB8AC3E}">
        <p14:creationId xmlns:p14="http://schemas.microsoft.com/office/powerpoint/2010/main" val="2552879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Core 2 Exam Objective</a:t>
            </a:r>
          </a:p>
          <a:p>
            <a:pPr marL="171450" indent="-171450">
              <a:buFont typeface="Arial" panose="020B0604020202020204" pitchFamily="34" charset="0"/>
              <a:buChar char="•"/>
            </a:pPr>
            <a:r>
              <a:rPr lang="en-US" dirty="0"/>
              <a:t>1.5 Given a scenario, use the appropriate Microsoft command-line tools.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Which command would be utilized in a Windows environment to view the IP configuration of your NIC?</a:t>
            </a:r>
          </a:p>
          <a:p>
            <a:pPr marL="171450" indent="-171450">
              <a:buFont typeface="Arial" panose="020B0604020202020204" pitchFamily="34" charset="0"/>
              <a:buChar char="•"/>
            </a:pPr>
            <a:r>
              <a:rPr lang="en-US" dirty="0"/>
              <a:t>Which command can be used to test local connectivity to a printer on the network?</a:t>
            </a:r>
          </a:p>
          <a:p>
            <a:pPr marL="171450" indent="-171450">
              <a:buFont typeface="Arial" panose="020B0604020202020204" pitchFamily="34" charset="0"/>
              <a:buChar char="•"/>
            </a:pPr>
            <a:r>
              <a:rPr lang="en-US" dirty="0"/>
              <a:t>Which command would be utilized to test connectivity to a remote resource?</a:t>
            </a:r>
          </a:p>
          <a:p>
            <a:pPr marL="171450" indent="-171450">
              <a:buFont typeface="Arial" panose="020B0604020202020204" pitchFamily="34" charset="0"/>
              <a:buChar char="•"/>
            </a:pPr>
            <a:r>
              <a:rPr lang="en-US" dirty="0"/>
              <a:t>Which command would be utilized to retrieve the name service records for a given domain?</a:t>
            </a:r>
          </a:p>
          <a:p>
            <a:pPr marL="171450" indent="-171450">
              <a:buFont typeface="Arial" panose="020B0604020202020204" pitchFamily="34" charset="0"/>
              <a:buChar char="•"/>
            </a:pPr>
            <a:r>
              <a:rPr lang="en-US" dirty="0"/>
              <a:t>Which command could be utilized to view active TCP and UDP connections from your local system?</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defRPr/>
            </a:pPr>
            <a:r>
              <a:rPr lang="en-US" dirty="0"/>
              <a:t>Instructors should remind learners that practicing these commands on a system to interpret the data and configuration will be key to understanding them.</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47783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34C0-B8C7-5312-B91F-E5A6EA96C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408ABF-95B5-8F8C-1FB9-4C05E247E3A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8FE498C-0191-CC71-03C7-D9A32089B02D}"/>
              </a:ext>
            </a:extLst>
          </p:cNvPr>
          <p:cNvSpPr>
            <a:spLocks noGrp="1"/>
          </p:cNvSpPr>
          <p:nvPr>
            <p:ph type="body" idx="1"/>
          </p:nvPr>
        </p:nvSpPr>
        <p:spPr/>
        <p:txBody>
          <a:bodyPr/>
          <a:lstStyle/>
          <a:p>
            <a:pPr>
              <a:defRPr/>
            </a:pPr>
            <a:r>
              <a:rPr lang="en-US" dirty="0"/>
              <a:t>Using ipconfig</a:t>
            </a:r>
          </a:p>
        </p:txBody>
      </p:sp>
      <p:sp>
        <p:nvSpPr>
          <p:cNvPr id="4" name="Slide Number Placeholder 3">
            <a:extLst>
              <a:ext uri="{FF2B5EF4-FFF2-40B4-BE49-F238E27FC236}">
                <a16:creationId xmlns:a16="http://schemas.microsoft.com/office/drawing/2014/main" id="{6B3A2FBD-ECD1-2A84-1726-B946FB8503CC}"/>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097536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5F95C-6E9A-C224-324F-5087D32D0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0A5B6-703E-0A42-EB0D-E59DD7CD94A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97CB7B6-2CD6-225E-F464-28F9C95BBE02}"/>
              </a:ext>
            </a:extLst>
          </p:cNvPr>
          <p:cNvSpPr>
            <a:spLocks noGrp="1"/>
          </p:cNvSpPr>
          <p:nvPr>
            <p:ph type="body" idx="1"/>
          </p:nvPr>
        </p:nvSpPr>
        <p:spPr/>
        <p:txBody>
          <a:bodyPr/>
          <a:lstStyle/>
          <a:p>
            <a:pPr>
              <a:defRPr/>
            </a:pPr>
            <a:r>
              <a:rPr lang="en-US" dirty="0"/>
              <a:t>Learners can be provided with several public-facing DNS servers than can be pinged to test remote connectivity. 8.8.8.8, 8.8.4.4, and even 1.1.1.1 can be used for this purpose.</a:t>
            </a:r>
          </a:p>
        </p:txBody>
      </p:sp>
      <p:sp>
        <p:nvSpPr>
          <p:cNvPr id="4" name="Slide Number Placeholder 3">
            <a:extLst>
              <a:ext uri="{FF2B5EF4-FFF2-40B4-BE49-F238E27FC236}">
                <a16:creationId xmlns:a16="http://schemas.microsoft.com/office/drawing/2014/main" id="{2E959E17-4E76-35ED-2983-70CC54AD3B9E}"/>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3900809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4ADCD-5E53-37C0-16A0-5E6CCEE4A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FD6B5-9A1C-6748-8532-2AE41662641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7F0773A-B7C2-0E84-406F-36C8FC3B9FCF}"/>
              </a:ext>
            </a:extLst>
          </p:cNvPr>
          <p:cNvSpPr>
            <a:spLocks noGrp="1"/>
          </p:cNvSpPr>
          <p:nvPr>
            <p:ph type="body" idx="1"/>
          </p:nvPr>
        </p:nvSpPr>
        <p:spPr/>
        <p:txBody>
          <a:bodyPr/>
          <a:lstStyle/>
          <a:p>
            <a:pPr>
              <a:defRPr/>
            </a:pPr>
            <a:r>
              <a:rPr lang="en-US" dirty="0"/>
              <a:t>Troubleshooting with ping</a:t>
            </a:r>
          </a:p>
        </p:txBody>
      </p:sp>
      <p:sp>
        <p:nvSpPr>
          <p:cNvPr id="4" name="Slide Number Placeholder 3">
            <a:extLst>
              <a:ext uri="{FF2B5EF4-FFF2-40B4-BE49-F238E27FC236}">
                <a16:creationId xmlns:a16="http://schemas.microsoft.com/office/drawing/2014/main" id="{3EFC89A0-66F0-1722-16A2-27D8739FADE2}"/>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1195326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7AE23-33DB-5226-BCA5-97E4C5956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EC7B2-CDC9-57A5-C146-BEDC3507D2D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C7485E6-E203-A505-E045-C9FD48A3E193}"/>
              </a:ext>
            </a:extLst>
          </p:cNvPr>
          <p:cNvSpPr>
            <a:spLocks noGrp="1"/>
          </p:cNvSpPr>
          <p:nvPr>
            <p:ph type="body" idx="1"/>
          </p:nvPr>
        </p:nvSpPr>
        <p:spPr/>
        <p:txBody>
          <a:bodyPr/>
          <a:lstStyle/>
          <a:p>
            <a:pPr>
              <a:defRPr/>
            </a:pPr>
            <a:r>
              <a:rPr lang="en-US" dirty="0"/>
              <a:t>Examples of error messages using ping</a:t>
            </a:r>
          </a:p>
        </p:txBody>
      </p:sp>
      <p:sp>
        <p:nvSpPr>
          <p:cNvPr id="4" name="Slide Number Placeholder 3">
            <a:extLst>
              <a:ext uri="{FF2B5EF4-FFF2-40B4-BE49-F238E27FC236}">
                <a16:creationId xmlns:a16="http://schemas.microsoft.com/office/drawing/2014/main" id="{6066EFC7-4BB0-CEC5-184D-8DFF2666062B}"/>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3721932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1117A-55AE-5CFC-FF1D-48A6AD404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C97C4-C8F7-433B-FBEE-3ACA6E33ED5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E1149F7-F105-6481-C02E-4ADD90076055}"/>
              </a:ext>
            </a:extLst>
          </p:cNvPr>
          <p:cNvSpPr>
            <a:spLocks noGrp="1"/>
          </p:cNvSpPr>
          <p:nvPr>
            <p:ph type="body" idx="1"/>
          </p:nvPr>
        </p:nvSpPr>
        <p:spPr/>
        <p:txBody>
          <a:bodyPr/>
          <a:lstStyle/>
          <a:p>
            <a:pPr>
              <a:defRPr/>
            </a:pPr>
            <a:r>
              <a:rPr lang="en-US" dirty="0"/>
              <a:t>Using tracert in Windows</a:t>
            </a:r>
          </a:p>
        </p:txBody>
      </p:sp>
      <p:sp>
        <p:nvSpPr>
          <p:cNvPr id="4" name="Slide Number Placeholder 3">
            <a:extLst>
              <a:ext uri="{FF2B5EF4-FFF2-40B4-BE49-F238E27FC236}">
                <a16:creationId xmlns:a16="http://schemas.microsoft.com/office/drawing/2014/main" id="{EB5443FB-A2CD-5B6C-1BCF-B9437EE6B3C4}"/>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747018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82125-7E66-90F4-C21C-8B6A47514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A0E94-BFB7-09F4-9D9C-6ABFC3EF4A9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A6475A7-6CDB-9C03-B0B6-6796391B6BA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59EDCE9-D848-B07B-F1CB-728E545BA94E}"/>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2102498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7FC1F-FD4E-4E4E-7D4C-C5FC99B16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3BEFD-6930-F531-026A-EF2C2636D96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04CDA5D-F2AA-68E3-283E-224F19788409}"/>
              </a:ext>
            </a:extLst>
          </p:cNvPr>
          <p:cNvSpPr>
            <a:spLocks noGrp="1"/>
          </p:cNvSpPr>
          <p:nvPr>
            <p:ph type="body" idx="1"/>
          </p:nvPr>
        </p:nvSpPr>
        <p:spPr/>
        <p:txBody>
          <a:bodyPr/>
          <a:lstStyle/>
          <a:p>
            <a:pPr>
              <a:defRPr/>
            </a:pPr>
            <a:r>
              <a:rPr lang="en-US" dirty="0"/>
              <a:t>Using nslookup to query the mail server configured for the comptia.org domain name using Google's public DNS servers (8.8.8.8)</a:t>
            </a:r>
          </a:p>
        </p:txBody>
      </p:sp>
      <p:sp>
        <p:nvSpPr>
          <p:cNvPr id="4" name="Slide Number Placeholder 3">
            <a:extLst>
              <a:ext uri="{FF2B5EF4-FFF2-40B4-BE49-F238E27FC236}">
                <a16:creationId xmlns:a16="http://schemas.microsoft.com/office/drawing/2014/main" id="{F7692AB1-082A-D58D-B4D8-A4038EA99E15}"/>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1689994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70EDB-97DE-104A-4D64-0C98D7D2D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386C4-6B82-B839-729F-B5BA913A16E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380A844-A0A0-E9FA-3EC9-A693D22A1141}"/>
              </a:ext>
            </a:extLst>
          </p:cNvPr>
          <p:cNvSpPr>
            <a:spLocks noGrp="1"/>
          </p:cNvSpPr>
          <p:nvPr>
            <p:ph type="body" idx="1"/>
          </p:nvPr>
        </p:nvSpPr>
        <p:spPr/>
        <p:txBody>
          <a:bodyPr/>
          <a:lstStyle/>
          <a:p>
            <a:pPr>
              <a:defRPr/>
            </a:pPr>
            <a:r>
              <a:rPr lang="en-US" dirty="0"/>
              <a:t>Learners should practice each command option to determine the different data they can acquire with each option. Image of listening connections and the processes that opened each port with netstat. </a:t>
            </a:r>
          </a:p>
        </p:txBody>
      </p:sp>
      <p:sp>
        <p:nvSpPr>
          <p:cNvPr id="4" name="Slide Number Placeholder 3">
            <a:extLst>
              <a:ext uri="{FF2B5EF4-FFF2-40B4-BE49-F238E27FC236}">
                <a16:creationId xmlns:a16="http://schemas.microsoft.com/office/drawing/2014/main" id="{0E1AF004-9639-CD87-3287-6768C7461D8E}"/>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4137382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898C-7962-2C5E-016A-61E8A5375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AFB5B-DA04-251E-9C8D-5975CD022DD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99E9E06-F05A-15DA-133B-CC44566EAE89}"/>
              </a:ext>
            </a:extLst>
          </p:cNvPr>
          <p:cNvSpPr>
            <a:spLocks noGrp="1"/>
          </p:cNvSpPr>
          <p:nvPr>
            <p:ph type="body" idx="1"/>
          </p:nvPr>
        </p:nvSpPr>
        <p:spPr/>
        <p:txBody>
          <a:bodyPr/>
          <a:lstStyle/>
          <a:p>
            <a:r>
              <a:rPr lang="en-US" dirty="0"/>
              <a:t>Core 2 Exam Objective</a:t>
            </a:r>
          </a:p>
          <a:p>
            <a:pPr marL="171450" indent="-171450">
              <a:buFont typeface="Arial" panose="020B0604020202020204" pitchFamily="34" charset="0"/>
              <a:buChar char="•"/>
            </a:pPr>
            <a:r>
              <a:rPr lang="en-US" dirty="0"/>
              <a:t>4.9 Given a scenario, use remote access technologies.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What is the native remote administration GUI application in the Windows OS?</a:t>
            </a:r>
          </a:p>
          <a:p>
            <a:pPr marL="171450" indent="-171450">
              <a:buFont typeface="Arial" panose="020B0604020202020204" pitchFamily="34" charset="0"/>
              <a:buChar char="•"/>
            </a:pPr>
            <a:r>
              <a:rPr lang="en-US" dirty="0"/>
              <a:t>What are the security implications of using remote administration tools? How can you protect against them?</a:t>
            </a:r>
          </a:p>
          <a:p>
            <a:pPr marL="171450" indent="-171450">
              <a:buFont typeface="Arial" panose="020B0604020202020204" pitchFamily="34" charset="0"/>
              <a:buChar char="•"/>
            </a:pPr>
            <a:r>
              <a:rPr lang="en-US" dirty="0"/>
              <a:t>How does the Microsoft Remote Assistance differ from the Remote Desktop Connection application?</a:t>
            </a:r>
          </a:p>
          <a:p>
            <a:pPr marL="171450" indent="-171450">
              <a:buFont typeface="Arial" panose="020B0604020202020204" pitchFamily="34" charset="0"/>
              <a:buChar char="•"/>
            </a:pPr>
            <a:r>
              <a:rPr lang="en-US" dirty="0"/>
              <a:t>What tool or application can be used to transfer files to a remote system?</a:t>
            </a:r>
          </a:p>
          <a:p>
            <a:pPr marL="171450" indent="-171450">
              <a:buFont typeface="Arial" panose="020B0604020202020204" pitchFamily="34" charset="0"/>
              <a:buChar char="•"/>
            </a:pPr>
            <a:r>
              <a:rPr lang="en-US" dirty="0"/>
              <a:t>How do VPNs provide security to network connections?</a:t>
            </a:r>
          </a:p>
          <a:p>
            <a:endParaRPr lang="en-US" dirty="0"/>
          </a:p>
        </p:txBody>
      </p:sp>
      <p:sp>
        <p:nvSpPr>
          <p:cNvPr id="4" name="Slide Number Placeholder 3">
            <a:extLst>
              <a:ext uri="{FF2B5EF4-FFF2-40B4-BE49-F238E27FC236}">
                <a16:creationId xmlns:a16="http://schemas.microsoft.com/office/drawing/2014/main" id="{37EF1F45-CB78-AB83-8507-1CB9CC40224F}"/>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408025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3288D-A3CA-AC2C-B021-DA82C6CC2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43B24-B856-E530-8AE2-99E7471D456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0998AF0-1908-D217-D3C2-C5B9AF39D0BE}"/>
              </a:ext>
            </a:extLst>
          </p:cNvPr>
          <p:cNvSpPr>
            <a:spLocks noGrp="1"/>
          </p:cNvSpPr>
          <p:nvPr>
            <p:ph type="body" idx="1"/>
          </p:nvPr>
        </p:nvSpPr>
        <p:spPr/>
        <p:txBody>
          <a:bodyPr/>
          <a:lstStyle/>
          <a:p>
            <a:pPr>
              <a:defRPr/>
            </a:pPr>
            <a:r>
              <a:rPr lang="en-US" dirty="0"/>
              <a:t>If the instructor has access to a remote desktop to enable server, they should demonstrate the connection using RDC. This illustrates to learners the real process and options for connections. Image of Remote Desktop Connection client (mstsc.exe)</a:t>
            </a:r>
          </a:p>
        </p:txBody>
      </p:sp>
      <p:sp>
        <p:nvSpPr>
          <p:cNvPr id="4" name="Slide Number Placeholder 3">
            <a:extLst>
              <a:ext uri="{FF2B5EF4-FFF2-40B4-BE49-F238E27FC236}">
                <a16:creationId xmlns:a16="http://schemas.microsoft.com/office/drawing/2014/main" id="{06CA1C82-268D-DF37-0991-01EF6FF7362D}"/>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720529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3B5E8-C00A-7CAF-51C5-A5AA3CD95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8C2B4-930C-2608-BE49-0047703F17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0BAAE1E-78BA-1C8F-19DB-39E4ED8B72B8}"/>
              </a:ext>
            </a:extLst>
          </p:cNvPr>
          <p:cNvSpPr>
            <a:spLocks noGrp="1"/>
          </p:cNvSpPr>
          <p:nvPr>
            <p:ph type="body" idx="1"/>
          </p:nvPr>
        </p:nvSpPr>
        <p:spPr/>
        <p:txBody>
          <a:bodyPr/>
          <a:lstStyle/>
          <a:p>
            <a:pPr>
              <a:defRPr/>
            </a:pPr>
            <a:r>
              <a:rPr lang="en-US" dirty="0">
                <a:ea typeface="Calibri"/>
                <a:cs typeface="Calibri"/>
              </a:rPr>
              <a:t>Home edition can upgrade to Pro or Enterprise edition for a fee. Image of </a:t>
            </a:r>
            <a:r>
              <a:rPr lang="en-US" dirty="0"/>
              <a:t>configuring Remote Desktop server settings</a:t>
            </a:r>
            <a:endParaRPr lang="en-US" dirty="0">
              <a:ea typeface="Calibri"/>
              <a:cs typeface="Calibri"/>
            </a:endParaRPr>
          </a:p>
        </p:txBody>
      </p:sp>
      <p:sp>
        <p:nvSpPr>
          <p:cNvPr id="4" name="Slide Number Placeholder 3">
            <a:extLst>
              <a:ext uri="{FF2B5EF4-FFF2-40B4-BE49-F238E27FC236}">
                <a16:creationId xmlns:a16="http://schemas.microsoft.com/office/drawing/2014/main" id="{58B1CF6E-CEF1-9024-E7D0-C0A962BDBF60}"/>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2575187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FDF0-85E3-551B-0403-F98231418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2EAC7-482C-093C-CD95-0C78FE1A777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3A1A3F0-C6D2-3CE6-3545-BE09B3367409}"/>
              </a:ext>
            </a:extLst>
          </p:cNvPr>
          <p:cNvSpPr>
            <a:spLocks noGrp="1"/>
          </p:cNvSpPr>
          <p:nvPr>
            <p:ph type="body" idx="1"/>
          </p:nvPr>
        </p:nvSpPr>
        <p:spPr/>
        <p:txBody>
          <a:bodyPr/>
          <a:lstStyle/>
          <a:p>
            <a:pPr>
              <a:defRPr/>
            </a:pPr>
            <a:r>
              <a:rPr lang="en-US" dirty="0">
                <a:ea typeface="Calibri"/>
                <a:cs typeface="Calibri"/>
              </a:rPr>
              <a:t>Learners should know that RA and QA will still need a user with access to the system for any UAC notification confirmations. The alternative is to disable the UAC notifications or lower the level, thus increasing security risk.</a:t>
            </a:r>
          </a:p>
        </p:txBody>
      </p:sp>
      <p:sp>
        <p:nvSpPr>
          <p:cNvPr id="4" name="Slide Number Placeholder 3">
            <a:extLst>
              <a:ext uri="{FF2B5EF4-FFF2-40B4-BE49-F238E27FC236}">
                <a16:creationId xmlns:a16="http://schemas.microsoft.com/office/drawing/2014/main" id="{8421C7FF-B581-6AA9-A1BF-E14E48D406F6}"/>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792517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96CDD-531B-9A32-81B9-A269FC3DC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DCAD6-5B63-0D8C-9287-79E1CA150E0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3AC1279-7E2B-2748-FFAA-7337F37ACDA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7BE199C-47C9-BCC1-161D-121FE01DC13D}"/>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2257328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0922F-276F-B66A-FBE7-52FAB2618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18876-2329-532D-9AFB-F53FB01CAA5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CBE954A-4EA3-E7D4-E819-60EE522AA99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2AAEAC8-3238-FD35-8DDC-1F80947D7761}"/>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3689308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307C-E0EB-AF7E-5259-08B582385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3F395-4D0E-43AC-23B3-C639D2A3F19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8B0A880-6E92-B14E-E7A7-04AFE3D139BD}"/>
              </a:ext>
            </a:extLst>
          </p:cNvPr>
          <p:cNvSpPr>
            <a:spLocks noGrp="1"/>
          </p:cNvSpPr>
          <p:nvPr>
            <p:ph type="body" idx="1"/>
          </p:nvPr>
        </p:nvSpPr>
        <p:spPr/>
        <p:txBody>
          <a:bodyPr/>
          <a:lstStyle/>
          <a:p>
            <a:pPr>
              <a:defRPr/>
            </a:pPr>
            <a:r>
              <a:rPr lang="en-US" dirty="0">
                <a:ea typeface="Calibri"/>
                <a:cs typeface="Calibri"/>
              </a:rPr>
              <a:t>Instructors may want to let their learners know about Telnet on port 23. Security risks associated with Telnet's lack of encryption should also be mentioned.</a:t>
            </a:r>
          </a:p>
        </p:txBody>
      </p:sp>
      <p:sp>
        <p:nvSpPr>
          <p:cNvPr id="4" name="Slide Number Placeholder 3">
            <a:extLst>
              <a:ext uri="{FF2B5EF4-FFF2-40B4-BE49-F238E27FC236}">
                <a16:creationId xmlns:a16="http://schemas.microsoft.com/office/drawing/2014/main" id="{9ABE1D5F-F7F1-339C-D188-B7997E7E6974}"/>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3204392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B670-613E-5C4E-4B7A-E9A57C4A0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A2A69-CE16-0FD8-90D3-BBCF8D75A67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B0E91E7-D751-818C-8637-8F81BF43881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B26E0A7-A033-A25C-6D20-3B55DF4C0812}"/>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3317982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161D-B65A-ED7F-18B5-0494F4A49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B293F-A783-58BE-7DC3-53DCD20AF1D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56F923A-B6B8-9BC5-A02B-30E3EE28B0C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7C206873-3691-030A-D7EF-29D3618DCB56}"/>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2203459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0B24-2C90-4470-9814-14602D127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C53F2-1837-5EBC-3301-1A1DBB0BB0C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EDE8D8B-9E5B-BFD7-6AFD-E4689A31B25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CA26210-7B7F-DDCF-CF2C-CB779B589D33}"/>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1522301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2620-4244-6250-5D8E-270CF850D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874E8-46C4-A6EE-33CD-82F0EC0E558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93577F6-F553-0597-C7FA-DF3945E566E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91087462-0640-2114-2BD4-2B42E0EBF6FE}"/>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4008067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335BA-9E2B-D902-60EC-2AC82C1E0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25133-1DA9-6CC1-3E93-5D101EBE4EE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082602E-DAC5-589F-C9FE-2BBB355E27A7}"/>
              </a:ext>
            </a:extLst>
          </p:cNvPr>
          <p:cNvSpPr>
            <a:spLocks noGrp="1"/>
          </p:cNvSpPr>
          <p:nvPr>
            <p:ph type="body" idx="1"/>
          </p:nvPr>
        </p:nvSpPr>
        <p:spPr/>
        <p:txBody>
          <a:bodyPr/>
          <a:lstStyle/>
          <a:p>
            <a:r>
              <a:rPr lang="en-US" dirty="0"/>
              <a:t>Core 2 Exam Objective</a:t>
            </a:r>
          </a:p>
          <a:p>
            <a:pPr marL="171450" indent="-171450">
              <a:buFont typeface="Arial" panose="020B0604020202020204" pitchFamily="34" charset="0"/>
              <a:buChar char="•"/>
            </a:pPr>
            <a:r>
              <a:rPr lang="en-US" dirty="0"/>
              <a:t>1.4 Given a scenario, use Microsoft Windows operating system features and tools.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What information does the system information tool provide the user?</a:t>
            </a:r>
          </a:p>
          <a:p>
            <a:pPr marL="171450" indent="-171450">
              <a:buFont typeface="Arial" panose="020B0604020202020204" pitchFamily="34" charset="0"/>
              <a:buChar char="•"/>
            </a:pPr>
            <a:r>
              <a:rPr lang="en-US" dirty="0"/>
              <a:t>What are the various logs that are created by default within the Windows operating system?</a:t>
            </a:r>
          </a:p>
          <a:p>
            <a:pPr marL="171450" indent="-171450">
              <a:buFont typeface="Arial" panose="020B0604020202020204" pitchFamily="34" charset="0"/>
              <a:buChar char="•"/>
            </a:pPr>
            <a:r>
              <a:rPr lang="en-US" dirty="0"/>
              <a:t>What performance monitors are available within Task Manager?</a:t>
            </a:r>
          </a:p>
          <a:p>
            <a:pPr marL="171450" indent="-171450">
              <a:buFont typeface="Arial" panose="020B0604020202020204" pitchFamily="34" charset="0"/>
              <a:buChar char="•"/>
            </a:pPr>
            <a:r>
              <a:rPr lang="en-US" dirty="0"/>
              <a:t>What is the difference between the performance monitors in Task Manager and those within the Performance Monitor tool?</a:t>
            </a:r>
          </a:p>
          <a:p>
            <a:endParaRPr lang="en-US" dirty="0"/>
          </a:p>
        </p:txBody>
      </p:sp>
      <p:sp>
        <p:nvSpPr>
          <p:cNvPr id="4" name="Slide Number Placeholder 3">
            <a:extLst>
              <a:ext uri="{FF2B5EF4-FFF2-40B4-BE49-F238E27FC236}">
                <a16:creationId xmlns:a16="http://schemas.microsoft.com/office/drawing/2014/main" id="{ABDEE0B1-1B20-A5C2-7A68-D301AA3A8F03}"/>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3104978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83CAA-B5D7-725F-A025-F857BDD7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11F7E-F9BB-974B-F0F9-41E74FFAD50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BF55702-D3BF-D1EF-DF2E-C5463E51A26D}"/>
              </a:ext>
            </a:extLst>
          </p:cNvPr>
          <p:cNvSpPr>
            <a:spLocks noGrp="1"/>
          </p:cNvSpPr>
          <p:nvPr>
            <p:ph type="body" idx="1"/>
          </p:nvPr>
        </p:nvSpPr>
        <p:spPr/>
        <p:txBody>
          <a:bodyPr/>
          <a:lstStyle/>
          <a:p>
            <a:pPr>
              <a:defRPr/>
            </a:pPr>
            <a:r>
              <a:rPr lang="en-US" dirty="0"/>
              <a:t>Instructors should walk learners through accessing and identifying key items in the System Information report.</a:t>
            </a:r>
          </a:p>
        </p:txBody>
      </p:sp>
      <p:sp>
        <p:nvSpPr>
          <p:cNvPr id="4" name="Slide Number Placeholder 3">
            <a:extLst>
              <a:ext uri="{FF2B5EF4-FFF2-40B4-BE49-F238E27FC236}">
                <a16:creationId xmlns:a16="http://schemas.microsoft.com/office/drawing/2014/main" id="{D8CAF5DF-A1A2-FF27-0636-2BFDA9AAD84A}"/>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3816713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B20A3-0FA0-D026-0EE9-AA725F584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1C448-0D7C-6290-11B6-B35AA1FF213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2D0E0A-2FDE-9325-4581-0A02B5F7722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56B2859A-9654-2CC1-7DFD-78F492576CCC}"/>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26521785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16E2E-BAA3-2374-4D15-BA1B5A5BD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AA8D6-73C9-AA6A-B316-B9051B032D5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0BEB78B-1598-9093-A97F-E4F99DCE3BE7}"/>
              </a:ext>
            </a:extLst>
          </p:cNvPr>
          <p:cNvSpPr>
            <a:spLocks noGrp="1"/>
          </p:cNvSpPr>
          <p:nvPr>
            <p:ph type="body" idx="1"/>
          </p:nvPr>
        </p:nvSpPr>
        <p:spPr/>
        <p:txBody>
          <a:bodyPr/>
          <a:lstStyle/>
          <a:p>
            <a:pPr>
              <a:defRPr/>
            </a:pPr>
            <a:r>
              <a:rPr lang="en-US" dirty="0">
                <a:ea typeface="Calibri"/>
                <a:cs typeface="Calibri"/>
              </a:rPr>
              <a:t>Instructors should walk learners through event viewer to view various events that are logged by Windows. Instructors can also note that the Forwarded Events will likely be empty unless they are using a remote logging system such as syslog.</a:t>
            </a:r>
          </a:p>
        </p:txBody>
      </p:sp>
      <p:sp>
        <p:nvSpPr>
          <p:cNvPr id="4" name="Slide Number Placeholder 3">
            <a:extLst>
              <a:ext uri="{FF2B5EF4-FFF2-40B4-BE49-F238E27FC236}">
                <a16:creationId xmlns:a16="http://schemas.microsoft.com/office/drawing/2014/main" id="{C1DA82E3-17BE-33F9-A012-F32C128B8E82}"/>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156136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7111E-1356-0F32-C873-4A0014491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29C17-6287-C975-2939-DBDF512C641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FB47E5-453E-021B-BE40-516D1B8D7DB4}"/>
              </a:ext>
            </a:extLst>
          </p:cNvPr>
          <p:cNvSpPr>
            <a:spLocks noGrp="1"/>
          </p:cNvSpPr>
          <p:nvPr>
            <p:ph type="body" idx="1"/>
          </p:nvPr>
        </p:nvSpPr>
        <p:spPr/>
        <p:txBody>
          <a:bodyPr/>
          <a:lstStyle/>
          <a:p>
            <a:pPr>
              <a:defRPr/>
            </a:pPr>
            <a:r>
              <a:rPr lang="en-US" dirty="0">
                <a:ea typeface="Calibri"/>
                <a:cs typeface="Calibri"/>
              </a:rPr>
              <a:t>Learners should explore the Task Manager and its processes tab.</a:t>
            </a:r>
          </a:p>
        </p:txBody>
      </p:sp>
      <p:sp>
        <p:nvSpPr>
          <p:cNvPr id="4" name="Slide Number Placeholder 3">
            <a:extLst>
              <a:ext uri="{FF2B5EF4-FFF2-40B4-BE49-F238E27FC236}">
                <a16:creationId xmlns:a16="http://schemas.microsoft.com/office/drawing/2014/main" id="{6E22435A-1FB2-02E2-AE70-2D0C08AAF90C}"/>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29120915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2512A-F50D-C7D4-B26E-B274DBBDF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2AEE0-DAC0-7577-1752-0A381DA207E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270C45B-905C-7F03-30E9-2B987F50043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7D4BCE3-193D-F314-FE9E-783F94395EFA}"/>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42140596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58B7-C7D7-2A17-D2D2-7DA919CAA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E120C-5EA9-A86E-DFE4-4CDD6EE366B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DF25530-601E-E66F-7A89-62EB0817410A}"/>
              </a:ext>
            </a:extLst>
          </p:cNvPr>
          <p:cNvSpPr>
            <a:spLocks noGrp="1"/>
          </p:cNvSpPr>
          <p:nvPr>
            <p:ph type="body" idx="1"/>
          </p:nvPr>
        </p:nvSpPr>
        <p:spPr/>
        <p:txBody>
          <a:bodyPr/>
          <a:lstStyle/>
          <a:p>
            <a:pPr>
              <a:defRPr/>
            </a:pPr>
            <a:r>
              <a:rPr lang="en-US" dirty="0"/>
              <a:t>Learners should explore the Task Manager and its Performance tab. The difference between this performance monitoring and PerfMon mentioned later in the Module can also be discussed.</a:t>
            </a:r>
          </a:p>
        </p:txBody>
      </p:sp>
      <p:sp>
        <p:nvSpPr>
          <p:cNvPr id="4" name="Slide Number Placeholder 3">
            <a:extLst>
              <a:ext uri="{FF2B5EF4-FFF2-40B4-BE49-F238E27FC236}">
                <a16:creationId xmlns:a16="http://schemas.microsoft.com/office/drawing/2014/main" id="{7685EF0F-41B1-C94F-EF38-4E173E8675F1}"/>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27430338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F8516-8B83-1FC9-E6E5-BA54AF680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DF19F-ED29-01AA-0737-86E5BC8FBAD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FF4D911-959E-4B4A-446B-C41992D9737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3C0F9D1-4CCA-BD8F-33C0-6CB0AD19A5B6}"/>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25088322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6E077-D515-56AC-DEB8-2495F9805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3602B4-6B49-2F5A-AA52-CB27B747B80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5063765-80A9-465C-6945-76AAABCE21F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learners the video Understanding Performance in Computers to reinforce these concepts.</a:t>
            </a:r>
          </a:p>
        </p:txBody>
      </p:sp>
      <p:sp>
        <p:nvSpPr>
          <p:cNvPr id="4" name="Slide Number Placeholder 3">
            <a:extLst>
              <a:ext uri="{FF2B5EF4-FFF2-40B4-BE49-F238E27FC236}">
                <a16:creationId xmlns:a16="http://schemas.microsoft.com/office/drawing/2014/main" id="{2F17342F-7B9F-0DB0-ADFE-3CEF8E2A886D}"/>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377022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386-DE41-3EB7-EA0E-897503871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3B439-582E-759A-ADF0-391CADA31B9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9462C7B-760B-8BFD-0B17-226B413B372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learners the video Importance of Memory in Computers to reinforce these concepts.</a:t>
            </a:r>
          </a:p>
        </p:txBody>
      </p:sp>
      <p:sp>
        <p:nvSpPr>
          <p:cNvPr id="4" name="Slide Number Placeholder 3">
            <a:extLst>
              <a:ext uri="{FF2B5EF4-FFF2-40B4-BE49-F238E27FC236}">
                <a16:creationId xmlns:a16="http://schemas.microsoft.com/office/drawing/2014/main" id="{55742B53-93CB-9461-AA0B-15F308273822}"/>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32480432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566F-8A95-D0CC-03E0-3FBEE6B05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C426C-E96C-C691-EF28-CBB186D7F7D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08146E1-9915-2032-89ED-DF262F2B1A2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learners the video Monitoring Disk Usage to reinforce these concepts.</a:t>
            </a:r>
          </a:p>
        </p:txBody>
      </p:sp>
      <p:sp>
        <p:nvSpPr>
          <p:cNvPr id="4" name="Slide Number Placeholder 3">
            <a:extLst>
              <a:ext uri="{FF2B5EF4-FFF2-40B4-BE49-F238E27FC236}">
                <a16:creationId xmlns:a16="http://schemas.microsoft.com/office/drawing/2014/main" id="{F3382012-D77A-07A0-1F63-28FD12611BB0}"/>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29208804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C8FCA-EF2A-1209-A121-01B86D673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6BB43-91D0-812F-2078-96897BC904F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782C4D0-6CB3-48C9-7602-6427964C464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3C0C9158-9637-7841-BB0C-F9713F944330}"/>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4406287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A37EF-4A1E-5BED-8755-4920A89A3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17F54-EF96-923C-7B61-99645CC08B1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89016CA-90C0-9A3F-572A-62914C5EDAFB}"/>
              </a:ext>
            </a:extLst>
          </p:cNvPr>
          <p:cNvSpPr>
            <a:spLocks noGrp="1"/>
          </p:cNvSpPr>
          <p:nvPr>
            <p:ph type="body" idx="1"/>
          </p:nvPr>
        </p:nvSpPr>
        <p:spPr/>
        <p:txBody>
          <a:bodyPr/>
          <a:lstStyle/>
          <a:p>
            <a:pPr>
              <a:defRPr/>
            </a:pPr>
            <a:r>
              <a:rPr lang="en-US" dirty="0">
                <a:ea typeface="Calibri"/>
                <a:cs typeface="Calibri"/>
              </a:rPr>
              <a:t>Learners should be reminded that stopping certain services can cause issues for programs, applications, or even the OS functionality. Careful research should be done before disabling services.</a:t>
            </a:r>
          </a:p>
        </p:txBody>
      </p:sp>
      <p:sp>
        <p:nvSpPr>
          <p:cNvPr id="4" name="Slide Number Placeholder 3">
            <a:extLst>
              <a:ext uri="{FF2B5EF4-FFF2-40B4-BE49-F238E27FC236}">
                <a16:creationId xmlns:a16="http://schemas.microsoft.com/office/drawing/2014/main" id="{E5CC82DE-42B2-6238-667A-F3AABB272458}"/>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711066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58F02-55C1-8FD5-61AE-80E3EB554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82832-7F26-7180-F987-76A246228F5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0A3FDD9-6455-04E2-EF52-DDA9A4A49DB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067FA0B-77D1-F714-1BB0-7F3ED4379F35}"/>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22575516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A5F06-4893-9589-120A-F3948777F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18AAC-39E5-6592-FE5A-21385AAFE34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7349074-4F8D-940E-D8DF-325790FC0D7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E803358-6082-DBB4-4973-E4F856E010D6}"/>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33456224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10CE-B26C-5FAD-A7F5-DD58BB68A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2F846-0B10-7154-8A16-6CE81AF0862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F801E2F-CD18-AF09-2CFB-7970AEF1866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D304B31-85BE-4448-1947-2FFB9913F91B}"/>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14168949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6C413-4ABB-59DE-87E8-3297BBCDF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79FFD-A8ED-E6EB-2CEF-F2402505770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C25FA27-A84E-6CF0-2EB1-B989A513889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5D82775-D37A-B015-0712-7E73F9DCC215}"/>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36535656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392BB-4F12-C402-2E9C-E15DB36BB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FEE12-29E6-4422-4DB0-24FC6CE836F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12A5BE7-A99D-A3EB-6D96-22654677A85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8A5CB98-382B-ECF4-DB6D-97B18E444A9F}"/>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3424781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F4F7-DB20-53EF-8A1E-739C75F4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B77AA-CCB7-A3B9-FB16-32DACB90455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1705450-8B74-282F-CAEF-E48A0DABFEF4}"/>
              </a:ext>
            </a:extLst>
          </p:cNvPr>
          <p:cNvSpPr>
            <a:spLocks noGrp="1"/>
          </p:cNvSpPr>
          <p:nvPr>
            <p:ph type="body" idx="1"/>
          </p:nvPr>
        </p:nvSpPr>
        <p:spPr/>
        <p:txBody>
          <a:bodyPr/>
          <a:lstStyle/>
          <a:p>
            <a:pPr>
              <a:defRPr/>
            </a:pPr>
            <a:r>
              <a:rPr lang="en-US" dirty="0"/>
              <a:t>Learners should note that the Startup tab is no longer functional. This data is now in Task Manager under the Startup section.</a:t>
            </a:r>
          </a:p>
        </p:txBody>
      </p:sp>
      <p:sp>
        <p:nvSpPr>
          <p:cNvPr id="4" name="Slide Number Placeholder 3">
            <a:extLst>
              <a:ext uri="{FF2B5EF4-FFF2-40B4-BE49-F238E27FC236}">
                <a16:creationId xmlns:a16="http://schemas.microsoft.com/office/drawing/2014/main" id="{8F8E88CD-F1F0-6471-8A3F-E78D1EFF69FF}"/>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23273861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8C758-0D81-F488-B2A8-F00FBA741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C3809-B58A-2534-A5BC-8C92B261DC1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7CAF1F9-61F0-6C51-43A4-9AE1BC5366B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0B67A5D-75E9-E5A8-65C0-43D641D8C5F8}"/>
              </a:ext>
            </a:extLst>
          </p:cNvPr>
          <p:cNvSpPr>
            <a:spLocks noGrp="1"/>
          </p:cNvSpPr>
          <p:nvPr>
            <p:ph type="sldNum" sz="quarter" idx="5"/>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16357646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D5BC9-9308-C234-B9A9-4E5901559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E2FE4-FCF8-8CE0-4789-06217CF3155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C9F3217-A047-4EAE-D139-B65EE79DFB56}"/>
              </a:ext>
            </a:extLst>
          </p:cNvPr>
          <p:cNvSpPr>
            <a:spLocks noGrp="1"/>
          </p:cNvSpPr>
          <p:nvPr>
            <p:ph type="body" idx="1"/>
          </p:nvPr>
        </p:nvSpPr>
        <p:spPr/>
        <p:txBody>
          <a:bodyPr/>
          <a:lstStyle/>
          <a:p>
            <a:r>
              <a:rPr lang="en-US" dirty="0"/>
              <a:t>Core 2 Exam Objective</a:t>
            </a:r>
          </a:p>
          <a:p>
            <a:pPr marL="171450" indent="-171450">
              <a:buFont typeface="Arial" panose="020B0604020202020204" pitchFamily="34" charset="0"/>
              <a:buChar char="•"/>
            </a:pPr>
            <a:r>
              <a:rPr lang="en-US" dirty="0"/>
              <a:t>3.1 Given a scenario, troubleshoot common Windows OS issues.</a:t>
            </a:r>
          </a:p>
          <a:p>
            <a:pPr marL="0" indent="0">
              <a:buFont typeface="Arial" panose="020B0604020202020204" pitchFamily="34" charset="0"/>
              <a:buNone/>
            </a:pPr>
            <a:endParaRPr lang="en-US" dirty="0"/>
          </a:p>
          <a:p>
            <a:r>
              <a:rPr lang="en-US" dirty="0"/>
              <a:t>Learning Outcomes</a:t>
            </a:r>
          </a:p>
          <a:p>
            <a:pPr marL="171450" indent="-171450">
              <a:buFont typeface="Arial" panose="020B0604020202020204" pitchFamily="34" charset="0"/>
              <a:buChar char="•"/>
            </a:pPr>
            <a:r>
              <a:rPr lang="en-US" dirty="0"/>
              <a:t>What is the normal boot process for BIOS and UEFI configurations?</a:t>
            </a:r>
          </a:p>
          <a:p>
            <a:pPr marL="171450" indent="-171450">
              <a:buFont typeface="Arial" panose="020B0604020202020204" pitchFamily="34" charset="0"/>
              <a:buChar char="•"/>
            </a:pPr>
            <a:r>
              <a:rPr lang="en-US" dirty="0"/>
              <a:t>What tools are available for troubleshooting boot process issues?</a:t>
            </a:r>
          </a:p>
          <a:p>
            <a:pPr marL="171450" indent="-171450">
              <a:buFont typeface="Arial" panose="020B0604020202020204" pitchFamily="34" charset="0"/>
              <a:buChar char="•"/>
            </a:pPr>
            <a:r>
              <a:rPr lang="en-US" dirty="0"/>
              <a:t>What options are available under the System Restore mode?</a:t>
            </a:r>
          </a:p>
          <a:p>
            <a:pPr marL="171450" indent="-171450">
              <a:buFont typeface="Arial" panose="020B0604020202020204" pitchFamily="34" charset="0"/>
              <a:buChar char="•"/>
            </a:pPr>
            <a:r>
              <a:rPr lang="en-US" dirty="0"/>
              <a:t>What information may be found on the BSOD?</a:t>
            </a:r>
          </a:p>
          <a:p>
            <a:endParaRPr lang="en-US" dirty="0"/>
          </a:p>
        </p:txBody>
      </p:sp>
      <p:sp>
        <p:nvSpPr>
          <p:cNvPr id="4" name="Slide Number Placeholder 3">
            <a:extLst>
              <a:ext uri="{FF2B5EF4-FFF2-40B4-BE49-F238E27FC236}">
                <a16:creationId xmlns:a16="http://schemas.microsoft.com/office/drawing/2014/main" id="{82E427E6-7DE3-7D9D-FB4A-1ED357A07B18}"/>
              </a:ext>
            </a:extLst>
          </p:cNvPr>
          <p:cNvSpPr>
            <a:spLocks noGrp="1"/>
          </p:cNvSpPr>
          <p:nvPr>
            <p:ph type="sldNum" sz="quarter" idx="5"/>
          </p:nvPr>
        </p:nvSpPr>
        <p:spPr/>
        <p:txBody>
          <a:bodyPr/>
          <a:lstStyle/>
          <a:p>
            <a:fld id="{B7CF8A19-3A9E-4ABC-B336-2FDDE321C72D}" type="slidenum">
              <a:rPr lang="en-US" smtClean="0"/>
              <a:pPr/>
              <a:t>49</a:t>
            </a:fld>
            <a:endParaRPr lang="en-US" dirty="0"/>
          </a:p>
        </p:txBody>
      </p:sp>
    </p:spTree>
    <p:extLst>
      <p:ext uri="{BB962C8B-B14F-4D97-AF65-F5344CB8AC3E}">
        <p14:creationId xmlns:p14="http://schemas.microsoft.com/office/powerpoint/2010/main" val="42293674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D412-71BD-1BEE-0A21-70A1CE6BD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3B503-2B6F-4BEC-6D78-B44E0B0E61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07952CD-9D2E-EF6E-9CF1-EAD3FF7F35B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A270B4B-B174-6F04-1C99-6E16BE08DD84}"/>
              </a:ext>
            </a:extLst>
          </p:cNvPr>
          <p:cNvSpPr>
            <a:spLocks noGrp="1"/>
          </p:cNvSpPr>
          <p:nvPr>
            <p:ph type="sldNum" sz="quarter" idx="5"/>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525475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834F6-00F4-7B3E-71A9-B32DE5706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110CB-99C8-87B4-BA8A-6585FDB00AC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7C33901-F9B4-0E60-55A0-66D663A7ED2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A855D4D-FD31-95F8-C385-8923D361F62B}"/>
              </a:ext>
            </a:extLst>
          </p:cNvPr>
          <p:cNvSpPr>
            <a:spLocks noGrp="1"/>
          </p:cNvSpPr>
          <p:nvPr>
            <p:ph type="sldNum" sz="quarter" idx="5"/>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18551742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E75B-AC39-E2DD-2C0C-7AAC912C3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10273-8270-C101-713D-CF721231882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9793363-F396-3F3E-8A2F-29027400792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A74C9106-D69D-ABEF-69F2-57A982D3E64F}"/>
              </a:ext>
            </a:extLst>
          </p:cNvPr>
          <p:cNvSpPr>
            <a:spLocks noGrp="1"/>
          </p:cNvSpPr>
          <p:nvPr>
            <p:ph type="sldNum" sz="quarter" idx="5"/>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28566035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38F40-2D87-F6BD-ED61-94078C7F7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3FE54-E9A3-B23B-8C1E-EDFF40FC76A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74D9321-FD37-EE07-EC7A-2576F1A165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FFDD42A-DF4A-80AE-6171-9190D7FA55A2}"/>
              </a:ext>
            </a:extLst>
          </p:cNvPr>
          <p:cNvSpPr>
            <a:spLocks noGrp="1"/>
          </p:cNvSpPr>
          <p:nvPr>
            <p:ph type="sldNum" sz="quarter" idx="5"/>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1509424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0D90F-B0FD-6D5C-ECC2-9F47820C7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17075-94C4-033C-4649-289C5987CD0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8EA60E8-D806-3844-41F7-9EBB346C104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EEC5BB1-9A5C-CB54-6008-8176F3F684A5}"/>
              </a:ext>
            </a:extLst>
          </p:cNvPr>
          <p:cNvSpPr>
            <a:spLocks noGrp="1"/>
          </p:cNvSpPr>
          <p:nvPr>
            <p:ph type="sldNum" sz="quarter" idx="5"/>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14992192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7B0C7-0F65-46D4-A928-4A6D677CE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3D0FA-280E-C8B1-327E-F48A2016390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FAE8F57-3CFD-C697-0013-4BEC07D96ABD}"/>
              </a:ext>
            </a:extLst>
          </p:cNvPr>
          <p:cNvSpPr>
            <a:spLocks noGrp="1"/>
          </p:cNvSpPr>
          <p:nvPr>
            <p:ph type="body" idx="1"/>
          </p:nvPr>
        </p:nvSpPr>
        <p:spPr/>
        <p:txBody>
          <a:bodyPr/>
          <a:lstStyle/>
          <a:p>
            <a:pPr>
              <a:defRPr/>
            </a:pPr>
            <a:r>
              <a:rPr lang="en-US" dirty="0">
                <a:ea typeface="Calibri"/>
                <a:cs typeface="Calibri"/>
              </a:rPr>
              <a:t>Learners should be able to complete Lab: Create a Restore Point from CertMaster to examine this process hands-on.</a:t>
            </a:r>
          </a:p>
        </p:txBody>
      </p:sp>
      <p:sp>
        <p:nvSpPr>
          <p:cNvPr id="4" name="Slide Number Placeholder 3">
            <a:extLst>
              <a:ext uri="{FF2B5EF4-FFF2-40B4-BE49-F238E27FC236}">
                <a16:creationId xmlns:a16="http://schemas.microsoft.com/office/drawing/2014/main" id="{E3C6C5D5-3976-19BF-257F-864FBB7202F5}"/>
              </a:ext>
            </a:extLst>
          </p:cNvPr>
          <p:cNvSpPr>
            <a:spLocks noGrp="1"/>
          </p:cNvSpPr>
          <p:nvPr>
            <p:ph type="sldNum" sz="quarter" idx="5"/>
          </p:nvPr>
        </p:nvSpPr>
        <p:spPr/>
        <p:txBody>
          <a:bodyPr/>
          <a:lstStyle/>
          <a:p>
            <a:fld id="{B7CF8A19-3A9E-4ABC-B336-2FDDE321C72D}" type="slidenum">
              <a:rPr lang="en-US" smtClean="0"/>
              <a:pPr/>
              <a:t>55</a:t>
            </a:fld>
            <a:endParaRPr lang="en-US" dirty="0"/>
          </a:p>
        </p:txBody>
      </p:sp>
    </p:spTree>
    <p:extLst>
      <p:ext uri="{BB962C8B-B14F-4D97-AF65-F5344CB8AC3E}">
        <p14:creationId xmlns:p14="http://schemas.microsoft.com/office/powerpoint/2010/main" val="15440618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C2F6E-6F45-AFA9-509E-A169275D4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44301-82A2-92D8-2207-38C7F7148F0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01F418F-3594-FCD6-35E1-193912E417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77D0A82F-7010-1429-BDA3-FA502A5CAA32}"/>
              </a:ext>
            </a:extLst>
          </p:cNvPr>
          <p:cNvSpPr>
            <a:spLocks noGrp="1"/>
          </p:cNvSpPr>
          <p:nvPr>
            <p:ph type="sldNum" sz="quarter" idx="5"/>
          </p:nvPr>
        </p:nvSpPr>
        <p:spPr/>
        <p:txBody>
          <a:bodyPr/>
          <a:lstStyle/>
          <a:p>
            <a:fld id="{B7CF8A19-3A9E-4ABC-B336-2FDDE321C72D}" type="slidenum">
              <a:rPr lang="en-US" smtClean="0"/>
              <a:pPr/>
              <a:t>56</a:t>
            </a:fld>
            <a:endParaRPr lang="en-US" dirty="0"/>
          </a:p>
        </p:txBody>
      </p:sp>
    </p:spTree>
    <p:extLst>
      <p:ext uri="{BB962C8B-B14F-4D97-AF65-F5344CB8AC3E}">
        <p14:creationId xmlns:p14="http://schemas.microsoft.com/office/powerpoint/2010/main" val="294230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24C18-09EC-A2B5-7E6A-2487FBFB6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CBBBE-FCE1-7334-6491-9E6ACCCEB39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B5A5BB-990C-E09F-84BB-F9A5BAEB674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D035440-A48E-D3E5-9314-72F229197884}"/>
              </a:ext>
            </a:extLst>
          </p:cNvPr>
          <p:cNvSpPr>
            <a:spLocks noGrp="1"/>
          </p:cNvSpPr>
          <p:nvPr>
            <p:ph type="sldNum" sz="quarter" idx="5"/>
          </p:nvPr>
        </p:nvSpPr>
        <p:spPr/>
        <p:txBody>
          <a:bodyPr/>
          <a:lstStyle/>
          <a:p>
            <a:fld id="{B7CF8A19-3A9E-4ABC-B336-2FDDE321C72D}" type="slidenum">
              <a:rPr lang="en-US" smtClean="0"/>
              <a:pPr/>
              <a:t>57</a:t>
            </a:fld>
            <a:endParaRPr lang="en-US" dirty="0"/>
          </a:p>
        </p:txBody>
      </p:sp>
    </p:spTree>
    <p:extLst>
      <p:ext uri="{BB962C8B-B14F-4D97-AF65-F5344CB8AC3E}">
        <p14:creationId xmlns:p14="http://schemas.microsoft.com/office/powerpoint/2010/main" val="5171989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0772-7306-43CC-A812-FC48B4A22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4FB5F-C61C-B9F2-6977-6D386ECDC17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24F1FA9-4E79-8A43-3EA7-5F3426174C6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89C1885-DE0D-81A6-9FFA-4BAA605B6FF6}"/>
              </a:ext>
            </a:extLst>
          </p:cNvPr>
          <p:cNvSpPr>
            <a:spLocks noGrp="1"/>
          </p:cNvSpPr>
          <p:nvPr>
            <p:ph type="sldNum" sz="quarter" idx="5"/>
          </p:nvPr>
        </p:nvSpPr>
        <p:spPr/>
        <p:txBody>
          <a:bodyPr/>
          <a:lstStyle/>
          <a:p>
            <a:fld id="{B7CF8A19-3A9E-4ABC-B336-2FDDE321C72D}" type="slidenum">
              <a:rPr lang="en-US" smtClean="0"/>
              <a:pPr/>
              <a:t>58</a:t>
            </a:fld>
            <a:endParaRPr lang="en-US" dirty="0"/>
          </a:p>
        </p:txBody>
      </p:sp>
    </p:spTree>
    <p:extLst>
      <p:ext uri="{BB962C8B-B14F-4D97-AF65-F5344CB8AC3E}">
        <p14:creationId xmlns:p14="http://schemas.microsoft.com/office/powerpoint/2010/main" val="27585204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F77F-4A64-5AD0-D5AA-662F2588E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C097A-1547-8FD4-64B2-631321D25DD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9326F18-36B1-7099-8968-7FC08C4BDF1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0D16514-1CB4-A5E8-F0BA-93B2533E88ED}"/>
              </a:ext>
            </a:extLst>
          </p:cNvPr>
          <p:cNvSpPr>
            <a:spLocks noGrp="1"/>
          </p:cNvSpPr>
          <p:nvPr>
            <p:ph type="sldNum" sz="quarter" idx="5"/>
          </p:nvPr>
        </p:nvSpPr>
        <p:spPr/>
        <p:txBody>
          <a:bodyPr/>
          <a:lstStyle/>
          <a:p>
            <a:fld id="{B7CF8A19-3A9E-4ABC-B336-2FDDE321C72D}" type="slidenum">
              <a:rPr lang="en-US" smtClean="0"/>
              <a:pPr/>
              <a:t>59</a:t>
            </a:fld>
            <a:endParaRPr lang="en-US" dirty="0"/>
          </a:p>
        </p:txBody>
      </p:sp>
    </p:spTree>
    <p:extLst>
      <p:ext uri="{BB962C8B-B14F-4D97-AF65-F5344CB8AC3E}">
        <p14:creationId xmlns:p14="http://schemas.microsoft.com/office/powerpoint/2010/main" val="2363704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15A4-1EC5-A8FD-21CF-09CD4E0E6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0C6BC-DD1E-DB1C-7231-E0EEA363F24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26A4B3-5D0E-0522-7941-76F756FF366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56FAAA49-AE18-0262-2975-40B85837FB49}"/>
              </a:ext>
            </a:extLst>
          </p:cNvPr>
          <p:cNvSpPr>
            <a:spLocks noGrp="1"/>
          </p:cNvSpPr>
          <p:nvPr>
            <p:ph type="sldNum" sz="quarter" idx="5"/>
          </p:nvPr>
        </p:nvSpPr>
        <p:spPr/>
        <p:txBody>
          <a:bodyPr/>
          <a:lstStyle/>
          <a:p>
            <a:fld id="{B7CF8A19-3A9E-4ABC-B336-2FDDE321C72D}" type="slidenum">
              <a:rPr lang="en-US" smtClean="0"/>
              <a:pPr/>
              <a:t>60</a:t>
            </a:fld>
            <a:endParaRPr lang="en-US" dirty="0"/>
          </a:p>
        </p:txBody>
      </p:sp>
    </p:spTree>
    <p:extLst>
      <p:ext uri="{BB962C8B-B14F-4D97-AF65-F5344CB8AC3E}">
        <p14:creationId xmlns:p14="http://schemas.microsoft.com/office/powerpoint/2010/main" val="14611051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CEDB7-9132-50E6-835F-76A3728ED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29D2C-D7E3-008F-4383-CEC6C320435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F8C12D4-D04A-AE58-3D4B-CA8CA2463863}"/>
              </a:ext>
            </a:extLst>
          </p:cNvPr>
          <p:cNvSpPr>
            <a:spLocks noGrp="1"/>
          </p:cNvSpPr>
          <p:nvPr>
            <p:ph type="body" idx="1"/>
          </p:nvPr>
        </p:nvSpPr>
        <p:spPr/>
        <p:txBody>
          <a:bodyPr/>
          <a:lstStyle/>
          <a:p>
            <a:pPr>
              <a:defRPr/>
            </a:pPr>
            <a:r>
              <a:rPr lang="en-US" dirty="0">
                <a:ea typeface="Calibri"/>
                <a:cs typeface="Calibri"/>
              </a:rPr>
              <a:t>Learners should be informed that before they sell, trade, or otherwise give up ownership of their Windows PC, they should perform a Reinstallation of Windows and select the Remove Everything option.</a:t>
            </a:r>
          </a:p>
        </p:txBody>
      </p:sp>
      <p:sp>
        <p:nvSpPr>
          <p:cNvPr id="4" name="Slide Number Placeholder 3">
            <a:extLst>
              <a:ext uri="{FF2B5EF4-FFF2-40B4-BE49-F238E27FC236}">
                <a16:creationId xmlns:a16="http://schemas.microsoft.com/office/drawing/2014/main" id="{E114E0B1-54A9-551A-78BB-84070A08994F}"/>
              </a:ext>
            </a:extLst>
          </p:cNvPr>
          <p:cNvSpPr>
            <a:spLocks noGrp="1"/>
          </p:cNvSpPr>
          <p:nvPr>
            <p:ph type="sldNum" sz="quarter" idx="5"/>
          </p:nvPr>
        </p:nvSpPr>
        <p:spPr/>
        <p:txBody>
          <a:bodyPr/>
          <a:lstStyle/>
          <a:p>
            <a:fld id="{B7CF8A19-3A9E-4ABC-B336-2FDDE321C72D}" type="slidenum">
              <a:rPr lang="en-US" smtClean="0"/>
              <a:pPr/>
              <a:t>61</a:t>
            </a:fld>
            <a:endParaRPr lang="en-US" dirty="0"/>
          </a:p>
        </p:txBody>
      </p:sp>
    </p:spTree>
    <p:extLst>
      <p:ext uri="{BB962C8B-B14F-4D97-AF65-F5344CB8AC3E}">
        <p14:creationId xmlns:p14="http://schemas.microsoft.com/office/powerpoint/2010/main" val="6659845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9116E-6B8A-D270-ECD7-091F7F96C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3F189-801D-7204-06C5-0FF417E3FA8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E9C7D14-BFFA-C2F8-096B-55AC13B64D5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82BB61D-D446-EC22-B168-69931B1BAF8E}"/>
              </a:ext>
            </a:extLst>
          </p:cNvPr>
          <p:cNvSpPr>
            <a:spLocks noGrp="1"/>
          </p:cNvSpPr>
          <p:nvPr>
            <p:ph type="sldNum" sz="quarter" idx="5"/>
          </p:nvPr>
        </p:nvSpPr>
        <p:spPr/>
        <p:txBody>
          <a:bodyPr/>
          <a:lstStyle/>
          <a:p>
            <a:fld id="{B7CF8A19-3A9E-4ABC-B336-2FDDE321C72D}" type="slidenum">
              <a:rPr lang="en-US" smtClean="0"/>
              <a:pPr/>
              <a:t>62</a:t>
            </a:fld>
            <a:endParaRPr lang="en-US" dirty="0"/>
          </a:p>
        </p:txBody>
      </p:sp>
    </p:spTree>
    <p:extLst>
      <p:ext uri="{BB962C8B-B14F-4D97-AF65-F5344CB8AC3E}">
        <p14:creationId xmlns:p14="http://schemas.microsoft.com/office/powerpoint/2010/main" val="11099298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C8874-46B1-F580-FF7A-0C75F1261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E796B-924F-687A-5377-8E63A628C1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0AD192C-E6B6-6960-0500-4987BD5259E8}"/>
              </a:ext>
            </a:extLst>
          </p:cNvPr>
          <p:cNvSpPr>
            <a:spLocks noGrp="1"/>
          </p:cNvSpPr>
          <p:nvPr>
            <p:ph type="body" idx="1"/>
          </p:nvPr>
        </p:nvSpPr>
        <p:spPr/>
        <p:txBody>
          <a:bodyPr/>
          <a:lstStyle/>
          <a:p>
            <a:pPr>
              <a:defRPr/>
            </a:pPr>
            <a:r>
              <a:rPr lang="en-US" dirty="0">
                <a:ea typeface="Calibri"/>
                <a:cs typeface="Calibri"/>
              </a:rPr>
              <a:t>Learners </a:t>
            </a:r>
            <a:r>
              <a:rPr lang="en-US" dirty="0"/>
              <a:t>can use the key sequence </a:t>
            </a:r>
            <a:r>
              <a:rPr lang="en-US" b="1" dirty="0"/>
              <a:t>WINDOWS+CTRL+SHIFT+B</a:t>
            </a:r>
            <a:r>
              <a:rPr lang="en-US" dirty="0"/>
              <a:t> to test whether the system is responsive if the GUI will not load. The system should beep upon execution of this key sequence.</a:t>
            </a:r>
            <a:endParaRPr lang="en-US" dirty="0">
              <a:ea typeface="Calibri"/>
              <a:cs typeface="Calibri"/>
            </a:endParaRPr>
          </a:p>
        </p:txBody>
      </p:sp>
      <p:sp>
        <p:nvSpPr>
          <p:cNvPr id="4" name="Slide Number Placeholder 3">
            <a:extLst>
              <a:ext uri="{FF2B5EF4-FFF2-40B4-BE49-F238E27FC236}">
                <a16:creationId xmlns:a16="http://schemas.microsoft.com/office/drawing/2014/main" id="{1CA6D9AF-F393-E24B-D6CF-26C41E01F168}"/>
              </a:ext>
            </a:extLst>
          </p:cNvPr>
          <p:cNvSpPr>
            <a:spLocks noGrp="1"/>
          </p:cNvSpPr>
          <p:nvPr>
            <p:ph type="sldNum" sz="quarter" idx="5"/>
          </p:nvPr>
        </p:nvSpPr>
        <p:spPr/>
        <p:txBody>
          <a:bodyPr/>
          <a:lstStyle/>
          <a:p>
            <a:fld id="{B7CF8A19-3A9E-4ABC-B336-2FDDE321C72D}" type="slidenum">
              <a:rPr lang="en-US" smtClean="0"/>
              <a:pPr/>
              <a:t>63</a:t>
            </a:fld>
            <a:endParaRPr lang="en-US" dirty="0"/>
          </a:p>
        </p:txBody>
      </p:sp>
    </p:spTree>
    <p:extLst>
      <p:ext uri="{BB962C8B-B14F-4D97-AF65-F5344CB8AC3E}">
        <p14:creationId xmlns:p14="http://schemas.microsoft.com/office/powerpoint/2010/main" val="25250495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DA173-2B0D-EF6F-0C21-D1ADCFFE2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5BB40-2B0D-EEAF-4053-5CAE844C3E4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F0D2206-9CF7-6B6A-D7EC-2A2BFC9817F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571C408-1866-56F5-15A4-F3289E00FB36}"/>
              </a:ext>
            </a:extLst>
          </p:cNvPr>
          <p:cNvSpPr>
            <a:spLocks noGrp="1"/>
          </p:cNvSpPr>
          <p:nvPr>
            <p:ph type="sldNum" sz="quarter" idx="5"/>
          </p:nvPr>
        </p:nvSpPr>
        <p:spPr/>
        <p:txBody>
          <a:bodyPr/>
          <a:lstStyle/>
          <a:p>
            <a:fld id="{B7CF8A19-3A9E-4ABC-B336-2FDDE321C72D}" type="slidenum">
              <a:rPr lang="en-US" smtClean="0"/>
              <a:pPr/>
              <a:t>64</a:t>
            </a:fld>
            <a:endParaRPr lang="en-US" dirty="0"/>
          </a:p>
        </p:txBody>
      </p:sp>
    </p:spTree>
    <p:extLst>
      <p:ext uri="{BB962C8B-B14F-4D97-AF65-F5344CB8AC3E}">
        <p14:creationId xmlns:p14="http://schemas.microsoft.com/office/powerpoint/2010/main" val="16231831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B00C4-FBD4-93A6-F51B-B7CF7ECB2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6FA2D-5FEE-2F29-EA06-EE834434E40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55AAD72-E718-8D35-6508-61427DD4227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B05FB5E4-F11F-CD74-067B-BF3C58EF0662}"/>
              </a:ext>
            </a:extLst>
          </p:cNvPr>
          <p:cNvSpPr>
            <a:spLocks noGrp="1"/>
          </p:cNvSpPr>
          <p:nvPr>
            <p:ph type="sldNum" sz="quarter" idx="5"/>
          </p:nvPr>
        </p:nvSpPr>
        <p:spPr/>
        <p:txBody>
          <a:bodyPr/>
          <a:lstStyle/>
          <a:p>
            <a:fld id="{B7CF8A19-3A9E-4ABC-B336-2FDDE321C72D}" type="slidenum">
              <a:rPr lang="en-US" smtClean="0"/>
              <a:pPr/>
              <a:t>65</a:t>
            </a:fld>
            <a:endParaRPr lang="en-US" dirty="0"/>
          </a:p>
        </p:txBody>
      </p:sp>
    </p:spTree>
    <p:extLst>
      <p:ext uri="{BB962C8B-B14F-4D97-AF65-F5344CB8AC3E}">
        <p14:creationId xmlns:p14="http://schemas.microsoft.com/office/powerpoint/2010/main" val="19174935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9ED3-4101-E788-E72D-194E3D402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B3AE4-355B-A4DD-892E-C417B403F54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FCEE42B-B610-3F0E-36E0-F8F13F0CD02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4F4A089-0208-0128-A7AB-1E63827802FA}"/>
              </a:ext>
            </a:extLst>
          </p:cNvPr>
          <p:cNvSpPr>
            <a:spLocks noGrp="1"/>
          </p:cNvSpPr>
          <p:nvPr>
            <p:ph type="sldNum" sz="quarter" idx="5"/>
          </p:nvPr>
        </p:nvSpPr>
        <p:spPr/>
        <p:txBody>
          <a:bodyPr/>
          <a:lstStyle/>
          <a:p>
            <a:fld id="{B7CF8A19-3A9E-4ABC-B336-2FDDE321C72D}" type="slidenum">
              <a:rPr lang="en-US" smtClean="0"/>
              <a:pPr/>
              <a:t>66</a:t>
            </a:fld>
            <a:endParaRPr lang="en-US" dirty="0"/>
          </a:p>
        </p:txBody>
      </p:sp>
    </p:spTree>
    <p:extLst>
      <p:ext uri="{BB962C8B-B14F-4D97-AF65-F5344CB8AC3E}">
        <p14:creationId xmlns:p14="http://schemas.microsoft.com/office/powerpoint/2010/main" val="22340958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AAED-DD48-0A4C-DBDE-8B7076E93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134CB-AE52-3A82-F243-E04B4A1B46A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C90AD4-D628-E998-FB8C-5CCAF11D30F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1D96C65-DDE6-4F60-A281-579D48545161}"/>
              </a:ext>
            </a:extLst>
          </p:cNvPr>
          <p:cNvSpPr>
            <a:spLocks noGrp="1"/>
          </p:cNvSpPr>
          <p:nvPr>
            <p:ph type="sldNum" sz="quarter" idx="5"/>
          </p:nvPr>
        </p:nvSpPr>
        <p:spPr/>
        <p:txBody>
          <a:bodyPr/>
          <a:lstStyle/>
          <a:p>
            <a:fld id="{B7CF8A19-3A9E-4ABC-B336-2FDDE321C72D}" type="slidenum">
              <a:rPr lang="en-US" smtClean="0"/>
              <a:pPr/>
              <a:t>67</a:t>
            </a:fld>
            <a:endParaRPr lang="en-US" dirty="0"/>
          </a:p>
        </p:txBody>
      </p:sp>
    </p:spTree>
    <p:extLst>
      <p:ext uri="{BB962C8B-B14F-4D97-AF65-F5344CB8AC3E}">
        <p14:creationId xmlns:p14="http://schemas.microsoft.com/office/powerpoint/2010/main" val="21056769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1A075-D9A2-B0CD-9912-2F4215405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8A65A-D0AE-7358-F988-873971138CE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60306C0-E61B-ABA7-CF3F-3C8F44E89CB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73EDD6E2-AF83-4346-D419-1D69C2FE3DAF}"/>
              </a:ext>
            </a:extLst>
          </p:cNvPr>
          <p:cNvSpPr>
            <a:spLocks noGrp="1"/>
          </p:cNvSpPr>
          <p:nvPr>
            <p:ph type="sldNum" sz="quarter" idx="5"/>
          </p:nvPr>
        </p:nvSpPr>
        <p:spPr/>
        <p:txBody>
          <a:bodyPr/>
          <a:lstStyle/>
          <a:p>
            <a:fld id="{B7CF8A19-3A9E-4ABC-B336-2FDDE321C72D}" type="slidenum">
              <a:rPr lang="en-US" smtClean="0"/>
              <a:pPr/>
              <a:t>68</a:t>
            </a:fld>
            <a:endParaRPr lang="en-US" dirty="0"/>
          </a:p>
        </p:txBody>
      </p:sp>
    </p:spTree>
    <p:extLst>
      <p:ext uri="{BB962C8B-B14F-4D97-AF65-F5344CB8AC3E}">
        <p14:creationId xmlns:p14="http://schemas.microsoft.com/office/powerpoint/2010/main" val="40321992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69</a:t>
            </a:fld>
            <a:endParaRPr lang="en-US" dirty="0"/>
          </a:p>
        </p:txBody>
      </p:sp>
    </p:spTree>
    <p:extLst>
      <p:ext uri="{BB962C8B-B14F-4D97-AF65-F5344CB8AC3E}">
        <p14:creationId xmlns:p14="http://schemas.microsoft.com/office/powerpoint/2010/main" val="26222178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30AEA-C825-BC74-E60A-1BEE21478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D7050-8EE9-ECC2-FD95-B928F4EA48E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147971F-413A-C1AB-2E1A-E0D48B1ED2C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A436DBB2-0CBB-D865-1FC0-301A445134F2}"/>
              </a:ext>
            </a:extLst>
          </p:cNvPr>
          <p:cNvSpPr>
            <a:spLocks noGrp="1"/>
          </p:cNvSpPr>
          <p:nvPr>
            <p:ph type="sldNum" sz="quarter" idx="5"/>
          </p:nvPr>
        </p:nvSpPr>
        <p:spPr/>
        <p:txBody>
          <a:bodyPr/>
          <a:lstStyle/>
          <a:p>
            <a:fld id="{B7CF8A19-3A9E-4ABC-B336-2FDDE321C72D}" type="slidenum">
              <a:rPr lang="en-US" smtClean="0"/>
              <a:pPr/>
              <a:t>70</a:t>
            </a:fld>
            <a:endParaRPr lang="en-US" dirty="0"/>
          </a:p>
        </p:txBody>
      </p:sp>
    </p:spTree>
    <p:extLst>
      <p:ext uri="{BB962C8B-B14F-4D97-AF65-F5344CB8AC3E}">
        <p14:creationId xmlns:p14="http://schemas.microsoft.com/office/powerpoint/2010/main" val="15074192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2" r:id="rId20"/>
    <p:sldLayoutId id="2147483924"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34.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3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3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40.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4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0.xml"/><Relationship Id="rId1" Type="http://schemas.openxmlformats.org/officeDocument/2006/relationships/tags" Target="../tags/tag4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45.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46.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4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ags" Target="../tags/tag50.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5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5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0.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59.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6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6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63.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tags" Target="../tags/tag6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6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tags" Target="../tags/tag6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tags" Target="../tags/tag67.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6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69.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70.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71.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tags" Target="../tags/tag7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73.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tags" Target="../tags/tag74.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7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0.xml"/><Relationship Id="rId1" Type="http://schemas.openxmlformats.org/officeDocument/2006/relationships/tags" Target="../tags/tag7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7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7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7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80.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81.xml"/><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ags" Target="../tags/tag82.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6.xml"/><Relationship Id="rId1" Type="http://schemas.openxmlformats.org/officeDocument/2006/relationships/tags" Target="../tags/tag8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84.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85.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6.xml"/><Relationship Id="rId1" Type="http://schemas.openxmlformats.org/officeDocument/2006/relationships/tags" Target="../tags/tag8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87.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8.xml"/><Relationship Id="rId1" Type="http://schemas.openxmlformats.org/officeDocument/2006/relationships/tags" Target="../tags/tag88.xml"/><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6.xml"/><Relationship Id="rId1" Type="http://schemas.openxmlformats.org/officeDocument/2006/relationships/tags" Target="../tags/tag89.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90.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6.xml"/><Relationship Id="rId1" Type="http://schemas.openxmlformats.org/officeDocument/2006/relationships/tags" Target="../tags/tag9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6.xml"/><Relationship Id="rId1" Type="http://schemas.openxmlformats.org/officeDocument/2006/relationships/tags" Target="../tags/tag9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6.xml"/><Relationship Id="rId1" Type="http://schemas.openxmlformats.org/officeDocument/2006/relationships/tags" Target="../tags/tag9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tags" Target="../tags/tag9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95.xml"/><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6.xml"/><Relationship Id="rId1" Type="http://schemas.openxmlformats.org/officeDocument/2006/relationships/tags" Target="../tags/tag96.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1.xml"/><Relationship Id="rId1" Type="http://schemas.openxmlformats.org/officeDocument/2006/relationships/tags" Target="../tags/tag9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0.xml"/><Relationship Id="rId1" Type="http://schemas.openxmlformats.org/officeDocument/2006/relationships/tags" Target="../tags/tag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F83058D-04FE-EBC5-DC49-AFE6CBB2424D}"/>
              </a:ext>
            </a:extLst>
          </p:cNvPr>
          <p:cNvSpPr>
            <a:spLocks noGrp="1"/>
          </p:cNvSpPr>
          <p:nvPr>
            <p:ph type="ctrTitle"/>
          </p:nvPr>
        </p:nvSpPr>
        <p:spPr/>
        <p:txBody>
          <a:bodyPr/>
          <a:lstStyle/>
          <a:p>
            <a:r>
              <a:rPr lang="en-US" dirty="0"/>
              <a:t>Supporting Windows</a:t>
            </a:r>
          </a:p>
        </p:txBody>
      </p:sp>
      <p:sp>
        <p:nvSpPr>
          <p:cNvPr id="3" name="Subtitle 2">
            <a:extLst>
              <a:ext uri="{FF2B5EF4-FFF2-40B4-BE49-F238E27FC236}">
                <a16:creationId xmlns:a16="http://schemas.microsoft.com/office/drawing/2014/main" id="{E569A569-A723-ECF9-0EAF-27D5B80372E3}"/>
              </a:ext>
            </a:extLst>
          </p:cNvPr>
          <p:cNvSpPr>
            <a:spLocks noGrp="1"/>
          </p:cNvSpPr>
          <p:nvPr>
            <p:ph type="subTitle" idx="1"/>
          </p:nvPr>
        </p:nvSpPr>
        <p:spPr/>
        <p:txBody>
          <a:bodyPr/>
          <a:lstStyle/>
          <a:p>
            <a:r>
              <a:rPr lang="en-US" dirty="0"/>
              <a:t>Module 14</a:t>
            </a:r>
          </a:p>
        </p:txBody>
      </p:sp>
      <p:sp>
        <p:nvSpPr>
          <p:cNvPr id="4" name="Text Placeholder 3">
            <a:extLst>
              <a:ext uri="{FF2B5EF4-FFF2-40B4-BE49-F238E27FC236}">
                <a16:creationId xmlns:a16="http://schemas.microsoft.com/office/drawing/2014/main" id="{0F846B14-D616-013B-7858-B1E88845CCE7}"/>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F68DF337-9436-1EBD-4A05-78FB55EEF867}"/>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custDataLst>
      <p:tags r:id="rId1"/>
    </p:custDataLst>
    <p:extLst>
      <p:ext uri="{BB962C8B-B14F-4D97-AF65-F5344CB8AC3E}">
        <p14:creationId xmlns:p14="http://schemas.microsoft.com/office/powerpoint/2010/main" val="532328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vert="horz" lIns="91440" tIns="45720" rIns="91440" bIns="45720" rtlCol="0" anchor="t">
            <a:normAutofit/>
          </a:bodyPr>
          <a:lstStyle/>
          <a:p>
            <a:pPr marL="0" indent="0">
              <a:buNone/>
            </a:pPr>
            <a:r>
              <a:rPr lang="en-US" dirty="0"/>
              <a:t>Prepare for A+ Core 2 by:</a:t>
            </a:r>
          </a:p>
          <a:p>
            <a:r>
              <a:rPr lang="en-US" dirty="0"/>
              <a:t>Performing OS installations and upgrades</a:t>
            </a:r>
          </a:p>
          <a:p>
            <a:r>
              <a:rPr lang="en-US" dirty="0">
                <a:latin typeface="Calibri"/>
                <a:ea typeface="Calibri"/>
                <a:cs typeface="Calibri"/>
              </a:rPr>
              <a:t>Installing and configuring applications</a:t>
            </a:r>
          </a:p>
          <a:p>
            <a:r>
              <a:rPr lang="en-US" dirty="0"/>
              <a:t>Troubleshooting Windows OS problems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Troubleshoot Windows Networking</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14.1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1CE3C2-0593-BD93-7B6A-6053F7A7BD26}"/>
              </a:ext>
            </a:extLst>
          </p:cNvPr>
          <p:cNvSpPr>
            <a:spLocks noGrp="1"/>
          </p:cNvSpPr>
          <p:nvPr>
            <p:ph type="title"/>
          </p:nvPr>
        </p:nvSpPr>
        <p:spPr/>
        <p:txBody>
          <a:bodyPr/>
          <a:lstStyle/>
          <a:p>
            <a:pPr marL="71755"/>
            <a:r>
              <a:rPr lang="en-US" dirty="0">
                <a:latin typeface="Calibri"/>
                <a:ea typeface="Calibri"/>
                <a:cs typeface="Calibri"/>
              </a:rPr>
              <a:t>Troubleshoot IP Configuration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8F7C9257-937C-566E-95AE-634283098A93}"/>
              </a:ext>
            </a:extLst>
          </p:cNvPr>
          <p:cNvSpPr>
            <a:spLocks noGrp="1"/>
          </p:cNvSpPr>
          <p:nvPr>
            <p:ph idx="1"/>
          </p:nvPr>
        </p:nvSpPr>
        <p:spPr>
          <a:xfrm>
            <a:off x="146050" y="746760"/>
            <a:ext cx="8870950" cy="4213860"/>
          </a:xfrm>
        </p:spPr>
        <p:txBody>
          <a:bodyPr vert="horz" lIns="91440" tIns="45720" rIns="91440" bIns="45720" rtlCol="0" anchor="t">
            <a:normAutofit/>
          </a:bodyPr>
          <a:lstStyle/>
          <a:p>
            <a:r>
              <a:rPr lang="en-US" dirty="0">
                <a:latin typeface="Calibri"/>
                <a:ea typeface="Calibri"/>
                <a:cs typeface="Calibri"/>
              </a:rPr>
              <a:t>Limited IP connectivity</a:t>
            </a:r>
            <a:endParaRPr lang="en-US" dirty="0">
              <a:ea typeface="Calibri"/>
            </a:endParaRPr>
          </a:p>
          <a:p>
            <a:pPr lvl="1"/>
            <a:r>
              <a:rPr lang="en-US" dirty="0">
                <a:latin typeface="Calibri"/>
                <a:ea typeface="Calibri"/>
                <a:cs typeface="Calibri"/>
              </a:rPr>
              <a:t>Verify IP config</a:t>
            </a:r>
          </a:p>
          <a:p>
            <a:pPr lvl="1"/>
            <a:r>
              <a:rPr lang="en-US" dirty="0">
                <a:latin typeface="Calibri"/>
                <a:ea typeface="Calibri"/>
                <a:cs typeface="Calibri"/>
              </a:rPr>
              <a:t>DHCP Settings and server availability (APIPA)</a:t>
            </a:r>
          </a:p>
          <a:p>
            <a:r>
              <a:rPr lang="en-US" dirty="0">
                <a:latin typeface="Calibri"/>
                <a:ea typeface="Calibri"/>
                <a:cs typeface="Calibri"/>
              </a:rPr>
              <a:t>No Internet access</a:t>
            </a:r>
          </a:p>
          <a:p>
            <a:pPr lvl="1"/>
            <a:r>
              <a:rPr lang="en-US" dirty="0">
                <a:latin typeface="Calibri"/>
                <a:ea typeface="Calibri"/>
                <a:cs typeface="Calibri"/>
              </a:rPr>
              <a:t>IP configuration</a:t>
            </a:r>
          </a:p>
          <a:p>
            <a:pPr lvl="2"/>
            <a:r>
              <a:rPr lang="en-US" dirty="0">
                <a:latin typeface="Calibri"/>
                <a:ea typeface="Calibri"/>
                <a:cs typeface="Calibri"/>
              </a:rPr>
              <a:t>IP/Subnet Mask/Gateway</a:t>
            </a:r>
          </a:p>
          <a:p>
            <a:pPr lvl="1"/>
            <a:r>
              <a:rPr lang="en-US" dirty="0">
                <a:latin typeface="Calibri"/>
                <a:ea typeface="Calibri"/>
                <a:cs typeface="Calibri"/>
              </a:rPr>
              <a:t>DNS server configuration</a:t>
            </a:r>
          </a:p>
          <a:p>
            <a:r>
              <a:rPr lang="en-US" dirty="0">
                <a:latin typeface="Calibri"/>
                <a:ea typeface="Calibri"/>
                <a:cs typeface="Calibri"/>
              </a:rPr>
              <a:t>ipconfig command</a:t>
            </a:r>
          </a:p>
          <a:p>
            <a:pPr lvl="1"/>
            <a:r>
              <a:rPr lang="en-US" dirty="0">
                <a:latin typeface="Calibri"/>
                <a:ea typeface="Calibri"/>
                <a:cs typeface="Calibri"/>
              </a:rPr>
              <a:t>/all, /release, /renew, /displaydns, and /flushdns</a:t>
            </a:r>
          </a:p>
          <a:p>
            <a:r>
              <a:rPr lang="en-US" dirty="0">
                <a:latin typeface="Calibri"/>
                <a:ea typeface="Calibri"/>
                <a:cs typeface="Calibri"/>
              </a:rPr>
              <a:t>hostname command</a:t>
            </a:r>
          </a:p>
        </p:txBody>
      </p:sp>
      <p:sp>
        <p:nvSpPr>
          <p:cNvPr id="4" name="Slide Number Placeholder 3">
            <a:extLst>
              <a:ext uri="{FF2B5EF4-FFF2-40B4-BE49-F238E27FC236}">
                <a16:creationId xmlns:a16="http://schemas.microsoft.com/office/drawing/2014/main" id="{630DE62F-26D1-41C8-B0B4-F23A4F8ACF2A}"/>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151209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77830-05E9-6DFF-B410-6A10E64A5BC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99C713-8483-87B3-A92F-006706573B4F}"/>
              </a:ext>
            </a:extLst>
          </p:cNvPr>
          <p:cNvSpPr>
            <a:spLocks noGrp="1"/>
          </p:cNvSpPr>
          <p:nvPr>
            <p:ph type="title"/>
          </p:nvPr>
        </p:nvSpPr>
        <p:spPr/>
        <p:txBody>
          <a:bodyPr/>
          <a:lstStyle/>
          <a:p>
            <a:pPr marL="71755"/>
            <a:r>
              <a:rPr lang="en-US" dirty="0">
                <a:latin typeface="Calibri"/>
                <a:ea typeface="Calibri"/>
                <a:cs typeface="Calibri"/>
              </a:rPr>
              <a:t>Troubleshoot IP Configuration </a:t>
            </a:r>
            <a:r>
              <a:rPr lang="en-US" sz="2000" dirty="0">
                <a:latin typeface="Calibri"/>
                <a:ea typeface="Calibri"/>
                <a:cs typeface="Calibri"/>
              </a:rPr>
              <a:t>(Slide 2 of 2)</a:t>
            </a:r>
            <a:endParaRPr lang="en-US" dirty="0"/>
          </a:p>
        </p:txBody>
      </p:sp>
      <p:pic>
        <p:nvPicPr>
          <p:cNvPr id="9" name="Picture Placeholder 8" descr="A Windows Command Prompt window with the output of the I P config slash all command.">
            <a:extLst>
              <a:ext uri="{FF2B5EF4-FFF2-40B4-BE49-F238E27FC236}">
                <a16:creationId xmlns:a16="http://schemas.microsoft.com/office/drawing/2014/main" id="{A0056C0E-8818-D330-46B4-A516CC6778DD}"/>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412869" y="753932"/>
            <a:ext cx="6318260" cy="3703320"/>
          </a:xfrm>
          <a:prstGeom prst="rect">
            <a:avLst/>
          </a:prstGeom>
        </p:spPr>
      </p:pic>
      <p:sp>
        <p:nvSpPr>
          <p:cNvPr id="6" name="Content Placeholder 5">
            <a:extLst>
              <a:ext uri="{FF2B5EF4-FFF2-40B4-BE49-F238E27FC236}">
                <a16:creationId xmlns:a16="http://schemas.microsoft.com/office/drawing/2014/main" id="{5FC14111-E0AC-E0F9-F358-F1499405C9A4}"/>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EC10F213-E1A7-EA3F-3F3D-D01F34BAB7D2}"/>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custDataLst>
      <p:tags r:id="rId1"/>
    </p:custDataLst>
    <p:extLst>
      <p:ext uri="{BB962C8B-B14F-4D97-AF65-F5344CB8AC3E}">
        <p14:creationId xmlns:p14="http://schemas.microsoft.com/office/powerpoint/2010/main" val="372501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312F-7E2F-DCE5-A5C2-01D26F4041A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2B2103-7266-5E62-2EF6-3EA76F82441D}"/>
              </a:ext>
            </a:extLst>
          </p:cNvPr>
          <p:cNvSpPr>
            <a:spLocks noGrp="1"/>
          </p:cNvSpPr>
          <p:nvPr>
            <p:ph type="title"/>
          </p:nvPr>
        </p:nvSpPr>
        <p:spPr/>
        <p:txBody>
          <a:bodyPr/>
          <a:lstStyle/>
          <a:p>
            <a:pPr marL="71755"/>
            <a:r>
              <a:rPr lang="en-US" dirty="0">
                <a:latin typeface="Calibri"/>
                <a:ea typeface="Calibri"/>
                <a:cs typeface="Calibri"/>
              </a:rPr>
              <a:t>Troubleshoot Local Network Connectivity </a:t>
            </a:r>
            <a:r>
              <a:rPr lang="en-US" sz="2000" dirty="0">
                <a:latin typeface="Calibri"/>
                <a:ea typeface="Calibri"/>
                <a:cs typeface="Calibri"/>
              </a:rPr>
              <a:t>(Slide 1 of 3)</a:t>
            </a:r>
            <a:endParaRPr lang="en-US" sz="2000" dirty="0"/>
          </a:p>
        </p:txBody>
      </p:sp>
      <p:sp>
        <p:nvSpPr>
          <p:cNvPr id="3" name="Content Placeholder 2">
            <a:extLst>
              <a:ext uri="{FF2B5EF4-FFF2-40B4-BE49-F238E27FC236}">
                <a16:creationId xmlns:a16="http://schemas.microsoft.com/office/drawing/2014/main" id="{3229DD7E-2804-98EB-95D5-25228CEBF0A2}"/>
              </a:ext>
            </a:extLst>
          </p:cNvPr>
          <p:cNvSpPr>
            <a:spLocks noGrp="1"/>
          </p:cNvSpPr>
          <p:nvPr>
            <p:ph idx="1"/>
          </p:nvPr>
        </p:nvSpPr>
        <p:spPr>
          <a:xfrm>
            <a:off x="146050" y="746759"/>
            <a:ext cx="8106410" cy="4337605"/>
          </a:xfrm>
        </p:spPr>
        <p:txBody>
          <a:bodyPr vert="horz" lIns="91440" tIns="45720" rIns="91440" bIns="45720" rtlCol="0" anchor="t">
            <a:normAutofit fontScale="92500" lnSpcReduction="20000"/>
          </a:bodyPr>
          <a:lstStyle/>
          <a:p>
            <a:r>
              <a:rPr lang="en-US" sz="2600" dirty="0">
                <a:latin typeface="Calibri"/>
                <a:ea typeface="Calibri"/>
                <a:cs typeface="Calibri"/>
              </a:rPr>
              <a:t>Connectivity test</a:t>
            </a:r>
          </a:p>
          <a:p>
            <a:pPr lvl="1"/>
            <a:r>
              <a:rPr lang="en-US" sz="2200" dirty="0">
                <a:latin typeface="Calibri"/>
                <a:ea typeface="Calibri"/>
                <a:cs typeface="Calibri"/>
              </a:rPr>
              <a:t>Ping command</a:t>
            </a:r>
          </a:p>
          <a:p>
            <a:pPr lvl="1"/>
            <a:r>
              <a:rPr lang="en-US" sz="2200" dirty="0">
                <a:latin typeface="Calibri"/>
                <a:ea typeface="Calibri"/>
                <a:cs typeface="Calibri"/>
              </a:rPr>
              <a:t>Loopback IP, local workstation IP, then gateway IP, then remote system FQDN or IP</a:t>
            </a:r>
          </a:p>
          <a:p>
            <a:r>
              <a:rPr lang="en-US" sz="2600" dirty="0">
                <a:latin typeface="Calibri"/>
                <a:ea typeface="Calibri"/>
                <a:cs typeface="Calibri"/>
              </a:rPr>
              <a:t>Local loopback or local workstation IP unreachable</a:t>
            </a:r>
          </a:p>
          <a:p>
            <a:pPr lvl="1"/>
            <a:r>
              <a:rPr lang="en-US" sz="2200" dirty="0">
                <a:latin typeface="Calibri"/>
                <a:ea typeface="Calibri"/>
                <a:cs typeface="Calibri"/>
              </a:rPr>
              <a:t>Troubleshoot network adapter configuration</a:t>
            </a:r>
          </a:p>
          <a:p>
            <a:r>
              <a:rPr lang="en-US" sz="2600" dirty="0">
                <a:latin typeface="Calibri"/>
                <a:ea typeface="Calibri"/>
                <a:cs typeface="Calibri"/>
              </a:rPr>
              <a:t>Gateway IP unreachable</a:t>
            </a:r>
          </a:p>
          <a:p>
            <a:pPr lvl="1"/>
            <a:r>
              <a:rPr lang="en-US" sz="2200" dirty="0">
                <a:latin typeface="Calibri"/>
                <a:ea typeface="Calibri"/>
                <a:cs typeface="Calibri"/>
              </a:rPr>
              <a:t>DHCP server options configured correctly</a:t>
            </a:r>
          </a:p>
          <a:p>
            <a:pPr lvl="1"/>
            <a:r>
              <a:rPr lang="en-US" sz="2200" dirty="0">
                <a:latin typeface="Calibri"/>
                <a:ea typeface="Calibri"/>
                <a:cs typeface="Calibri"/>
              </a:rPr>
              <a:t>Router IP configuration done correctly</a:t>
            </a:r>
          </a:p>
          <a:p>
            <a:r>
              <a:rPr lang="en-US" sz="2600" dirty="0">
                <a:latin typeface="Calibri"/>
                <a:ea typeface="Calibri"/>
                <a:cs typeface="Calibri"/>
              </a:rPr>
              <a:t>Remote system FQDN or IP unreachable</a:t>
            </a:r>
          </a:p>
          <a:p>
            <a:pPr lvl="1"/>
            <a:r>
              <a:rPr lang="en-US" sz="2200" dirty="0">
                <a:latin typeface="Calibri"/>
                <a:ea typeface="Calibri"/>
                <a:cs typeface="Calibri"/>
              </a:rPr>
              <a:t>Verify resource exists</a:t>
            </a:r>
          </a:p>
          <a:p>
            <a:pPr lvl="1"/>
            <a:r>
              <a:rPr lang="en-US" sz="2200" dirty="0">
                <a:latin typeface="Calibri"/>
                <a:ea typeface="Calibri"/>
                <a:cs typeface="Calibri"/>
              </a:rPr>
              <a:t>Verify DNS settings</a:t>
            </a:r>
          </a:p>
        </p:txBody>
      </p:sp>
      <p:sp>
        <p:nvSpPr>
          <p:cNvPr id="4" name="Slide Number Placeholder 3">
            <a:extLst>
              <a:ext uri="{FF2B5EF4-FFF2-40B4-BE49-F238E27FC236}">
                <a16:creationId xmlns:a16="http://schemas.microsoft.com/office/drawing/2014/main" id="{A72B7AAE-FF01-20DE-6356-DC0D1AB0848A}"/>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3874260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84067-1407-C497-6539-9B0874AC7E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A7DEEE6-3A6C-6199-2457-39A412EDD21D}"/>
              </a:ext>
            </a:extLst>
          </p:cNvPr>
          <p:cNvSpPr>
            <a:spLocks noGrp="1"/>
          </p:cNvSpPr>
          <p:nvPr>
            <p:ph type="title"/>
          </p:nvPr>
        </p:nvSpPr>
        <p:spPr/>
        <p:txBody>
          <a:bodyPr/>
          <a:lstStyle/>
          <a:p>
            <a:pPr marL="71755"/>
            <a:r>
              <a:rPr lang="en-US" dirty="0">
                <a:latin typeface="Calibri"/>
                <a:ea typeface="Calibri"/>
                <a:cs typeface="Calibri"/>
              </a:rPr>
              <a:t>Troubleshoot Local Network Connectivity </a:t>
            </a:r>
            <a:r>
              <a:rPr lang="en-US" sz="2000" dirty="0">
                <a:latin typeface="Calibri"/>
                <a:ea typeface="Calibri"/>
                <a:cs typeface="Calibri"/>
              </a:rPr>
              <a:t>(Slide 2 of 3)</a:t>
            </a:r>
            <a:endParaRPr lang="en-US" sz="2000" dirty="0"/>
          </a:p>
        </p:txBody>
      </p:sp>
      <p:pic>
        <p:nvPicPr>
          <p:cNvPr id="10" name="Picture Placeholder 9" descr="A Windows Command Prompt window displaying the results of multiple ping commands.">
            <a:extLst>
              <a:ext uri="{FF2B5EF4-FFF2-40B4-BE49-F238E27FC236}">
                <a16:creationId xmlns:a16="http://schemas.microsoft.com/office/drawing/2014/main" id="{1ADF0EBA-629D-5913-95B8-7EAC3FFDE413}"/>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3514830" y="709071"/>
            <a:ext cx="2114337" cy="3703320"/>
          </a:xfrm>
          <a:prstGeom prst="rect">
            <a:avLst/>
          </a:prstGeom>
        </p:spPr>
      </p:pic>
      <p:sp>
        <p:nvSpPr>
          <p:cNvPr id="6" name="Content Placeholder 5">
            <a:extLst>
              <a:ext uri="{FF2B5EF4-FFF2-40B4-BE49-F238E27FC236}">
                <a16:creationId xmlns:a16="http://schemas.microsoft.com/office/drawing/2014/main" id="{B18A2B93-4D07-08F9-AEF9-7F3346C2747A}"/>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16FD57A1-D2EC-08E3-A995-4983EB4CE6AD}"/>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3476334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21D78-1669-411D-330D-FB6412F746A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CDE9FF-F765-2B5B-9029-1857CFE94893}"/>
              </a:ext>
            </a:extLst>
          </p:cNvPr>
          <p:cNvSpPr>
            <a:spLocks noGrp="1"/>
          </p:cNvSpPr>
          <p:nvPr>
            <p:ph type="title"/>
          </p:nvPr>
        </p:nvSpPr>
        <p:spPr/>
        <p:txBody>
          <a:bodyPr/>
          <a:lstStyle/>
          <a:p>
            <a:pPr marL="71755"/>
            <a:r>
              <a:rPr lang="en-US" dirty="0">
                <a:latin typeface="Calibri"/>
                <a:ea typeface="Calibri"/>
                <a:cs typeface="Calibri"/>
              </a:rPr>
              <a:t>Troubleshoot Local Network Connectivity </a:t>
            </a:r>
            <a:r>
              <a:rPr lang="en-US" sz="2000" dirty="0">
                <a:latin typeface="Calibri"/>
                <a:ea typeface="Calibri"/>
                <a:cs typeface="Calibri"/>
              </a:rPr>
              <a:t>(Slide 3 of 3)</a:t>
            </a:r>
            <a:endParaRPr lang="en-US" sz="2000" dirty="0"/>
          </a:p>
        </p:txBody>
      </p:sp>
      <p:pic>
        <p:nvPicPr>
          <p:cNvPr id="3" name="Picture Placeholder 2" descr="A Windows Command Prompt window displaying error message using ping commands.">
            <a:extLst>
              <a:ext uri="{FF2B5EF4-FFF2-40B4-BE49-F238E27FC236}">
                <a16:creationId xmlns:a16="http://schemas.microsoft.com/office/drawing/2014/main" id="{13839D00-3C34-70FA-E1CA-369C8F3E6714}"/>
              </a:ext>
            </a:extLst>
          </p:cNvPr>
          <p:cNvPicPr>
            <a:picLocks noGrp="1" noChangeAspect="1"/>
          </p:cNvPicPr>
          <p:nvPr>
            <p:ph type="pic" sz="quarter" idx="12"/>
          </p:nvPr>
        </p:nvPicPr>
        <p:blipFill>
          <a:blip r:embed="rId4"/>
          <a:stretch>
            <a:fillRect/>
          </a:stretch>
        </p:blipFill>
        <p:spPr>
          <a:xfrm>
            <a:off x="2228790" y="731931"/>
            <a:ext cx="4686418" cy="3703320"/>
          </a:xfrm>
          <a:prstGeom prst="rect">
            <a:avLst/>
          </a:prstGeom>
        </p:spPr>
      </p:pic>
      <p:sp>
        <p:nvSpPr>
          <p:cNvPr id="6" name="Content Placeholder 5">
            <a:extLst>
              <a:ext uri="{FF2B5EF4-FFF2-40B4-BE49-F238E27FC236}">
                <a16:creationId xmlns:a16="http://schemas.microsoft.com/office/drawing/2014/main" id="{31C8FC35-EB31-1188-B168-61CBA66D0A91}"/>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CCC14044-8EC4-5C04-A1AA-49CA7BA12D22}"/>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744116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F1DF-81A2-A1CE-671E-F6B2E1748D8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8C9787A-32CD-2ADD-4AB5-62EAD24C7107}"/>
              </a:ext>
            </a:extLst>
          </p:cNvPr>
          <p:cNvSpPr>
            <a:spLocks noGrp="1"/>
          </p:cNvSpPr>
          <p:nvPr>
            <p:ph type="title"/>
          </p:nvPr>
        </p:nvSpPr>
        <p:spPr/>
        <p:txBody>
          <a:bodyPr/>
          <a:lstStyle/>
          <a:p>
            <a:r>
              <a:rPr lang="en-US" dirty="0"/>
              <a:t>Troubleshoot Remote Network Connectivity</a:t>
            </a:r>
          </a:p>
        </p:txBody>
      </p:sp>
      <p:sp>
        <p:nvSpPr>
          <p:cNvPr id="11" name="Content Placeholder 10">
            <a:extLst>
              <a:ext uri="{FF2B5EF4-FFF2-40B4-BE49-F238E27FC236}">
                <a16:creationId xmlns:a16="http://schemas.microsoft.com/office/drawing/2014/main" id="{08EE6197-AA94-A547-9067-400905AFB0BD}"/>
              </a:ext>
            </a:extLst>
          </p:cNvPr>
          <p:cNvSpPr>
            <a:spLocks noGrp="1"/>
          </p:cNvSpPr>
          <p:nvPr>
            <p:ph idx="12"/>
          </p:nvPr>
        </p:nvSpPr>
        <p:spPr/>
        <p:txBody>
          <a:bodyPr vert="horz" lIns="91440" tIns="45720" rIns="91440" bIns="45720" rtlCol="0" anchor="t">
            <a:normAutofit/>
          </a:bodyPr>
          <a:lstStyle/>
          <a:p>
            <a:r>
              <a:rPr lang="en-US" dirty="0">
                <a:ea typeface="Calibri"/>
              </a:rPr>
              <a:t>tracert command</a:t>
            </a:r>
          </a:p>
          <a:p>
            <a:pPr lvl="1"/>
            <a:r>
              <a:rPr lang="en-US" dirty="0">
                <a:ea typeface="Calibri"/>
              </a:rPr>
              <a:t>RTT per hop</a:t>
            </a:r>
          </a:p>
          <a:p>
            <a:r>
              <a:rPr lang="en-US" dirty="0">
                <a:ea typeface="Calibri"/>
              </a:rPr>
              <a:t>pathping command</a:t>
            </a:r>
          </a:p>
          <a:p>
            <a:pPr lvl="1"/>
            <a:r>
              <a:rPr lang="en-US" dirty="0">
                <a:ea typeface="Calibri"/>
              </a:rPr>
              <a:t>Can show latency and packet loss per hop</a:t>
            </a:r>
            <a:endParaRPr lang="en-US" dirty="0"/>
          </a:p>
        </p:txBody>
      </p:sp>
      <p:pic>
        <p:nvPicPr>
          <p:cNvPr id="10" name="Picture Placeholder 9" descr="A Windows Command Prompt window displaying the output of tracert commands.">
            <a:extLst>
              <a:ext uri="{FF2B5EF4-FFF2-40B4-BE49-F238E27FC236}">
                <a16:creationId xmlns:a16="http://schemas.microsoft.com/office/drawing/2014/main" id="{88E5FE97-F705-9604-A3BE-CE0F53671450}"/>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t="6330" b="6330"/>
          <a:stretch/>
        </p:blipFill>
        <p:spPr>
          <a:xfrm>
            <a:off x="219455" y="746760"/>
            <a:ext cx="4352544" cy="3675888"/>
          </a:xfrm>
          <a:prstGeom prst="rect">
            <a:avLst/>
          </a:prstGeom>
        </p:spPr>
      </p:pic>
      <p:sp>
        <p:nvSpPr>
          <p:cNvPr id="6" name="Content Placeholder 5">
            <a:extLst>
              <a:ext uri="{FF2B5EF4-FFF2-40B4-BE49-F238E27FC236}">
                <a16:creationId xmlns:a16="http://schemas.microsoft.com/office/drawing/2014/main" id="{C6CDDBFA-2563-8BEE-520C-FCADB7B0C2CF}"/>
              </a:ext>
            </a:extLst>
          </p:cNvPr>
          <p:cNvSpPr>
            <a:spLocks noGrp="1"/>
          </p:cNvSpPr>
          <p:nvPr>
            <p:ph idx="1"/>
          </p:nvPr>
        </p:nvSpPr>
        <p:spPr>
          <a:xfrm>
            <a:off x="218050" y="4464872"/>
            <a:ext cx="4353949"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0CB110E5-56BE-7B18-3990-8F6369D3C6E5}"/>
              </a:ext>
            </a:extLst>
          </p:cNvPr>
          <p:cNvSpPr>
            <a:spLocks noGrp="1"/>
          </p:cNvSpPr>
          <p:nvPr>
            <p:ph type="sldNum" sz="quarter" idx="13"/>
          </p:nvPr>
        </p:nvSpPr>
        <p:spPr/>
        <p:txBody>
          <a:bodyPr/>
          <a:lstStyle/>
          <a:p>
            <a:fld id="{B7CF8A19-3A9E-4ABC-B336-2FDDE321C72D}" type="slidenum">
              <a:rPr lang="en-US" smtClean="0"/>
              <a:pPr/>
              <a:t>10</a:t>
            </a:fld>
            <a:endParaRPr lang="en-US" dirty="0"/>
          </a:p>
        </p:txBody>
      </p:sp>
    </p:spTree>
    <p:custDataLst>
      <p:tags r:id="rId1"/>
    </p:custDataLst>
    <p:extLst>
      <p:ext uri="{BB962C8B-B14F-4D97-AF65-F5344CB8AC3E}">
        <p14:creationId xmlns:p14="http://schemas.microsoft.com/office/powerpoint/2010/main" val="3842556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6B432-D6EB-A4F9-B431-65D4DCA16F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790FFDD-8BFA-BD98-CCB7-728E006DBBED}"/>
              </a:ext>
            </a:extLst>
          </p:cNvPr>
          <p:cNvSpPr>
            <a:spLocks noGrp="1"/>
          </p:cNvSpPr>
          <p:nvPr>
            <p:ph type="title"/>
          </p:nvPr>
        </p:nvSpPr>
        <p:spPr/>
        <p:txBody>
          <a:bodyPr/>
          <a:lstStyle/>
          <a:p>
            <a:pPr marL="71755"/>
            <a:r>
              <a:rPr lang="en-US" dirty="0">
                <a:latin typeface="Calibri"/>
                <a:ea typeface="Calibri"/>
                <a:cs typeface="Calibri"/>
              </a:rPr>
              <a:t>Troubleshoot Name Resolution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AC755008-D5C9-EB01-FFE4-F978DD6A46E4}"/>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Connection via FQDN vs. connection with IP address directly</a:t>
            </a:r>
          </a:p>
          <a:p>
            <a:r>
              <a:rPr lang="en-US" dirty="0">
                <a:latin typeface="Calibri"/>
                <a:ea typeface="Calibri"/>
                <a:cs typeface="Calibri"/>
              </a:rPr>
              <a:t>nslookup command</a:t>
            </a:r>
            <a:endParaRPr lang="en-US" dirty="0"/>
          </a:p>
          <a:p>
            <a:pPr lvl="1"/>
            <a:r>
              <a:rPr lang="en-US" dirty="0">
                <a:latin typeface="Calibri"/>
                <a:ea typeface="Calibri"/>
                <a:cs typeface="Calibri"/>
              </a:rPr>
              <a:t>-type=</a:t>
            </a:r>
            <a:r>
              <a:rPr lang="en-US" i="1" dirty="0">
                <a:latin typeface="Calibri"/>
                <a:ea typeface="Calibri"/>
                <a:cs typeface="Calibri"/>
              </a:rPr>
              <a:t>&lt;resourcerecordtype&gt;</a:t>
            </a:r>
            <a:r>
              <a:rPr lang="en-US" dirty="0">
                <a:latin typeface="Calibri"/>
                <a:ea typeface="Calibri"/>
                <a:cs typeface="Calibri"/>
              </a:rPr>
              <a:t> where </a:t>
            </a:r>
            <a:r>
              <a:rPr lang="en-US" i="1" dirty="0">
                <a:latin typeface="Calibri"/>
                <a:ea typeface="Calibri"/>
                <a:cs typeface="Calibri"/>
              </a:rPr>
              <a:t>&lt;resourcerecordtype&gt;</a:t>
            </a:r>
            <a:r>
              <a:rPr lang="en-US" dirty="0">
                <a:latin typeface="Calibri"/>
                <a:ea typeface="Calibri"/>
                <a:cs typeface="Calibri"/>
              </a:rPr>
              <a:t> = A, AAAA, MX, NS, PTR, CNAME etc.</a:t>
            </a:r>
            <a:endParaRPr lang="en-US" dirty="0">
              <a:ea typeface="Calibri"/>
            </a:endParaRPr>
          </a:p>
          <a:p>
            <a:pPr lvl="1"/>
            <a:endParaRPr lang="en-US" dirty="0">
              <a:ea typeface="Calibri"/>
            </a:endParaRPr>
          </a:p>
        </p:txBody>
      </p:sp>
      <p:sp>
        <p:nvSpPr>
          <p:cNvPr id="4" name="Slide Number Placeholder 3">
            <a:extLst>
              <a:ext uri="{FF2B5EF4-FFF2-40B4-BE49-F238E27FC236}">
                <a16:creationId xmlns:a16="http://schemas.microsoft.com/office/drawing/2014/main" id="{55C39BA8-60F5-AFF9-67B5-FE4DC46692F5}"/>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452446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4804C-1530-4A4E-AB55-E915D8C1E16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6D3183D-7187-C5D5-6ACA-7F2DA07D5539}"/>
              </a:ext>
            </a:extLst>
          </p:cNvPr>
          <p:cNvSpPr>
            <a:spLocks noGrp="1"/>
          </p:cNvSpPr>
          <p:nvPr>
            <p:ph type="title"/>
          </p:nvPr>
        </p:nvSpPr>
        <p:spPr/>
        <p:txBody>
          <a:bodyPr/>
          <a:lstStyle/>
          <a:p>
            <a:pPr marL="71755"/>
            <a:r>
              <a:rPr lang="en-US" dirty="0">
                <a:latin typeface="Calibri"/>
                <a:ea typeface="Calibri"/>
                <a:cs typeface="Calibri"/>
              </a:rPr>
              <a:t>Troubleshoot Name Resolution </a:t>
            </a:r>
            <a:r>
              <a:rPr lang="en-US" sz="2000" dirty="0">
                <a:latin typeface="Calibri"/>
                <a:ea typeface="Calibri"/>
                <a:cs typeface="Calibri"/>
              </a:rPr>
              <a:t>(Slide 2 of 2)</a:t>
            </a:r>
            <a:endParaRPr lang="en-US" sz="2000" dirty="0"/>
          </a:p>
        </p:txBody>
      </p:sp>
      <p:pic>
        <p:nvPicPr>
          <p:cNvPr id="10" name="Picture Placeholder 9" descr="A Windows Command Prompt window displaying the results of multiple n s lookup commands.">
            <a:extLst>
              <a:ext uri="{FF2B5EF4-FFF2-40B4-BE49-F238E27FC236}">
                <a16:creationId xmlns:a16="http://schemas.microsoft.com/office/drawing/2014/main" id="{B55C6D6C-E47F-C6AD-F39F-A931575CBCB5}"/>
              </a:ext>
            </a:extLst>
          </p:cNvPr>
          <p:cNvPicPr>
            <a:picLocks noGrp="1" noChangeAspect="1"/>
          </p:cNvPicPr>
          <p:nvPr>
            <p:ph type="pic" sz="quarter" idx="12"/>
          </p:nvPr>
        </p:nvPicPr>
        <p:blipFill>
          <a:blip r:embed="rId4"/>
          <a:stretch>
            <a:fillRect/>
          </a:stretch>
        </p:blipFill>
        <p:spPr>
          <a:xfrm>
            <a:off x="612376" y="756920"/>
            <a:ext cx="7919246" cy="3703320"/>
          </a:xfrm>
          <a:prstGeom prst="rect">
            <a:avLst/>
          </a:prstGeom>
        </p:spPr>
      </p:pic>
      <p:sp>
        <p:nvSpPr>
          <p:cNvPr id="6" name="Content Placeholder 5">
            <a:extLst>
              <a:ext uri="{FF2B5EF4-FFF2-40B4-BE49-F238E27FC236}">
                <a16:creationId xmlns:a16="http://schemas.microsoft.com/office/drawing/2014/main" id="{BEA19B6F-F4E0-C325-C131-B79DE7B59B73}"/>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9300D1FD-F013-83FF-006A-17160EEE5A75}"/>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524632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8A46C-B25E-6CD9-D483-1A07C1642C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2DA2211-422A-75A4-2E9C-1203F90A391E}"/>
              </a:ext>
            </a:extLst>
          </p:cNvPr>
          <p:cNvSpPr>
            <a:spLocks noGrp="1"/>
          </p:cNvSpPr>
          <p:nvPr>
            <p:ph type="title"/>
          </p:nvPr>
        </p:nvSpPr>
        <p:spPr/>
        <p:txBody>
          <a:bodyPr/>
          <a:lstStyle/>
          <a:p>
            <a:r>
              <a:rPr lang="en-US" dirty="0"/>
              <a:t>Troubleshoot Network Ports</a:t>
            </a:r>
          </a:p>
        </p:txBody>
      </p:sp>
      <p:sp>
        <p:nvSpPr>
          <p:cNvPr id="7" name="Content Placeholder 6">
            <a:extLst>
              <a:ext uri="{FF2B5EF4-FFF2-40B4-BE49-F238E27FC236}">
                <a16:creationId xmlns:a16="http://schemas.microsoft.com/office/drawing/2014/main" id="{B6D5A076-B759-65E9-C9F1-3030BE253619}"/>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netstat command</a:t>
            </a:r>
          </a:p>
          <a:p>
            <a:pPr lvl="1"/>
            <a:r>
              <a:rPr lang="en-US" dirty="0">
                <a:ea typeface="Calibri"/>
              </a:rPr>
              <a:t>-a include UDP connections</a:t>
            </a:r>
          </a:p>
          <a:p>
            <a:pPr lvl="1"/>
            <a:r>
              <a:rPr lang="en-US" dirty="0">
                <a:ea typeface="Calibri"/>
              </a:rPr>
              <a:t>-b show process that opened port</a:t>
            </a:r>
          </a:p>
          <a:p>
            <a:pPr lvl="1"/>
            <a:r>
              <a:rPr lang="en-US" dirty="0">
                <a:ea typeface="Calibri"/>
              </a:rPr>
              <a:t>-n numerical format</a:t>
            </a:r>
          </a:p>
          <a:p>
            <a:pPr lvl="1"/>
            <a:r>
              <a:rPr lang="en-US" dirty="0">
                <a:ea typeface="Calibri"/>
              </a:rPr>
              <a:t>-e report ethernet statistics</a:t>
            </a:r>
          </a:p>
          <a:p>
            <a:pPr lvl="1"/>
            <a:r>
              <a:rPr lang="en-US" dirty="0">
                <a:ea typeface="Calibri"/>
              </a:rPr>
              <a:t>-s report protocol statistics</a:t>
            </a:r>
            <a:endParaRPr lang="en-US" dirty="0"/>
          </a:p>
        </p:txBody>
      </p:sp>
      <p:pic>
        <p:nvPicPr>
          <p:cNvPr id="11" name="Picture Placeholder 10" descr="A Windows Command Prompt window in Administrator mode displaying the output of the netstat space slash n a b command.">
            <a:extLst>
              <a:ext uri="{FF2B5EF4-FFF2-40B4-BE49-F238E27FC236}">
                <a16:creationId xmlns:a16="http://schemas.microsoft.com/office/drawing/2014/main" id="{62594A1D-C7FE-87BA-A222-7A337B09B6B1}"/>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a:fillRect/>
          </a:stretch>
        </p:blipFill>
        <p:spPr>
          <a:xfrm>
            <a:off x="406169" y="746760"/>
            <a:ext cx="3833708" cy="3675888"/>
          </a:xfrm>
          <a:prstGeom prst="rect">
            <a:avLst/>
          </a:prstGeom>
        </p:spPr>
      </p:pic>
      <p:sp>
        <p:nvSpPr>
          <p:cNvPr id="6" name="Content Placeholder 5" descr="A Windows Command Prompt window in Administrator mode displaying the output of the netstat space slash n a b command.">
            <a:extLst>
              <a:ext uri="{FF2B5EF4-FFF2-40B4-BE49-F238E27FC236}">
                <a16:creationId xmlns:a16="http://schemas.microsoft.com/office/drawing/2014/main" id="{60438CD5-9DA1-4709-7A83-668E6B181DC5}"/>
              </a:ext>
            </a:extLst>
          </p:cNvPr>
          <p:cNvSpPr>
            <a:spLocks noGrp="1"/>
          </p:cNvSpPr>
          <p:nvPr>
            <p:ph idx="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6B27F76A-9425-5E79-B3C9-BAB04ECEA89B}"/>
              </a:ext>
            </a:extLst>
          </p:cNvPr>
          <p:cNvSpPr>
            <a:spLocks noGrp="1"/>
          </p:cNvSpPr>
          <p:nvPr>
            <p:ph type="sldNum" sz="quarter" idx="13"/>
          </p:nvPr>
        </p:nvSpPr>
        <p:spPr/>
        <p:txBody>
          <a:bodyPr/>
          <a:lstStyle/>
          <a:p>
            <a:fld id="{B7CF8A19-3A9E-4ABC-B336-2FDDE321C72D}" type="slidenum">
              <a:rPr lang="en-US" smtClean="0"/>
              <a:pPr/>
              <a:t>13</a:t>
            </a:fld>
            <a:endParaRPr lang="en-US" dirty="0"/>
          </a:p>
        </p:txBody>
      </p:sp>
    </p:spTree>
    <p:custDataLst>
      <p:tags r:id="rId1"/>
    </p:custDataLst>
    <p:extLst>
      <p:ext uri="{BB962C8B-B14F-4D97-AF65-F5344CB8AC3E}">
        <p14:creationId xmlns:p14="http://schemas.microsoft.com/office/powerpoint/2010/main" val="3002507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14</a:t>
            </a:fld>
            <a:endParaRPr lang="en-US" dirty="0"/>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Assisted Troubleshooting</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endParaRPr lang="en-US" dirty="0"/>
          </a:p>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Troubleshoot Physical Connectivity</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p>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Lab: Connectivity</a:t>
            </a:r>
            <a:br>
              <a:rPr kumimoji="0" lang="en-US" sz="24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endParaRPr lang="en-US" dirty="0"/>
          </a:p>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Services/Name Resolution</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p:txBody>
          <a:bodyPr vert="horz" lIns="91440" tIns="45720" rIns="91440" bIns="45720" rtlCol="0" anchor="t">
            <a:normAutofit/>
          </a:bodyPr>
          <a:lstStyle/>
          <a:p>
            <a:r>
              <a:rPr lang="en-US" dirty="0">
                <a:latin typeface="Calibri"/>
                <a:ea typeface="Calibri"/>
                <a:cs typeface="Calibri"/>
              </a:rPr>
              <a:t>Troubleshoot IP Configuration</a:t>
            </a:r>
          </a:p>
          <a:p>
            <a:r>
              <a:rPr lang="en-US" dirty="0">
                <a:latin typeface="Calibri"/>
                <a:ea typeface="Calibri"/>
                <a:cs typeface="Calibri"/>
              </a:rPr>
              <a:t>Troubleshoot Local Network Connectivity</a:t>
            </a:r>
          </a:p>
          <a:p>
            <a:r>
              <a:rPr lang="en-US" dirty="0">
                <a:latin typeface="Calibri"/>
                <a:ea typeface="Calibri"/>
                <a:cs typeface="Calibri"/>
              </a:rPr>
              <a:t>Troubleshoot Remote Network Connectivity</a:t>
            </a:r>
          </a:p>
          <a:p>
            <a:r>
              <a:rPr lang="en-US" dirty="0">
                <a:latin typeface="Calibri"/>
                <a:ea typeface="Calibri"/>
                <a:cs typeface="Calibri"/>
              </a:rPr>
              <a:t>Troubleshoot Name Resolution</a:t>
            </a:r>
          </a:p>
          <a:p>
            <a:r>
              <a:rPr lang="en-US" dirty="0">
                <a:latin typeface="Calibri"/>
                <a:ea typeface="Calibri"/>
                <a:cs typeface="Calibri"/>
              </a:rPr>
              <a:t>Troubleshoot Network Ports</a:t>
            </a:r>
          </a:p>
          <a:p>
            <a:endParaRPr lang="en-US" dirty="0"/>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Troubleshoot Windows Networking</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5A58-E960-CEAD-C089-E18311645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E563D-8B8B-4997-E080-74F939B055BD}"/>
              </a:ext>
            </a:extLst>
          </p:cNvPr>
          <p:cNvSpPr>
            <a:spLocks noGrp="1"/>
          </p:cNvSpPr>
          <p:nvPr>
            <p:ph type="ctrTitle"/>
          </p:nvPr>
        </p:nvSpPr>
        <p:spPr/>
        <p:txBody>
          <a:bodyPr/>
          <a:lstStyle/>
          <a:p>
            <a:r>
              <a:rPr lang="en-US" dirty="0"/>
              <a:t>Remote Access Technologies</a:t>
            </a:r>
          </a:p>
        </p:txBody>
      </p:sp>
      <p:sp>
        <p:nvSpPr>
          <p:cNvPr id="3" name="Subtitle 2">
            <a:extLst>
              <a:ext uri="{FF2B5EF4-FFF2-40B4-BE49-F238E27FC236}">
                <a16:creationId xmlns:a16="http://schemas.microsoft.com/office/drawing/2014/main" id="{B40E2538-1780-5CE7-C76C-EA6BA2A2C229}"/>
              </a:ext>
            </a:extLst>
          </p:cNvPr>
          <p:cNvSpPr>
            <a:spLocks noGrp="1"/>
          </p:cNvSpPr>
          <p:nvPr>
            <p:ph type="subTitle" idx="1"/>
          </p:nvPr>
        </p:nvSpPr>
        <p:spPr/>
        <p:txBody>
          <a:bodyPr/>
          <a:lstStyle/>
          <a:p>
            <a:r>
              <a:rPr lang="en-US" dirty="0"/>
              <a:t>Lesson 14.2</a:t>
            </a:r>
          </a:p>
        </p:txBody>
      </p:sp>
      <p:sp>
        <p:nvSpPr>
          <p:cNvPr id="4" name="Slide Number Placeholder 3">
            <a:extLst>
              <a:ext uri="{FF2B5EF4-FFF2-40B4-BE49-F238E27FC236}">
                <a16:creationId xmlns:a16="http://schemas.microsoft.com/office/drawing/2014/main" id="{0318CE6E-B841-FEC1-9A51-EFB4A826B509}"/>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1934682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BC0E7-8B0D-0FFD-4209-BDADC5D040A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BB9DB39-0043-3ECD-CACE-A875DAEAC309}"/>
              </a:ext>
            </a:extLst>
          </p:cNvPr>
          <p:cNvSpPr>
            <a:spLocks noGrp="1"/>
          </p:cNvSpPr>
          <p:nvPr>
            <p:ph type="title"/>
          </p:nvPr>
        </p:nvSpPr>
        <p:spPr/>
        <p:txBody>
          <a:bodyPr/>
          <a:lstStyle/>
          <a:p>
            <a:r>
              <a:rPr lang="en-US" dirty="0"/>
              <a:t>Remote Desktop Tools</a:t>
            </a:r>
          </a:p>
        </p:txBody>
      </p:sp>
      <p:sp>
        <p:nvSpPr>
          <p:cNvPr id="7" name="Content Placeholder 6">
            <a:extLst>
              <a:ext uri="{FF2B5EF4-FFF2-40B4-BE49-F238E27FC236}">
                <a16:creationId xmlns:a16="http://schemas.microsoft.com/office/drawing/2014/main" id="{33EC8BC0-70F2-A2C2-73D3-FDA5EAC43E3E}"/>
              </a:ext>
            </a:extLst>
          </p:cNvPr>
          <p:cNvSpPr>
            <a:spLocks noGrp="1"/>
          </p:cNvSpPr>
          <p:nvPr>
            <p:ph idx="12"/>
          </p:nvPr>
        </p:nvSpPr>
        <p:spPr>
          <a:xfrm>
            <a:off x="127000" y="746759"/>
            <a:ext cx="4635500" cy="4337605"/>
          </a:xfrm>
        </p:spPr>
        <p:txBody>
          <a:bodyPr vert="horz" lIns="91440" tIns="45720" rIns="91440" bIns="45720" rtlCol="0" anchor="t">
            <a:normAutofit/>
          </a:bodyPr>
          <a:lstStyle/>
          <a:p>
            <a:r>
              <a:rPr lang="en-US" dirty="0">
                <a:ea typeface="Calibri"/>
              </a:rPr>
              <a:t>Remote Desktop Protocol (RDP)</a:t>
            </a:r>
          </a:p>
          <a:p>
            <a:pPr lvl="1"/>
            <a:r>
              <a:rPr lang="en-US" dirty="0">
                <a:ea typeface="Calibri"/>
              </a:rPr>
              <a:t>Remote Desktop Connection application (mstsc.exe)</a:t>
            </a:r>
          </a:p>
          <a:p>
            <a:pPr lvl="1"/>
            <a:r>
              <a:rPr lang="en-US" dirty="0">
                <a:ea typeface="Calibri"/>
              </a:rPr>
              <a:t>TCP port 3389</a:t>
            </a:r>
          </a:p>
          <a:p>
            <a:pPr lvl="1"/>
            <a:r>
              <a:rPr lang="en-US" dirty="0">
                <a:ea typeface="Calibri"/>
              </a:rPr>
              <a:t>Encrypted authentication and session</a:t>
            </a:r>
          </a:p>
          <a:p>
            <a:pPr lvl="1"/>
            <a:r>
              <a:rPr lang="en-US" dirty="0">
                <a:ea typeface="Calibri"/>
              </a:rPr>
              <a:t>IP or FQDN of remote system needed</a:t>
            </a:r>
          </a:p>
          <a:p>
            <a:pPr lvl="1"/>
            <a:r>
              <a:rPr lang="en-US" dirty="0">
                <a:ea typeface="Calibri"/>
              </a:rPr>
              <a:t>Credentials to log in</a:t>
            </a:r>
          </a:p>
          <a:p>
            <a:r>
              <a:rPr lang="en-US" dirty="0">
                <a:ea typeface="Calibri"/>
              </a:rPr>
              <a:t>Virtual Network Computing (VNC)</a:t>
            </a:r>
          </a:p>
          <a:p>
            <a:pPr lvl="1"/>
            <a:r>
              <a:rPr lang="en-US" dirty="0">
                <a:ea typeface="Calibri"/>
              </a:rPr>
              <a:t>TCP port 5900</a:t>
            </a:r>
          </a:p>
        </p:txBody>
      </p:sp>
      <p:pic>
        <p:nvPicPr>
          <p:cNvPr id="11" name="Picture Placeholder 10" descr="A Remote Desktop Connection dialog box.">
            <a:extLst>
              <a:ext uri="{FF2B5EF4-FFF2-40B4-BE49-F238E27FC236}">
                <a16:creationId xmlns:a16="http://schemas.microsoft.com/office/drawing/2014/main" id="{D79CE1BD-B8A6-9050-5A00-51534A4DA6F4}"/>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a:fillRect/>
          </a:stretch>
        </p:blipFill>
        <p:spPr>
          <a:xfrm>
            <a:off x="5261874" y="746760"/>
            <a:ext cx="3156300" cy="3675888"/>
          </a:xfrm>
          <a:prstGeom prst="rect">
            <a:avLst/>
          </a:prstGeom>
          <a:ln>
            <a:solidFill>
              <a:schemeClr val="bg1">
                <a:lumMod val="85000"/>
              </a:schemeClr>
            </a:solidFill>
          </a:ln>
        </p:spPr>
      </p:pic>
      <p:sp>
        <p:nvSpPr>
          <p:cNvPr id="6" name="Content Placeholder 5" descr="A Remote Desktop Connection dialog box.">
            <a:extLst>
              <a:ext uri="{FF2B5EF4-FFF2-40B4-BE49-F238E27FC236}">
                <a16:creationId xmlns:a16="http://schemas.microsoft.com/office/drawing/2014/main" id="{C6C576BC-80D0-B5D3-7189-650C794B3F39}"/>
              </a:ext>
            </a:extLst>
          </p:cNvPr>
          <p:cNvSpPr>
            <a:spLocks noGrp="1"/>
          </p:cNvSpPr>
          <p:nvPr>
            <p:ph idx="1"/>
          </p:nvPr>
        </p:nvSpPr>
        <p:spPr>
          <a:xfrm>
            <a:off x="4663050" y="4610922"/>
            <a:ext cx="4353949"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835DEDF7-B1CE-EF71-FDA8-11157F90DC89}"/>
              </a:ext>
            </a:extLst>
          </p:cNvPr>
          <p:cNvSpPr>
            <a:spLocks noGrp="1"/>
          </p:cNvSpPr>
          <p:nvPr>
            <p:ph type="sldNum" sz="quarter" idx="13"/>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3701659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F65A7-9889-985B-1E32-BEF73D25F69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4307233-1ED8-6160-FB75-83360D5A40FD}"/>
              </a:ext>
            </a:extLst>
          </p:cNvPr>
          <p:cNvSpPr>
            <a:spLocks noGrp="1"/>
          </p:cNvSpPr>
          <p:nvPr>
            <p:ph type="title"/>
          </p:nvPr>
        </p:nvSpPr>
        <p:spPr/>
        <p:txBody>
          <a:bodyPr/>
          <a:lstStyle/>
          <a:p>
            <a:r>
              <a:rPr lang="en-US" dirty="0"/>
              <a:t>RDP Server and Security Settings</a:t>
            </a:r>
          </a:p>
        </p:txBody>
      </p:sp>
      <p:sp>
        <p:nvSpPr>
          <p:cNvPr id="9" name="Content Placeholder 8">
            <a:extLst>
              <a:ext uri="{FF2B5EF4-FFF2-40B4-BE49-F238E27FC236}">
                <a16:creationId xmlns:a16="http://schemas.microsoft.com/office/drawing/2014/main" id="{9FA014C2-A97A-2166-CC8A-E614888F5968}"/>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Settings &gt; Remote Desktop</a:t>
            </a:r>
          </a:p>
          <a:p>
            <a:r>
              <a:rPr lang="en-US" dirty="0">
                <a:latin typeface="Calibri"/>
                <a:ea typeface="Calibri"/>
                <a:cs typeface="Calibri"/>
              </a:rPr>
              <a:t>Client available in all editions</a:t>
            </a:r>
          </a:p>
          <a:p>
            <a:r>
              <a:rPr lang="en-US" dirty="0">
                <a:latin typeface="Calibri"/>
                <a:ea typeface="Calibri"/>
                <a:cs typeface="Calibri"/>
              </a:rPr>
              <a:t>RDP Server only available in Pro and Enterprise editions</a:t>
            </a:r>
            <a:endParaRPr lang="en-US" dirty="0">
              <a:ea typeface="Calibri"/>
            </a:endParaRPr>
          </a:p>
        </p:txBody>
      </p:sp>
      <p:pic>
        <p:nvPicPr>
          <p:cNvPr id="5" name="Picture Placeholder 9" descr="A Windows Settings interface open to the Remote Desktop section under the System category.">
            <a:extLst>
              <a:ext uri="{FF2B5EF4-FFF2-40B4-BE49-F238E27FC236}">
                <a16:creationId xmlns:a16="http://schemas.microsoft.com/office/drawing/2014/main" id="{7BDDA9CB-FF0F-C6A5-B38A-7C08B19EE4F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71998" y="746760"/>
            <a:ext cx="3665818" cy="3703320"/>
          </a:xfrm>
          <a:prstGeom prst="rect">
            <a:avLst/>
          </a:prstGeom>
        </p:spPr>
      </p:pic>
      <p:sp>
        <p:nvSpPr>
          <p:cNvPr id="3" name="Content Placeholder 2">
            <a:extLst>
              <a:ext uri="{FF2B5EF4-FFF2-40B4-BE49-F238E27FC236}">
                <a16:creationId xmlns:a16="http://schemas.microsoft.com/office/drawing/2014/main" id="{AD222624-D1CC-0B2D-650F-14349F97A01B}"/>
              </a:ext>
            </a:extLst>
          </p:cNvPr>
          <p:cNvSpPr>
            <a:spLocks noGrp="1"/>
          </p:cNvSpPr>
          <p:nvPr>
            <p:ph idx="1"/>
          </p:nvPr>
        </p:nvSpPr>
        <p:spPr>
          <a:xfrm>
            <a:off x="4871998" y="4518212"/>
            <a:ext cx="3665818" cy="274768"/>
          </a:xfrm>
        </p:spPr>
        <p:txBody>
          <a:bodyPr vert="horz" lIns="91440" tIns="45720" rIns="91440" bIns="45720" rtlCol="0" anchor="t">
            <a:normAutofit/>
          </a:bodyPr>
          <a:lstStyle/>
          <a:p>
            <a:r>
              <a:rPr lang="en-US" dirty="0">
                <a:latin typeface="Calibri"/>
                <a:ea typeface="Calibri"/>
                <a:cs typeface="Calibri"/>
              </a:rPr>
              <a:t>Screenshot courtesy of Microsoft.</a:t>
            </a:r>
            <a:endParaRPr lang="en-US" i="0" dirty="0">
              <a:solidFill>
                <a:srgbClr val="000000"/>
              </a:solidFill>
              <a:latin typeface="Calibri"/>
              <a:ea typeface="Calibri"/>
              <a:cs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2E06E790-211E-7791-3DF4-8E983BD1C94E}"/>
              </a:ext>
            </a:extLst>
          </p:cNvPr>
          <p:cNvSpPr>
            <a:spLocks noGrp="1"/>
          </p:cNvSpPr>
          <p:nvPr>
            <p:ph type="sldNum" sz="quarter" idx="13"/>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2676958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9AD51-5261-2A97-DBE3-1BC1E94951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6ADBB8C-6C55-E605-2D25-46333E86FB51}"/>
              </a:ext>
            </a:extLst>
          </p:cNvPr>
          <p:cNvSpPr>
            <a:spLocks noGrp="1"/>
          </p:cNvSpPr>
          <p:nvPr>
            <p:ph type="title"/>
          </p:nvPr>
        </p:nvSpPr>
        <p:spPr/>
        <p:txBody>
          <a:bodyPr/>
          <a:lstStyle/>
          <a:p>
            <a:pPr marL="71755"/>
            <a:r>
              <a:rPr lang="en-US" dirty="0">
                <a:latin typeface="Calibri"/>
                <a:ea typeface="Calibri"/>
                <a:cs typeface="Calibri"/>
              </a:rPr>
              <a:t>Microsoft Remote Assistance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EB1F8247-963A-4B7A-32C9-ED8F66C07345}"/>
              </a:ext>
            </a:extLst>
          </p:cNvPr>
          <p:cNvSpPr>
            <a:spLocks noGrp="1"/>
          </p:cNvSpPr>
          <p:nvPr>
            <p:ph idx="1"/>
          </p:nvPr>
        </p:nvSpPr>
        <p:spPr>
          <a:xfrm>
            <a:off x="146050" y="746760"/>
            <a:ext cx="8075930" cy="4046220"/>
          </a:xfrm>
        </p:spPr>
        <p:txBody>
          <a:bodyPr vert="horz" lIns="91440" tIns="45720" rIns="91440" bIns="45720" rtlCol="0" anchor="t">
            <a:normAutofit/>
          </a:bodyPr>
          <a:lstStyle/>
          <a:p>
            <a:r>
              <a:rPr lang="en-US" dirty="0">
                <a:latin typeface="Calibri"/>
                <a:ea typeface="Calibri"/>
                <a:cs typeface="Calibri"/>
              </a:rPr>
              <a:t>Initiated by invite only</a:t>
            </a:r>
          </a:p>
          <a:p>
            <a:r>
              <a:rPr lang="en-US" dirty="0">
                <a:latin typeface="Calibri"/>
                <a:ea typeface="Calibri"/>
                <a:cs typeface="Calibri"/>
              </a:rPr>
              <a:t>Includes chat feature and remote-control capability</a:t>
            </a:r>
          </a:p>
          <a:p>
            <a:r>
              <a:rPr lang="en-US" dirty="0">
                <a:latin typeface="Calibri"/>
                <a:ea typeface="Calibri"/>
                <a:cs typeface="Calibri"/>
              </a:rPr>
              <a:t>Ephemeral port use (49152-65535)</a:t>
            </a:r>
          </a:p>
          <a:p>
            <a:r>
              <a:rPr lang="en-US" dirty="0">
                <a:latin typeface="Calibri"/>
                <a:ea typeface="Calibri"/>
                <a:cs typeface="Calibri"/>
              </a:rPr>
              <a:t>Quick Assist </a:t>
            </a:r>
          </a:p>
          <a:p>
            <a:pPr lvl="1"/>
            <a:r>
              <a:rPr lang="en-US" dirty="0">
                <a:latin typeface="Calibri"/>
                <a:ea typeface="Calibri"/>
                <a:cs typeface="Calibri"/>
              </a:rPr>
              <a:t>Facilitates Remote Assistance without reconfiguring firewall using TCP port 443 (HTTPS)</a:t>
            </a:r>
            <a:endParaRPr lang="en-US" dirty="0">
              <a:ea typeface="Calibri"/>
            </a:endParaRPr>
          </a:p>
        </p:txBody>
      </p:sp>
      <p:sp>
        <p:nvSpPr>
          <p:cNvPr id="4" name="Slide Number Placeholder 3">
            <a:extLst>
              <a:ext uri="{FF2B5EF4-FFF2-40B4-BE49-F238E27FC236}">
                <a16:creationId xmlns:a16="http://schemas.microsoft.com/office/drawing/2014/main" id="{00535B5B-C649-720E-7DB9-F46427116FD2}"/>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628703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8866-28FA-5ADD-D552-18B3F034753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1E7E959-E14D-87A0-4E11-802CFFAFB4AF}"/>
              </a:ext>
            </a:extLst>
          </p:cNvPr>
          <p:cNvSpPr>
            <a:spLocks noGrp="1"/>
          </p:cNvSpPr>
          <p:nvPr>
            <p:ph type="title"/>
          </p:nvPr>
        </p:nvSpPr>
        <p:spPr/>
        <p:txBody>
          <a:bodyPr/>
          <a:lstStyle/>
          <a:p>
            <a:pPr marL="71755"/>
            <a:r>
              <a:rPr lang="en-US" dirty="0">
                <a:latin typeface="Calibri"/>
                <a:ea typeface="Calibri"/>
                <a:cs typeface="Calibri"/>
              </a:rPr>
              <a:t>Microsoft Remote Assistance </a:t>
            </a:r>
            <a:r>
              <a:rPr lang="en-US" sz="2000" dirty="0">
                <a:latin typeface="Calibri"/>
                <a:ea typeface="Calibri"/>
                <a:cs typeface="Calibri"/>
              </a:rPr>
              <a:t>(Slide 2 of 2)</a:t>
            </a:r>
            <a:endParaRPr lang="en-US" sz="2000" dirty="0"/>
          </a:p>
        </p:txBody>
      </p:sp>
      <p:pic>
        <p:nvPicPr>
          <p:cNvPr id="13" name="Picture Placeholder 12" descr="A remote assistance session titled Windows Remote Assistance - helping Sam displayed in a window on the desktop.">
            <a:extLst>
              <a:ext uri="{FF2B5EF4-FFF2-40B4-BE49-F238E27FC236}">
                <a16:creationId xmlns:a16="http://schemas.microsoft.com/office/drawing/2014/main" id="{4D0DCB3B-42B7-69C8-CB9F-1ACD5C626095}"/>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112644" y="752662"/>
            <a:ext cx="4937760" cy="3703320"/>
          </a:xfrm>
          <a:prstGeom prst="rect">
            <a:avLst/>
          </a:prstGeom>
          <a:noFill/>
          <a:ln>
            <a:noFill/>
          </a:ln>
        </p:spPr>
      </p:pic>
      <p:sp>
        <p:nvSpPr>
          <p:cNvPr id="10" name="Content Placeholder 9">
            <a:extLst>
              <a:ext uri="{FF2B5EF4-FFF2-40B4-BE49-F238E27FC236}">
                <a16:creationId xmlns:a16="http://schemas.microsoft.com/office/drawing/2014/main" id="{3D04F098-C157-93B2-265D-0BC25FE20BEE}"/>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9342EE64-79FF-373D-AC2D-A7A85A3394B3}"/>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3128104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AE5AC-8DF4-1908-E504-992896F2CFC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8B1012C-F761-1C49-E22A-81C5296E7B23}"/>
              </a:ext>
            </a:extLst>
          </p:cNvPr>
          <p:cNvSpPr>
            <a:spLocks noGrp="1"/>
          </p:cNvSpPr>
          <p:nvPr>
            <p:ph type="title"/>
          </p:nvPr>
        </p:nvSpPr>
        <p:spPr/>
        <p:txBody>
          <a:bodyPr/>
          <a:lstStyle/>
          <a:p>
            <a:r>
              <a:rPr lang="en-US" dirty="0"/>
              <a:t>WinRM</a:t>
            </a:r>
          </a:p>
        </p:txBody>
      </p:sp>
      <p:sp>
        <p:nvSpPr>
          <p:cNvPr id="3" name="Content Placeholder 2">
            <a:extLst>
              <a:ext uri="{FF2B5EF4-FFF2-40B4-BE49-F238E27FC236}">
                <a16:creationId xmlns:a16="http://schemas.microsoft.com/office/drawing/2014/main" id="{1AD4416E-3CC2-7A19-B5C4-8CD49D503E6D}"/>
              </a:ext>
            </a:extLst>
          </p:cNvPr>
          <p:cNvSpPr>
            <a:spLocks noGrp="1"/>
          </p:cNvSpPr>
          <p:nvPr>
            <p:ph idx="1"/>
          </p:nvPr>
        </p:nvSpPr>
        <p:spPr>
          <a:xfrm>
            <a:off x="146050" y="746760"/>
            <a:ext cx="8091170" cy="4046220"/>
          </a:xfrm>
        </p:spPr>
        <p:txBody>
          <a:bodyPr vert="horz" lIns="91440" tIns="45720" rIns="91440" bIns="45720" rtlCol="0" anchor="t">
            <a:normAutofit/>
          </a:bodyPr>
          <a:lstStyle/>
          <a:p>
            <a:r>
              <a:rPr lang="en-US" dirty="0">
                <a:latin typeface="Calibri"/>
                <a:ea typeface="Calibri"/>
                <a:cs typeface="Calibri"/>
              </a:rPr>
              <a:t>Uses SOAP-based communication</a:t>
            </a:r>
          </a:p>
          <a:p>
            <a:r>
              <a:rPr lang="en-US" dirty="0">
                <a:latin typeface="Calibri"/>
                <a:ea typeface="Calibri"/>
                <a:cs typeface="Calibri"/>
              </a:rPr>
              <a:t>Allows access and exchange of management information across network</a:t>
            </a:r>
          </a:p>
          <a:p>
            <a:r>
              <a:rPr lang="en-US" dirty="0">
                <a:latin typeface="Calibri"/>
                <a:ea typeface="Calibri"/>
                <a:cs typeface="Calibri"/>
              </a:rPr>
              <a:t>Interoperability between different hardware and software platforms using HTTP/HTTPS</a:t>
            </a:r>
          </a:p>
          <a:p>
            <a:r>
              <a:rPr lang="en-US" dirty="0">
                <a:latin typeface="Calibri"/>
                <a:ea typeface="Calibri"/>
                <a:cs typeface="Calibri"/>
              </a:rPr>
              <a:t>Can be easily used in PowerShell scripts</a:t>
            </a:r>
            <a:endParaRPr lang="en-US" dirty="0">
              <a:ea typeface="Calibri"/>
            </a:endParaRPr>
          </a:p>
        </p:txBody>
      </p:sp>
      <p:sp>
        <p:nvSpPr>
          <p:cNvPr id="4" name="Slide Number Placeholder 3">
            <a:extLst>
              <a:ext uri="{FF2B5EF4-FFF2-40B4-BE49-F238E27FC236}">
                <a16:creationId xmlns:a16="http://schemas.microsoft.com/office/drawing/2014/main" id="{A526C719-A497-F120-5911-61F4A7655464}"/>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635778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6F5FC-F6DB-B5D9-D402-059D07FF17B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5137D93-246C-F51E-DA12-9F10484B3F4D}"/>
              </a:ext>
            </a:extLst>
          </p:cNvPr>
          <p:cNvSpPr>
            <a:spLocks noGrp="1"/>
          </p:cNvSpPr>
          <p:nvPr>
            <p:ph type="title"/>
          </p:nvPr>
        </p:nvSpPr>
        <p:spPr/>
        <p:txBody>
          <a:bodyPr/>
          <a:lstStyle/>
          <a:p>
            <a:pPr marL="71755"/>
            <a:r>
              <a:rPr lang="en-US" dirty="0">
                <a:latin typeface="Calibri"/>
                <a:ea typeface="Calibri"/>
                <a:cs typeface="Calibri"/>
              </a:rPr>
              <a:t>Secure Shell</a:t>
            </a:r>
            <a:endParaRPr lang="en-US" dirty="0"/>
          </a:p>
        </p:txBody>
      </p:sp>
      <p:sp>
        <p:nvSpPr>
          <p:cNvPr id="2" name="Content Placeholder 1">
            <a:extLst>
              <a:ext uri="{FF2B5EF4-FFF2-40B4-BE49-F238E27FC236}">
                <a16:creationId xmlns:a16="http://schemas.microsoft.com/office/drawing/2014/main" id="{5DEC8D2C-0953-8AAD-440A-8419C29F3AE5}"/>
              </a:ext>
            </a:extLst>
          </p:cNvPr>
          <p:cNvSpPr>
            <a:spLocks noGrp="1"/>
          </p:cNvSpPr>
          <p:nvPr>
            <p:ph idx="12"/>
          </p:nvPr>
        </p:nvSpPr>
        <p:spPr>
          <a:xfrm>
            <a:off x="127000" y="746760"/>
            <a:ext cx="4380617" cy="1912620"/>
          </a:xfrm>
        </p:spPr>
        <p:txBody>
          <a:bodyPr vert="horz" lIns="91440" tIns="45720" rIns="91440" bIns="45720" rtlCol="0" anchor="t">
            <a:normAutofit/>
          </a:bodyPr>
          <a:lstStyle/>
          <a:p>
            <a:r>
              <a:rPr lang="en-US" dirty="0">
                <a:latin typeface="Calibri"/>
                <a:ea typeface="Calibri"/>
                <a:cs typeface="Calibri"/>
              </a:rPr>
              <a:t>TCP port 22</a:t>
            </a:r>
          </a:p>
          <a:p>
            <a:r>
              <a:rPr lang="en-US" dirty="0">
                <a:latin typeface="Calibri"/>
                <a:ea typeface="Calibri"/>
                <a:cs typeface="Calibri"/>
              </a:rPr>
              <a:t>Encrypted</a:t>
            </a:r>
          </a:p>
          <a:p>
            <a:r>
              <a:rPr lang="en-US" dirty="0">
                <a:latin typeface="Calibri"/>
                <a:ea typeface="Calibri"/>
                <a:cs typeface="Calibri"/>
              </a:rPr>
              <a:t>Password or key-based authentication methods</a:t>
            </a:r>
            <a:endParaRPr lang="en-US" dirty="0">
              <a:ea typeface="Calibri"/>
            </a:endParaRPr>
          </a:p>
        </p:txBody>
      </p:sp>
      <p:pic>
        <p:nvPicPr>
          <p:cNvPr id="7" name="Picture Placeholder 9" descr="A warning dialog box with the title Warning and a question at the top: Continue connecting to an unknown server and add its host key to a cache.">
            <a:extLst>
              <a:ext uri="{FF2B5EF4-FFF2-40B4-BE49-F238E27FC236}">
                <a16:creationId xmlns:a16="http://schemas.microsoft.com/office/drawing/2014/main" id="{03F2F28A-0003-E5C8-65DC-8EFAA7BF75C5}"/>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p:blipFill>
        <p:spPr>
          <a:xfrm>
            <a:off x="4571999" y="746760"/>
            <a:ext cx="4352544" cy="2585205"/>
          </a:xfrm>
          <a:prstGeom prst="rect">
            <a:avLst/>
          </a:prstGeom>
          <a:noFill/>
          <a:ln>
            <a:noFill/>
          </a:ln>
        </p:spPr>
      </p:pic>
      <p:sp>
        <p:nvSpPr>
          <p:cNvPr id="3" name="Content Placeholder 2">
            <a:extLst>
              <a:ext uri="{FF2B5EF4-FFF2-40B4-BE49-F238E27FC236}">
                <a16:creationId xmlns:a16="http://schemas.microsoft.com/office/drawing/2014/main" id="{0E395A5E-2F81-D809-3494-68A558E33A29}"/>
              </a:ext>
            </a:extLst>
          </p:cNvPr>
          <p:cNvSpPr>
            <a:spLocks noGrp="1"/>
          </p:cNvSpPr>
          <p:nvPr>
            <p:ph idx="1"/>
          </p:nvPr>
        </p:nvSpPr>
        <p:spPr>
          <a:xfrm>
            <a:off x="4570594" y="3399275"/>
            <a:ext cx="4353949" cy="274768"/>
          </a:xfrm>
        </p:spPr>
        <p:txBody>
          <a:bodyPr vert="horz" lIns="91440" tIns="45720" rIns="91440" bIns="45720" rtlCol="0" anchor="t">
            <a:normAutofit/>
          </a:bodyPr>
          <a:lstStyle/>
          <a:p>
            <a:r>
              <a:rPr lang="en-US" dirty="0">
                <a:latin typeface="Calibri"/>
                <a:ea typeface="Calibri"/>
                <a:cs typeface="Calibri"/>
              </a:rPr>
              <a:t>Screenshot courtesy of Microsoft.</a:t>
            </a:r>
            <a:endParaRPr lang="en-US" i="0" dirty="0">
              <a:solidFill>
                <a:srgbClr val="000000"/>
              </a:solidFill>
              <a:latin typeface="Calibri"/>
              <a:ea typeface="Calibri"/>
              <a:cs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87F478E2-0DDE-0AB3-177A-C5D87C8212A1}"/>
              </a:ext>
            </a:extLst>
          </p:cNvPr>
          <p:cNvSpPr>
            <a:spLocks noGrp="1"/>
          </p:cNvSpPr>
          <p:nvPr>
            <p:ph type="sldNum" sz="quarter" idx="13"/>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752254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1B677-16EB-2FDD-FB09-971AC858632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265F09-BBB0-31CC-86D9-EB79E9EF713C}"/>
              </a:ext>
            </a:extLst>
          </p:cNvPr>
          <p:cNvSpPr>
            <a:spLocks noGrp="1"/>
          </p:cNvSpPr>
          <p:nvPr>
            <p:ph type="title"/>
          </p:nvPr>
        </p:nvSpPr>
        <p:spPr/>
        <p:txBody>
          <a:bodyPr/>
          <a:lstStyle/>
          <a:p>
            <a:r>
              <a:rPr lang="en-US" dirty="0"/>
              <a:t>Desktop Management and Remote Monitoring Tools</a:t>
            </a:r>
          </a:p>
        </p:txBody>
      </p:sp>
      <p:sp>
        <p:nvSpPr>
          <p:cNvPr id="3" name="Content Placeholder 2">
            <a:extLst>
              <a:ext uri="{FF2B5EF4-FFF2-40B4-BE49-F238E27FC236}">
                <a16:creationId xmlns:a16="http://schemas.microsoft.com/office/drawing/2014/main" id="{CF9A2C1D-2B9D-03AE-DAA0-CCB2E0875EDE}"/>
              </a:ext>
            </a:extLst>
          </p:cNvPr>
          <p:cNvSpPr>
            <a:spLocks noGrp="1"/>
          </p:cNvSpPr>
          <p:nvPr>
            <p:ph idx="1"/>
          </p:nvPr>
        </p:nvSpPr>
        <p:spPr>
          <a:xfrm>
            <a:off x="146050" y="746760"/>
            <a:ext cx="8091170" cy="4046220"/>
          </a:xfrm>
        </p:spPr>
        <p:txBody>
          <a:bodyPr vert="horz" lIns="91440" tIns="45720" rIns="91440" bIns="45720" rtlCol="0" anchor="t">
            <a:normAutofit/>
          </a:bodyPr>
          <a:lstStyle/>
          <a:p>
            <a:r>
              <a:rPr lang="en-US" dirty="0">
                <a:latin typeface="Calibri"/>
                <a:ea typeface="Calibri"/>
                <a:cs typeface="Calibri"/>
              </a:rPr>
              <a:t>Remote monitoring and management (RMM)</a:t>
            </a:r>
            <a:endParaRPr lang="en-US" dirty="0"/>
          </a:p>
          <a:p>
            <a:pPr lvl="1"/>
            <a:r>
              <a:rPr lang="en-US" dirty="0">
                <a:latin typeface="Calibri"/>
                <a:ea typeface="Calibri"/>
                <a:cs typeface="Calibri"/>
              </a:rPr>
              <a:t>Primarily an MSP tool for remote support</a:t>
            </a:r>
          </a:p>
          <a:p>
            <a:r>
              <a:rPr lang="en-US" dirty="0">
                <a:latin typeface="Calibri"/>
                <a:ea typeface="Calibri"/>
                <a:cs typeface="Calibri"/>
              </a:rPr>
              <a:t>Desktop management and MDM</a:t>
            </a:r>
          </a:p>
          <a:p>
            <a:pPr lvl="1"/>
            <a:r>
              <a:rPr lang="en-US" dirty="0">
                <a:latin typeface="Calibri"/>
                <a:ea typeface="Calibri"/>
                <a:cs typeface="Calibri"/>
              </a:rPr>
              <a:t>Management of device belonging to a single organization</a:t>
            </a:r>
          </a:p>
          <a:p>
            <a:r>
              <a:rPr lang="en-US" dirty="0">
                <a:latin typeface="Calibri"/>
                <a:ea typeface="Calibri"/>
                <a:cs typeface="Calibri"/>
              </a:rPr>
              <a:t>Endpoint Detection and Response (EDR) capability</a:t>
            </a:r>
            <a:endParaRPr lang="en-US" dirty="0">
              <a:ea typeface="Calibri"/>
            </a:endParaRPr>
          </a:p>
          <a:p>
            <a:pPr lvl="1"/>
            <a:r>
              <a:rPr lang="en-US" dirty="0">
                <a:latin typeface="Calibri"/>
                <a:ea typeface="Calibri"/>
                <a:cs typeface="Calibri"/>
              </a:rPr>
              <a:t>Security tool for scans and reporting of issues with pre-programmed responses</a:t>
            </a:r>
            <a:endParaRPr lang="en-US" dirty="0">
              <a:ea typeface="Calibri"/>
            </a:endParaRPr>
          </a:p>
        </p:txBody>
      </p:sp>
      <p:sp>
        <p:nvSpPr>
          <p:cNvPr id="4" name="Slide Number Placeholder 3">
            <a:extLst>
              <a:ext uri="{FF2B5EF4-FFF2-40B4-BE49-F238E27FC236}">
                <a16:creationId xmlns:a16="http://schemas.microsoft.com/office/drawing/2014/main" id="{B2A562E6-D1B4-A743-5E6D-397EB3F8D0A4}"/>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3185570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4C955-7822-E870-2F1C-CB43AF855AA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1159AB3-5936-605E-EBA8-413D9AEC9B6B}"/>
              </a:ext>
            </a:extLst>
          </p:cNvPr>
          <p:cNvSpPr>
            <a:spLocks noGrp="1"/>
          </p:cNvSpPr>
          <p:nvPr>
            <p:ph type="title"/>
          </p:nvPr>
        </p:nvSpPr>
        <p:spPr/>
        <p:txBody>
          <a:bodyPr/>
          <a:lstStyle/>
          <a:p>
            <a:pPr marL="71755"/>
            <a:r>
              <a:rPr lang="en-US" sz="2500" dirty="0">
                <a:latin typeface="Calibri"/>
                <a:ea typeface="Calibri"/>
                <a:cs typeface="Calibri"/>
              </a:rPr>
              <a:t>Simple Protocol for Independent Computing Environments (SPICE)</a:t>
            </a:r>
          </a:p>
        </p:txBody>
      </p:sp>
      <p:sp>
        <p:nvSpPr>
          <p:cNvPr id="3" name="Content Placeholder 2">
            <a:extLst>
              <a:ext uri="{FF2B5EF4-FFF2-40B4-BE49-F238E27FC236}">
                <a16:creationId xmlns:a16="http://schemas.microsoft.com/office/drawing/2014/main" id="{95EA6262-6A30-60B7-6C9A-B234D9D921DF}"/>
              </a:ext>
            </a:extLst>
          </p:cNvPr>
          <p:cNvSpPr>
            <a:spLocks noGrp="1"/>
          </p:cNvSpPr>
          <p:nvPr>
            <p:ph idx="1"/>
          </p:nvPr>
        </p:nvSpPr>
        <p:spPr>
          <a:xfrm>
            <a:off x="146050" y="746760"/>
            <a:ext cx="8870950" cy="1824990"/>
          </a:xfrm>
        </p:spPr>
        <p:txBody>
          <a:bodyPr vert="horz" lIns="91440" tIns="45720" rIns="91440" bIns="45720" rtlCol="0" anchor="t">
            <a:normAutofit/>
          </a:bodyPr>
          <a:lstStyle/>
          <a:p>
            <a:r>
              <a:rPr lang="en-US" dirty="0">
                <a:latin typeface="Calibri"/>
                <a:ea typeface="Calibri"/>
                <a:cs typeface="Calibri"/>
              </a:rPr>
              <a:t>Remote display to monitor and interact with a VM</a:t>
            </a:r>
          </a:p>
          <a:p>
            <a:r>
              <a:rPr lang="en-US" dirty="0">
                <a:latin typeface="Calibri"/>
                <a:ea typeface="Calibri"/>
                <a:cs typeface="Calibri"/>
              </a:rPr>
              <a:t>Authentication support for Kerberos and others</a:t>
            </a:r>
          </a:p>
          <a:p>
            <a:r>
              <a:rPr lang="en-US" dirty="0">
                <a:latin typeface="Calibri"/>
                <a:ea typeface="Calibri"/>
                <a:cs typeface="Calibri"/>
              </a:rPr>
              <a:t>TLS encryption of communication</a:t>
            </a:r>
            <a:endParaRPr lang="en-US" dirty="0">
              <a:ea typeface="Calibri"/>
            </a:endParaRPr>
          </a:p>
        </p:txBody>
      </p:sp>
      <p:sp>
        <p:nvSpPr>
          <p:cNvPr id="4" name="Slide Number Placeholder 3">
            <a:extLst>
              <a:ext uri="{FF2B5EF4-FFF2-40B4-BE49-F238E27FC236}">
                <a16:creationId xmlns:a16="http://schemas.microsoft.com/office/drawing/2014/main" id="{6BA24A1E-872D-5DDA-D111-DC816951EA98}"/>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custDataLst>
      <p:tags r:id="rId1"/>
    </p:custDataLst>
    <p:extLst>
      <p:ext uri="{BB962C8B-B14F-4D97-AF65-F5344CB8AC3E}">
        <p14:creationId xmlns:p14="http://schemas.microsoft.com/office/powerpoint/2010/main" val="474499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42675-FC84-1A2A-B990-07DF3714D9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31BF60-448F-DCC6-F4B1-1E774EA63966}"/>
              </a:ext>
            </a:extLst>
          </p:cNvPr>
          <p:cNvSpPr>
            <a:spLocks noGrp="1"/>
          </p:cNvSpPr>
          <p:nvPr>
            <p:ph type="title"/>
          </p:nvPr>
        </p:nvSpPr>
        <p:spPr/>
        <p:txBody>
          <a:bodyPr/>
          <a:lstStyle/>
          <a:p>
            <a:r>
              <a:rPr lang="en-US" dirty="0"/>
              <a:t>Other Remote Access Tools</a:t>
            </a:r>
          </a:p>
        </p:txBody>
      </p:sp>
      <p:sp>
        <p:nvSpPr>
          <p:cNvPr id="3" name="Content Placeholder 2">
            <a:extLst>
              <a:ext uri="{FF2B5EF4-FFF2-40B4-BE49-F238E27FC236}">
                <a16:creationId xmlns:a16="http://schemas.microsoft.com/office/drawing/2014/main" id="{E828F1D3-1DAF-12B6-B902-C6B9F792CB8B}"/>
              </a:ext>
            </a:extLst>
          </p:cNvPr>
          <p:cNvSpPr>
            <a:spLocks noGrp="1"/>
          </p:cNvSpPr>
          <p:nvPr>
            <p:ph idx="1"/>
          </p:nvPr>
        </p:nvSpPr>
        <p:spPr>
          <a:xfrm>
            <a:off x="146050" y="746760"/>
            <a:ext cx="8106410" cy="4274820"/>
          </a:xfrm>
        </p:spPr>
        <p:txBody>
          <a:bodyPr vert="horz" lIns="91440" tIns="45720" rIns="91440" bIns="45720" rtlCol="0" anchor="t">
            <a:normAutofit fontScale="92500" lnSpcReduction="20000"/>
          </a:bodyPr>
          <a:lstStyle/>
          <a:p>
            <a:r>
              <a:rPr lang="en-US" sz="2600" dirty="0">
                <a:latin typeface="Calibri"/>
                <a:ea typeface="Calibri"/>
                <a:cs typeface="Calibri"/>
              </a:rPr>
              <a:t>Screen sharing</a:t>
            </a:r>
          </a:p>
          <a:p>
            <a:pPr lvl="1"/>
            <a:r>
              <a:rPr lang="en-US" sz="2200" dirty="0">
                <a:latin typeface="Calibri"/>
                <a:ea typeface="Calibri"/>
                <a:cs typeface="Calibri"/>
              </a:rPr>
              <a:t>TeamViewer or LogMeIn</a:t>
            </a:r>
          </a:p>
          <a:p>
            <a:r>
              <a:rPr lang="en-US" sz="2600" dirty="0">
                <a:latin typeface="Calibri"/>
                <a:ea typeface="Calibri"/>
                <a:cs typeface="Calibri"/>
              </a:rPr>
              <a:t>Video conferencing tools</a:t>
            </a:r>
          </a:p>
          <a:p>
            <a:pPr lvl="1"/>
            <a:r>
              <a:rPr lang="en-US" sz="2200" dirty="0">
                <a:latin typeface="Calibri"/>
                <a:ea typeface="Calibri"/>
                <a:cs typeface="Calibri"/>
              </a:rPr>
              <a:t>Microsoft Teams or Zoom</a:t>
            </a:r>
          </a:p>
          <a:p>
            <a:pPr lvl="1"/>
            <a:r>
              <a:rPr lang="en-US" sz="2200" dirty="0">
                <a:latin typeface="Calibri"/>
                <a:ea typeface="Calibri"/>
                <a:cs typeface="Calibri"/>
              </a:rPr>
              <a:t>Screen share capabilities</a:t>
            </a:r>
          </a:p>
          <a:p>
            <a:r>
              <a:rPr lang="en-US" sz="2600" dirty="0">
                <a:latin typeface="Calibri"/>
                <a:ea typeface="Calibri"/>
                <a:cs typeface="Calibri"/>
              </a:rPr>
              <a:t>File transfer software</a:t>
            </a:r>
          </a:p>
          <a:p>
            <a:pPr lvl="1"/>
            <a:r>
              <a:rPr lang="en-US" sz="2200" dirty="0">
                <a:latin typeface="Calibri"/>
                <a:ea typeface="Calibri"/>
                <a:cs typeface="Calibri"/>
              </a:rPr>
              <a:t>AirDrop for Apple</a:t>
            </a:r>
          </a:p>
          <a:p>
            <a:pPr lvl="1"/>
            <a:r>
              <a:rPr lang="en-US" sz="2200" dirty="0">
                <a:latin typeface="Calibri"/>
                <a:ea typeface="Calibri"/>
                <a:cs typeface="Calibri"/>
              </a:rPr>
              <a:t>Nearby Sharing for Microsoft</a:t>
            </a:r>
          </a:p>
          <a:p>
            <a:pPr lvl="1"/>
            <a:r>
              <a:rPr lang="en-US" sz="2200" dirty="0">
                <a:latin typeface="Calibri"/>
                <a:ea typeface="Calibri"/>
                <a:cs typeface="Calibri"/>
              </a:rPr>
              <a:t>Nearby Share for Android</a:t>
            </a:r>
          </a:p>
          <a:p>
            <a:r>
              <a:rPr lang="en-US" sz="2600" dirty="0">
                <a:latin typeface="Calibri"/>
                <a:ea typeface="Calibri"/>
                <a:cs typeface="Calibri"/>
              </a:rPr>
              <a:t>VPN</a:t>
            </a:r>
          </a:p>
          <a:p>
            <a:pPr lvl="1"/>
            <a:r>
              <a:rPr lang="en-US" sz="2200" dirty="0">
                <a:latin typeface="Calibri"/>
                <a:ea typeface="Calibri"/>
                <a:cs typeface="Calibri"/>
              </a:rPr>
              <a:t>Encrypted tunnel to connect to internal systems through the VPN gateway/server</a:t>
            </a:r>
          </a:p>
        </p:txBody>
      </p:sp>
      <p:sp>
        <p:nvSpPr>
          <p:cNvPr id="4" name="Slide Number Placeholder 3">
            <a:extLst>
              <a:ext uri="{FF2B5EF4-FFF2-40B4-BE49-F238E27FC236}">
                <a16:creationId xmlns:a16="http://schemas.microsoft.com/office/drawing/2014/main" id="{44FE9E96-8F42-28D8-5131-A637C8BD2F93}"/>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3525714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BAA77-68E7-BEA8-4E34-4CFD45143A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37819-D242-0986-ACDA-809B1993CCF3}"/>
              </a:ext>
            </a:extLst>
          </p:cNvPr>
          <p:cNvSpPr>
            <a:spLocks noGrp="1"/>
          </p:cNvSpPr>
          <p:nvPr>
            <p:ph sz="quarter" idx="14"/>
          </p:nvPr>
        </p:nvSpPr>
        <p:spPr/>
        <p:txBody>
          <a:bodyPr>
            <a:normAutofit/>
          </a:body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Configure Remote Services</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endParaRPr lang="en-US" dirty="0"/>
          </a:p>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Applied Live Lab: Provide Remote Support</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Perform and CertMaster Labs)</a:t>
            </a:r>
          </a:p>
        </p:txBody>
      </p:sp>
      <p:sp>
        <p:nvSpPr>
          <p:cNvPr id="2" name="Slide Number Placeholder 1">
            <a:extLst>
              <a:ext uri="{FF2B5EF4-FFF2-40B4-BE49-F238E27FC236}">
                <a16:creationId xmlns:a16="http://schemas.microsoft.com/office/drawing/2014/main" id="{7D37B74A-535B-7449-64A7-E4774372C6A7}"/>
              </a:ext>
            </a:extLst>
          </p:cNvPr>
          <p:cNvSpPr>
            <a:spLocks noGrp="1"/>
          </p:cNvSpPr>
          <p:nvPr>
            <p:ph type="sldNum" sz="quarter" idx="13"/>
          </p:nvPr>
        </p:nvSpPr>
        <p:spPr/>
        <p:txBody>
          <a:bodyPr/>
          <a:lstStyle/>
          <a:p>
            <a:fld id="{B7CF8A19-3A9E-4ABC-B336-2FDDE321C72D}" type="slidenum">
              <a:rPr lang="en-US" smtClean="0"/>
              <a:pPr/>
              <a:t>26</a:t>
            </a:fld>
            <a:endParaRPr lang="en-US" dirty="0"/>
          </a:p>
        </p:txBody>
      </p:sp>
    </p:spTree>
    <p:custDataLst>
      <p:tags r:id="rId1"/>
    </p:custDataLst>
    <p:extLst>
      <p:ext uri="{BB962C8B-B14F-4D97-AF65-F5344CB8AC3E}">
        <p14:creationId xmlns:p14="http://schemas.microsoft.com/office/powerpoint/2010/main" val="1358478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3AAC9-FBD4-B789-2D3F-4B275F70BC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7AEB03-9430-4BDF-E987-BEE340E3CD01}"/>
              </a:ext>
            </a:extLst>
          </p:cNvPr>
          <p:cNvSpPr>
            <a:spLocks noGrp="1"/>
          </p:cNvSpPr>
          <p:nvPr>
            <p:ph type="title"/>
          </p:nvPr>
        </p:nvSpPr>
        <p:spPr/>
        <p:txBody>
          <a:bodyPr/>
          <a:lstStyle/>
          <a:p>
            <a:r>
              <a:rPr lang="en-US" dirty="0">
                <a:latin typeface="Calibri"/>
                <a:ea typeface="Calibri"/>
                <a:cs typeface="Calibri"/>
              </a:rPr>
              <a:t>Remote Access Technologies</a:t>
            </a:r>
            <a:endParaRPr lang="en-US" dirty="0">
              <a:ea typeface="Calibri"/>
            </a:endParaRPr>
          </a:p>
        </p:txBody>
      </p:sp>
      <p:sp>
        <p:nvSpPr>
          <p:cNvPr id="2" name="Content Placeholder 1">
            <a:extLst>
              <a:ext uri="{FF2B5EF4-FFF2-40B4-BE49-F238E27FC236}">
                <a16:creationId xmlns:a16="http://schemas.microsoft.com/office/drawing/2014/main" id="{C86D9126-2330-A346-2C86-F3F4AEEE6196}"/>
              </a:ext>
            </a:extLst>
          </p:cNvPr>
          <p:cNvSpPr>
            <a:spLocks noGrp="1"/>
          </p:cNvSpPr>
          <p:nvPr>
            <p:ph sz="quarter" idx="11"/>
          </p:nvPr>
        </p:nvSpPr>
        <p:spPr/>
        <p:txBody>
          <a:bodyPr vert="horz" lIns="91440" tIns="45720" rIns="91440" bIns="45720" rtlCol="0" anchor="t">
            <a:normAutofit/>
          </a:bodyPr>
          <a:lstStyle/>
          <a:p>
            <a:r>
              <a:rPr lang="en-US" dirty="0"/>
              <a:t>Remote Desktop Tools</a:t>
            </a:r>
          </a:p>
          <a:p>
            <a:r>
              <a:rPr lang="en-US" dirty="0"/>
              <a:t>RDP Server and Security Settings</a:t>
            </a:r>
          </a:p>
          <a:p>
            <a:r>
              <a:rPr lang="en-US" dirty="0"/>
              <a:t>Microsoft Remote Assistance</a:t>
            </a:r>
          </a:p>
          <a:p>
            <a:r>
              <a:rPr lang="en-US" dirty="0"/>
              <a:t>WinRM</a:t>
            </a:r>
          </a:p>
          <a:p>
            <a:r>
              <a:rPr lang="en-US" dirty="0"/>
              <a:t>Secure Shell</a:t>
            </a:r>
          </a:p>
          <a:p>
            <a:r>
              <a:rPr lang="en-US" dirty="0"/>
              <a:t>Desktop Management and Remote Monitoring Tools</a:t>
            </a:r>
          </a:p>
          <a:p>
            <a:r>
              <a:rPr lang="en-US" dirty="0"/>
              <a:t>Simple Protocol for Independent Computing Environments (SPICE)</a:t>
            </a:r>
          </a:p>
          <a:p>
            <a:r>
              <a:rPr lang="en-US" dirty="0"/>
              <a:t>Other Remote Access Tools</a:t>
            </a:r>
          </a:p>
          <a:p>
            <a:endParaRPr lang="en-US" dirty="0"/>
          </a:p>
          <a:p>
            <a:endParaRPr lang="en-US" dirty="0"/>
          </a:p>
        </p:txBody>
      </p:sp>
      <p:sp>
        <p:nvSpPr>
          <p:cNvPr id="4" name="Slide Number Placeholder 3">
            <a:extLst>
              <a:ext uri="{FF2B5EF4-FFF2-40B4-BE49-F238E27FC236}">
                <a16:creationId xmlns:a16="http://schemas.microsoft.com/office/drawing/2014/main" id="{2BF1DDCB-C950-F7B4-0DA9-681483C98BD9}"/>
              </a:ext>
            </a:extLst>
          </p:cNvPr>
          <p:cNvSpPr>
            <a:spLocks noGrp="1"/>
          </p:cNvSpPr>
          <p:nvPr>
            <p:ph type="sldNum" sz="quarter" idx="12"/>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2593803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0B5BF-24D5-9987-3CD2-D5902BEDF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DFF7D-612F-866A-5B67-C7ED71132A0B}"/>
              </a:ext>
            </a:extLst>
          </p:cNvPr>
          <p:cNvSpPr>
            <a:spLocks noGrp="1"/>
          </p:cNvSpPr>
          <p:nvPr>
            <p:ph type="ctrTitle"/>
          </p:nvPr>
        </p:nvSpPr>
        <p:spPr/>
        <p:txBody>
          <a:bodyPr/>
          <a:lstStyle/>
          <a:p>
            <a:r>
              <a:rPr lang="en-US" dirty="0"/>
              <a:t>Performance and Troubleshooting Tools</a:t>
            </a:r>
          </a:p>
        </p:txBody>
      </p:sp>
      <p:sp>
        <p:nvSpPr>
          <p:cNvPr id="3" name="Subtitle 2">
            <a:extLst>
              <a:ext uri="{FF2B5EF4-FFF2-40B4-BE49-F238E27FC236}">
                <a16:creationId xmlns:a16="http://schemas.microsoft.com/office/drawing/2014/main" id="{9F8D1532-B87D-21A0-1DA5-00CE31E35A10}"/>
              </a:ext>
            </a:extLst>
          </p:cNvPr>
          <p:cNvSpPr>
            <a:spLocks noGrp="1"/>
          </p:cNvSpPr>
          <p:nvPr>
            <p:ph type="subTitle" idx="1"/>
          </p:nvPr>
        </p:nvSpPr>
        <p:spPr/>
        <p:txBody>
          <a:bodyPr/>
          <a:lstStyle/>
          <a:p>
            <a:r>
              <a:rPr lang="en-US" dirty="0"/>
              <a:t>Lesson 14.3</a:t>
            </a:r>
          </a:p>
        </p:txBody>
      </p:sp>
      <p:sp>
        <p:nvSpPr>
          <p:cNvPr id="4" name="Slide Number Placeholder 3">
            <a:extLst>
              <a:ext uri="{FF2B5EF4-FFF2-40B4-BE49-F238E27FC236}">
                <a16:creationId xmlns:a16="http://schemas.microsoft.com/office/drawing/2014/main" id="{921A7E3C-0346-78C0-6398-C33235C8328F}"/>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2990629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E7A51-0793-9189-5585-75BA219B313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78DAB14-8D8C-488B-6803-E49BF5549646}"/>
              </a:ext>
            </a:extLst>
          </p:cNvPr>
          <p:cNvSpPr>
            <a:spLocks noGrp="1"/>
          </p:cNvSpPr>
          <p:nvPr>
            <p:ph type="title"/>
          </p:nvPr>
        </p:nvSpPr>
        <p:spPr/>
        <p:txBody>
          <a:bodyPr/>
          <a:lstStyle/>
          <a:p>
            <a:pPr marL="71755"/>
            <a:r>
              <a:rPr lang="en-US" dirty="0">
                <a:latin typeface="Calibri"/>
                <a:ea typeface="Calibri"/>
                <a:cs typeface="Calibri"/>
              </a:rPr>
              <a:t>System Information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D295FB2C-31C0-BB37-D374-0B0547913243}"/>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msinfo32.exe</a:t>
            </a:r>
            <a:endParaRPr lang="en-US" dirty="0">
              <a:ea typeface="Calibri"/>
            </a:endParaRPr>
          </a:p>
          <a:p>
            <a:r>
              <a:rPr lang="en-US" dirty="0">
                <a:latin typeface="Calibri"/>
                <a:ea typeface="Calibri"/>
                <a:cs typeface="Calibri"/>
              </a:rPr>
              <a:t>System resources</a:t>
            </a:r>
          </a:p>
          <a:p>
            <a:r>
              <a:rPr lang="en-US" dirty="0">
                <a:latin typeface="Calibri"/>
                <a:ea typeface="Calibri"/>
                <a:cs typeface="Calibri"/>
              </a:rPr>
              <a:t>Firmware version</a:t>
            </a:r>
          </a:p>
          <a:p>
            <a:r>
              <a:rPr lang="en-US" dirty="0">
                <a:latin typeface="Calibri"/>
                <a:ea typeface="Calibri"/>
                <a:cs typeface="Calibri"/>
              </a:rPr>
              <a:t>OS version</a:t>
            </a:r>
          </a:p>
          <a:p>
            <a:r>
              <a:rPr lang="en-US" dirty="0">
                <a:latin typeface="Calibri"/>
                <a:ea typeface="Calibri"/>
                <a:cs typeface="Calibri"/>
              </a:rPr>
              <a:t>Hardware</a:t>
            </a:r>
          </a:p>
          <a:p>
            <a:r>
              <a:rPr lang="en-US" dirty="0">
                <a:latin typeface="Calibri"/>
                <a:ea typeface="Calibri"/>
                <a:cs typeface="Calibri"/>
              </a:rPr>
              <a:t>Environment variables</a:t>
            </a:r>
            <a:endParaRPr lang="en-US" dirty="0">
              <a:ea typeface="Calibri"/>
            </a:endParaRPr>
          </a:p>
          <a:p>
            <a:r>
              <a:rPr lang="en-US" dirty="0">
                <a:latin typeface="Calibri"/>
                <a:ea typeface="Calibri"/>
                <a:cs typeface="Calibri"/>
              </a:rPr>
              <a:t>Network status</a:t>
            </a:r>
          </a:p>
        </p:txBody>
      </p:sp>
      <p:sp>
        <p:nvSpPr>
          <p:cNvPr id="4" name="Slide Number Placeholder 3">
            <a:extLst>
              <a:ext uri="{FF2B5EF4-FFF2-40B4-BE49-F238E27FC236}">
                <a16:creationId xmlns:a16="http://schemas.microsoft.com/office/drawing/2014/main" id="{68E5C08B-265B-F77B-E0F0-4046A82A6DC2}"/>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858849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CC7EA-8673-8E31-F8B9-CE197A970D7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7E86BA-54E8-9F12-CA2B-AD2531D7C002}"/>
              </a:ext>
            </a:extLst>
          </p:cNvPr>
          <p:cNvSpPr>
            <a:spLocks noGrp="1"/>
          </p:cNvSpPr>
          <p:nvPr>
            <p:ph type="title"/>
          </p:nvPr>
        </p:nvSpPr>
        <p:spPr/>
        <p:txBody>
          <a:bodyPr/>
          <a:lstStyle/>
          <a:p>
            <a:pPr marL="71755"/>
            <a:r>
              <a:rPr lang="en-US" dirty="0">
                <a:latin typeface="Calibri"/>
                <a:ea typeface="Calibri"/>
                <a:cs typeface="Calibri"/>
              </a:rPr>
              <a:t>System Information </a:t>
            </a:r>
            <a:r>
              <a:rPr lang="en-US" sz="2000" dirty="0">
                <a:latin typeface="Calibri"/>
                <a:ea typeface="Calibri"/>
                <a:cs typeface="Calibri"/>
              </a:rPr>
              <a:t>(Slide 2 of 2)</a:t>
            </a:r>
            <a:endParaRPr lang="en-US" sz="2000" dirty="0"/>
          </a:p>
        </p:txBody>
      </p:sp>
      <p:pic>
        <p:nvPicPr>
          <p:cNvPr id="10" name="Picture Placeholder 9" descr="A screenshot of the System Information window on a Windows operating system.">
            <a:extLst>
              <a:ext uri="{FF2B5EF4-FFF2-40B4-BE49-F238E27FC236}">
                <a16:creationId xmlns:a16="http://schemas.microsoft.com/office/drawing/2014/main" id="{B929F9FA-4558-E0F1-605C-80D9D4CB7238}"/>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264458" y="745042"/>
            <a:ext cx="6634132" cy="3703320"/>
          </a:xfrm>
          <a:prstGeom prst="rect">
            <a:avLst/>
          </a:prstGeom>
        </p:spPr>
      </p:pic>
      <p:sp>
        <p:nvSpPr>
          <p:cNvPr id="6" name="Content Placeholder 5">
            <a:extLst>
              <a:ext uri="{FF2B5EF4-FFF2-40B4-BE49-F238E27FC236}">
                <a16:creationId xmlns:a16="http://schemas.microsoft.com/office/drawing/2014/main" id="{D1513495-DA46-0A41-5327-8ECBBCD48871}"/>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8BB0D07C-ECD3-25AB-399F-7FA773CE27A4}"/>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custDataLst>
      <p:tags r:id="rId1"/>
    </p:custDataLst>
    <p:extLst>
      <p:ext uri="{BB962C8B-B14F-4D97-AF65-F5344CB8AC3E}">
        <p14:creationId xmlns:p14="http://schemas.microsoft.com/office/powerpoint/2010/main" val="250488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80AF-DFA6-FC18-EFB0-A121701B585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713DD40-05EC-4F3B-BD26-CDA3D96E4876}"/>
              </a:ext>
            </a:extLst>
          </p:cNvPr>
          <p:cNvSpPr>
            <a:spLocks noGrp="1"/>
          </p:cNvSpPr>
          <p:nvPr>
            <p:ph type="title"/>
          </p:nvPr>
        </p:nvSpPr>
        <p:spPr/>
        <p:txBody>
          <a:bodyPr/>
          <a:lstStyle/>
          <a:p>
            <a:pPr marL="71755"/>
            <a:r>
              <a:rPr lang="en-US" dirty="0">
                <a:latin typeface="Calibri"/>
                <a:ea typeface="Calibri"/>
                <a:cs typeface="Calibri"/>
              </a:rPr>
              <a:t>Event Viewer</a:t>
            </a:r>
            <a:endParaRPr lang="en-US" dirty="0"/>
          </a:p>
        </p:txBody>
      </p:sp>
      <p:sp>
        <p:nvSpPr>
          <p:cNvPr id="3" name="Content Placeholder 2">
            <a:extLst>
              <a:ext uri="{FF2B5EF4-FFF2-40B4-BE49-F238E27FC236}">
                <a16:creationId xmlns:a16="http://schemas.microsoft.com/office/drawing/2014/main" id="{649F349F-25F0-9660-21AC-8CEE4F9A1AFA}"/>
              </a:ext>
            </a:extLst>
          </p:cNvPr>
          <p:cNvSpPr>
            <a:spLocks noGrp="1"/>
          </p:cNvSpPr>
          <p:nvPr>
            <p:ph idx="1"/>
          </p:nvPr>
        </p:nvSpPr>
        <p:spPr>
          <a:xfrm>
            <a:off x="146049" y="746760"/>
            <a:ext cx="3572511" cy="4046220"/>
          </a:xfrm>
        </p:spPr>
        <p:txBody>
          <a:bodyPr vert="horz" lIns="91440" tIns="45720" rIns="91440" bIns="45720" rtlCol="0" anchor="t">
            <a:normAutofit/>
          </a:bodyPr>
          <a:lstStyle/>
          <a:p>
            <a:r>
              <a:rPr lang="en-US" dirty="0">
                <a:latin typeface="Calibri"/>
                <a:ea typeface="Calibri"/>
                <a:cs typeface="Calibri"/>
              </a:rPr>
              <a:t>Eventvwr.msc</a:t>
            </a:r>
            <a:endParaRPr lang="en-US" dirty="0">
              <a:ea typeface="Calibri"/>
            </a:endParaRPr>
          </a:p>
          <a:p>
            <a:r>
              <a:rPr lang="en-US" dirty="0">
                <a:latin typeface="Calibri"/>
                <a:ea typeface="Calibri"/>
                <a:cs typeface="Calibri"/>
              </a:rPr>
              <a:t>Windows Log viewing</a:t>
            </a:r>
          </a:p>
          <a:p>
            <a:pPr lvl="1"/>
            <a:r>
              <a:rPr lang="en-US" dirty="0">
                <a:latin typeface="Calibri"/>
                <a:ea typeface="Calibri"/>
                <a:cs typeface="Calibri"/>
              </a:rPr>
              <a:t>Application</a:t>
            </a:r>
          </a:p>
          <a:p>
            <a:pPr lvl="1"/>
            <a:r>
              <a:rPr lang="en-US" dirty="0">
                <a:ea typeface="Calibri"/>
              </a:rPr>
              <a:t>Security</a:t>
            </a:r>
          </a:p>
          <a:p>
            <a:pPr lvl="1"/>
            <a:r>
              <a:rPr lang="en-US" dirty="0">
                <a:latin typeface="Calibri"/>
                <a:ea typeface="Calibri"/>
                <a:cs typeface="Calibri"/>
              </a:rPr>
              <a:t>Setup</a:t>
            </a:r>
          </a:p>
          <a:p>
            <a:pPr lvl="1"/>
            <a:r>
              <a:rPr lang="en-US" dirty="0">
                <a:latin typeface="Calibri"/>
                <a:ea typeface="Calibri"/>
                <a:cs typeface="Calibri"/>
              </a:rPr>
              <a:t>System</a:t>
            </a:r>
          </a:p>
          <a:p>
            <a:pPr lvl="1"/>
            <a:r>
              <a:rPr lang="en-US" dirty="0">
                <a:latin typeface="Calibri"/>
                <a:ea typeface="Calibri"/>
                <a:cs typeface="Calibri"/>
              </a:rPr>
              <a:t>Forwarded Events</a:t>
            </a:r>
          </a:p>
          <a:p>
            <a:r>
              <a:rPr lang="en-US" dirty="0">
                <a:latin typeface="Calibri"/>
                <a:ea typeface="Calibri"/>
                <a:cs typeface="Calibri"/>
              </a:rPr>
              <a:t>Severity Levels</a:t>
            </a:r>
            <a:endParaRPr lang="en-US" dirty="0">
              <a:ea typeface="Calibri"/>
            </a:endParaRPr>
          </a:p>
          <a:p>
            <a:pPr lvl="1"/>
            <a:r>
              <a:rPr lang="en-US" dirty="0">
                <a:latin typeface="Calibri"/>
                <a:ea typeface="Calibri"/>
                <a:cs typeface="Calibri"/>
              </a:rPr>
              <a:t>Information, Warning, Error, Critical</a:t>
            </a:r>
            <a:endParaRPr lang="en-US" dirty="0">
              <a:ea typeface="Calibri"/>
            </a:endParaRPr>
          </a:p>
        </p:txBody>
      </p:sp>
      <p:pic>
        <p:nvPicPr>
          <p:cNvPr id="9" name="Picture Placeholder 9" descr="A screenshot of the Event Viewer window on a Windows operating system.">
            <a:extLst>
              <a:ext uri="{FF2B5EF4-FFF2-40B4-BE49-F238E27FC236}">
                <a16:creationId xmlns:a16="http://schemas.microsoft.com/office/drawing/2014/main" id="{D0CC2735-87A9-6D42-572A-A37CA7AE94C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11700" y="746760"/>
            <a:ext cx="5006624" cy="3106136"/>
          </a:xfrm>
          <a:prstGeom prst="rect">
            <a:avLst/>
          </a:prstGeom>
          <a:ln>
            <a:solidFill>
              <a:schemeClr val="bg1">
                <a:lumMod val="85000"/>
              </a:schemeClr>
            </a:solidFill>
          </a:ln>
        </p:spPr>
      </p:pic>
      <p:sp>
        <p:nvSpPr>
          <p:cNvPr id="11" name="Content Placeholder 5" descr="A screenshot of the Event Viewer window on a Windows operating system.">
            <a:extLst>
              <a:ext uri="{FF2B5EF4-FFF2-40B4-BE49-F238E27FC236}">
                <a16:creationId xmlns:a16="http://schemas.microsoft.com/office/drawing/2014/main" id="{347314B2-F228-0DCE-231C-8A77EDD650E8}"/>
              </a:ext>
            </a:extLst>
          </p:cNvPr>
          <p:cNvSpPr txBox="1">
            <a:spLocks/>
          </p:cNvSpPr>
          <p:nvPr/>
        </p:nvSpPr>
        <p:spPr>
          <a:xfrm>
            <a:off x="4011700" y="3939607"/>
            <a:ext cx="5005299" cy="255554"/>
          </a:xfrm>
          <a:prstGeom prst="rect">
            <a:avLst/>
          </a:prstGeom>
        </p:spPr>
        <p:txBody>
          <a:bodyPr lIns="91440" tIns="45720" rIns="91440" bIns="45720" anchor="t"/>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latin typeface="Calibri"/>
                <a:ea typeface="Calibri"/>
                <a:cs typeface="Calibri"/>
              </a:rPr>
              <a:t>Screenshot courtesy of Microsoft.</a:t>
            </a:r>
          </a:p>
        </p:txBody>
      </p:sp>
      <p:sp>
        <p:nvSpPr>
          <p:cNvPr id="4" name="Slide Number Placeholder 3">
            <a:extLst>
              <a:ext uri="{FF2B5EF4-FFF2-40B4-BE49-F238E27FC236}">
                <a16:creationId xmlns:a16="http://schemas.microsoft.com/office/drawing/2014/main" id="{B16DCBB9-72F9-800F-DBE3-AF36F33EDCFA}"/>
              </a:ext>
            </a:extLst>
          </p:cNvPr>
          <p:cNvSpPr>
            <a:spLocks noGrp="1"/>
          </p:cNvSpPr>
          <p:nvPr>
            <p:ph type="sldNum" sz="quarter" idx="13"/>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2751700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CFC1-BF4E-236C-3683-C6FECF3BEDD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FA35F6-13FE-EFA9-FC01-53C9686BE292}"/>
              </a:ext>
            </a:extLst>
          </p:cNvPr>
          <p:cNvSpPr>
            <a:spLocks noGrp="1"/>
          </p:cNvSpPr>
          <p:nvPr>
            <p:ph type="title"/>
          </p:nvPr>
        </p:nvSpPr>
        <p:spPr/>
        <p:txBody>
          <a:bodyPr/>
          <a:lstStyle/>
          <a:p>
            <a:pPr marL="71755"/>
            <a:r>
              <a:rPr lang="en-US" dirty="0">
                <a:latin typeface="Calibri"/>
                <a:ea typeface="Calibri"/>
                <a:cs typeface="Calibri"/>
              </a:rPr>
              <a:t>Task Manager Process Monitoring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8AC6CBA2-093E-B0ED-3CD7-05F53E3C2D8D}"/>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CTRL+SHIFT+ESC</a:t>
            </a:r>
            <a:endParaRPr lang="en-US" dirty="0">
              <a:ea typeface="Calibri"/>
            </a:endParaRPr>
          </a:p>
          <a:p>
            <a:r>
              <a:rPr lang="en-US" dirty="0">
                <a:latin typeface="Calibri"/>
                <a:ea typeface="Calibri"/>
                <a:cs typeface="Calibri"/>
              </a:rPr>
              <a:t>CTRL+ALT+DEL then select Task Manager</a:t>
            </a:r>
            <a:endParaRPr lang="en-US" dirty="0">
              <a:ea typeface="Calibri"/>
            </a:endParaRPr>
          </a:p>
          <a:p>
            <a:r>
              <a:rPr lang="en-US" dirty="0">
                <a:latin typeface="Calibri"/>
                <a:ea typeface="Calibri"/>
                <a:cs typeface="Calibri"/>
              </a:rPr>
              <a:t>Right-click Start button or the taskbar</a:t>
            </a:r>
          </a:p>
          <a:p>
            <a:r>
              <a:rPr lang="en-US" dirty="0">
                <a:latin typeface="Calibri"/>
                <a:ea typeface="Calibri"/>
                <a:cs typeface="Calibri"/>
              </a:rPr>
              <a:t>Processes</a:t>
            </a:r>
          </a:p>
          <a:p>
            <a:r>
              <a:rPr lang="en-US" dirty="0">
                <a:latin typeface="Calibri"/>
                <a:ea typeface="Calibri"/>
                <a:cs typeface="Calibri"/>
              </a:rPr>
              <a:t>Details</a:t>
            </a:r>
          </a:p>
          <a:p>
            <a:r>
              <a:rPr lang="en-US" dirty="0">
                <a:latin typeface="Calibri"/>
                <a:ea typeface="Calibri"/>
                <a:cs typeface="Calibri"/>
              </a:rPr>
              <a:t>Set Priority</a:t>
            </a:r>
          </a:p>
        </p:txBody>
      </p:sp>
      <p:sp>
        <p:nvSpPr>
          <p:cNvPr id="4" name="Slide Number Placeholder 3">
            <a:extLst>
              <a:ext uri="{FF2B5EF4-FFF2-40B4-BE49-F238E27FC236}">
                <a16:creationId xmlns:a16="http://schemas.microsoft.com/office/drawing/2014/main" id="{05D18A45-7ED9-76E1-D722-F9A867AEECB2}"/>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custDataLst>
      <p:tags r:id="rId1"/>
    </p:custDataLst>
    <p:extLst>
      <p:ext uri="{BB962C8B-B14F-4D97-AF65-F5344CB8AC3E}">
        <p14:creationId xmlns:p14="http://schemas.microsoft.com/office/powerpoint/2010/main" val="1658945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948C-CA4D-389B-B2F7-5082274FE56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BB354DD-C4DB-A5B2-3078-875F2FBE833F}"/>
              </a:ext>
            </a:extLst>
          </p:cNvPr>
          <p:cNvSpPr>
            <a:spLocks noGrp="1"/>
          </p:cNvSpPr>
          <p:nvPr>
            <p:ph type="title"/>
          </p:nvPr>
        </p:nvSpPr>
        <p:spPr/>
        <p:txBody>
          <a:bodyPr/>
          <a:lstStyle/>
          <a:p>
            <a:pPr marL="71755"/>
            <a:r>
              <a:rPr lang="en-US" dirty="0">
                <a:latin typeface="Calibri"/>
                <a:ea typeface="Calibri"/>
                <a:cs typeface="Calibri"/>
              </a:rPr>
              <a:t>Task Manager Process Monitoring </a:t>
            </a:r>
            <a:r>
              <a:rPr lang="en-US" sz="2000" dirty="0">
                <a:latin typeface="Calibri"/>
                <a:ea typeface="Calibri"/>
                <a:cs typeface="Calibri"/>
              </a:rPr>
              <a:t>(Slide 2 of 2)</a:t>
            </a:r>
            <a:endParaRPr lang="en-US" sz="2000" dirty="0"/>
          </a:p>
        </p:txBody>
      </p:sp>
      <p:pic>
        <p:nvPicPr>
          <p:cNvPr id="10" name="Picture Placeholder 9" descr="A screenshot of the Task Manager window on a Windows operating system.">
            <a:extLst>
              <a:ext uri="{FF2B5EF4-FFF2-40B4-BE49-F238E27FC236}">
                <a16:creationId xmlns:a16="http://schemas.microsoft.com/office/drawing/2014/main" id="{5051B8F2-4893-047F-3630-AD654FA8E095}"/>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766239" y="745042"/>
            <a:ext cx="5611520" cy="37033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3C7C3592-3C16-1E2C-1636-C8FDE7905E25}"/>
              </a:ext>
            </a:extLst>
          </p:cNvPr>
          <p:cNvSpPr>
            <a:spLocks noGrp="1"/>
          </p:cNvSpPr>
          <p:nvPr>
            <p:ph idx="11"/>
          </p:nvPr>
        </p:nvSpPr>
        <p:spPr/>
        <p:txBody>
          <a:bodyPr>
            <a:normAutofit/>
          </a:bodyPr>
          <a:lstStyle/>
          <a:p>
            <a:r>
              <a:rPr lang="en-US" dirty="0"/>
              <a:t>Screenshot courtesy of Microsoft.</a:t>
            </a:r>
          </a:p>
        </p:txBody>
      </p:sp>
      <p:sp>
        <p:nvSpPr>
          <p:cNvPr id="4" name="Slide Number Placeholder 3">
            <a:extLst>
              <a:ext uri="{FF2B5EF4-FFF2-40B4-BE49-F238E27FC236}">
                <a16:creationId xmlns:a16="http://schemas.microsoft.com/office/drawing/2014/main" id="{551880DE-E04F-16A4-066B-B3087A1756F1}"/>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4047247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7D6C-E1EE-2A44-73BD-7B7D46C7CD6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9CB12BA-416E-3352-634A-F6E18B7A1213}"/>
              </a:ext>
            </a:extLst>
          </p:cNvPr>
          <p:cNvSpPr>
            <a:spLocks noGrp="1"/>
          </p:cNvSpPr>
          <p:nvPr>
            <p:ph type="title"/>
          </p:nvPr>
        </p:nvSpPr>
        <p:spPr/>
        <p:txBody>
          <a:bodyPr/>
          <a:lstStyle/>
          <a:p>
            <a:pPr marL="71755"/>
            <a:r>
              <a:rPr lang="en-US" dirty="0">
                <a:latin typeface="Calibri"/>
                <a:ea typeface="Calibri"/>
                <a:cs typeface="Calibri"/>
              </a:rPr>
              <a:t>Task Manager Performance Monitoring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F87643A8-13B4-6046-8420-1749B33527F5}"/>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App history</a:t>
            </a:r>
          </a:p>
          <a:p>
            <a:pPr lvl="1"/>
            <a:r>
              <a:rPr lang="en-US" dirty="0">
                <a:latin typeface="Calibri"/>
                <a:ea typeface="Calibri"/>
                <a:cs typeface="Calibri"/>
              </a:rPr>
              <a:t>Windows Store apps</a:t>
            </a:r>
          </a:p>
          <a:p>
            <a:r>
              <a:rPr lang="en-US" dirty="0">
                <a:latin typeface="Calibri"/>
                <a:ea typeface="Calibri"/>
                <a:cs typeface="Calibri"/>
              </a:rPr>
              <a:t>Disk monitoring</a:t>
            </a:r>
          </a:p>
          <a:p>
            <a:r>
              <a:rPr lang="en-US" dirty="0">
                <a:latin typeface="Calibri"/>
                <a:ea typeface="Calibri"/>
                <a:cs typeface="Calibri"/>
              </a:rPr>
              <a:t>Network monitoring</a:t>
            </a:r>
          </a:p>
        </p:txBody>
      </p:sp>
      <p:sp>
        <p:nvSpPr>
          <p:cNvPr id="4" name="Slide Number Placeholder 3">
            <a:extLst>
              <a:ext uri="{FF2B5EF4-FFF2-40B4-BE49-F238E27FC236}">
                <a16:creationId xmlns:a16="http://schemas.microsoft.com/office/drawing/2014/main" id="{E47F50FB-6639-B7F2-CC33-60203FAD776D}"/>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1325750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2EA6-EEF9-5653-4EC1-C65C27EF15A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5AA3172-5790-942C-88E7-DC1B9C08FC92}"/>
              </a:ext>
            </a:extLst>
          </p:cNvPr>
          <p:cNvSpPr>
            <a:spLocks noGrp="1"/>
          </p:cNvSpPr>
          <p:nvPr>
            <p:ph type="title"/>
          </p:nvPr>
        </p:nvSpPr>
        <p:spPr/>
        <p:txBody>
          <a:bodyPr/>
          <a:lstStyle/>
          <a:p>
            <a:pPr marL="71755"/>
            <a:r>
              <a:rPr lang="en-US" dirty="0">
                <a:latin typeface="Calibri"/>
                <a:ea typeface="Calibri"/>
                <a:cs typeface="Calibri"/>
              </a:rPr>
              <a:t>Task Manager Performance Monitoring </a:t>
            </a:r>
            <a:r>
              <a:rPr lang="en-US" sz="2000" dirty="0">
                <a:latin typeface="Calibri"/>
                <a:ea typeface="Calibri"/>
                <a:cs typeface="Calibri"/>
              </a:rPr>
              <a:t>(Slide 2 of 2)</a:t>
            </a:r>
            <a:endParaRPr lang="en-US" sz="2000" dirty="0"/>
          </a:p>
        </p:txBody>
      </p:sp>
      <p:pic>
        <p:nvPicPr>
          <p:cNvPr id="10" name="Picture Placeholder 9" descr="A screenshot of the Task Manager window in the Performance tab on a Windows operating system.">
            <a:extLst>
              <a:ext uri="{FF2B5EF4-FFF2-40B4-BE49-F238E27FC236}">
                <a16:creationId xmlns:a16="http://schemas.microsoft.com/office/drawing/2014/main" id="{F0B51E68-F6FF-90DC-693C-4621C8003B39}"/>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302286" y="752662"/>
            <a:ext cx="4558475" cy="37033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978A2FB5-4C6A-CB53-CC1A-30B52344B922}"/>
              </a:ext>
            </a:extLst>
          </p:cNvPr>
          <p:cNvSpPr>
            <a:spLocks noGrp="1"/>
          </p:cNvSpPr>
          <p:nvPr>
            <p:ph idx="11"/>
          </p:nvPr>
        </p:nvSpPr>
        <p:spPr/>
        <p:txBody>
          <a:bodyPr/>
          <a:lstStyle/>
          <a:p>
            <a:r>
              <a:rPr lang="en-US" dirty="0"/>
              <a:t>Screenshot courtesy of Microsoft.</a:t>
            </a:r>
          </a:p>
          <a:p>
            <a:endParaRPr lang="en-US" dirty="0"/>
          </a:p>
          <a:p>
            <a:endParaRPr lang="en-US" dirty="0"/>
          </a:p>
        </p:txBody>
      </p:sp>
      <p:sp>
        <p:nvSpPr>
          <p:cNvPr id="4" name="Slide Number Placeholder 3">
            <a:extLst>
              <a:ext uri="{FF2B5EF4-FFF2-40B4-BE49-F238E27FC236}">
                <a16:creationId xmlns:a16="http://schemas.microsoft.com/office/drawing/2014/main" id="{E2C38D19-41AB-AB24-0A6A-07793FF8FB70}"/>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4026311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D2ED-110C-F0BE-C9C9-6B43427DD9A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285AF95-C18F-C998-2A3C-2E3AE4F0EEC8}"/>
              </a:ext>
            </a:extLst>
          </p:cNvPr>
          <p:cNvSpPr>
            <a:spLocks noGrp="1"/>
          </p:cNvSpPr>
          <p:nvPr>
            <p:ph type="title"/>
          </p:nvPr>
        </p:nvSpPr>
        <p:spPr/>
        <p:txBody>
          <a:bodyPr/>
          <a:lstStyle/>
          <a:p>
            <a:r>
              <a:rPr lang="en-US" dirty="0"/>
              <a:t>CPU and GPU Monitoring</a:t>
            </a:r>
          </a:p>
        </p:txBody>
      </p:sp>
      <p:sp>
        <p:nvSpPr>
          <p:cNvPr id="3" name="Content Placeholder 2">
            <a:extLst>
              <a:ext uri="{FF2B5EF4-FFF2-40B4-BE49-F238E27FC236}">
                <a16:creationId xmlns:a16="http://schemas.microsoft.com/office/drawing/2014/main" id="{2022B0ED-9754-D1E7-4925-A0DB10736475}"/>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CPU</a:t>
            </a:r>
            <a:endParaRPr lang="en-US" dirty="0">
              <a:ea typeface="Calibri" panose="020F0502020204030204" pitchFamily="34" charset="0"/>
            </a:endParaRPr>
          </a:p>
          <a:p>
            <a:pPr lvl="1"/>
            <a:r>
              <a:rPr lang="en-US" dirty="0">
                <a:latin typeface="Calibri"/>
                <a:ea typeface="Calibri"/>
                <a:cs typeface="Calibri"/>
              </a:rPr>
              <a:t>Cores and logical processors (HyperThreading)</a:t>
            </a:r>
          </a:p>
          <a:p>
            <a:pPr lvl="1"/>
            <a:r>
              <a:rPr lang="en-US" dirty="0">
                <a:latin typeface="Calibri"/>
                <a:ea typeface="Calibri"/>
                <a:cs typeface="Calibri"/>
              </a:rPr>
              <a:t>Virtualization status</a:t>
            </a:r>
          </a:p>
          <a:p>
            <a:r>
              <a:rPr lang="en-US" dirty="0">
                <a:ea typeface="Calibri"/>
              </a:rPr>
              <a:t>GPU</a:t>
            </a:r>
          </a:p>
          <a:p>
            <a:pPr lvl="1"/>
            <a:r>
              <a:rPr lang="en-US" dirty="0">
                <a:latin typeface="Calibri"/>
                <a:ea typeface="Calibri"/>
                <a:cs typeface="Calibri"/>
              </a:rPr>
              <a:t>Dedicated graphics adapter monitoring</a:t>
            </a:r>
          </a:p>
          <a:p>
            <a:pPr lvl="1"/>
            <a:r>
              <a:rPr lang="en-US" dirty="0">
                <a:latin typeface="Calibri"/>
                <a:ea typeface="Calibri"/>
                <a:cs typeface="Calibri"/>
              </a:rPr>
              <a:t>Graphics memory monitor</a:t>
            </a:r>
            <a:endParaRPr lang="en-US" dirty="0">
              <a:ea typeface="Calibri"/>
            </a:endParaRPr>
          </a:p>
        </p:txBody>
      </p:sp>
      <p:sp>
        <p:nvSpPr>
          <p:cNvPr id="4" name="Slide Number Placeholder 3">
            <a:extLst>
              <a:ext uri="{FF2B5EF4-FFF2-40B4-BE49-F238E27FC236}">
                <a16:creationId xmlns:a16="http://schemas.microsoft.com/office/drawing/2014/main" id="{C061A4DF-F5EB-348F-405F-B45082DFD968}"/>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custDataLst>
      <p:tags r:id="rId1"/>
    </p:custDataLst>
    <p:extLst>
      <p:ext uri="{BB962C8B-B14F-4D97-AF65-F5344CB8AC3E}">
        <p14:creationId xmlns:p14="http://schemas.microsoft.com/office/powerpoint/2010/main" val="2443546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EF53-4ED2-FE60-E283-521AF3E0B1B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E3F61C7-833A-0CC0-1B16-85A8BF2701B9}"/>
              </a:ext>
            </a:extLst>
          </p:cNvPr>
          <p:cNvSpPr>
            <a:spLocks noGrp="1"/>
          </p:cNvSpPr>
          <p:nvPr>
            <p:ph type="title"/>
          </p:nvPr>
        </p:nvSpPr>
        <p:spPr/>
        <p:txBody>
          <a:bodyPr/>
          <a:lstStyle/>
          <a:p>
            <a:r>
              <a:rPr lang="en-US" dirty="0"/>
              <a:t>Memory Monitoring</a:t>
            </a:r>
          </a:p>
        </p:txBody>
      </p:sp>
      <p:sp>
        <p:nvSpPr>
          <p:cNvPr id="3" name="Content Placeholder 2">
            <a:extLst>
              <a:ext uri="{FF2B5EF4-FFF2-40B4-BE49-F238E27FC236}">
                <a16:creationId xmlns:a16="http://schemas.microsoft.com/office/drawing/2014/main" id="{7A5676AA-F1CB-890A-92BF-C51C54C5C148}"/>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In use</a:t>
            </a:r>
            <a:endParaRPr lang="en-US" dirty="0">
              <a:ea typeface="Calibri"/>
            </a:endParaRPr>
          </a:p>
          <a:p>
            <a:r>
              <a:rPr lang="en-US" dirty="0">
                <a:latin typeface="Calibri"/>
                <a:ea typeface="Calibri"/>
                <a:cs typeface="Calibri"/>
              </a:rPr>
              <a:t>Committed</a:t>
            </a:r>
          </a:p>
          <a:p>
            <a:r>
              <a:rPr lang="en-US" dirty="0">
                <a:latin typeface="Calibri"/>
                <a:ea typeface="Calibri"/>
                <a:cs typeface="Calibri"/>
              </a:rPr>
              <a:t>Cached</a:t>
            </a:r>
          </a:p>
          <a:p>
            <a:r>
              <a:rPr lang="en-US" dirty="0">
                <a:latin typeface="Calibri"/>
                <a:ea typeface="Calibri"/>
                <a:cs typeface="Calibri"/>
              </a:rPr>
              <a:t>Paged pool/non-paged pool</a:t>
            </a:r>
          </a:p>
          <a:p>
            <a:r>
              <a:rPr lang="en-US" dirty="0">
                <a:latin typeface="Calibri"/>
                <a:ea typeface="Calibri"/>
                <a:cs typeface="Calibri"/>
              </a:rPr>
              <a:t>High utilization can be normal to maximize performance</a:t>
            </a:r>
            <a:endParaRPr lang="en-US" dirty="0">
              <a:ea typeface="Calibri"/>
            </a:endParaRPr>
          </a:p>
        </p:txBody>
      </p:sp>
      <p:sp>
        <p:nvSpPr>
          <p:cNvPr id="4" name="Slide Number Placeholder 3">
            <a:extLst>
              <a:ext uri="{FF2B5EF4-FFF2-40B4-BE49-F238E27FC236}">
                <a16:creationId xmlns:a16="http://schemas.microsoft.com/office/drawing/2014/main" id="{2DFB4049-4CD2-FE6D-D5B3-AC8E78D6E2D5}"/>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2242302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8FC65-B964-22F4-0325-948BE5769B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4E97E1A-1C34-25CD-97CC-94FF5C59B301}"/>
              </a:ext>
            </a:extLst>
          </p:cNvPr>
          <p:cNvSpPr>
            <a:spLocks noGrp="1"/>
          </p:cNvSpPr>
          <p:nvPr>
            <p:ph type="title"/>
          </p:nvPr>
        </p:nvSpPr>
        <p:spPr/>
        <p:txBody>
          <a:bodyPr/>
          <a:lstStyle/>
          <a:p>
            <a:r>
              <a:rPr lang="en-US" dirty="0"/>
              <a:t>Disk and Network Monitoring</a:t>
            </a:r>
          </a:p>
        </p:txBody>
      </p:sp>
      <p:sp>
        <p:nvSpPr>
          <p:cNvPr id="3" name="Content Placeholder 2">
            <a:extLst>
              <a:ext uri="{FF2B5EF4-FFF2-40B4-BE49-F238E27FC236}">
                <a16:creationId xmlns:a16="http://schemas.microsoft.com/office/drawing/2014/main" id="{517EDB60-DAD6-21E1-8B00-54E78E381B25}"/>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Disk</a:t>
            </a:r>
          </a:p>
          <a:p>
            <a:pPr lvl="1"/>
            <a:r>
              <a:rPr lang="en-US" dirty="0">
                <a:latin typeface="Calibri"/>
                <a:ea typeface="Calibri"/>
                <a:cs typeface="Calibri"/>
              </a:rPr>
              <a:t>Type, capacity, and statistics</a:t>
            </a:r>
          </a:p>
          <a:p>
            <a:r>
              <a:rPr lang="en-US" dirty="0">
                <a:latin typeface="Calibri"/>
                <a:ea typeface="Calibri"/>
                <a:cs typeface="Calibri"/>
              </a:rPr>
              <a:t>Network</a:t>
            </a:r>
          </a:p>
          <a:p>
            <a:pPr lvl="1"/>
            <a:r>
              <a:rPr lang="en-US" dirty="0">
                <a:latin typeface="Calibri"/>
                <a:ea typeface="Calibri"/>
                <a:cs typeface="Calibri"/>
              </a:rPr>
              <a:t>IP and MAC information along with statistics</a:t>
            </a:r>
          </a:p>
          <a:p>
            <a:pPr lvl="1"/>
            <a:r>
              <a:rPr lang="en-US" dirty="0">
                <a:latin typeface="Calibri"/>
                <a:ea typeface="Calibri"/>
                <a:cs typeface="Calibri"/>
              </a:rPr>
              <a:t>SSID, signal strength, and standard for Wi-Fi connections</a:t>
            </a:r>
            <a:endParaRPr lang="en-US" dirty="0">
              <a:latin typeface="Calibri"/>
              <a:cs typeface="Calibri"/>
            </a:endParaRPr>
          </a:p>
        </p:txBody>
      </p:sp>
      <p:sp>
        <p:nvSpPr>
          <p:cNvPr id="4" name="Slide Number Placeholder 3">
            <a:extLst>
              <a:ext uri="{FF2B5EF4-FFF2-40B4-BE49-F238E27FC236}">
                <a16:creationId xmlns:a16="http://schemas.microsoft.com/office/drawing/2014/main" id="{DE610E9D-DA1B-8894-A41D-F44C61CCEED2}"/>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3797844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DD4D-2968-5F94-BC77-C618A269373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CCDC9D-B420-B92B-AF5E-990A05FCC49A}"/>
              </a:ext>
            </a:extLst>
          </p:cNvPr>
          <p:cNvSpPr>
            <a:spLocks noGrp="1"/>
          </p:cNvSpPr>
          <p:nvPr>
            <p:ph type="title"/>
          </p:nvPr>
        </p:nvSpPr>
        <p:spPr/>
        <p:txBody>
          <a:bodyPr/>
          <a:lstStyle/>
          <a:p>
            <a:r>
              <a:rPr lang="en-US" dirty="0"/>
              <a:t>Task Manager User Monitoring</a:t>
            </a:r>
          </a:p>
        </p:txBody>
      </p:sp>
      <p:sp>
        <p:nvSpPr>
          <p:cNvPr id="12" name="Content Placeholder 11">
            <a:extLst>
              <a:ext uri="{FF2B5EF4-FFF2-40B4-BE49-F238E27FC236}">
                <a16:creationId xmlns:a16="http://schemas.microsoft.com/office/drawing/2014/main" id="{D8EF2238-38E5-21D6-DBA2-D1990D086121}"/>
              </a:ext>
            </a:extLst>
          </p:cNvPr>
          <p:cNvSpPr>
            <a:spLocks noGrp="1"/>
          </p:cNvSpPr>
          <p:nvPr>
            <p:ph idx="12"/>
          </p:nvPr>
        </p:nvSpPr>
        <p:spPr>
          <a:xfrm>
            <a:off x="4636383" y="746760"/>
            <a:ext cx="4380617" cy="3675888"/>
          </a:xfrm>
        </p:spPr>
        <p:txBody>
          <a:bodyPr vert="horz" lIns="91440" tIns="45720" rIns="91440" bIns="45720" rtlCol="0" anchor="t">
            <a:normAutofit/>
          </a:bodyPr>
          <a:lstStyle/>
          <a:p>
            <a:r>
              <a:rPr lang="en-US" dirty="0">
                <a:latin typeface="Calibri"/>
                <a:ea typeface="Calibri"/>
                <a:cs typeface="Calibri"/>
              </a:rPr>
              <a:t>View logged-in users</a:t>
            </a:r>
            <a:endParaRPr lang="en-US" dirty="0">
              <a:ea typeface="Calibri"/>
            </a:endParaRPr>
          </a:p>
          <a:p>
            <a:r>
              <a:rPr lang="en-US" dirty="0">
                <a:latin typeface="Calibri"/>
                <a:ea typeface="Calibri"/>
                <a:cs typeface="Calibri"/>
              </a:rPr>
              <a:t>Send messages</a:t>
            </a:r>
          </a:p>
          <a:p>
            <a:r>
              <a:rPr lang="en-US" dirty="0">
                <a:latin typeface="Calibri"/>
                <a:ea typeface="Calibri"/>
                <a:cs typeface="Calibri"/>
              </a:rPr>
              <a:t>Sign out users</a:t>
            </a:r>
          </a:p>
          <a:p>
            <a:r>
              <a:rPr lang="en-US" dirty="0">
                <a:latin typeface="Calibri"/>
                <a:ea typeface="Calibri"/>
                <a:cs typeface="Calibri"/>
              </a:rPr>
              <a:t>View running processes for users</a:t>
            </a:r>
            <a:endParaRPr lang="en-US" dirty="0">
              <a:ea typeface="Calibri"/>
            </a:endParaRPr>
          </a:p>
          <a:p>
            <a:r>
              <a:rPr lang="en-US" dirty="0">
                <a:latin typeface="Calibri"/>
                <a:ea typeface="Calibri"/>
                <a:cs typeface="Calibri"/>
              </a:rPr>
              <a:t>Resource monitoring on per-user basis</a:t>
            </a:r>
          </a:p>
        </p:txBody>
      </p:sp>
      <p:pic>
        <p:nvPicPr>
          <p:cNvPr id="10" name="Picture Placeholder 9" descr="A screenshot of the Task Manager window in the Users tab on a Windows operating system.">
            <a:extLst>
              <a:ext uri="{FF2B5EF4-FFF2-40B4-BE49-F238E27FC236}">
                <a16:creationId xmlns:a16="http://schemas.microsoft.com/office/drawing/2014/main" id="{C5A4FCA1-278C-F31E-FA95-53EC43951C4C}"/>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p:blipFill>
        <p:spPr>
          <a:xfrm>
            <a:off x="510371" y="722787"/>
            <a:ext cx="3625303" cy="3675888"/>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4CF0B5EA-B02C-47D1-FE7C-DD031CB28D87}"/>
              </a:ext>
            </a:extLst>
          </p:cNvPr>
          <p:cNvSpPr>
            <a:spLocks noGrp="1"/>
          </p:cNvSpPr>
          <p:nvPr>
            <p:ph idx="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B51E263C-CA31-D7AC-E0D9-6A7FFCF1F3D5}"/>
              </a:ext>
            </a:extLst>
          </p:cNvPr>
          <p:cNvSpPr>
            <a:spLocks noGrp="1"/>
          </p:cNvSpPr>
          <p:nvPr>
            <p:ph type="sldNum" sz="quarter" idx="13"/>
          </p:nvPr>
        </p:nvSpPr>
        <p:spPr/>
        <p:txBody>
          <a:bodyPr/>
          <a:lstStyle/>
          <a:p>
            <a:fld id="{B7CF8A19-3A9E-4ABC-B336-2FDDE321C72D}" type="slidenum">
              <a:rPr lang="en-US" smtClean="0"/>
              <a:pPr/>
              <a:t>39</a:t>
            </a:fld>
            <a:endParaRPr lang="en-US" dirty="0"/>
          </a:p>
        </p:txBody>
      </p:sp>
    </p:spTree>
    <p:custDataLst>
      <p:tags r:id="rId1"/>
    </p:custDataLst>
    <p:extLst>
      <p:ext uri="{BB962C8B-B14F-4D97-AF65-F5344CB8AC3E}">
        <p14:creationId xmlns:p14="http://schemas.microsoft.com/office/powerpoint/2010/main" val="2389287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396D-EC9D-7B3E-0F9A-E64570FE78B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D736E6-52F6-7941-DF78-AEDF6BC41162}"/>
              </a:ext>
            </a:extLst>
          </p:cNvPr>
          <p:cNvSpPr>
            <a:spLocks noGrp="1"/>
          </p:cNvSpPr>
          <p:nvPr>
            <p:ph type="title"/>
          </p:nvPr>
        </p:nvSpPr>
        <p:spPr/>
        <p:txBody>
          <a:bodyPr/>
          <a:lstStyle/>
          <a:p>
            <a:pPr marL="71755"/>
            <a:r>
              <a:rPr lang="en-US" dirty="0">
                <a:latin typeface="Calibri"/>
                <a:ea typeface="Calibri"/>
                <a:cs typeface="Calibri"/>
              </a:rPr>
              <a:t>Startup Processes and Services Console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EEEA602D-3FD4-53D3-7A45-4B47BCCFD00B}"/>
              </a:ext>
            </a:extLst>
          </p:cNvPr>
          <p:cNvSpPr>
            <a:spLocks noGrp="1"/>
          </p:cNvSpPr>
          <p:nvPr>
            <p:ph idx="1"/>
          </p:nvPr>
        </p:nvSpPr>
        <p:spPr>
          <a:xfrm>
            <a:off x="146050" y="746760"/>
            <a:ext cx="8083550" cy="4046220"/>
          </a:xfrm>
        </p:spPr>
        <p:txBody>
          <a:bodyPr vert="horz" lIns="91440" tIns="45720" rIns="91440" bIns="45720" rtlCol="0" anchor="t">
            <a:normAutofit/>
          </a:bodyPr>
          <a:lstStyle/>
          <a:p>
            <a:r>
              <a:rPr lang="en-US" dirty="0">
                <a:latin typeface="Calibri"/>
                <a:ea typeface="Calibri"/>
                <a:cs typeface="Calibri"/>
              </a:rPr>
              <a:t>Startup allows disabling programs from starting when Windows launches</a:t>
            </a:r>
          </a:p>
          <a:p>
            <a:r>
              <a:rPr lang="en-US" dirty="0">
                <a:latin typeface="Calibri"/>
                <a:ea typeface="Calibri"/>
                <a:cs typeface="Calibri"/>
              </a:rPr>
              <a:t>Services allows for monitoring of background services</a:t>
            </a:r>
          </a:p>
          <a:p>
            <a:pPr lvl="1"/>
            <a:r>
              <a:rPr lang="en-US" dirty="0">
                <a:latin typeface="Calibri"/>
                <a:ea typeface="Calibri"/>
                <a:cs typeface="Calibri"/>
              </a:rPr>
              <a:t>Disable non-essential services for better performance and security</a:t>
            </a:r>
            <a:endParaRPr lang="en-US" dirty="0">
              <a:ea typeface="Calibri"/>
            </a:endParaRPr>
          </a:p>
        </p:txBody>
      </p:sp>
      <p:sp>
        <p:nvSpPr>
          <p:cNvPr id="4" name="Slide Number Placeholder 3">
            <a:extLst>
              <a:ext uri="{FF2B5EF4-FFF2-40B4-BE49-F238E27FC236}">
                <a16:creationId xmlns:a16="http://schemas.microsoft.com/office/drawing/2014/main" id="{71D9C7D1-994A-5026-2C35-A27EF4847B6E}"/>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custDataLst>
      <p:tags r:id="rId1"/>
    </p:custDataLst>
    <p:extLst>
      <p:ext uri="{BB962C8B-B14F-4D97-AF65-F5344CB8AC3E}">
        <p14:creationId xmlns:p14="http://schemas.microsoft.com/office/powerpoint/2010/main" val="17911882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598E0-B155-BFD6-D112-913B754C472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07D0F36-AA89-7108-BF8F-3A66B97C1707}"/>
              </a:ext>
            </a:extLst>
          </p:cNvPr>
          <p:cNvSpPr>
            <a:spLocks noGrp="1"/>
          </p:cNvSpPr>
          <p:nvPr>
            <p:ph type="title"/>
          </p:nvPr>
        </p:nvSpPr>
        <p:spPr/>
        <p:txBody>
          <a:bodyPr/>
          <a:lstStyle/>
          <a:p>
            <a:pPr marL="71755"/>
            <a:r>
              <a:rPr lang="en-US" dirty="0">
                <a:latin typeface="Calibri"/>
                <a:ea typeface="Calibri"/>
                <a:cs typeface="Calibri"/>
              </a:rPr>
              <a:t>Startup Processes and Services Console </a:t>
            </a:r>
            <a:r>
              <a:rPr lang="en-US" sz="2000" dirty="0">
                <a:latin typeface="Calibri"/>
                <a:ea typeface="Calibri"/>
                <a:cs typeface="Calibri"/>
              </a:rPr>
              <a:t>(Slide 2 of 2)</a:t>
            </a:r>
            <a:endParaRPr lang="en-US" sz="2000" dirty="0"/>
          </a:p>
        </p:txBody>
      </p:sp>
      <p:pic>
        <p:nvPicPr>
          <p:cNvPr id="10" name="Picture Placeholder 9" descr="A screenshot of the Task Manager window in the Services tab on a Windows operating system.">
            <a:extLst>
              <a:ext uri="{FF2B5EF4-FFF2-40B4-BE49-F238E27FC236}">
                <a16:creationId xmlns:a16="http://schemas.microsoft.com/office/drawing/2014/main" id="{51611AAD-18F7-06A6-19AF-94AEE2FE9EC8}"/>
              </a:ext>
            </a:extLst>
          </p:cNvPr>
          <p:cNvPicPr>
            <a:picLocks noGrp="1" noChangeAspect="1"/>
          </p:cNvPicPr>
          <p:nvPr>
            <p:ph type="pic" sz="quarter" idx="12"/>
          </p:nvPr>
        </p:nvPicPr>
        <p:blipFill>
          <a:blip r:embed="rId4"/>
          <a:stretch>
            <a:fillRect/>
          </a:stretch>
        </p:blipFill>
        <p:spPr>
          <a:xfrm>
            <a:off x="1320425" y="742950"/>
            <a:ext cx="6503149" cy="3703320"/>
          </a:xfrm>
          <a:prstGeom prst="rect">
            <a:avLst/>
          </a:prstGeom>
        </p:spPr>
      </p:pic>
      <p:sp>
        <p:nvSpPr>
          <p:cNvPr id="6" name="Content Placeholder 5" descr="A screenshot of the Task Manager window in the Services tab on a Windows operating system.">
            <a:extLst>
              <a:ext uri="{FF2B5EF4-FFF2-40B4-BE49-F238E27FC236}">
                <a16:creationId xmlns:a16="http://schemas.microsoft.com/office/drawing/2014/main" id="{08727453-E133-E119-D3E3-75B7E0E36206}"/>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C47EEB34-8244-4BCF-A16B-341E5D2CDE97}"/>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4238508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B1962-9C90-AF7A-D22B-78EDA118602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D07F8A5-51EB-E21E-604E-8ED9BA7E4E13}"/>
              </a:ext>
            </a:extLst>
          </p:cNvPr>
          <p:cNvSpPr>
            <a:spLocks noGrp="1"/>
          </p:cNvSpPr>
          <p:nvPr>
            <p:ph type="title"/>
          </p:nvPr>
        </p:nvSpPr>
        <p:spPr/>
        <p:txBody>
          <a:bodyPr/>
          <a:lstStyle/>
          <a:p>
            <a:pPr marL="71755"/>
            <a:r>
              <a:rPr lang="en-US" dirty="0">
                <a:latin typeface="Calibri"/>
                <a:ea typeface="Calibri"/>
                <a:cs typeface="Calibri"/>
              </a:rPr>
              <a:t>Resource Monitor and Performance Monitor </a:t>
            </a:r>
            <a:r>
              <a:rPr lang="en-US" sz="2000" dirty="0">
                <a:latin typeface="Calibri"/>
                <a:ea typeface="Calibri"/>
                <a:cs typeface="Calibri"/>
              </a:rPr>
              <a:t>(Slide 1 of 2)</a:t>
            </a:r>
            <a:endParaRPr lang="en-US" sz="2000" dirty="0"/>
          </a:p>
        </p:txBody>
      </p:sp>
      <p:sp>
        <p:nvSpPr>
          <p:cNvPr id="3" name="Content Placeholder 2">
            <a:extLst>
              <a:ext uri="{FF2B5EF4-FFF2-40B4-BE49-F238E27FC236}">
                <a16:creationId xmlns:a16="http://schemas.microsoft.com/office/drawing/2014/main" id="{550D3369-AFB9-1C9F-84D9-FFD8FE478851}"/>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Resource Monitor (resmon.exe)</a:t>
            </a:r>
            <a:endParaRPr lang="en-US" dirty="0">
              <a:ea typeface="Calibri"/>
            </a:endParaRPr>
          </a:p>
          <a:p>
            <a:pPr lvl="1"/>
            <a:r>
              <a:rPr lang="en-US" dirty="0">
                <a:latin typeface="Calibri"/>
                <a:ea typeface="Calibri"/>
                <a:cs typeface="Calibri"/>
              </a:rPr>
              <a:t>Advanced monitoring of resources beyond Task Manager's capabilities</a:t>
            </a:r>
          </a:p>
          <a:p>
            <a:r>
              <a:rPr lang="en-US" dirty="0">
                <a:latin typeface="Calibri"/>
                <a:ea typeface="Calibri"/>
                <a:cs typeface="Calibri"/>
              </a:rPr>
              <a:t>Performance Monitor (perfmon.exe)</a:t>
            </a:r>
            <a:endParaRPr lang="en-US" dirty="0">
              <a:ea typeface="Calibri"/>
            </a:endParaRPr>
          </a:p>
          <a:p>
            <a:pPr lvl="1"/>
            <a:r>
              <a:rPr lang="en-US" dirty="0">
                <a:latin typeface="Calibri"/>
                <a:ea typeface="Calibri"/>
                <a:cs typeface="Calibri"/>
              </a:rPr>
              <a:t>Real-time statistic charts and logs for long-term analysis</a:t>
            </a:r>
          </a:p>
          <a:p>
            <a:pPr lvl="1"/>
            <a:r>
              <a:rPr lang="en-US" dirty="0">
                <a:latin typeface="Calibri"/>
                <a:ea typeface="Calibri"/>
                <a:cs typeface="Calibri"/>
              </a:rPr>
              <a:t>Counter logs</a:t>
            </a:r>
          </a:p>
          <a:p>
            <a:pPr lvl="1"/>
            <a:r>
              <a:rPr lang="en-US" dirty="0">
                <a:ea typeface="Calibri"/>
              </a:rPr>
              <a:t>Trace logs</a:t>
            </a:r>
          </a:p>
        </p:txBody>
      </p:sp>
      <p:sp>
        <p:nvSpPr>
          <p:cNvPr id="4" name="Slide Number Placeholder 3">
            <a:extLst>
              <a:ext uri="{FF2B5EF4-FFF2-40B4-BE49-F238E27FC236}">
                <a16:creationId xmlns:a16="http://schemas.microsoft.com/office/drawing/2014/main" id="{F376CB3D-8BED-5921-E2D6-61C0DBAFF771}"/>
              </a:ext>
            </a:extLst>
          </p:cNvPr>
          <p:cNvSpPr>
            <a:spLocks noGrp="1"/>
          </p:cNvSpPr>
          <p:nvPr>
            <p:ph type="sldNum" sz="quarter" idx="10"/>
          </p:nvPr>
        </p:nvSpPr>
        <p:spPr/>
        <p:txBody>
          <a:bodyPr/>
          <a:lstStyle/>
          <a:p>
            <a:fld id="{B7CF8A19-3A9E-4ABC-B336-2FDDE321C72D}" type="slidenum">
              <a:rPr lang="en-US" smtClean="0"/>
              <a:pPr/>
              <a:t>42</a:t>
            </a:fld>
            <a:endParaRPr lang="en-US" dirty="0"/>
          </a:p>
        </p:txBody>
      </p:sp>
    </p:spTree>
    <p:custDataLst>
      <p:tags r:id="rId1"/>
    </p:custDataLst>
    <p:extLst>
      <p:ext uri="{BB962C8B-B14F-4D97-AF65-F5344CB8AC3E}">
        <p14:creationId xmlns:p14="http://schemas.microsoft.com/office/powerpoint/2010/main" val="1455164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529D6-1ACC-A361-2D56-69DE3B16DB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5779A4C-1E5D-7078-834F-9A14F6502EDB}"/>
              </a:ext>
            </a:extLst>
          </p:cNvPr>
          <p:cNvSpPr>
            <a:spLocks noGrp="1"/>
          </p:cNvSpPr>
          <p:nvPr>
            <p:ph type="title"/>
          </p:nvPr>
        </p:nvSpPr>
        <p:spPr/>
        <p:txBody>
          <a:bodyPr/>
          <a:lstStyle/>
          <a:p>
            <a:pPr marL="71755"/>
            <a:r>
              <a:rPr lang="en-US" dirty="0">
                <a:latin typeface="Calibri"/>
                <a:ea typeface="Calibri"/>
                <a:cs typeface="Calibri"/>
              </a:rPr>
              <a:t>Resource Monitor and Performance Monitor </a:t>
            </a:r>
            <a:r>
              <a:rPr lang="en-US" sz="2000" dirty="0">
                <a:latin typeface="Calibri"/>
                <a:ea typeface="Calibri"/>
                <a:cs typeface="Calibri"/>
              </a:rPr>
              <a:t>(Slide 2 of 2)</a:t>
            </a:r>
            <a:endParaRPr lang="en-US" sz="2000" dirty="0"/>
          </a:p>
        </p:txBody>
      </p:sp>
      <p:pic>
        <p:nvPicPr>
          <p:cNvPr id="10" name="Picture Placeholder 9" descr="A screenshot of the Resource Monitor window in the Memory tab on a Windows operating system.">
            <a:extLst>
              <a:ext uri="{FF2B5EF4-FFF2-40B4-BE49-F238E27FC236}">
                <a16:creationId xmlns:a16="http://schemas.microsoft.com/office/drawing/2014/main" id="{4215297A-AE92-E7A7-103C-8353C758CB22}"/>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845800" y="745042"/>
            <a:ext cx="5471447" cy="37033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C6D7F8B0-186C-39DA-F61C-BBAB99C6A1C4}"/>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EEA13345-4E1E-3769-CAB4-08C26C49D3CF}"/>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239360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B0D16-CD3E-C499-5DCE-D00F632FC2C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3DE2F1-F346-4023-5BC0-4406B849E9B8}"/>
              </a:ext>
            </a:extLst>
          </p:cNvPr>
          <p:cNvSpPr>
            <a:spLocks noGrp="1"/>
          </p:cNvSpPr>
          <p:nvPr>
            <p:ph type="title"/>
          </p:nvPr>
        </p:nvSpPr>
        <p:spPr/>
        <p:txBody>
          <a:bodyPr/>
          <a:lstStyle/>
          <a:p>
            <a:pPr marL="71755"/>
            <a:r>
              <a:rPr lang="en-US" dirty="0">
                <a:latin typeface="Calibri"/>
                <a:ea typeface="Calibri"/>
                <a:cs typeface="Calibri"/>
              </a:rPr>
              <a:t>Performance Counters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195393ED-4D19-91B7-B811-366FB8A5C634}"/>
              </a:ext>
            </a:extLst>
          </p:cNvPr>
          <p:cNvSpPr>
            <a:spLocks noGrp="1"/>
          </p:cNvSpPr>
          <p:nvPr>
            <p:ph idx="1"/>
          </p:nvPr>
        </p:nvSpPr>
        <p:spPr>
          <a:xfrm>
            <a:off x="146050" y="746760"/>
            <a:ext cx="8243570" cy="4046220"/>
          </a:xfrm>
        </p:spPr>
        <p:txBody>
          <a:bodyPr vert="horz" lIns="91440" tIns="45720" rIns="91440" bIns="45720" rtlCol="0" anchor="t">
            <a:normAutofit/>
          </a:bodyPr>
          <a:lstStyle/>
          <a:p>
            <a:r>
              <a:rPr lang="en-US" dirty="0">
                <a:latin typeface="Calibri"/>
                <a:ea typeface="Calibri"/>
                <a:cs typeface="Calibri"/>
              </a:rPr>
              <a:t>Specific monitoring metrics to be used in Performance Monitor utility</a:t>
            </a:r>
          </a:p>
          <a:p>
            <a:r>
              <a:rPr lang="en-US" dirty="0">
                <a:latin typeface="Calibri"/>
                <a:ea typeface="Calibri"/>
                <a:cs typeface="Calibri"/>
              </a:rPr>
              <a:t>Examples</a:t>
            </a:r>
          </a:p>
          <a:p>
            <a:pPr lvl="1"/>
            <a:r>
              <a:rPr lang="en-US" dirty="0">
                <a:latin typeface="Calibri"/>
                <a:ea typeface="Calibri"/>
                <a:cs typeface="Calibri"/>
              </a:rPr>
              <a:t>% processor time</a:t>
            </a:r>
          </a:p>
          <a:p>
            <a:pPr lvl="1"/>
            <a:r>
              <a:rPr lang="en-US" dirty="0">
                <a:latin typeface="Calibri"/>
                <a:ea typeface="Calibri"/>
                <a:cs typeface="Calibri"/>
              </a:rPr>
              <a:t>Average disk queue length</a:t>
            </a:r>
          </a:p>
          <a:p>
            <a:pPr lvl="1"/>
            <a:r>
              <a:rPr lang="en-US" dirty="0">
                <a:latin typeface="Calibri"/>
                <a:ea typeface="Calibri"/>
                <a:cs typeface="Calibri"/>
              </a:rPr>
              <a:t>Memory pages/sec</a:t>
            </a:r>
          </a:p>
          <a:p>
            <a:pPr lvl="1"/>
            <a:r>
              <a:rPr lang="en-US" dirty="0">
                <a:latin typeface="Calibri"/>
                <a:ea typeface="Calibri"/>
                <a:cs typeface="Calibri"/>
              </a:rPr>
              <a:t>Paging file % usage</a:t>
            </a:r>
            <a:endParaRPr lang="en-US" dirty="0">
              <a:ea typeface="Calibri"/>
            </a:endParaRPr>
          </a:p>
        </p:txBody>
      </p:sp>
      <p:sp>
        <p:nvSpPr>
          <p:cNvPr id="4" name="Slide Number Placeholder 3">
            <a:extLst>
              <a:ext uri="{FF2B5EF4-FFF2-40B4-BE49-F238E27FC236}">
                <a16:creationId xmlns:a16="http://schemas.microsoft.com/office/drawing/2014/main" id="{4E742949-FA35-F723-6DBE-CAFB4B9D277D}"/>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custDataLst>
      <p:tags r:id="rId1"/>
    </p:custDataLst>
    <p:extLst>
      <p:ext uri="{BB962C8B-B14F-4D97-AF65-F5344CB8AC3E}">
        <p14:creationId xmlns:p14="http://schemas.microsoft.com/office/powerpoint/2010/main" val="4090533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67CB-3835-F447-811B-1D92EA1F804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FAC0844-8952-F74B-09B4-914931B93A8E}"/>
              </a:ext>
            </a:extLst>
          </p:cNvPr>
          <p:cNvSpPr>
            <a:spLocks noGrp="1"/>
          </p:cNvSpPr>
          <p:nvPr>
            <p:ph type="title"/>
          </p:nvPr>
        </p:nvSpPr>
        <p:spPr/>
        <p:txBody>
          <a:bodyPr/>
          <a:lstStyle/>
          <a:p>
            <a:pPr marL="71755"/>
            <a:r>
              <a:rPr lang="en-US" dirty="0">
                <a:latin typeface="Calibri"/>
                <a:ea typeface="Calibri"/>
                <a:cs typeface="Calibri"/>
              </a:rPr>
              <a:t>Performance Counters </a:t>
            </a:r>
            <a:r>
              <a:rPr lang="en-US" sz="2000" dirty="0">
                <a:latin typeface="Calibri"/>
                <a:ea typeface="Calibri"/>
                <a:cs typeface="Calibri"/>
              </a:rPr>
              <a:t>(Slide 2 of 2)</a:t>
            </a:r>
            <a:endParaRPr lang="en-US" dirty="0"/>
          </a:p>
        </p:txBody>
      </p:sp>
      <p:pic>
        <p:nvPicPr>
          <p:cNvPr id="10" name="Picture Placeholder 9" descr="A screenshot of the Performance Monitor window on a Windows operating system.">
            <a:extLst>
              <a:ext uri="{FF2B5EF4-FFF2-40B4-BE49-F238E27FC236}">
                <a16:creationId xmlns:a16="http://schemas.microsoft.com/office/drawing/2014/main" id="{B88ABBCB-BF9F-D4AE-8B35-1118716075B4}"/>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872225" y="742950"/>
            <a:ext cx="5399548" cy="37033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E3C98417-C876-5641-641C-5A63E2EFDC9F}"/>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34380098-49EC-E44B-E1FB-2C0F718F31F8}"/>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custDataLst>
      <p:tags r:id="rId1"/>
    </p:custDataLst>
    <p:extLst>
      <p:ext uri="{BB962C8B-B14F-4D97-AF65-F5344CB8AC3E}">
        <p14:creationId xmlns:p14="http://schemas.microsoft.com/office/powerpoint/2010/main" val="2079266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088F9-28BB-2CCA-AC5C-1E2997A62A0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B7110C-CDC9-A18E-6064-2F4CB9383E28}"/>
              </a:ext>
            </a:extLst>
          </p:cNvPr>
          <p:cNvSpPr>
            <a:spLocks noGrp="1"/>
          </p:cNvSpPr>
          <p:nvPr>
            <p:ph type="title"/>
          </p:nvPr>
        </p:nvSpPr>
        <p:spPr/>
        <p:txBody>
          <a:bodyPr/>
          <a:lstStyle/>
          <a:p>
            <a:r>
              <a:rPr lang="en-US" dirty="0"/>
              <a:t>System Configuration Utility</a:t>
            </a:r>
          </a:p>
        </p:txBody>
      </p:sp>
      <p:sp>
        <p:nvSpPr>
          <p:cNvPr id="9" name="Content Placeholder 8">
            <a:extLst>
              <a:ext uri="{FF2B5EF4-FFF2-40B4-BE49-F238E27FC236}">
                <a16:creationId xmlns:a16="http://schemas.microsoft.com/office/drawing/2014/main" id="{C7472A22-AB2A-639F-16BA-95575244741A}"/>
              </a:ext>
            </a:extLst>
          </p:cNvPr>
          <p:cNvSpPr>
            <a:spLocks noGrp="1"/>
          </p:cNvSpPr>
          <p:nvPr>
            <p:ph idx="12"/>
          </p:nvPr>
        </p:nvSpPr>
        <p:spPr>
          <a:xfrm>
            <a:off x="127001" y="746760"/>
            <a:ext cx="4270432" cy="2953224"/>
          </a:xfrm>
        </p:spPr>
        <p:txBody>
          <a:bodyPr vert="horz" lIns="91440" tIns="45720" rIns="91440" bIns="45720" rtlCol="0" anchor="t">
            <a:normAutofit/>
          </a:bodyPr>
          <a:lstStyle/>
          <a:p>
            <a:r>
              <a:rPr lang="en-US" dirty="0">
                <a:ea typeface="Calibri"/>
              </a:rPr>
              <a:t>General</a:t>
            </a:r>
          </a:p>
          <a:p>
            <a:r>
              <a:rPr lang="en-US" dirty="0">
                <a:ea typeface="Calibri"/>
              </a:rPr>
              <a:t>Boot</a:t>
            </a:r>
          </a:p>
          <a:p>
            <a:r>
              <a:rPr lang="en-US" dirty="0">
                <a:ea typeface="Calibri"/>
              </a:rPr>
              <a:t>Services</a:t>
            </a:r>
          </a:p>
          <a:p>
            <a:r>
              <a:rPr lang="en-US" dirty="0">
                <a:ea typeface="Calibri"/>
              </a:rPr>
              <a:t>Tools</a:t>
            </a:r>
          </a:p>
        </p:txBody>
      </p:sp>
      <p:pic>
        <p:nvPicPr>
          <p:cNvPr id="12" name="Picture Placeholder 11" descr="A screenshot of the System Configuration window on a Windows operating system, with the General tab selected.">
            <a:extLst>
              <a:ext uri="{FF2B5EF4-FFF2-40B4-BE49-F238E27FC236}">
                <a16:creationId xmlns:a16="http://schemas.microsoft.com/office/drawing/2014/main" id="{6397F5C1-33E7-4009-3179-C623F14DEBBC}"/>
              </a:ext>
            </a:extLst>
          </p:cNvPr>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tretch>
            <a:fillRect/>
          </a:stretch>
        </p:blipFill>
        <p:spPr>
          <a:xfrm>
            <a:off x="4397432" y="746760"/>
            <a:ext cx="4379976" cy="2953224"/>
          </a:xfrm>
          <a:prstGeom prst="rect">
            <a:avLst/>
          </a:prstGeom>
          <a:noFill/>
          <a:ln>
            <a:noFill/>
          </a:ln>
        </p:spPr>
      </p:pic>
      <p:sp>
        <p:nvSpPr>
          <p:cNvPr id="6" name="Content Placeholder 5">
            <a:extLst>
              <a:ext uri="{FF2B5EF4-FFF2-40B4-BE49-F238E27FC236}">
                <a16:creationId xmlns:a16="http://schemas.microsoft.com/office/drawing/2014/main" id="{69A18D6B-A303-73A4-29C7-BA2EBC9A593C}"/>
              </a:ext>
            </a:extLst>
          </p:cNvPr>
          <p:cNvSpPr>
            <a:spLocks noGrp="1"/>
          </p:cNvSpPr>
          <p:nvPr>
            <p:ph idx="1"/>
          </p:nvPr>
        </p:nvSpPr>
        <p:spPr>
          <a:xfrm>
            <a:off x="4520630" y="3768694"/>
            <a:ext cx="4353949"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43300485-1226-22CD-D297-14974984BBB3}"/>
              </a:ext>
            </a:extLst>
          </p:cNvPr>
          <p:cNvSpPr>
            <a:spLocks noGrp="1"/>
          </p:cNvSpPr>
          <p:nvPr>
            <p:ph type="sldNum" sz="quarter" idx="13"/>
          </p:nvPr>
        </p:nvSpPr>
        <p:spPr/>
        <p:txBody>
          <a:bodyPr/>
          <a:lstStyle/>
          <a:p>
            <a:fld id="{B7CF8A19-3A9E-4ABC-B336-2FDDE321C72D}" type="slidenum">
              <a:rPr lang="en-US" smtClean="0"/>
              <a:pPr/>
              <a:t>46</a:t>
            </a:fld>
            <a:endParaRPr lang="en-US" dirty="0"/>
          </a:p>
        </p:txBody>
      </p:sp>
    </p:spTree>
    <p:custDataLst>
      <p:tags r:id="rId1"/>
    </p:custDataLst>
    <p:extLst>
      <p:ext uri="{BB962C8B-B14F-4D97-AF65-F5344CB8AC3E}">
        <p14:creationId xmlns:p14="http://schemas.microsoft.com/office/powerpoint/2010/main" val="1675339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6A78-37D4-EBD1-436A-41D5330654E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705E0E-A4B7-9DE8-898F-35E1289560A8}"/>
              </a:ext>
            </a:extLst>
          </p:cNvPr>
          <p:cNvSpPr>
            <a:spLocks noGrp="1"/>
          </p:cNvSpPr>
          <p:nvPr>
            <p:ph type="sldNum" sz="quarter" idx="13"/>
          </p:nvPr>
        </p:nvSpPr>
        <p:spPr/>
        <p:txBody>
          <a:bodyPr/>
          <a:lstStyle/>
          <a:p>
            <a:fld id="{B7CF8A19-3A9E-4ABC-B336-2FDDE321C72D}" type="slidenum">
              <a:rPr lang="en-US" smtClean="0"/>
              <a:pPr/>
              <a:t>47</a:t>
            </a:fld>
            <a:endParaRPr lang="en-US" dirty="0"/>
          </a:p>
        </p:txBody>
      </p:sp>
      <p:sp>
        <p:nvSpPr>
          <p:cNvPr id="3" name="Content Placeholder 2">
            <a:extLst>
              <a:ext uri="{FF2B5EF4-FFF2-40B4-BE49-F238E27FC236}">
                <a16:creationId xmlns:a16="http://schemas.microsoft.com/office/drawing/2014/main" id="{C8B57556-656A-55E0-5788-9D5F81FDB1E2}"/>
              </a:ext>
            </a:extLst>
          </p:cNvPr>
          <p:cNvSpPr>
            <a:spLocks noGrp="1"/>
          </p:cNvSpPr>
          <p:nvPr>
            <p:ph sz="quarter" idx="14"/>
          </p:nvPr>
        </p:nvSpPr>
        <p:spPr/>
        <p:txBody>
          <a:bodyPr>
            <a:normAutofit/>
          </a:body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Manage Applications</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p>
          <a:p>
            <a:pPr marL="0" indent="0">
              <a:buNone/>
            </a:pPr>
            <a:endParaRPr lang="en-US" dirty="0"/>
          </a:p>
        </p:txBody>
      </p:sp>
    </p:spTree>
    <p:custDataLst>
      <p:tags r:id="rId1"/>
    </p:custDataLst>
    <p:extLst>
      <p:ext uri="{BB962C8B-B14F-4D97-AF65-F5344CB8AC3E}">
        <p14:creationId xmlns:p14="http://schemas.microsoft.com/office/powerpoint/2010/main" val="39451190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37A2A-C0E1-6FA5-4FC4-F68808B3DB0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4583FC-57BA-3F2B-0B07-32EE46A23730}"/>
              </a:ext>
            </a:extLst>
          </p:cNvPr>
          <p:cNvSpPr>
            <a:spLocks noGrp="1"/>
          </p:cNvSpPr>
          <p:nvPr>
            <p:ph type="title"/>
          </p:nvPr>
        </p:nvSpPr>
        <p:spPr/>
        <p:txBody>
          <a:bodyPr/>
          <a:lstStyle/>
          <a:p>
            <a:r>
              <a:rPr lang="en-US" dirty="0">
                <a:latin typeface="Calibri"/>
                <a:ea typeface="Calibri"/>
                <a:cs typeface="Calibri"/>
              </a:rPr>
              <a:t>Performance and Troubleshooting Tools</a:t>
            </a:r>
            <a:endParaRPr lang="en-US" dirty="0">
              <a:ea typeface="Calibri" panose="020F0502020204030204" pitchFamily="34" charset="0"/>
            </a:endParaRPr>
          </a:p>
        </p:txBody>
      </p:sp>
      <p:sp>
        <p:nvSpPr>
          <p:cNvPr id="2" name="Content Placeholder 1">
            <a:extLst>
              <a:ext uri="{FF2B5EF4-FFF2-40B4-BE49-F238E27FC236}">
                <a16:creationId xmlns:a16="http://schemas.microsoft.com/office/drawing/2014/main" id="{59A15FF3-35A3-B7FD-69B3-F1FC40AF5161}"/>
              </a:ext>
            </a:extLst>
          </p:cNvPr>
          <p:cNvSpPr>
            <a:spLocks noGrp="1"/>
          </p:cNvSpPr>
          <p:nvPr>
            <p:ph sz="quarter" idx="11"/>
          </p:nvPr>
        </p:nvSpPr>
        <p:spPr/>
        <p:txBody>
          <a:bodyPr vert="horz" lIns="91440" tIns="45720" rIns="91440" bIns="45720" rtlCol="0" anchor="t">
            <a:normAutofit fontScale="85000" lnSpcReduction="20000"/>
          </a:bodyPr>
          <a:lstStyle/>
          <a:p>
            <a:r>
              <a:rPr lang="en-US" dirty="0"/>
              <a:t>System Information</a:t>
            </a:r>
          </a:p>
          <a:p>
            <a:r>
              <a:rPr lang="en-US" dirty="0"/>
              <a:t>Event Viewer</a:t>
            </a:r>
          </a:p>
          <a:p>
            <a:r>
              <a:rPr lang="en-US" dirty="0"/>
              <a:t>Task Manager Process Monitoring</a:t>
            </a:r>
          </a:p>
          <a:p>
            <a:r>
              <a:rPr lang="en-US" dirty="0"/>
              <a:t>Task Manager Performance Monitoring</a:t>
            </a:r>
          </a:p>
          <a:p>
            <a:r>
              <a:rPr lang="en-US" dirty="0"/>
              <a:t>CPU and GPU Monitoring</a:t>
            </a:r>
          </a:p>
          <a:p>
            <a:r>
              <a:rPr lang="en-US" dirty="0"/>
              <a:t>Memory Monitoring</a:t>
            </a:r>
          </a:p>
          <a:p>
            <a:r>
              <a:rPr lang="en-US" dirty="0"/>
              <a:t>Disk and Network Monitoring</a:t>
            </a:r>
          </a:p>
          <a:p>
            <a:r>
              <a:rPr lang="en-US" dirty="0"/>
              <a:t>Task Manager User Monitoring</a:t>
            </a:r>
          </a:p>
          <a:p>
            <a:r>
              <a:rPr lang="en-US" dirty="0"/>
              <a:t>Startup Processes and Services Console</a:t>
            </a:r>
          </a:p>
          <a:p>
            <a:r>
              <a:rPr lang="en-US" dirty="0"/>
              <a:t>Resource Monitor and Performance Monitor</a:t>
            </a:r>
          </a:p>
          <a:p>
            <a:r>
              <a:rPr lang="en-US" dirty="0"/>
              <a:t>Performance Counters</a:t>
            </a:r>
          </a:p>
          <a:p>
            <a:r>
              <a:rPr lang="en-US" dirty="0"/>
              <a:t>System Configuration Utility</a:t>
            </a:r>
          </a:p>
        </p:txBody>
      </p:sp>
      <p:sp>
        <p:nvSpPr>
          <p:cNvPr id="4" name="Slide Number Placeholder 3">
            <a:extLst>
              <a:ext uri="{FF2B5EF4-FFF2-40B4-BE49-F238E27FC236}">
                <a16:creationId xmlns:a16="http://schemas.microsoft.com/office/drawing/2014/main" id="{0AFCE62A-56C4-611F-FAD1-E2D35E0D3D02}"/>
              </a:ext>
            </a:extLst>
          </p:cNvPr>
          <p:cNvSpPr>
            <a:spLocks noGrp="1"/>
          </p:cNvSpPr>
          <p:nvPr>
            <p:ph type="sldNum" sz="quarter" idx="12"/>
          </p:nvPr>
        </p:nvSpPr>
        <p:spPr/>
        <p:txBody>
          <a:bodyPr/>
          <a:lstStyle/>
          <a:p>
            <a:fld id="{B7CF8A19-3A9E-4ABC-B336-2FDDE321C72D}" type="slidenum">
              <a:rPr lang="en-US" smtClean="0"/>
              <a:pPr/>
              <a:t>48</a:t>
            </a:fld>
            <a:endParaRPr lang="en-US" dirty="0"/>
          </a:p>
        </p:txBody>
      </p:sp>
    </p:spTree>
    <p:custDataLst>
      <p:tags r:id="rId1"/>
    </p:custDataLst>
    <p:extLst>
      <p:ext uri="{BB962C8B-B14F-4D97-AF65-F5344CB8AC3E}">
        <p14:creationId xmlns:p14="http://schemas.microsoft.com/office/powerpoint/2010/main" val="3542852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14F1-EDFA-36A9-D8FD-18EC3CE47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AA92D-D7D8-0816-767C-4FEE7610845E}"/>
              </a:ext>
            </a:extLst>
          </p:cNvPr>
          <p:cNvSpPr>
            <a:spLocks noGrp="1"/>
          </p:cNvSpPr>
          <p:nvPr>
            <p:ph type="ctrTitle"/>
          </p:nvPr>
        </p:nvSpPr>
        <p:spPr/>
        <p:txBody>
          <a:bodyPr/>
          <a:lstStyle/>
          <a:p>
            <a:r>
              <a:rPr lang="en-US" dirty="0"/>
              <a:t>Troubleshoot Windows OS Problems</a:t>
            </a:r>
          </a:p>
        </p:txBody>
      </p:sp>
      <p:sp>
        <p:nvSpPr>
          <p:cNvPr id="3" name="Subtitle 2">
            <a:extLst>
              <a:ext uri="{FF2B5EF4-FFF2-40B4-BE49-F238E27FC236}">
                <a16:creationId xmlns:a16="http://schemas.microsoft.com/office/drawing/2014/main" id="{F4E4E16C-1177-371B-0CEE-148795143BCE}"/>
              </a:ext>
            </a:extLst>
          </p:cNvPr>
          <p:cNvSpPr>
            <a:spLocks noGrp="1"/>
          </p:cNvSpPr>
          <p:nvPr>
            <p:ph type="subTitle" idx="1"/>
          </p:nvPr>
        </p:nvSpPr>
        <p:spPr/>
        <p:txBody>
          <a:bodyPr/>
          <a:lstStyle/>
          <a:p>
            <a:r>
              <a:rPr lang="en-US" dirty="0"/>
              <a:t>Lesson 14.4</a:t>
            </a:r>
          </a:p>
        </p:txBody>
      </p:sp>
      <p:sp>
        <p:nvSpPr>
          <p:cNvPr id="4" name="Slide Number Placeholder 3">
            <a:extLst>
              <a:ext uri="{FF2B5EF4-FFF2-40B4-BE49-F238E27FC236}">
                <a16:creationId xmlns:a16="http://schemas.microsoft.com/office/drawing/2014/main" id="{72283C7C-D780-C738-CF3F-98AD6DC87643}"/>
              </a:ext>
            </a:extLst>
          </p:cNvPr>
          <p:cNvSpPr>
            <a:spLocks noGrp="1"/>
          </p:cNvSpPr>
          <p:nvPr>
            <p:ph type="sldNum" sz="quarter" idx="10"/>
          </p:nvPr>
        </p:nvSpPr>
        <p:spPr/>
        <p:txBody>
          <a:bodyPr/>
          <a:lstStyle/>
          <a:p>
            <a:fld id="{B7CF8A19-3A9E-4ABC-B336-2FDDE321C72D}" type="slidenum">
              <a:rPr lang="en-US" smtClean="0"/>
              <a:pPr/>
              <a:t>49</a:t>
            </a:fld>
            <a:endParaRPr lang="en-US" dirty="0"/>
          </a:p>
        </p:txBody>
      </p:sp>
    </p:spTree>
    <p:custDataLst>
      <p:tags r:id="rId1"/>
    </p:custDataLst>
    <p:extLst>
      <p:ext uri="{BB962C8B-B14F-4D97-AF65-F5344CB8AC3E}">
        <p14:creationId xmlns:p14="http://schemas.microsoft.com/office/powerpoint/2010/main" val="2108586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19E8-80BD-F5B9-8848-8529F1A1E8A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D671480-425F-DD24-A7AB-4A14CE742D72}"/>
              </a:ext>
            </a:extLst>
          </p:cNvPr>
          <p:cNvSpPr>
            <a:spLocks noGrp="1"/>
          </p:cNvSpPr>
          <p:nvPr>
            <p:ph type="title"/>
          </p:nvPr>
        </p:nvSpPr>
        <p:spPr/>
        <p:txBody>
          <a:bodyPr/>
          <a:lstStyle/>
          <a:p>
            <a:r>
              <a:rPr lang="en-US" dirty="0"/>
              <a:t>Boot Process</a:t>
            </a:r>
          </a:p>
        </p:txBody>
      </p:sp>
      <p:sp>
        <p:nvSpPr>
          <p:cNvPr id="3" name="Content Placeholder 2">
            <a:extLst>
              <a:ext uri="{FF2B5EF4-FFF2-40B4-BE49-F238E27FC236}">
                <a16:creationId xmlns:a16="http://schemas.microsoft.com/office/drawing/2014/main" id="{8756654D-D321-AE78-BB88-E4ABDA31BFE1}"/>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BIOS</a:t>
            </a:r>
          </a:p>
          <a:p>
            <a:pPr lvl="1"/>
            <a:r>
              <a:rPr lang="en-US" dirty="0">
                <a:latin typeface="Calibri"/>
                <a:ea typeface="Calibri"/>
                <a:cs typeface="Calibri"/>
              </a:rPr>
              <a:t>POST</a:t>
            </a:r>
          </a:p>
          <a:p>
            <a:pPr lvl="1"/>
            <a:r>
              <a:rPr lang="en-US" dirty="0">
                <a:latin typeface="Calibri"/>
                <a:ea typeface="Calibri"/>
                <a:cs typeface="Calibri"/>
              </a:rPr>
              <a:t>Boot loader- BOOTMGR.EXE</a:t>
            </a:r>
          </a:p>
          <a:p>
            <a:pPr lvl="1"/>
            <a:r>
              <a:rPr lang="en-US" dirty="0">
                <a:latin typeface="Calibri"/>
                <a:ea typeface="Calibri"/>
                <a:cs typeface="Calibri"/>
              </a:rPr>
              <a:t>WINLOAD.EXE</a:t>
            </a:r>
          </a:p>
          <a:p>
            <a:pPr lvl="2"/>
            <a:r>
              <a:rPr lang="en-US" dirty="0">
                <a:latin typeface="Calibri"/>
                <a:ea typeface="Calibri"/>
                <a:cs typeface="Calibri"/>
              </a:rPr>
              <a:t>Kernel</a:t>
            </a:r>
          </a:p>
          <a:p>
            <a:pPr lvl="2"/>
            <a:r>
              <a:rPr lang="en-US" dirty="0">
                <a:latin typeface="Calibri"/>
                <a:ea typeface="Calibri"/>
                <a:cs typeface="Calibri"/>
              </a:rPr>
              <a:t>HAL.DLL</a:t>
            </a:r>
          </a:p>
          <a:p>
            <a:pPr lvl="2"/>
            <a:r>
              <a:rPr lang="en-US" dirty="0">
                <a:latin typeface="Calibri"/>
                <a:ea typeface="Calibri"/>
                <a:cs typeface="Calibri"/>
              </a:rPr>
              <a:t>Drivers</a:t>
            </a:r>
            <a:endParaRPr lang="en-US" dirty="0">
              <a:ea typeface="Calibri"/>
            </a:endParaRPr>
          </a:p>
        </p:txBody>
      </p:sp>
      <p:sp>
        <p:nvSpPr>
          <p:cNvPr id="2" name="Content Placeholder 1">
            <a:extLst>
              <a:ext uri="{FF2B5EF4-FFF2-40B4-BE49-F238E27FC236}">
                <a16:creationId xmlns:a16="http://schemas.microsoft.com/office/drawing/2014/main" id="{C84CA516-ACAD-B111-0412-38FCC8E3ED8B}"/>
              </a:ext>
            </a:extLst>
          </p:cNvPr>
          <p:cNvSpPr>
            <a:spLocks noGrp="1"/>
          </p:cNvSpPr>
          <p:nvPr>
            <p:ph idx="12"/>
          </p:nvPr>
        </p:nvSpPr>
        <p:spPr/>
        <p:txBody>
          <a:bodyPr vert="horz" lIns="91440" tIns="45720" rIns="91440" bIns="45720" rtlCol="0" anchor="t">
            <a:normAutofit/>
          </a:bodyPr>
          <a:lstStyle/>
          <a:p>
            <a:r>
              <a:rPr lang="en-US" dirty="0">
                <a:latin typeface="Calibri"/>
                <a:ea typeface="Calibri"/>
                <a:cs typeface="Calibri"/>
              </a:rPr>
              <a:t>UEFI</a:t>
            </a:r>
            <a:endParaRPr lang="en-US" dirty="0">
              <a:ea typeface="Calibri" panose="020F0502020204030204" pitchFamily="34" charset="0"/>
            </a:endParaRPr>
          </a:p>
          <a:p>
            <a:pPr lvl="1"/>
            <a:r>
              <a:rPr lang="en-US" dirty="0">
                <a:latin typeface="Calibri"/>
                <a:ea typeface="Calibri"/>
                <a:cs typeface="Calibri"/>
              </a:rPr>
              <a:t>POST</a:t>
            </a:r>
          </a:p>
          <a:p>
            <a:pPr lvl="1"/>
            <a:r>
              <a:rPr lang="en-US" dirty="0">
                <a:latin typeface="Calibri"/>
                <a:ea typeface="Calibri"/>
                <a:cs typeface="Calibri"/>
              </a:rPr>
              <a:t>GPT read</a:t>
            </a:r>
          </a:p>
          <a:p>
            <a:pPr lvl="1"/>
            <a:r>
              <a:rPr lang="en-US" dirty="0">
                <a:latin typeface="Calibri"/>
                <a:ea typeface="Calibri"/>
                <a:cs typeface="Calibri"/>
              </a:rPr>
              <a:t>BCD and BOOTMGFW.EFI</a:t>
            </a:r>
          </a:p>
          <a:p>
            <a:pPr lvl="2"/>
            <a:r>
              <a:rPr lang="en-US" dirty="0">
                <a:latin typeface="Calibri"/>
                <a:ea typeface="Calibri"/>
                <a:cs typeface="Calibri"/>
              </a:rPr>
              <a:t>Kernel</a:t>
            </a:r>
          </a:p>
          <a:p>
            <a:pPr lvl="2"/>
            <a:r>
              <a:rPr lang="en-US" dirty="0">
                <a:latin typeface="Calibri"/>
                <a:ea typeface="Calibri"/>
                <a:cs typeface="Calibri"/>
              </a:rPr>
              <a:t>HAL.DLL</a:t>
            </a:r>
          </a:p>
          <a:p>
            <a:pPr lvl="2"/>
            <a:r>
              <a:rPr lang="en-US" dirty="0">
                <a:latin typeface="Calibri"/>
                <a:ea typeface="Calibri"/>
                <a:cs typeface="Calibri"/>
              </a:rPr>
              <a:t>Drivers</a:t>
            </a:r>
          </a:p>
        </p:txBody>
      </p:sp>
      <p:sp>
        <p:nvSpPr>
          <p:cNvPr id="4" name="Slide Number Placeholder 3">
            <a:extLst>
              <a:ext uri="{FF2B5EF4-FFF2-40B4-BE49-F238E27FC236}">
                <a16:creationId xmlns:a16="http://schemas.microsoft.com/office/drawing/2014/main" id="{56FB3882-1A6F-FADD-A6BD-DDE02B189DC0}"/>
              </a:ext>
            </a:extLst>
          </p:cNvPr>
          <p:cNvSpPr>
            <a:spLocks noGrp="1"/>
          </p:cNvSpPr>
          <p:nvPr>
            <p:ph type="sldNum" sz="quarter" idx="13"/>
          </p:nvPr>
        </p:nvSpPr>
        <p:spPr/>
        <p:txBody>
          <a:bodyPr/>
          <a:lstStyle/>
          <a:p>
            <a:fld id="{B7CF8A19-3A9E-4ABC-B336-2FDDE321C72D}" type="slidenum">
              <a:rPr lang="en-US" smtClean="0"/>
              <a:pPr/>
              <a:t>50</a:t>
            </a:fld>
            <a:endParaRPr lang="en-US" dirty="0"/>
          </a:p>
        </p:txBody>
      </p:sp>
    </p:spTree>
    <p:custDataLst>
      <p:tags r:id="rId1"/>
    </p:custDataLst>
    <p:extLst>
      <p:ext uri="{BB962C8B-B14F-4D97-AF65-F5344CB8AC3E}">
        <p14:creationId xmlns:p14="http://schemas.microsoft.com/office/powerpoint/2010/main" val="21645909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FCBD-E8D2-7AAD-CC5F-B692F2D2921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3642E36-3327-D8D1-D006-12F3DAD33D87}"/>
              </a:ext>
            </a:extLst>
          </p:cNvPr>
          <p:cNvSpPr>
            <a:spLocks noGrp="1"/>
          </p:cNvSpPr>
          <p:nvPr>
            <p:ph type="title"/>
          </p:nvPr>
        </p:nvSpPr>
        <p:spPr/>
        <p:txBody>
          <a:bodyPr/>
          <a:lstStyle/>
          <a:p>
            <a:pPr marL="71755"/>
            <a:r>
              <a:rPr lang="en-US" dirty="0">
                <a:latin typeface="Calibri"/>
                <a:ea typeface="Calibri"/>
                <a:cs typeface="Calibri"/>
              </a:rPr>
              <a:t>Boot Recovery Tools </a:t>
            </a:r>
            <a:r>
              <a:rPr lang="en-US" sz="2000" dirty="0">
                <a:latin typeface="Calibri"/>
                <a:ea typeface="Calibri"/>
                <a:cs typeface="Calibri"/>
              </a:rPr>
              <a:t>(Slide 1 of 4)</a:t>
            </a:r>
            <a:endParaRPr lang="en-US" sz="2000" dirty="0"/>
          </a:p>
        </p:txBody>
      </p:sp>
      <p:sp>
        <p:nvSpPr>
          <p:cNvPr id="3" name="Content Placeholder 2">
            <a:extLst>
              <a:ext uri="{FF2B5EF4-FFF2-40B4-BE49-F238E27FC236}">
                <a16:creationId xmlns:a16="http://schemas.microsoft.com/office/drawing/2014/main" id="{A63D737E-BF7C-F0A4-891F-E1DDA5CFD3CC}"/>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Advanced Boot Options</a:t>
            </a:r>
          </a:p>
          <a:p>
            <a:pPr lvl="1"/>
            <a:r>
              <a:rPr lang="en-US" dirty="0">
                <a:latin typeface="Calibri"/>
                <a:ea typeface="Calibri"/>
                <a:cs typeface="Calibri"/>
              </a:rPr>
              <a:t>Interrupt boot process</a:t>
            </a:r>
          </a:p>
          <a:p>
            <a:pPr lvl="1"/>
            <a:r>
              <a:rPr lang="en-US" dirty="0">
                <a:latin typeface="Calibri"/>
                <a:ea typeface="Calibri"/>
                <a:cs typeface="Calibri"/>
              </a:rPr>
              <a:t>Hold shift while selecting restart from power menu in Windows</a:t>
            </a:r>
          </a:p>
          <a:p>
            <a:r>
              <a:rPr lang="en-US" dirty="0">
                <a:latin typeface="Calibri"/>
                <a:ea typeface="Calibri"/>
                <a:cs typeface="Calibri"/>
              </a:rPr>
              <a:t>Troubleshoot</a:t>
            </a:r>
          </a:p>
          <a:p>
            <a:r>
              <a:rPr lang="en-US" dirty="0">
                <a:latin typeface="Calibri"/>
                <a:ea typeface="Calibri"/>
                <a:cs typeface="Calibri"/>
              </a:rPr>
              <a:t>WinRE</a:t>
            </a:r>
          </a:p>
          <a:p>
            <a:r>
              <a:rPr lang="en-US" dirty="0">
                <a:latin typeface="Calibri"/>
                <a:ea typeface="Calibri"/>
                <a:cs typeface="Calibri"/>
              </a:rPr>
              <a:t>Start-up repair</a:t>
            </a:r>
          </a:p>
          <a:p>
            <a:r>
              <a:rPr lang="en-US" dirty="0">
                <a:latin typeface="Calibri"/>
                <a:ea typeface="Calibri"/>
                <a:cs typeface="Calibri"/>
              </a:rPr>
              <a:t>Advanced options</a:t>
            </a:r>
          </a:p>
        </p:txBody>
      </p:sp>
      <p:sp>
        <p:nvSpPr>
          <p:cNvPr id="4" name="Slide Number Placeholder 3">
            <a:extLst>
              <a:ext uri="{FF2B5EF4-FFF2-40B4-BE49-F238E27FC236}">
                <a16:creationId xmlns:a16="http://schemas.microsoft.com/office/drawing/2014/main" id="{D08B027C-769D-8EAA-C66D-A3C8343552EA}"/>
              </a:ext>
            </a:extLst>
          </p:cNvPr>
          <p:cNvSpPr>
            <a:spLocks noGrp="1"/>
          </p:cNvSpPr>
          <p:nvPr>
            <p:ph type="sldNum" sz="quarter" idx="10"/>
          </p:nvPr>
        </p:nvSpPr>
        <p:spPr/>
        <p:txBody>
          <a:bodyPr/>
          <a:lstStyle/>
          <a:p>
            <a:fld id="{B7CF8A19-3A9E-4ABC-B336-2FDDE321C72D}" type="slidenum">
              <a:rPr lang="en-US" smtClean="0"/>
              <a:pPr/>
              <a:t>51</a:t>
            </a:fld>
            <a:endParaRPr lang="en-US" dirty="0"/>
          </a:p>
        </p:txBody>
      </p:sp>
    </p:spTree>
    <p:custDataLst>
      <p:tags r:id="rId1"/>
    </p:custDataLst>
    <p:extLst>
      <p:ext uri="{BB962C8B-B14F-4D97-AF65-F5344CB8AC3E}">
        <p14:creationId xmlns:p14="http://schemas.microsoft.com/office/powerpoint/2010/main" val="15109072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88E6D-7D8C-37AF-FD5E-17F76771F8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69030AD-3655-1DDD-EB21-1C7E35394342}"/>
              </a:ext>
            </a:extLst>
          </p:cNvPr>
          <p:cNvSpPr>
            <a:spLocks noGrp="1"/>
          </p:cNvSpPr>
          <p:nvPr>
            <p:ph type="title"/>
          </p:nvPr>
        </p:nvSpPr>
        <p:spPr/>
        <p:txBody>
          <a:bodyPr/>
          <a:lstStyle/>
          <a:p>
            <a:pPr marL="71755"/>
            <a:r>
              <a:rPr lang="en-US" dirty="0">
                <a:latin typeface="Calibri"/>
                <a:ea typeface="Calibri"/>
                <a:cs typeface="Calibri"/>
              </a:rPr>
              <a:t>Boot Recovery Tools </a:t>
            </a:r>
            <a:r>
              <a:rPr lang="en-US" sz="2000" dirty="0">
                <a:latin typeface="Calibri"/>
                <a:ea typeface="Calibri"/>
                <a:cs typeface="Calibri"/>
              </a:rPr>
              <a:t>(Slide 2 of 4)</a:t>
            </a:r>
            <a:endParaRPr lang="en-US" sz="2000" dirty="0"/>
          </a:p>
        </p:txBody>
      </p:sp>
      <p:pic>
        <p:nvPicPr>
          <p:cNvPr id="10" name="Picture Placeholder 9" descr="A Windows start up options.">
            <a:extLst>
              <a:ext uri="{FF2B5EF4-FFF2-40B4-BE49-F238E27FC236}">
                <a16:creationId xmlns:a16="http://schemas.microsoft.com/office/drawing/2014/main" id="{EB90CA1D-E514-B1AD-9451-1816767E3520}"/>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485898" y="982408"/>
            <a:ext cx="6172202" cy="3178683"/>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ECE6255A-D4E4-AFFB-89C1-5DC3E21DEE8B}"/>
              </a:ext>
            </a:extLst>
          </p:cNvPr>
          <p:cNvSpPr>
            <a:spLocks noGrp="1"/>
          </p:cNvSpPr>
          <p:nvPr>
            <p:ph idx="11"/>
          </p:nvPr>
        </p:nvSpPr>
        <p:spPr>
          <a:xfrm>
            <a:off x="136524" y="4235001"/>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A889DF8B-D08A-B3F9-70A2-50B436232A6B}"/>
              </a:ext>
            </a:extLst>
          </p:cNvPr>
          <p:cNvSpPr>
            <a:spLocks noGrp="1"/>
          </p:cNvSpPr>
          <p:nvPr>
            <p:ph type="sldNum" sz="quarter" idx="10"/>
          </p:nvPr>
        </p:nvSpPr>
        <p:spPr/>
        <p:txBody>
          <a:bodyPr/>
          <a:lstStyle/>
          <a:p>
            <a:fld id="{B7CF8A19-3A9E-4ABC-B336-2FDDE321C72D}" type="slidenum">
              <a:rPr lang="en-US" smtClean="0"/>
              <a:pPr/>
              <a:t>52</a:t>
            </a:fld>
            <a:endParaRPr lang="en-US" dirty="0"/>
          </a:p>
        </p:txBody>
      </p:sp>
    </p:spTree>
    <p:custDataLst>
      <p:tags r:id="rId1"/>
    </p:custDataLst>
    <p:extLst>
      <p:ext uri="{BB962C8B-B14F-4D97-AF65-F5344CB8AC3E}">
        <p14:creationId xmlns:p14="http://schemas.microsoft.com/office/powerpoint/2010/main" val="42386888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6C85A-6A69-4143-B3EA-14AF86AA73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66A07D7-5CB2-45DB-2F4C-F12EACC1B165}"/>
              </a:ext>
            </a:extLst>
          </p:cNvPr>
          <p:cNvSpPr>
            <a:spLocks noGrp="1"/>
          </p:cNvSpPr>
          <p:nvPr>
            <p:ph type="title"/>
          </p:nvPr>
        </p:nvSpPr>
        <p:spPr/>
        <p:txBody>
          <a:bodyPr/>
          <a:lstStyle/>
          <a:p>
            <a:pPr marL="71755"/>
            <a:r>
              <a:rPr lang="en-US" dirty="0">
                <a:latin typeface="Calibri"/>
                <a:ea typeface="Calibri"/>
                <a:cs typeface="Calibri"/>
              </a:rPr>
              <a:t>Boot Recovery Tools </a:t>
            </a:r>
            <a:r>
              <a:rPr lang="en-US" sz="2000" dirty="0">
                <a:latin typeface="Calibri"/>
                <a:ea typeface="Calibri"/>
                <a:cs typeface="Calibri"/>
              </a:rPr>
              <a:t>(Slide 3 of 4)</a:t>
            </a:r>
            <a:endParaRPr lang="en-US" sz="2000" dirty="0"/>
          </a:p>
        </p:txBody>
      </p:sp>
      <p:pic>
        <p:nvPicPr>
          <p:cNvPr id="7" name="Picture Placeholder 6" descr="A startup settings screen listing options.">
            <a:extLst>
              <a:ext uri="{FF2B5EF4-FFF2-40B4-BE49-F238E27FC236}">
                <a16:creationId xmlns:a16="http://schemas.microsoft.com/office/drawing/2014/main" id="{84F9258E-3480-2BDE-16E9-A5529EC7E38C}"/>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205364" y="850195"/>
            <a:ext cx="4733269" cy="3561785"/>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28D2A8BF-6139-45D8-23B3-83D85AAA9397}"/>
              </a:ext>
            </a:extLst>
          </p:cNvPr>
          <p:cNvSpPr>
            <a:spLocks noGrp="1"/>
          </p:cNvSpPr>
          <p:nvPr>
            <p:ph idx="11"/>
          </p:nvPr>
        </p:nvSpPr>
        <p:spPr>
          <a:xfrm>
            <a:off x="146050" y="4485790"/>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B2AF0EC3-85E2-AC1C-A69C-35673BC08742}"/>
              </a:ext>
            </a:extLst>
          </p:cNvPr>
          <p:cNvSpPr>
            <a:spLocks noGrp="1"/>
          </p:cNvSpPr>
          <p:nvPr>
            <p:ph type="sldNum" sz="quarter" idx="10"/>
          </p:nvPr>
        </p:nvSpPr>
        <p:spPr/>
        <p:txBody>
          <a:bodyPr/>
          <a:lstStyle/>
          <a:p>
            <a:fld id="{B7CF8A19-3A9E-4ABC-B336-2FDDE321C72D}" type="slidenum">
              <a:rPr lang="en-US" smtClean="0"/>
              <a:pPr/>
              <a:t>53</a:t>
            </a:fld>
            <a:endParaRPr lang="en-US" dirty="0"/>
          </a:p>
        </p:txBody>
      </p:sp>
    </p:spTree>
    <p:custDataLst>
      <p:tags r:id="rId1"/>
    </p:custDataLst>
    <p:extLst>
      <p:ext uri="{BB962C8B-B14F-4D97-AF65-F5344CB8AC3E}">
        <p14:creationId xmlns:p14="http://schemas.microsoft.com/office/powerpoint/2010/main" val="24255789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7F41A-E7D9-C6D2-5072-0A8036B6C95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01C3E2E-08B4-E9B6-41BB-7786606AE505}"/>
              </a:ext>
            </a:extLst>
          </p:cNvPr>
          <p:cNvSpPr>
            <a:spLocks noGrp="1"/>
          </p:cNvSpPr>
          <p:nvPr>
            <p:ph type="title"/>
          </p:nvPr>
        </p:nvSpPr>
        <p:spPr/>
        <p:txBody>
          <a:bodyPr/>
          <a:lstStyle/>
          <a:p>
            <a:pPr marL="71755"/>
            <a:r>
              <a:rPr lang="en-US" dirty="0">
                <a:latin typeface="Calibri"/>
                <a:ea typeface="Calibri"/>
                <a:cs typeface="Calibri"/>
              </a:rPr>
              <a:t>Boot Recovery Tools </a:t>
            </a:r>
            <a:r>
              <a:rPr lang="en-US" sz="2000" dirty="0">
                <a:latin typeface="Calibri"/>
                <a:ea typeface="Calibri"/>
                <a:cs typeface="Calibri"/>
              </a:rPr>
              <a:t>(Slide 4 of 4)</a:t>
            </a:r>
            <a:endParaRPr lang="en-US" sz="2000" dirty="0"/>
          </a:p>
        </p:txBody>
      </p:sp>
      <p:pic>
        <p:nvPicPr>
          <p:cNvPr id="7" name="Picture Placeholder 6" descr="An advanced recovery options menu.">
            <a:extLst>
              <a:ext uri="{FF2B5EF4-FFF2-40B4-BE49-F238E27FC236}">
                <a16:creationId xmlns:a16="http://schemas.microsoft.com/office/drawing/2014/main" id="{523924A1-BB6D-8E71-5062-F6CC882B5D35}"/>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677437" y="843482"/>
            <a:ext cx="5789123" cy="35820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6089EAFB-B259-D369-4C48-7877F842BE65}"/>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5694B77D-9DEF-7907-144E-B1B2E6FAA3A8}"/>
              </a:ext>
            </a:extLst>
          </p:cNvPr>
          <p:cNvSpPr>
            <a:spLocks noGrp="1"/>
          </p:cNvSpPr>
          <p:nvPr>
            <p:ph type="sldNum" sz="quarter" idx="10"/>
          </p:nvPr>
        </p:nvSpPr>
        <p:spPr/>
        <p:txBody>
          <a:bodyPr/>
          <a:lstStyle/>
          <a:p>
            <a:fld id="{B7CF8A19-3A9E-4ABC-B336-2FDDE321C72D}" type="slidenum">
              <a:rPr lang="en-US" smtClean="0"/>
              <a:pPr/>
              <a:t>54</a:t>
            </a:fld>
            <a:endParaRPr lang="en-US" dirty="0"/>
          </a:p>
        </p:txBody>
      </p:sp>
    </p:spTree>
    <p:custDataLst>
      <p:tags r:id="rId1"/>
    </p:custDataLst>
    <p:extLst>
      <p:ext uri="{BB962C8B-B14F-4D97-AF65-F5344CB8AC3E}">
        <p14:creationId xmlns:p14="http://schemas.microsoft.com/office/powerpoint/2010/main" val="8490062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97731-3525-BE6C-09A8-FC8C85DACAE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6AA944A-7615-DE63-F32E-E78428928B60}"/>
              </a:ext>
            </a:extLst>
          </p:cNvPr>
          <p:cNvSpPr>
            <a:spLocks noGrp="1"/>
          </p:cNvSpPr>
          <p:nvPr>
            <p:ph type="title"/>
          </p:nvPr>
        </p:nvSpPr>
        <p:spPr/>
        <p:txBody>
          <a:bodyPr/>
          <a:lstStyle/>
          <a:p>
            <a:pPr marL="71755"/>
            <a:r>
              <a:rPr lang="en-US" dirty="0">
                <a:latin typeface="Calibri"/>
                <a:ea typeface="Calibri"/>
                <a:cs typeface="Calibri"/>
              </a:rPr>
              <a:t>System Restore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6E031121-DBE5-0CF6-4512-B415D6DE561C}"/>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Configure system protection</a:t>
            </a:r>
          </a:p>
          <a:p>
            <a:pPr lvl="1"/>
            <a:r>
              <a:rPr lang="en-US" dirty="0">
                <a:latin typeface="Calibri"/>
                <a:ea typeface="Calibri"/>
                <a:cs typeface="Calibri"/>
              </a:rPr>
              <a:t>Restore point</a:t>
            </a:r>
          </a:p>
          <a:p>
            <a:pPr lvl="1"/>
            <a:r>
              <a:rPr lang="en-US" dirty="0">
                <a:latin typeface="Calibri"/>
                <a:ea typeface="Calibri"/>
                <a:cs typeface="Calibri"/>
              </a:rPr>
              <a:t>Disk space usage</a:t>
            </a:r>
          </a:p>
          <a:p>
            <a:r>
              <a:rPr lang="en-US" dirty="0">
                <a:latin typeface="Calibri"/>
                <a:ea typeface="Calibri"/>
                <a:cs typeface="Calibri"/>
              </a:rPr>
              <a:t>Using system restore</a:t>
            </a:r>
            <a:endParaRPr lang="en-US" dirty="0">
              <a:ea typeface="Calibri"/>
            </a:endParaRPr>
          </a:p>
        </p:txBody>
      </p:sp>
      <p:sp>
        <p:nvSpPr>
          <p:cNvPr id="4" name="Slide Number Placeholder 3">
            <a:extLst>
              <a:ext uri="{FF2B5EF4-FFF2-40B4-BE49-F238E27FC236}">
                <a16:creationId xmlns:a16="http://schemas.microsoft.com/office/drawing/2014/main" id="{2818267B-4CF9-ED69-2263-99F82F51A2BF}"/>
              </a:ext>
            </a:extLst>
          </p:cNvPr>
          <p:cNvSpPr>
            <a:spLocks noGrp="1"/>
          </p:cNvSpPr>
          <p:nvPr>
            <p:ph type="sldNum" sz="quarter" idx="10"/>
          </p:nvPr>
        </p:nvSpPr>
        <p:spPr/>
        <p:txBody>
          <a:bodyPr/>
          <a:lstStyle/>
          <a:p>
            <a:fld id="{B7CF8A19-3A9E-4ABC-B336-2FDDE321C72D}" type="slidenum">
              <a:rPr lang="en-US" smtClean="0"/>
              <a:pPr/>
              <a:t>55</a:t>
            </a:fld>
            <a:endParaRPr lang="en-US" dirty="0"/>
          </a:p>
        </p:txBody>
      </p:sp>
    </p:spTree>
    <p:custDataLst>
      <p:tags r:id="rId1"/>
    </p:custDataLst>
    <p:extLst>
      <p:ext uri="{BB962C8B-B14F-4D97-AF65-F5344CB8AC3E}">
        <p14:creationId xmlns:p14="http://schemas.microsoft.com/office/powerpoint/2010/main" val="22174992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CB86-7635-E1BA-5F5B-90D9A53F43E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4135E6-5C7F-6B35-989F-575DC73BE619}"/>
              </a:ext>
            </a:extLst>
          </p:cNvPr>
          <p:cNvSpPr>
            <a:spLocks noGrp="1"/>
          </p:cNvSpPr>
          <p:nvPr>
            <p:ph type="title"/>
          </p:nvPr>
        </p:nvSpPr>
        <p:spPr/>
        <p:txBody>
          <a:bodyPr/>
          <a:lstStyle/>
          <a:p>
            <a:pPr marL="71755"/>
            <a:r>
              <a:rPr lang="en-US" dirty="0">
                <a:latin typeface="Calibri"/>
                <a:ea typeface="Calibri"/>
                <a:cs typeface="Calibri"/>
              </a:rPr>
              <a:t>System Restore </a:t>
            </a:r>
            <a:r>
              <a:rPr lang="en-US" sz="2000" dirty="0">
                <a:latin typeface="Calibri"/>
                <a:ea typeface="Calibri"/>
                <a:cs typeface="Calibri"/>
              </a:rPr>
              <a:t>(Slide 2 of 3)</a:t>
            </a:r>
            <a:endParaRPr lang="en-US" dirty="0"/>
          </a:p>
        </p:txBody>
      </p:sp>
      <p:pic>
        <p:nvPicPr>
          <p:cNvPr id="10" name="Picture Placeholder 9" descr="A system protection settings along with a dialogue box for system protection for local disk (C:).">
            <a:extLst>
              <a:ext uri="{FF2B5EF4-FFF2-40B4-BE49-F238E27FC236}">
                <a16:creationId xmlns:a16="http://schemas.microsoft.com/office/drawing/2014/main" id="{92011F79-6A54-4D03-2BB6-B0AFD989C9C4}"/>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893997" y="750708"/>
            <a:ext cx="5356004" cy="3773716"/>
          </a:xfrm>
          <a:prstGeom prst="rect">
            <a:avLst/>
          </a:prstGeom>
        </p:spPr>
      </p:pic>
      <p:sp>
        <p:nvSpPr>
          <p:cNvPr id="6" name="Content Placeholder 5">
            <a:extLst>
              <a:ext uri="{FF2B5EF4-FFF2-40B4-BE49-F238E27FC236}">
                <a16:creationId xmlns:a16="http://schemas.microsoft.com/office/drawing/2014/main" id="{076A1807-A210-17E1-4237-D47F8923BEAD}"/>
              </a:ext>
            </a:extLst>
          </p:cNvPr>
          <p:cNvSpPr>
            <a:spLocks noGrp="1"/>
          </p:cNvSpPr>
          <p:nvPr>
            <p:ph idx="11"/>
          </p:nvPr>
        </p:nvSpPr>
        <p:spPr>
          <a:xfrm>
            <a:off x="146050" y="4580442"/>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0CC01430-877B-DAA5-4EC3-EA01CB58F3C2}"/>
              </a:ext>
            </a:extLst>
          </p:cNvPr>
          <p:cNvSpPr>
            <a:spLocks noGrp="1"/>
          </p:cNvSpPr>
          <p:nvPr>
            <p:ph type="sldNum" sz="quarter" idx="10"/>
          </p:nvPr>
        </p:nvSpPr>
        <p:spPr/>
        <p:txBody>
          <a:bodyPr/>
          <a:lstStyle/>
          <a:p>
            <a:fld id="{B7CF8A19-3A9E-4ABC-B336-2FDDE321C72D}" type="slidenum">
              <a:rPr lang="en-US" smtClean="0"/>
              <a:pPr/>
              <a:t>56</a:t>
            </a:fld>
            <a:endParaRPr lang="en-US" dirty="0"/>
          </a:p>
        </p:txBody>
      </p:sp>
    </p:spTree>
    <p:custDataLst>
      <p:tags r:id="rId1"/>
    </p:custDataLst>
    <p:extLst>
      <p:ext uri="{BB962C8B-B14F-4D97-AF65-F5344CB8AC3E}">
        <p14:creationId xmlns:p14="http://schemas.microsoft.com/office/powerpoint/2010/main" val="5349565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7DD65-A7FB-672D-4AB2-1754200EF8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0522D69-A624-244E-014F-8B19DDDB187C}"/>
              </a:ext>
            </a:extLst>
          </p:cNvPr>
          <p:cNvSpPr>
            <a:spLocks noGrp="1"/>
          </p:cNvSpPr>
          <p:nvPr>
            <p:ph type="title"/>
          </p:nvPr>
        </p:nvSpPr>
        <p:spPr/>
        <p:txBody>
          <a:bodyPr/>
          <a:lstStyle/>
          <a:p>
            <a:pPr marL="71755"/>
            <a:r>
              <a:rPr lang="en-US" dirty="0">
                <a:latin typeface="Calibri"/>
                <a:ea typeface="Calibri"/>
                <a:cs typeface="Calibri"/>
              </a:rPr>
              <a:t>System Restore </a:t>
            </a:r>
            <a:r>
              <a:rPr lang="en-US" sz="2000" dirty="0">
                <a:latin typeface="Calibri"/>
                <a:ea typeface="Calibri"/>
                <a:cs typeface="Calibri"/>
              </a:rPr>
              <a:t>(Slide 3 of 3)</a:t>
            </a:r>
            <a:endParaRPr lang="en-US" dirty="0"/>
          </a:p>
        </p:txBody>
      </p:sp>
      <p:pic>
        <p:nvPicPr>
          <p:cNvPr id="7" name="Picture Placeholder 6" descr="A system Restore window.">
            <a:extLst>
              <a:ext uri="{FF2B5EF4-FFF2-40B4-BE49-F238E27FC236}">
                <a16:creationId xmlns:a16="http://schemas.microsoft.com/office/drawing/2014/main" id="{52CD084C-85D2-057E-F666-A2C136A5CD16}"/>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288688" y="755426"/>
            <a:ext cx="4566621" cy="3703320"/>
          </a:xfrm>
          <a:prstGeom prst="rect">
            <a:avLst/>
          </a:prstGeom>
          <a:noFill/>
          <a:ln>
            <a:noFill/>
          </a:ln>
        </p:spPr>
      </p:pic>
      <p:sp>
        <p:nvSpPr>
          <p:cNvPr id="6" name="Content Placeholder 5">
            <a:extLst>
              <a:ext uri="{FF2B5EF4-FFF2-40B4-BE49-F238E27FC236}">
                <a16:creationId xmlns:a16="http://schemas.microsoft.com/office/drawing/2014/main" id="{85D3B84B-00AC-1A08-D69A-A5DB9ACB5DC9}"/>
              </a:ext>
            </a:extLst>
          </p:cNvPr>
          <p:cNvSpPr>
            <a:spLocks noGrp="1"/>
          </p:cNvSpPr>
          <p:nvPr>
            <p:ph idx="11"/>
          </p:nvPr>
        </p:nvSpPr>
        <p:spPr>
          <a:xfrm>
            <a:off x="146050" y="4527102"/>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329D5F59-807A-ACEB-B8AF-2FEEE70FFDD5}"/>
              </a:ext>
            </a:extLst>
          </p:cNvPr>
          <p:cNvSpPr>
            <a:spLocks noGrp="1"/>
          </p:cNvSpPr>
          <p:nvPr>
            <p:ph type="sldNum" sz="quarter" idx="10"/>
          </p:nvPr>
        </p:nvSpPr>
        <p:spPr/>
        <p:txBody>
          <a:bodyPr/>
          <a:lstStyle/>
          <a:p>
            <a:fld id="{B7CF8A19-3A9E-4ABC-B336-2FDDE321C72D}" type="slidenum">
              <a:rPr lang="en-US" smtClean="0"/>
              <a:pPr/>
              <a:t>57</a:t>
            </a:fld>
            <a:endParaRPr lang="en-US" dirty="0"/>
          </a:p>
        </p:txBody>
      </p:sp>
    </p:spTree>
    <p:custDataLst>
      <p:tags r:id="rId1"/>
    </p:custDataLst>
    <p:extLst>
      <p:ext uri="{BB962C8B-B14F-4D97-AF65-F5344CB8AC3E}">
        <p14:creationId xmlns:p14="http://schemas.microsoft.com/office/powerpoint/2010/main" val="20856617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CA46-7050-350E-CE7B-104B63F15C3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6DEBFCC-E8C4-2A2F-46D3-7F12CB2A29D4}"/>
              </a:ext>
            </a:extLst>
          </p:cNvPr>
          <p:cNvSpPr>
            <a:spLocks noGrp="1"/>
          </p:cNvSpPr>
          <p:nvPr>
            <p:ph type="title"/>
          </p:nvPr>
        </p:nvSpPr>
        <p:spPr/>
        <p:txBody>
          <a:bodyPr/>
          <a:lstStyle/>
          <a:p>
            <a:pPr marL="71755"/>
            <a:r>
              <a:rPr lang="en-US" dirty="0">
                <a:latin typeface="Calibri"/>
                <a:ea typeface="Calibri"/>
                <a:cs typeface="Calibri"/>
              </a:rPr>
              <a:t>Update and Driver Roll Back </a:t>
            </a:r>
            <a:r>
              <a:rPr lang="en-US" sz="2000" dirty="0">
                <a:latin typeface="Calibri"/>
                <a:ea typeface="Calibri"/>
                <a:cs typeface="Calibri"/>
              </a:rPr>
              <a:t>(Slide 1 of 3)</a:t>
            </a:r>
            <a:endParaRPr lang="en-US" dirty="0"/>
          </a:p>
        </p:txBody>
      </p:sp>
      <p:sp>
        <p:nvSpPr>
          <p:cNvPr id="3" name="Content Placeholder 2">
            <a:extLst>
              <a:ext uri="{FF2B5EF4-FFF2-40B4-BE49-F238E27FC236}">
                <a16:creationId xmlns:a16="http://schemas.microsoft.com/office/drawing/2014/main" id="{463FDCAB-BCB9-7078-8D09-63BB76AD607A}"/>
              </a:ext>
            </a:extLst>
          </p:cNvPr>
          <p:cNvSpPr>
            <a:spLocks noGrp="1"/>
          </p:cNvSpPr>
          <p:nvPr>
            <p:ph idx="1"/>
          </p:nvPr>
        </p:nvSpPr>
        <p:spPr>
          <a:xfrm>
            <a:off x="146050" y="746760"/>
            <a:ext cx="8327390" cy="4046220"/>
          </a:xfrm>
        </p:spPr>
        <p:txBody>
          <a:bodyPr vert="horz" lIns="91440" tIns="45720" rIns="91440" bIns="45720" rtlCol="0" anchor="t">
            <a:normAutofit/>
          </a:bodyPr>
          <a:lstStyle/>
          <a:p>
            <a:r>
              <a:rPr lang="en-US" dirty="0">
                <a:latin typeface="Calibri"/>
                <a:ea typeface="Calibri"/>
                <a:cs typeface="Calibri"/>
              </a:rPr>
              <a:t>Programs and Features applet &gt; view installed updates &gt; select update and then uninstall</a:t>
            </a:r>
          </a:p>
          <a:p>
            <a:r>
              <a:rPr lang="en-US" dirty="0">
                <a:latin typeface="Calibri"/>
                <a:ea typeface="Calibri"/>
                <a:cs typeface="Calibri"/>
              </a:rPr>
              <a:t>Device Manager &gt; Properties &gt; Driver &gt; Roll Back Driver</a:t>
            </a:r>
            <a:endParaRPr lang="en-US" dirty="0">
              <a:ea typeface="Calibri"/>
            </a:endParaRPr>
          </a:p>
        </p:txBody>
      </p:sp>
      <p:sp>
        <p:nvSpPr>
          <p:cNvPr id="4" name="Slide Number Placeholder 3">
            <a:extLst>
              <a:ext uri="{FF2B5EF4-FFF2-40B4-BE49-F238E27FC236}">
                <a16:creationId xmlns:a16="http://schemas.microsoft.com/office/drawing/2014/main" id="{CB297A79-0915-D8D9-FD67-231E32D75894}"/>
              </a:ext>
            </a:extLst>
          </p:cNvPr>
          <p:cNvSpPr>
            <a:spLocks noGrp="1"/>
          </p:cNvSpPr>
          <p:nvPr>
            <p:ph type="sldNum" sz="quarter" idx="10"/>
          </p:nvPr>
        </p:nvSpPr>
        <p:spPr/>
        <p:txBody>
          <a:bodyPr/>
          <a:lstStyle/>
          <a:p>
            <a:fld id="{B7CF8A19-3A9E-4ABC-B336-2FDDE321C72D}" type="slidenum">
              <a:rPr lang="en-US" smtClean="0"/>
              <a:pPr/>
              <a:t>58</a:t>
            </a:fld>
            <a:endParaRPr lang="en-US" dirty="0"/>
          </a:p>
        </p:txBody>
      </p:sp>
    </p:spTree>
    <p:custDataLst>
      <p:tags r:id="rId1"/>
    </p:custDataLst>
    <p:extLst>
      <p:ext uri="{BB962C8B-B14F-4D97-AF65-F5344CB8AC3E}">
        <p14:creationId xmlns:p14="http://schemas.microsoft.com/office/powerpoint/2010/main" val="313299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C21A-34B0-6556-A79E-596464B4A29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9995979-B860-6067-A33C-0313D99D6B50}"/>
              </a:ext>
            </a:extLst>
          </p:cNvPr>
          <p:cNvSpPr>
            <a:spLocks noGrp="1"/>
          </p:cNvSpPr>
          <p:nvPr>
            <p:ph type="title"/>
          </p:nvPr>
        </p:nvSpPr>
        <p:spPr/>
        <p:txBody>
          <a:bodyPr/>
          <a:lstStyle/>
          <a:p>
            <a:pPr marL="71755"/>
            <a:r>
              <a:rPr lang="en-US" dirty="0">
                <a:latin typeface="Calibri"/>
                <a:ea typeface="Calibri"/>
                <a:cs typeface="Calibri"/>
              </a:rPr>
              <a:t>Update and Driver Roll Back </a:t>
            </a:r>
            <a:r>
              <a:rPr lang="en-US" sz="2000" dirty="0">
                <a:latin typeface="Calibri"/>
                <a:ea typeface="Calibri"/>
                <a:cs typeface="Calibri"/>
              </a:rPr>
              <a:t>(Slide 2 of 3)</a:t>
            </a:r>
            <a:endParaRPr lang="en-US" dirty="0"/>
          </a:p>
        </p:txBody>
      </p:sp>
      <p:pic>
        <p:nvPicPr>
          <p:cNvPr id="10" name="Picture Placeholder 9" descr="Installed Updates window showing a list of updates with options to uninstall or manage updates.">
            <a:extLst>
              <a:ext uri="{FF2B5EF4-FFF2-40B4-BE49-F238E27FC236}">
                <a16:creationId xmlns:a16="http://schemas.microsoft.com/office/drawing/2014/main" id="{246F3764-69A6-28C2-A830-139ECABF849D}"/>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1670394" y="753932"/>
            <a:ext cx="5803209" cy="3703320"/>
          </a:xfrm>
          <a:prstGeom prst="rect">
            <a:avLst/>
          </a:prstGeom>
          <a:noFill/>
          <a:ln>
            <a:noFill/>
          </a:ln>
        </p:spPr>
      </p:pic>
      <p:sp>
        <p:nvSpPr>
          <p:cNvPr id="6" name="Content Placeholder 5">
            <a:extLst>
              <a:ext uri="{FF2B5EF4-FFF2-40B4-BE49-F238E27FC236}">
                <a16:creationId xmlns:a16="http://schemas.microsoft.com/office/drawing/2014/main" id="{DDCDAACF-B3DA-5678-3F18-D04F417429B9}"/>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0E242928-6FF9-DDCA-3174-68C3C05AFBAE}"/>
              </a:ext>
            </a:extLst>
          </p:cNvPr>
          <p:cNvSpPr>
            <a:spLocks noGrp="1"/>
          </p:cNvSpPr>
          <p:nvPr>
            <p:ph type="sldNum" sz="quarter" idx="10"/>
          </p:nvPr>
        </p:nvSpPr>
        <p:spPr/>
        <p:txBody>
          <a:bodyPr/>
          <a:lstStyle/>
          <a:p>
            <a:fld id="{B7CF8A19-3A9E-4ABC-B336-2FDDE321C72D}" type="slidenum">
              <a:rPr lang="en-US" smtClean="0"/>
              <a:pPr/>
              <a:t>59</a:t>
            </a:fld>
            <a:endParaRPr lang="en-US" dirty="0"/>
          </a:p>
        </p:txBody>
      </p:sp>
    </p:spTree>
    <p:custDataLst>
      <p:tags r:id="rId1"/>
    </p:custDataLst>
    <p:extLst>
      <p:ext uri="{BB962C8B-B14F-4D97-AF65-F5344CB8AC3E}">
        <p14:creationId xmlns:p14="http://schemas.microsoft.com/office/powerpoint/2010/main" val="19403674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7E6F1-17CF-8ADE-B9C9-3B58759D4F6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EF5758B-376C-1253-53C8-D4DE46D31B0E}"/>
              </a:ext>
            </a:extLst>
          </p:cNvPr>
          <p:cNvSpPr>
            <a:spLocks noGrp="1"/>
          </p:cNvSpPr>
          <p:nvPr>
            <p:ph type="title"/>
          </p:nvPr>
        </p:nvSpPr>
        <p:spPr/>
        <p:txBody>
          <a:bodyPr/>
          <a:lstStyle/>
          <a:p>
            <a:pPr marL="71755"/>
            <a:r>
              <a:rPr lang="en-US" dirty="0">
                <a:latin typeface="Calibri"/>
                <a:ea typeface="Calibri"/>
                <a:cs typeface="Calibri"/>
              </a:rPr>
              <a:t>Update and Driver Roll Back </a:t>
            </a:r>
            <a:r>
              <a:rPr lang="en-US" sz="2000" dirty="0">
                <a:latin typeface="Calibri"/>
                <a:ea typeface="Calibri"/>
                <a:cs typeface="Calibri"/>
              </a:rPr>
              <a:t>(Slide 3 of 3)</a:t>
            </a:r>
            <a:endParaRPr lang="en-US" dirty="0"/>
          </a:p>
        </p:txBody>
      </p:sp>
      <p:pic>
        <p:nvPicPr>
          <p:cNvPr id="3" name="Picture Placeholder 2" descr="Device Manager rollback confirmation screen asking why the driver should be rolled back with multiple-choice options.">
            <a:extLst>
              <a:ext uri="{FF2B5EF4-FFF2-40B4-BE49-F238E27FC236}">
                <a16:creationId xmlns:a16="http://schemas.microsoft.com/office/drawing/2014/main" id="{ADE83CF9-7149-675D-424F-C6BE98DB769D}"/>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043771" y="742950"/>
            <a:ext cx="5056456" cy="3703320"/>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B485A63E-3161-233A-ACF6-B694319EF87A}"/>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6173C3C2-93EE-CBFD-4663-C892A0C5D188}"/>
              </a:ext>
            </a:extLst>
          </p:cNvPr>
          <p:cNvSpPr>
            <a:spLocks noGrp="1"/>
          </p:cNvSpPr>
          <p:nvPr>
            <p:ph type="sldNum" sz="quarter" idx="10"/>
          </p:nvPr>
        </p:nvSpPr>
        <p:spPr/>
        <p:txBody>
          <a:bodyPr/>
          <a:lstStyle/>
          <a:p>
            <a:fld id="{B7CF8A19-3A9E-4ABC-B336-2FDDE321C72D}" type="slidenum">
              <a:rPr lang="en-US" smtClean="0"/>
              <a:pPr/>
              <a:t>60</a:t>
            </a:fld>
            <a:endParaRPr lang="en-US" dirty="0"/>
          </a:p>
        </p:txBody>
      </p:sp>
    </p:spTree>
    <p:custDataLst>
      <p:tags r:id="rId1"/>
    </p:custDataLst>
    <p:extLst>
      <p:ext uri="{BB962C8B-B14F-4D97-AF65-F5344CB8AC3E}">
        <p14:creationId xmlns:p14="http://schemas.microsoft.com/office/powerpoint/2010/main" val="10108627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B4BB1-2A5B-21D4-850A-F946C392219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079FFA-2F2C-84F9-5030-B417215B3F81}"/>
              </a:ext>
            </a:extLst>
          </p:cNvPr>
          <p:cNvSpPr>
            <a:spLocks noGrp="1"/>
          </p:cNvSpPr>
          <p:nvPr>
            <p:ph type="title"/>
          </p:nvPr>
        </p:nvSpPr>
        <p:spPr/>
        <p:txBody>
          <a:bodyPr/>
          <a:lstStyle/>
          <a:p>
            <a:pPr marL="71755"/>
            <a:r>
              <a:rPr lang="en-US" dirty="0">
                <a:latin typeface="Calibri"/>
                <a:ea typeface="Calibri"/>
                <a:cs typeface="Calibri"/>
              </a:rPr>
              <a:t>System Repair, Reinstall, and Reimage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A7ACFB0E-956A-2413-E118-AC13FD3B8A14}"/>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Recovery image</a:t>
            </a:r>
            <a:endParaRPr lang="en-US" dirty="0">
              <a:ea typeface="Calibri"/>
            </a:endParaRPr>
          </a:p>
          <a:p>
            <a:pPr lvl="1"/>
            <a:r>
              <a:rPr lang="en-US" dirty="0">
                <a:latin typeface="Calibri"/>
                <a:ea typeface="Calibri"/>
                <a:cs typeface="Calibri"/>
              </a:rPr>
              <a:t>Backup of the system used to restore system config and files</a:t>
            </a:r>
            <a:endParaRPr lang="en-US" dirty="0">
              <a:ea typeface="Calibri"/>
            </a:endParaRPr>
          </a:p>
          <a:p>
            <a:r>
              <a:rPr lang="en-US" dirty="0">
                <a:latin typeface="Calibri"/>
                <a:ea typeface="Calibri"/>
                <a:cs typeface="Calibri"/>
              </a:rPr>
              <a:t>Reinstall Windows</a:t>
            </a:r>
          </a:p>
          <a:p>
            <a:pPr lvl="1"/>
            <a:r>
              <a:rPr lang="en-US" dirty="0">
                <a:latin typeface="Calibri"/>
                <a:ea typeface="Calibri"/>
                <a:cs typeface="Calibri"/>
              </a:rPr>
              <a:t>Reset this PC option in WinRE</a:t>
            </a:r>
          </a:p>
          <a:p>
            <a:pPr lvl="1"/>
            <a:r>
              <a:rPr lang="en-US" dirty="0">
                <a:latin typeface="Calibri"/>
                <a:ea typeface="Calibri"/>
                <a:cs typeface="Calibri"/>
              </a:rPr>
              <a:t>Keep data files or remove everything</a:t>
            </a:r>
            <a:endParaRPr lang="en-US" dirty="0">
              <a:ea typeface="Calibri"/>
            </a:endParaRPr>
          </a:p>
        </p:txBody>
      </p:sp>
      <p:sp>
        <p:nvSpPr>
          <p:cNvPr id="4" name="Slide Number Placeholder 3">
            <a:extLst>
              <a:ext uri="{FF2B5EF4-FFF2-40B4-BE49-F238E27FC236}">
                <a16:creationId xmlns:a16="http://schemas.microsoft.com/office/drawing/2014/main" id="{7FF1B999-C02C-F5A6-EA21-079A2746E274}"/>
              </a:ext>
            </a:extLst>
          </p:cNvPr>
          <p:cNvSpPr>
            <a:spLocks noGrp="1"/>
          </p:cNvSpPr>
          <p:nvPr>
            <p:ph type="sldNum" sz="quarter" idx="10"/>
          </p:nvPr>
        </p:nvSpPr>
        <p:spPr/>
        <p:txBody>
          <a:bodyPr/>
          <a:lstStyle/>
          <a:p>
            <a:fld id="{B7CF8A19-3A9E-4ABC-B336-2FDDE321C72D}" type="slidenum">
              <a:rPr lang="en-US" smtClean="0"/>
              <a:pPr/>
              <a:t>61</a:t>
            </a:fld>
            <a:endParaRPr lang="en-US" dirty="0"/>
          </a:p>
        </p:txBody>
      </p:sp>
    </p:spTree>
    <p:custDataLst>
      <p:tags r:id="rId1"/>
    </p:custDataLst>
    <p:extLst>
      <p:ext uri="{BB962C8B-B14F-4D97-AF65-F5344CB8AC3E}">
        <p14:creationId xmlns:p14="http://schemas.microsoft.com/office/powerpoint/2010/main" val="30159698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CB907-32AC-DD8E-6F06-5BCE182162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D24A365-4283-5A3E-005A-CE4F6F6DE090}"/>
              </a:ext>
            </a:extLst>
          </p:cNvPr>
          <p:cNvSpPr>
            <a:spLocks noGrp="1"/>
          </p:cNvSpPr>
          <p:nvPr>
            <p:ph type="title"/>
          </p:nvPr>
        </p:nvSpPr>
        <p:spPr/>
        <p:txBody>
          <a:bodyPr/>
          <a:lstStyle/>
          <a:p>
            <a:pPr marL="71755"/>
            <a:r>
              <a:rPr lang="en-US" dirty="0">
                <a:latin typeface="Calibri"/>
                <a:ea typeface="Calibri"/>
                <a:cs typeface="Calibri"/>
              </a:rPr>
              <a:t>System Repair, Reinstall, and Reimage </a:t>
            </a:r>
            <a:r>
              <a:rPr lang="en-US" sz="2000" dirty="0">
                <a:latin typeface="Calibri"/>
                <a:ea typeface="Calibri"/>
                <a:cs typeface="Calibri"/>
              </a:rPr>
              <a:t>(Slide 2 of 2)</a:t>
            </a:r>
            <a:endParaRPr lang="en-US" dirty="0"/>
          </a:p>
        </p:txBody>
      </p:sp>
      <p:pic>
        <p:nvPicPr>
          <p:cNvPr id="10" name="Picture Placeholder 9" descr="Reset this PC options.">
            <a:extLst>
              <a:ext uri="{FF2B5EF4-FFF2-40B4-BE49-F238E27FC236}">
                <a16:creationId xmlns:a16="http://schemas.microsoft.com/office/drawing/2014/main" id="{3BE3861E-9FAC-BE3D-1BE7-65A495924AC9}"/>
              </a:ext>
            </a:extLst>
          </p:cNvPr>
          <p:cNvPicPr>
            <a:picLocks noGrp="1" noChangeAspect="1"/>
          </p:cNvPicPr>
          <p:nvPr>
            <p:ph type="pic" sz="quarter" idx="12"/>
          </p:nvPr>
        </p:nvPicPr>
        <p:blipFill>
          <a:blip r:embed="rId4"/>
          <a:stretch>
            <a:fillRect/>
          </a:stretch>
        </p:blipFill>
        <p:spPr>
          <a:xfrm>
            <a:off x="732824" y="1089529"/>
            <a:ext cx="7697399" cy="3309881"/>
          </a:xfrm>
          <a:prstGeom prst="rect">
            <a:avLst/>
          </a:prstGeom>
          <a:ln>
            <a:solidFill>
              <a:schemeClr val="bg1">
                <a:lumMod val="85000"/>
              </a:schemeClr>
            </a:solidFill>
          </a:ln>
        </p:spPr>
      </p:pic>
      <p:sp>
        <p:nvSpPr>
          <p:cNvPr id="6" name="Content Placeholder 5">
            <a:extLst>
              <a:ext uri="{FF2B5EF4-FFF2-40B4-BE49-F238E27FC236}">
                <a16:creationId xmlns:a16="http://schemas.microsoft.com/office/drawing/2014/main" id="{7C2FF718-987C-52F4-C039-3D5A9609F905}"/>
              </a:ext>
            </a:extLst>
          </p:cNvPr>
          <p:cNvSpPr>
            <a:spLocks noGrp="1"/>
          </p:cNvSpPr>
          <p:nvPr>
            <p:ph idx="11"/>
          </p:nvPr>
        </p:nvSpPr>
        <p:spPr>
          <a:xfrm>
            <a:off x="146050" y="4464872"/>
            <a:ext cx="8870950" cy="274768"/>
          </a:xfrm>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4ACD4BD4-FAD4-D76E-A9D2-498759417862}"/>
              </a:ext>
            </a:extLst>
          </p:cNvPr>
          <p:cNvSpPr>
            <a:spLocks noGrp="1"/>
          </p:cNvSpPr>
          <p:nvPr>
            <p:ph type="sldNum" sz="quarter" idx="10"/>
          </p:nvPr>
        </p:nvSpPr>
        <p:spPr/>
        <p:txBody>
          <a:bodyPr/>
          <a:lstStyle/>
          <a:p>
            <a:fld id="{B7CF8A19-3A9E-4ABC-B336-2FDDE321C72D}" type="slidenum">
              <a:rPr lang="en-US" smtClean="0"/>
              <a:pPr/>
              <a:t>62</a:t>
            </a:fld>
            <a:endParaRPr lang="en-US" dirty="0"/>
          </a:p>
        </p:txBody>
      </p:sp>
    </p:spTree>
    <p:custDataLst>
      <p:tags r:id="rId1"/>
    </p:custDataLst>
    <p:extLst>
      <p:ext uri="{BB962C8B-B14F-4D97-AF65-F5344CB8AC3E}">
        <p14:creationId xmlns:p14="http://schemas.microsoft.com/office/powerpoint/2010/main" val="2288633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D198-859D-42CF-F1B8-012B3109EBE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D4FB277-AD9D-5960-4FB9-DA7432C2838E}"/>
              </a:ext>
            </a:extLst>
          </p:cNvPr>
          <p:cNvSpPr>
            <a:spLocks noGrp="1"/>
          </p:cNvSpPr>
          <p:nvPr>
            <p:ph type="title"/>
          </p:nvPr>
        </p:nvSpPr>
        <p:spPr/>
        <p:txBody>
          <a:bodyPr/>
          <a:lstStyle/>
          <a:p>
            <a:r>
              <a:rPr lang="en-US" dirty="0"/>
              <a:t>Troubleshoot Boot Issues</a:t>
            </a:r>
          </a:p>
        </p:txBody>
      </p:sp>
      <p:sp>
        <p:nvSpPr>
          <p:cNvPr id="3" name="Content Placeholder 2">
            <a:extLst>
              <a:ext uri="{FF2B5EF4-FFF2-40B4-BE49-F238E27FC236}">
                <a16:creationId xmlns:a16="http://schemas.microsoft.com/office/drawing/2014/main" id="{8749586B-FA15-C191-5092-62265471F09A}"/>
              </a:ext>
            </a:extLst>
          </p:cNvPr>
          <p:cNvSpPr>
            <a:spLocks noGrp="1"/>
          </p:cNvSpPr>
          <p:nvPr>
            <p:ph idx="1"/>
          </p:nvPr>
        </p:nvSpPr>
        <p:spPr>
          <a:xfrm>
            <a:off x="146050" y="746760"/>
            <a:ext cx="8174990" cy="4046220"/>
          </a:xfrm>
        </p:spPr>
        <p:txBody>
          <a:bodyPr vert="horz" lIns="91440" tIns="45720" rIns="91440" bIns="45720" rtlCol="0" anchor="t">
            <a:normAutofit/>
          </a:bodyPr>
          <a:lstStyle/>
          <a:p>
            <a:r>
              <a:rPr lang="en-US" dirty="0">
                <a:latin typeface="Calibri"/>
                <a:ea typeface="Calibri"/>
                <a:cs typeface="Calibri"/>
              </a:rPr>
              <a:t>Failure to boot</a:t>
            </a:r>
            <a:endParaRPr lang="en-US" dirty="0">
              <a:ea typeface="Calibri"/>
            </a:endParaRPr>
          </a:p>
          <a:p>
            <a:pPr lvl="1"/>
            <a:r>
              <a:rPr lang="en-US" dirty="0">
                <a:latin typeface="Calibri"/>
                <a:ea typeface="Calibri"/>
                <a:cs typeface="Calibri"/>
              </a:rPr>
              <a:t>Verify no floppy disk is installed or USB is plugged in still and set to boot</a:t>
            </a:r>
            <a:endParaRPr lang="en-US" dirty="0">
              <a:ea typeface="Calibri"/>
            </a:endParaRPr>
          </a:p>
          <a:p>
            <a:r>
              <a:rPr lang="en-US" dirty="0">
                <a:latin typeface="Calibri"/>
                <a:ea typeface="Calibri"/>
                <a:cs typeface="Calibri"/>
              </a:rPr>
              <a:t>No OS Found</a:t>
            </a:r>
          </a:p>
          <a:p>
            <a:pPr lvl="1"/>
            <a:r>
              <a:rPr lang="en-US" dirty="0">
                <a:latin typeface="Calibri"/>
                <a:ea typeface="Calibri"/>
                <a:cs typeface="Calibri"/>
              </a:rPr>
              <a:t>Use chkdsk and bootrec commands from the command prompt</a:t>
            </a:r>
          </a:p>
          <a:p>
            <a:pPr lvl="1"/>
            <a:r>
              <a:rPr lang="en-US" dirty="0">
                <a:latin typeface="Calibri"/>
                <a:ea typeface="Calibri"/>
                <a:cs typeface="Calibri"/>
              </a:rPr>
              <a:t>diskpart could also be used to verify system partition is set to active</a:t>
            </a:r>
          </a:p>
          <a:p>
            <a:r>
              <a:rPr lang="en-US" dirty="0">
                <a:latin typeface="Calibri"/>
                <a:ea typeface="Calibri"/>
                <a:cs typeface="Calibri"/>
              </a:rPr>
              <a:t>GUI Fails to Load</a:t>
            </a:r>
          </a:p>
          <a:p>
            <a:pPr lvl="1"/>
            <a:r>
              <a:rPr lang="en-US" dirty="0">
                <a:latin typeface="Calibri"/>
                <a:ea typeface="Calibri"/>
                <a:cs typeface="Calibri"/>
              </a:rPr>
              <a:t>Verify monitor turned on and connected to correct video port</a:t>
            </a:r>
          </a:p>
          <a:p>
            <a:pPr lvl="1"/>
            <a:r>
              <a:rPr lang="en-US" dirty="0">
                <a:latin typeface="Calibri"/>
                <a:ea typeface="Calibri"/>
                <a:cs typeface="Calibri"/>
              </a:rPr>
              <a:t>Verify input selection</a:t>
            </a:r>
          </a:p>
          <a:p>
            <a:pPr lvl="1"/>
            <a:r>
              <a:rPr lang="en-US" dirty="0">
                <a:latin typeface="Calibri"/>
                <a:ea typeface="Calibri"/>
                <a:cs typeface="Calibri"/>
              </a:rPr>
              <a:t>Boot to Safe Mode</a:t>
            </a:r>
            <a:endParaRPr lang="en-US" dirty="0">
              <a:ea typeface="Calibri"/>
            </a:endParaRPr>
          </a:p>
        </p:txBody>
      </p:sp>
      <p:sp>
        <p:nvSpPr>
          <p:cNvPr id="4" name="Slide Number Placeholder 3">
            <a:extLst>
              <a:ext uri="{FF2B5EF4-FFF2-40B4-BE49-F238E27FC236}">
                <a16:creationId xmlns:a16="http://schemas.microsoft.com/office/drawing/2014/main" id="{9829BA93-EB8A-1F4E-A644-C30B7B1C81E7}"/>
              </a:ext>
            </a:extLst>
          </p:cNvPr>
          <p:cNvSpPr>
            <a:spLocks noGrp="1"/>
          </p:cNvSpPr>
          <p:nvPr>
            <p:ph type="sldNum" sz="quarter" idx="10"/>
          </p:nvPr>
        </p:nvSpPr>
        <p:spPr/>
        <p:txBody>
          <a:bodyPr/>
          <a:lstStyle/>
          <a:p>
            <a:fld id="{B7CF8A19-3A9E-4ABC-B336-2FDDE321C72D}" type="slidenum">
              <a:rPr lang="en-US" smtClean="0"/>
              <a:pPr/>
              <a:t>63</a:t>
            </a:fld>
            <a:endParaRPr lang="en-US" dirty="0"/>
          </a:p>
        </p:txBody>
      </p:sp>
    </p:spTree>
    <p:custDataLst>
      <p:tags r:id="rId1"/>
    </p:custDataLst>
    <p:extLst>
      <p:ext uri="{BB962C8B-B14F-4D97-AF65-F5344CB8AC3E}">
        <p14:creationId xmlns:p14="http://schemas.microsoft.com/office/powerpoint/2010/main" val="31567430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BAE6A-144E-D4BF-5102-0A252DD070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31800AF-D254-980C-EDCF-72129387C1C6}"/>
              </a:ext>
            </a:extLst>
          </p:cNvPr>
          <p:cNvSpPr>
            <a:spLocks noGrp="1"/>
          </p:cNvSpPr>
          <p:nvPr>
            <p:ph type="title"/>
          </p:nvPr>
        </p:nvSpPr>
        <p:spPr/>
        <p:txBody>
          <a:bodyPr/>
          <a:lstStyle/>
          <a:p>
            <a:r>
              <a:rPr lang="en-US" dirty="0"/>
              <a:t>Troubleshoot Profile Issues</a:t>
            </a:r>
          </a:p>
        </p:txBody>
      </p:sp>
      <p:sp>
        <p:nvSpPr>
          <p:cNvPr id="3" name="Content Placeholder 2">
            <a:extLst>
              <a:ext uri="{FF2B5EF4-FFF2-40B4-BE49-F238E27FC236}">
                <a16:creationId xmlns:a16="http://schemas.microsoft.com/office/drawing/2014/main" id="{BD6F25E3-DDFD-B13D-4043-B137D1D48693}"/>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Display highly detailed status messages</a:t>
            </a:r>
          </a:p>
          <a:p>
            <a:r>
              <a:rPr lang="en-US" dirty="0">
                <a:latin typeface="Calibri"/>
                <a:ea typeface="Calibri"/>
                <a:cs typeface="Calibri"/>
              </a:rPr>
              <a:t>Verify drivers and services set to load immediately after startup</a:t>
            </a:r>
          </a:p>
          <a:p>
            <a:r>
              <a:rPr lang="en-US" dirty="0">
                <a:latin typeface="Calibri"/>
                <a:ea typeface="Calibri"/>
                <a:cs typeface="Calibri"/>
              </a:rPr>
              <a:t>Rebuild the local profile, if necessary</a:t>
            </a:r>
            <a:endParaRPr lang="en-US" dirty="0">
              <a:ea typeface="Calibri"/>
            </a:endParaRPr>
          </a:p>
        </p:txBody>
      </p:sp>
      <p:sp>
        <p:nvSpPr>
          <p:cNvPr id="4" name="Slide Number Placeholder 3">
            <a:extLst>
              <a:ext uri="{FF2B5EF4-FFF2-40B4-BE49-F238E27FC236}">
                <a16:creationId xmlns:a16="http://schemas.microsoft.com/office/drawing/2014/main" id="{316EB077-EBB3-3535-D6FF-636E55F0DEB2}"/>
              </a:ext>
            </a:extLst>
          </p:cNvPr>
          <p:cNvSpPr>
            <a:spLocks noGrp="1"/>
          </p:cNvSpPr>
          <p:nvPr>
            <p:ph type="sldNum" sz="quarter" idx="10"/>
          </p:nvPr>
        </p:nvSpPr>
        <p:spPr/>
        <p:txBody>
          <a:bodyPr/>
          <a:lstStyle/>
          <a:p>
            <a:fld id="{B7CF8A19-3A9E-4ABC-B336-2FDDE321C72D}" type="slidenum">
              <a:rPr lang="en-US" smtClean="0"/>
              <a:pPr/>
              <a:t>64</a:t>
            </a:fld>
            <a:endParaRPr lang="en-US" dirty="0"/>
          </a:p>
        </p:txBody>
      </p:sp>
    </p:spTree>
    <p:custDataLst>
      <p:tags r:id="rId1"/>
    </p:custDataLst>
    <p:extLst>
      <p:ext uri="{BB962C8B-B14F-4D97-AF65-F5344CB8AC3E}">
        <p14:creationId xmlns:p14="http://schemas.microsoft.com/office/powerpoint/2010/main" val="32918123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55D0A-007F-A8EE-67AB-001B6E983B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1C33971-1B17-8887-4B7D-650853DB613A}"/>
              </a:ext>
            </a:extLst>
          </p:cNvPr>
          <p:cNvSpPr>
            <a:spLocks noGrp="1"/>
          </p:cNvSpPr>
          <p:nvPr>
            <p:ph type="title"/>
          </p:nvPr>
        </p:nvSpPr>
        <p:spPr/>
        <p:txBody>
          <a:bodyPr/>
          <a:lstStyle/>
          <a:p>
            <a:r>
              <a:rPr lang="en-US" dirty="0"/>
              <a:t>Troubleshoot Performance Issues</a:t>
            </a:r>
          </a:p>
        </p:txBody>
      </p:sp>
      <p:sp>
        <p:nvSpPr>
          <p:cNvPr id="3" name="Content Placeholder 2">
            <a:extLst>
              <a:ext uri="{FF2B5EF4-FFF2-40B4-BE49-F238E27FC236}">
                <a16:creationId xmlns:a16="http://schemas.microsoft.com/office/drawing/2014/main" id="{1D511EC6-AEEA-4F8A-9F44-47AD88EBD62E}"/>
              </a:ext>
            </a:extLst>
          </p:cNvPr>
          <p:cNvSpPr>
            <a:spLocks noGrp="1"/>
          </p:cNvSpPr>
          <p:nvPr>
            <p:ph idx="1"/>
          </p:nvPr>
        </p:nvSpPr>
        <p:spPr>
          <a:xfrm>
            <a:off x="146050" y="746760"/>
            <a:ext cx="8121650" cy="4046220"/>
          </a:xfrm>
        </p:spPr>
        <p:txBody>
          <a:bodyPr vert="horz" lIns="91440" tIns="45720" rIns="91440" bIns="45720" rtlCol="0" anchor="t">
            <a:normAutofit/>
          </a:bodyPr>
          <a:lstStyle/>
          <a:p>
            <a:r>
              <a:rPr lang="en-US" dirty="0">
                <a:latin typeface="Calibri"/>
                <a:ea typeface="Calibri"/>
                <a:cs typeface="Calibri"/>
              </a:rPr>
              <a:t>Degraded Performance</a:t>
            </a:r>
          </a:p>
          <a:p>
            <a:pPr lvl="1"/>
            <a:r>
              <a:rPr lang="en-US" dirty="0">
                <a:latin typeface="Calibri"/>
                <a:ea typeface="Calibri"/>
                <a:cs typeface="Calibri"/>
              </a:rPr>
              <a:t>Task Manager, PerfMon, and ResMon can be used to verify utilization</a:t>
            </a:r>
            <a:endParaRPr lang="en-US" dirty="0">
              <a:ea typeface="Calibri"/>
            </a:endParaRPr>
          </a:p>
          <a:p>
            <a:pPr lvl="1"/>
            <a:r>
              <a:rPr lang="en-US" dirty="0">
                <a:latin typeface="Calibri"/>
                <a:ea typeface="Calibri"/>
                <a:cs typeface="Calibri"/>
              </a:rPr>
              <a:t>Reboot the system</a:t>
            </a:r>
          </a:p>
          <a:p>
            <a:pPr lvl="1"/>
            <a:r>
              <a:rPr lang="en-US" dirty="0">
                <a:latin typeface="Calibri"/>
                <a:ea typeface="Calibri"/>
                <a:cs typeface="Calibri"/>
              </a:rPr>
              <a:t>Update OS, applications, and drivers as they may improve performance by fixing known issues</a:t>
            </a:r>
          </a:p>
          <a:p>
            <a:pPr lvl="1"/>
            <a:r>
              <a:rPr lang="en-US" dirty="0">
                <a:latin typeface="Calibri"/>
                <a:ea typeface="Calibri"/>
                <a:cs typeface="Calibri"/>
              </a:rPr>
              <a:t>Scan for malware and verify antivirus/antimalware updates</a:t>
            </a:r>
          </a:p>
          <a:p>
            <a:pPr lvl="1"/>
            <a:r>
              <a:rPr lang="en-US" dirty="0">
                <a:latin typeface="Calibri"/>
                <a:ea typeface="Calibri"/>
                <a:cs typeface="Calibri"/>
              </a:rPr>
              <a:t>Power management issues</a:t>
            </a:r>
            <a:endParaRPr lang="en-US" dirty="0">
              <a:ea typeface="Calibri"/>
            </a:endParaRPr>
          </a:p>
        </p:txBody>
      </p:sp>
      <p:sp>
        <p:nvSpPr>
          <p:cNvPr id="4" name="Slide Number Placeholder 3">
            <a:extLst>
              <a:ext uri="{FF2B5EF4-FFF2-40B4-BE49-F238E27FC236}">
                <a16:creationId xmlns:a16="http://schemas.microsoft.com/office/drawing/2014/main" id="{F9CBB563-70F6-12BD-33F3-DD984C904EAC}"/>
              </a:ext>
            </a:extLst>
          </p:cNvPr>
          <p:cNvSpPr>
            <a:spLocks noGrp="1"/>
          </p:cNvSpPr>
          <p:nvPr>
            <p:ph type="sldNum" sz="quarter" idx="10"/>
          </p:nvPr>
        </p:nvSpPr>
        <p:spPr/>
        <p:txBody>
          <a:bodyPr/>
          <a:lstStyle/>
          <a:p>
            <a:fld id="{B7CF8A19-3A9E-4ABC-B336-2FDDE321C72D}" type="slidenum">
              <a:rPr lang="en-US" smtClean="0"/>
              <a:pPr/>
              <a:t>65</a:t>
            </a:fld>
            <a:endParaRPr lang="en-US" dirty="0"/>
          </a:p>
        </p:txBody>
      </p:sp>
    </p:spTree>
    <p:custDataLst>
      <p:tags r:id="rId1"/>
    </p:custDataLst>
    <p:extLst>
      <p:ext uri="{BB962C8B-B14F-4D97-AF65-F5344CB8AC3E}">
        <p14:creationId xmlns:p14="http://schemas.microsoft.com/office/powerpoint/2010/main" val="33900079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8EE7-3E46-E9F3-C4F3-9DD403A933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33564B-B94E-A677-43EF-2DA7B803D38A}"/>
              </a:ext>
            </a:extLst>
          </p:cNvPr>
          <p:cNvSpPr>
            <a:spLocks noGrp="1"/>
          </p:cNvSpPr>
          <p:nvPr>
            <p:ph type="title"/>
          </p:nvPr>
        </p:nvSpPr>
        <p:spPr/>
        <p:txBody>
          <a:bodyPr/>
          <a:lstStyle/>
          <a:p>
            <a:pPr marL="71755"/>
            <a:r>
              <a:rPr lang="en-US" dirty="0">
                <a:latin typeface="Calibri"/>
                <a:ea typeface="Calibri"/>
                <a:cs typeface="Calibri"/>
              </a:rPr>
              <a:t>Troubleshoot System Fault Issues </a:t>
            </a:r>
            <a:r>
              <a:rPr lang="en-US" sz="2000" dirty="0">
                <a:latin typeface="Calibri"/>
                <a:ea typeface="Calibri"/>
                <a:cs typeface="Calibri"/>
              </a:rPr>
              <a:t>(Slide 1 of 2)</a:t>
            </a:r>
            <a:endParaRPr lang="en-US" dirty="0"/>
          </a:p>
        </p:txBody>
      </p:sp>
      <p:sp>
        <p:nvSpPr>
          <p:cNvPr id="3" name="Content Placeholder 2">
            <a:extLst>
              <a:ext uri="{FF2B5EF4-FFF2-40B4-BE49-F238E27FC236}">
                <a16:creationId xmlns:a16="http://schemas.microsoft.com/office/drawing/2014/main" id="{9D612B06-F8F4-766C-9BD5-9718857F8FC1}"/>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Blue Screen of Death (BSOD)</a:t>
            </a:r>
            <a:endParaRPr lang="en-US" dirty="0">
              <a:ea typeface="Calibri" panose="020F0502020204030204" pitchFamily="34" charset="0"/>
            </a:endParaRPr>
          </a:p>
          <a:p>
            <a:pPr lvl="1"/>
            <a:r>
              <a:rPr lang="en-US" dirty="0">
                <a:latin typeface="Calibri"/>
                <a:ea typeface="Calibri"/>
                <a:cs typeface="Calibri"/>
              </a:rPr>
              <a:t>Research indicated problem from details on screen or using QR code</a:t>
            </a:r>
          </a:p>
          <a:p>
            <a:r>
              <a:rPr lang="en-US" dirty="0">
                <a:latin typeface="Calibri"/>
                <a:ea typeface="Calibri"/>
                <a:cs typeface="Calibri"/>
              </a:rPr>
              <a:t>System instability</a:t>
            </a:r>
            <a:endParaRPr lang="en-US" dirty="0">
              <a:ea typeface="Calibri"/>
            </a:endParaRPr>
          </a:p>
          <a:p>
            <a:r>
              <a:rPr lang="en-US" dirty="0">
                <a:latin typeface="Calibri"/>
                <a:ea typeface="Calibri"/>
                <a:cs typeface="Calibri"/>
              </a:rPr>
              <a:t>Frequent unplanned shutdowns</a:t>
            </a:r>
            <a:endParaRPr lang="en-US" dirty="0">
              <a:ea typeface="Calibri"/>
            </a:endParaRPr>
          </a:p>
          <a:p>
            <a:pPr lvl="1"/>
            <a:r>
              <a:rPr lang="en-US" dirty="0">
                <a:latin typeface="Calibri"/>
                <a:ea typeface="Calibri"/>
                <a:cs typeface="Calibri"/>
              </a:rPr>
              <a:t>Overheating or corruption of system files</a:t>
            </a:r>
          </a:p>
          <a:p>
            <a:r>
              <a:rPr lang="en-US" dirty="0">
                <a:latin typeface="Calibri"/>
                <a:ea typeface="Calibri"/>
                <a:cs typeface="Calibri"/>
              </a:rPr>
              <a:t>USB Issues</a:t>
            </a:r>
            <a:endParaRPr lang="en-US" dirty="0">
              <a:ea typeface="Calibri"/>
            </a:endParaRPr>
          </a:p>
          <a:p>
            <a:pPr lvl="1"/>
            <a:r>
              <a:rPr lang="en-US" dirty="0">
                <a:latin typeface="Calibri"/>
                <a:ea typeface="Calibri"/>
                <a:cs typeface="Calibri"/>
              </a:rPr>
              <a:t>Controller resource issues</a:t>
            </a:r>
            <a:endParaRPr lang="en-US" dirty="0">
              <a:ea typeface="Calibri"/>
            </a:endParaRPr>
          </a:p>
        </p:txBody>
      </p:sp>
      <p:sp>
        <p:nvSpPr>
          <p:cNvPr id="4" name="Slide Number Placeholder 3">
            <a:extLst>
              <a:ext uri="{FF2B5EF4-FFF2-40B4-BE49-F238E27FC236}">
                <a16:creationId xmlns:a16="http://schemas.microsoft.com/office/drawing/2014/main" id="{11843124-4CBB-9926-66A0-8EF65402FDEE}"/>
              </a:ext>
            </a:extLst>
          </p:cNvPr>
          <p:cNvSpPr>
            <a:spLocks noGrp="1"/>
          </p:cNvSpPr>
          <p:nvPr>
            <p:ph type="sldNum" sz="quarter" idx="10"/>
          </p:nvPr>
        </p:nvSpPr>
        <p:spPr/>
        <p:txBody>
          <a:bodyPr/>
          <a:lstStyle/>
          <a:p>
            <a:fld id="{B7CF8A19-3A9E-4ABC-B336-2FDDE321C72D}" type="slidenum">
              <a:rPr lang="en-US" smtClean="0"/>
              <a:pPr/>
              <a:t>66</a:t>
            </a:fld>
            <a:endParaRPr lang="en-US" dirty="0"/>
          </a:p>
        </p:txBody>
      </p:sp>
    </p:spTree>
    <p:custDataLst>
      <p:tags r:id="rId1"/>
    </p:custDataLst>
    <p:extLst>
      <p:ext uri="{BB962C8B-B14F-4D97-AF65-F5344CB8AC3E}">
        <p14:creationId xmlns:p14="http://schemas.microsoft.com/office/powerpoint/2010/main" val="1829967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A140-4EE4-56CB-A211-FB7AEEF1E2A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B53F9EE-82E0-961E-D3C9-A926872FFB4C}"/>
              </a:ext>
            </a:extLst>
          </p:cNvPr>
          <p:cNvSpPr>
            <a:spLocks noGrp="1"/>
          </p:cNvSpPr>
          <p:nvPr>
            <p:ph type="title"/>
          </p:nvPr>
        </p:nvSpPr>
        <p:spPr/>
        <p:txBody>
          <a:bodyPr/>
          <a:lstStyle/>
          <a:p>
            <a:pPr marL="71755"/>
            <a:r>
              <a:rPr lang="en-US" dirty="0">
                <a:latin typeface="Calibri"/>
                <a:ea typeface="Calibri"/>
                <a:cs typeface="Calibri"/>
              </a:rPr>
              <a:t>Troubleshoot System Fault Issues </a:t>
            </a:r>
            <a:r>
              <a:rPr lang="en-US" sz="2000" dirty="0">
                <a:latin typeface="Calibri"/>
                <a:ea typeface="Calibri"/>
                <a:cs typeface="Calibri"/>
              </a:rPr>
              <a:t>(Slide 2 of 2)</a:t>
            </a:r>
            <a:endParaRPr lang="en-US" dirty="0"/>
          </a:p>
        </p:txBody>
      </p:sp>
      <p:pic>
        <p:nvPicPr>
          <p:cNvPr id="10" name="Picture Placeholder 9" descr="A screen reads, your PC ran into problem and needs to restart. We'll restart for you. A Q R code is below.">
            <a:extLst>
              <a:ext uri="{FF2B5EF4-FFF2-40B4-BE49-F238E27FC236}">
                <a16:creationId xmlns:a16="http://schemas.microsoft.com/office/drawing/2014/main" id="{AB091515-E3A5-F258-3824-F9B523D96CB3}"/>
              </a:ext>
            </a:extLst>
          </p:cNvPr>
          <p:cNvPicPr>
            <a:picLocks noGrp="1" noChangeAspect="1"/>
          </p:cNvPicPr>
          <p:nvPr>
            <p:ph type="pic" sz="quarter" idx="12"/>
          </p:nvPr>
        </p:nvPicPr>
        <p:blipFill>
          <a:blip r:embed="rId4" cstate="email">
            <a:extLst>
              <a:ext uri="{28A0092B-C50C-407E-A947-70E740481C1C}">
                <a14:useLocalDpi xmlns:a14="http://schemas.microsoft.com/office/drawing/2010/main"/>
              </a:ext>
            </a:extLst>
          </a:blip>
          <a:stretch>
            <a:fillRect/>
          </a:stretch>
        </p:blipFill>
        <p:spPr>
          <a:xfrm>
            <a:off x="2112644" y="745042"/>
            <a:ext cx="4937760" cy="3703320"/>
          </a:xfrm>
          <a:prstGeom prst="rect">
            <a:avLst/>
          </a:prstGeom>
        </p:spPr>
      </p:pic>
      <p:sp>
        <p:nvSpPr>
          <p:cNvPr id="6" name="Content Placeholder 5">
            <a:extLst>
              <a:ext uri="{FF2B5EF4-FFF2-40B4-BE49-F238E27FC236}">
                <a16:creationId xmlns:a16="http://schemas.microsoft.com/office/drawing/2014/main" id="{B928F9EA-356A-A8AF-7DD7-FC99CF2BF41C}"/>
              </a:ext>
            </a:extLst>
          </p:cNvPr>
          <p:cNvSpPr>
            <a:spLocks noGrp="1"/>
          </p:cNvSpPr>
          <p:nvPr>
            <p:ph idx="11"/>
          </p:nvPr>
        </p:nvSpPr>
        <p:spPr/>
        <p:txBody>
          <a:bodyPr/>
          <a:lstStyle/>
          <a:p>
            <a:r>
              <a:rPr lang="en-US" dirty="0"/>
              <a:t>Screenshot courtesy of Microsoft.</a:t>
            </a:r>
          </a:p>
        </p:txBody>
      </p:sp>
      <p:sp>
        <p:nvSpPr>
          <p:cNvPr id="4" name="Slide Number Placeholder 3">
            <a:extLst>
              <a:ext uri="{FF2B5EF4-FFF2-40B4-BE49-F238E27FC236}">
                <a16:creationId xmlns:a16="http://schemas.microsoft.com/office/drawing/2014/main" id="{F6EA46F8-8129-476B-F46B-A82380F8BD00}"/>
              </a:ext>
            </a:extLst>
          </p:cNvPr>
          <p:cNvSpPr>
            <a:spLocks noGrp="1"/>
          </p:cNvSpPr>
          <p:nvPr>
            <p:ph type="sldNum" sz="quarter" idx="10"/>
          </p:nvPr>
        </p:nvSpPr>
        <p:spPr/>
        <p:txBody>
          <a:bodyPr/>
          <a:lstStyle/>
          <a:p>
            <a:fld id="{B7CF8A19-3A9E-4ABC-B336-2FDDE321C72D}" type="slidenum">
              <a:rPr lang="en-US" smtClean="0"/>
              <a:pPr/>
              <a:t>67</a:t>
            </a:fld>
            <a:endParaRPr lang="en-US" dirty="0"/>
          </a:p>
        </p:txBody>
      </p:sp>
    </p:spTree>
    <p:custDataLst>
      <p:tags r:id="rId1"/>
    </p:custDataLst>
    <p:extLst>
      <p:ext uri="{BB962C8B-B14F-4D97-AF65-F5344CB8AC3E}">
        <p14:creationId xmlns:p14="http://schemas.microsoft.com/office/powerpoint/2010/main" val="10043042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2EEFE-64BA-C719-10E5-8C7ED237C9C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8518A4-E2E6-32DB-B336-DE7EA212E51B}"/>
              </a:ext>
            </a:extLst>
          </p:cNvPr>
          <p:cNvSpPr>
            <a:spLocks noGrp="1"/>
          </p:cNvSpPr>
          <p:nvPr>
            <p:ph type="title"/>
          </p:nvPr>
        </p:nvSpPr>
        <p:spPr/>
        <p:txBody>
          <a:bodyPr/>
          <a:lstStyle/>
          <a:p>
            <a:r>
              <a:rPr lang="en-US" dirty="0"/>
              <a:t>Troubleshoot Application and Service Fault Issues</a:t>
            </a:r>
          </a:p>
        </p:txBody>
      </p:sp>
      <p:sp>
        <p:nvSpPr>
          <p:cNvPr id="3" name="Content Placeholder 2">
            <a:extLst>
              <a:ext uri="{FF2B5EF4-FFF2-40B4-BE49-F238E27FC236}">
                <a16:creationId xmlns:a16="http://schemas.microsoft.com/office/drawing/2014/main" id="{51AAF4E5-CBD1-DADB-4F92-7DAE581CD439}"/>
              </a:ext>
            </a:extLst>
          </p:cNvPr>
          <p:cNvSpPr>
            <a:spLocks noGrp="1"/>
          </p:cNvSpPr>
          <p:nvPr>
            <p:ph idx="1"/>
          </p:nvPr>
        </p:nvSpPr>
        <p:spPr/>
        <p:txBody>
          <a:bodyPr vert="horz" lIns="91440" tIns="45720" rIns="91440" bIns="45720" rtlCol="0" anchor="t">
            <a:normAutofit/>
          </a:bodyPr>
          <a:lstStyle/>
          <a:p>
            <a:r>
              <a:rPr lang="en-US" dirty="0">
                <a:latin typeface="Calibri"/>
                <a:ea typeface="Calibri"/>
                <a:cs typeface="Calibri"/>
              </a:rPr>
              <a:t>Application crashes</a:t>
            </a:r>
            <a:endParaRPr lang="en-US" dirty="0">
              <a:ea typeface="Calibri" panose="020F0502020204030204" pitchFamily="34" charset="0"/>
            </a:endParaRPr>
          </a:p>
          <a:p>
            <a:pPr lvl="1"/>
            <a:r>
              <a:rPr lang="en-US" dirty="0">
                <a:latin typeface="Calibri"/>
                <a:ea typeface="Calibri"/>
                <a:cs typeface="Calibri"/>
              </a:rPr>
              <a:t>Update</a:t>
            </a:r>
          </a:p>
          <a:p>
            <a:pPr lvl="1"/>
            <a:r>
              <a:rPr lang="en-US" dirty="0">
                <a:latin typeface="Calibri"/>
                <a:ea typeface="Calibri"/>
                <a:cs typeface="Calibri"/>
              </a:rPr>
              <a:t>If no change, uninstall and reinstall</a:t>
            </a:r>
          </a:p>
          <a:p>
            <a:r>
              <a:rPr lang="en-US" dirty="0">
                <a:latin typeface="Calibri"/>
                <a:ea typeface="Calibri"/>
                <a:cs typeface="Calibri"/>
              </a:rPr>
              <a:t>Services not starting</a:t>
            </a:r>
          </a:p>
          <a:p>
            <a:pPr lvl="1"/>
            <a:r>
              <a:rPr lang="en-US" dirty="0">
                <a:latin typeface="Calibri"/>
                <a:ea typeface="Calibri"/>
                <a:cs typeface="Calibri"/>
              </a:rPr>
              <a:t>Verify service is set to automatically start, if necessary</a:t>
            </a:r>
          </a:p>
          <a:p>
            <a:r>
              <a:rPr lang="en-US" dirty="0">
                <a:latin typeface="Calibri"/>
                <a:ea typeface="Calibri"/>
                <a:cs typeface="Calibri"/>
              </a:rPr>
              <a:t>Time drift</a:t>
            </a:r>
            <a:endParaRPr lang="en-US" dirty="0">
              <a:ea typeface="Calibri"/>
            </a:endParaRPr>
          </a:p>
          <a:p>
            <a:pPr lvl="1"/>
            <a:r>
              <a:rPr lang="en-US" dirty="0">
                <a:latin typeface="Calibri"/>
                <a:ea typeface="Calibri"/>
                <a:cs typeface="Calibri"/>
              </a:rPr>
              <a:t>Replace RTC battery (CR 2032)</a:t>
            </a:r>
          </a:p>
          <a:p>
            <a:pPr lvl="1"/>
            <a:r>
              <a:rPr lang="en-US" dirty="0">
                <a:latin typeface="Calibri"/>
                <a:ea typeface="Calibri"/>
                <a:cs typeface="Calibri"/>
              </a:rPr>
              <a:t>Synchronize clock with known good source (NTP server)</a:t>
            </a:r>
            <a:endParaRPr lang="en-US" dirty="0">
              <a:ea typeface="Calibri"/>
            </a:endParaRPr>
          </a:p>
        </p:txBody>
      </p:sp>
      <p:sp>
        <p:nvSpPr>
          <p:cNvPr id="4" name="Slide Number Placeholder 3">
            <a:extLst>
              <a:ext uri="{FF2B5EF4-FFF2-40B4-BE49-F238E27FC236}">
                <a16:creationId xmlns:a16="http://schemas.microsoft.com/office/drawing/2014/main" id="{CE52ED26-3306-0C28-E753-44B22615A698}"/>
              </a:ext>
            </a:extLst>
          </p:cNvPr>
          <p:cNvSpPr>
            <a:spLocks noGrp="1"/>
          </p:cNvSpPr>
          <p:nvPr>
            <p:ph type="sldNum" sz="quarter" idx="10"/>
          </p:nvPr>
        </p:nvSpPr>
        <p:spPr/>
        <p:txBody>
          <a:bodyPr/>
          <a:lstStyle/>
          <a:p>
            <a:fld id="{B7CF8A19-3A9E-4ABC-B336-2FDDE321C72D}" type="slidenum">
              <a:rPr lang="en-US" smtClean="0"/>
              <a:pPr/>
              <a:t>68</a:t>
            </a:fld>
            <a:endParaRPr lang="en-US" dirty="0"/>
          </a:p>
        </p:txBody>
      </p:sp>
    </p:spTree>
    <p:custDataLst>
      <p:tags r:id="rId1"/>
    </p:custDataLst>
    <p:extLst>
      <p:ext uri="{BB962C8B-B14F-4D97-AF65-F5344CB8AC3E}">
        <p14:creationId xmlns:p14="http://schemas.microsoft.com/office/powerpoint/2010/main" val="19802881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7FCB-10CB-03E1-D8FF-682AD6A940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3A92A-8377-F229-FC93-7EAF646C818A}"/>
              </a:ext>
            </a:extLst>
          </p:cNvPr>
          <p:cNvSpPr>
            <a:spLocks noGrp="1"/>
          </p:cNvSpPr>
          <p:nvPr>
            <p:ph sz="quarter" idx="14"/>
          </p:nvPr>
        </p:nvSpPr>
        <p:spPr/>
        <p:txBody>
          <a:bodyPr>
            <a:normAutofit fontScale="92500" lnSpcReduction="10000"/>
          </a:bodyPr>
          <a:lstStyle/>
          <a:p>
            <a:pPr marL="342900" marR="0" lvl="0" indent="-342900" algn="l" defTabSz="3429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dirty="0"/>
              <a:t>Lab: Boot into the Windows Recovery Environment</a:t>
            </a:r>
            <a:br>
              <a:rPr lang="en-US" dirty="0"/>
            </a:br>
            <a:r>
              <a:rPr kumimoji="0" lang="en-US" sz="2000" b="0" i="0" u="none" strike="noStrike" kern="1200" cap="none" spc="0" normalizeH="0" baseline="0" noProof="0" dirty="0">
                <a:ln>
                  <a:noFill/>
                </a:ln>
                <a:solidFill>
                  <a:srgbClr val="253644"/>
                </a:solidFill>
                <a:effectLst/>
                <a:uLnTx/>
                <a:uFillTx/>
                <a:latin typeface="Calibri" panose="020F0502020204030204" pitchFamily="34" charset="0"/>
                <a:ea typeface="+mn-ea"/>
                <a:cs typeface="Calibri" panose="020F0502020204030204" pitchFamily="34" charset="0"/>
              </a:rPr>
              <a:t>(available in CertMaster Learn and CertMaster Perform)</a:t>
            </a:r>
            <a:endParaRPr lang="en-US" dirty="0"/>
          </a:p>
          <a:p>
            <a:r>
              <a:rPr lang="en-US" dirty="0"/>
              <a:t>Lab: Create a Restore Point</a:t>
            </a:r>
            <a:br>
              <a:rPr lang="en-US" dirty="0"/>
            </a:br>
            <a:r>
              <a:rPr lang="en-US" sz="2200" dirty="0"/>
              <a:t>(available in CertMaster Learn and CertMaster Perform)</a:t>
            </a:r>
          </a:p>
          <a:p>
            <a:r>
              <a:rPr lang="en-US" dirty="0"/>
              <a:t>Lab: Configure the Boot Order</a:t>
            </a:r>
            <a:br>
              <a:rPr lang="en-US" dirty="0"/>
            </a:br>
            <a:r>
              <a:rPr lang="en-US" sz="2200" dirty="0"/>
              <a:t>(available in CertMaster Learn and CertMaster Perform)</a:t>
            </a:r>
          </a:p>
          <a:p>
            <a:r>
              <a:rPr lang="en-US" dirty="0"/>
              <a:t>Applied Live Lab: Support Windows OS</a:t>
            </a:r>
            <a:br>
              <a:rPr lang="en-US" dirty="0"/>
            </a:br>
            <a:r>
              <a:rPr lang="en-US" sz="2200" dirty="0"/>
              <a:t>(available in CertMaster Perform and CertMaster Labs)</a:t>
            </a:r>
          </a:p>
          <a:p>
            <a:r>
              <a:rPr lang="en-US" dirty="0"/>
              <a:t>Challenge Live Lab: Resolve Troubleshooting Tickets</a:t>
            </a:r>
            <a:br>
              <a:rPr lang="en-US" dirty="0"/>
            </a:br>
            <a:r>
              <a:rPr lang="en-US" sz="2200" dirty="0"/>
              <a:t>(available in CertMaster Perform and CertMaster Labs)</a:t>
            </a:r>
          </a:p>
          <a:p>
            <a:r>
              <a:rPr lang="en-US" dirty="0"/>
              <a:t>Challenge Live Lab: Resolve Network Troubleshooting Tickets</a:t>
            </a:r>
            <a:br>
              <a:rPr lang="en-US" dirty="0"/>
            </a:br>
            <a:r>
              <a:rPr lang="en-US" sz="2200" dirty="0"/>
              <a:t>(available in CertMaster Perform and CertMaster Labs)</a:t>
            </a:r>
          </a:p>
        </p:txBody>
      </p:sp>
      <p:sp>
        <p:nvSpPr>
          <p:cNvPr id="2" name="Slide Number Placeholder 1">
            <a:extLst>
              <a:ext uri="{FF2B5EF4-FFF2-40B4-BE49-F238E27FC236}">
                <a16:creationId xmlns:a16="http://schemas.microsoft.com/office/drawing/2014/main" id="{C7AF2CDD-97A7-E18E-AB1D-EC695E75D350}"/>
              </a:ext>
            </a:extLst>
          </p:cNvPr>
          <p:cNvSpPr>
            <a:spLocks noGrp="1"/>
          </p:cNvSpPr>
          <p:nvPr>
            <p:ph type="sldNum" sz="quarter" idx="13"/>
          </p:nvPr>
        </p:nvSpPr>
        <p:spPr/>
        <p:txBody>
          <a:bodyPr/>
          <a:lstStyle/>
          <a:p>
            <a:fld id="{B7CF8A19-3A9E-4ABC-B336-2FDDE321C72D}" type="slidenum">
              <a:rPr lang="en-US" smtClean="0"/>
              <a:pPr/>
              <a:t>69</a:t>
            </a:fld>
            <a:endParaRPr lang="en-US" dirty="0"/>
          </a:p>
        </p:txBody>
      </p:sp>
    </p:spTree>
    <p:custDataLst>
      <p:tags r:id="rId1"/>
    </p:custDataLst>
    <p:extLst>
      <p:ext uri="{BB962C8B-B14F-4D97-AF65-F5344CB8AC3E}">
        <p14:creationId xmlns:p14="http://schemas.microsoft.com/office/powerpoint/2010/main" val="1291541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5715-CB28-63B2-914F-3DDFF71867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7FC399-B74F-8F58-C9B6-D0A3A373F69D}"/>
              </a:ext>
            </a:extLst>
          </p:cNvPr>
          <p:cNvSpPr>
            <a:spLocks noGrp="1"/>
          </p:cNvSpPr>
          <p:nvPr>
            <p:ph type="title"/>
          </p:nvPr>
        </p:nvSpPr>
        <p:spPr/>
        <p:txBody>
          <a:bodyPr/>
          <a:lstStyle/>
          <a:p>
            <a:r>
              <a:rPr lang="en-US" dirty="0"/>
              <a:t>Troubleshoot Windows OS Problems</a:t>
            </a:r>
          </a:p>
        </p:txBody>
      </p:sp>
      <p:sp>
        <p:nvSpPr>
          <p:cNvPr id="2" name="Content Placeholder 1">
            <a:extLst>
              <a:ext uri="{FF2B5EF4-FFF2-40B4-BE49-F238E27FC236}">
                <a16:creationId xmlns:a16="http://schemas.microsoft.com/office/drawing/2014/main" id="{1B1F2068-80E8-D908-B01E-F207A7E30041}"/>
              </a:ext>
            </a:extLst>
          </p:cNvPr>
          <p:cNvSpPr>
            <a:spLocks noGrp="1"/>
          </p:cNvSpPr>
          <p:nvPr>
            <p:ph sz="quarter" idx="11"/>
          </p:nvPr>
        </p:nvSpPr>
        <p:spPr/>
        <p:txBody>
          <a:bodyPr vert="horz" lIns="91440" tIns="45720" rIns="91440" bIns="45720" rtlCol="0" anchor="t">
            <a:normAutofit fontScale="92500" lnSpcReduction="10000"/>
          </a:bodyPr>
          <a:lstStyle/>
          <a:p>
            <a:r>
              <a:rPr lang="en-US" dirty="0"/>
              <a:t>Boot Process</a:t>
            </a:r>
          </a:p>
          <a:p>
            <a:r>
              <a:rPr lang="en-US" dirty="0"/>
              <a:t>Boot Recovery Tools</a:t>
            </a:r>
          </a:p>
          <a:p>
            <a:r>
              <a:rPr lang="en-US" dirty="0"/>
              <a:t>System Restore</a:t>
            </a:r>
          </a:p>
          <a:p>
            <a:r>
              <a:rPr lang="en-US" dirty="0"/>
              <a:t>Update and Driver Roll Back</a:t>
            </a:r>
          </a:p>
          <a:p>
            <a:r>
              <a:rPr lang="en-US" dirty="0"/>
              <a:t>System Repair, Reinstall, and Reimage</a:t>
            </a:r>
          </a:p>
          <a:p>
            <a:r>
              <a:rPr lang="en-US" dirty="0">
                <a:latin typeface="Calibri"/>
                <a:ea typeface="Calibri"/>
                <a:cs typeface="Calibri"/>
              </a:rPr>
              <a:t>Troubleshoot Boot Issues</a:t>
            </a:r>
          </a:p>
          <a:p>
            <a:r>
              <a:rPr lang="en-US" dirty="0">
                <a:latin typeface="Calibri"/>
                <a:ea typeface="Calibri"/>
                <a:cs typeface="Calibri"/>
              </a:rPr>
              <a:t>Troubleshoot Profile Issues</a:t>
            </a:r>
          </a:p>
          <a:p>
            <a:r>
              <a:rPr lang="en-US" dirty="0">
                <a:latin typeface="Calibri"/>
                <a:ea typeface="Calibri"/>
                <a:cs typeface="Calibri"/>
              </a:rPr>
              <a:t>Troubleshoot Performance Issues</a:t>
            </a:r>
          </a:p>
          <a:p>
            <a:r>
              <a:rPr lang="en-US" dirty="0">
                <a:latin typeface="Calibri"/>
                <a:ea typeface="Calibri"/>
                <a:cs typeface="Calibri"/>
              </a:rPr>
              <a:t>Troubleshoot System Fault Issues</a:t>
            </a:r>
          </a:p>
          <a:p>
            <a:r>
              <a:rPr lang="en-US" dirty="0">
                <a:latin typeface="Calibri"/>
                <a:ea typeface="Calibri"/>
                <a:cs typeface="Calibri"/>
              </a:rPr>
              <a:t>Troubleshoot Application and Service Fault Issues</a:t>
            </a:r>
            <a:endParaRPr lang="en-US" dirty="0"/>
          </a:p>
          <a:p>
            <a:endParaRPr lang="en-US" dirty="0"/>
          </a:p>
        </p:txBody>
      </p:sp>
      <p:sp>
        <p:nvSpPr>
          <p:cNvPr id="4" name="Slide Number Placeholder 3">
            <a:extLst>
              <a:ext uri="{FF2B5EF4-FFF2-40B4-BE49-F238E27FC236}">
                <a16:creationId xmlns:a16="http://schemas.microsoft.com/office/drawing/2014/main" id="{BC4E6C07-9680-0455-9DE6-587913AC0230}"/>
              </a:ext>
            </a:extLst>
          </p:cNvPr>
          <p:cNvSpPr>
            <a:spLocks noGrp="1"/>
          </p:cNvSpPr>
          <p:nvPr>
            <p:ph type="sldNum" sz="quarter" idx="12"/>
          </p:nvPr>
        </p:nvSpPr>
        <p:spPr/>
        <p:txBody>
          <a:bodyPr/>
          <a:lstStyle/>
          <a:p>
            <a:fld id="{B7CF8A19-3A9E-4ABC-B336-2FDDE321C72D}" type="slidenum">
              <a:rPr lang="en-US" smtClean="0"/>
              <a:pPr/>
              <a:t>70</a:t>
            </a:fld>
            <a:endParaRPr lang="en-US" dirty="0"/>
          </a:p>
        </p:txBody>
      </p:sp>
    </p:spTree>
    <p:custDataLst>
      <p:tags r:id="rId1"/>
    </p:custDataLst>
    <p:extLst>
      <p:ext uri="{BB962C8B-B14F-4D97-AF65-F5344CB8AC3E}">
        <p14:creationId xmlns:p14="http://schemas.microsoft.com/office/powerpoint/2010/main" val="3603812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PROJECT_OPEN" val="0"/>
  <p:tag name="ARTICULATE_SLIDE_COUNT" val="7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http://schemas.microsoft.com/office/2006/metadata/properties"/>
    <ds:schemaRef ds:uri="315eb565-7267-4a95-9087-2f433ded3c8b"/>
    <ds:schemaRef ds:uri="http://purl.org/dc/terms/"/>
    <ds:schemaRef ds:uri="http://www.w3.org/XML/1998/namespace"/>
    <ds:schemaRef ds:uri="95a46270-66ec-4bdf-aabc-d78887d51418"/>
    <ds:schemaRef ds:uri="http://purl.org/dc/dcmityp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schemas.microsoft.com/sharepoint/v3"/>
  </ds:schemaRefs>
</ds:datastoreItem>
</file>

<file path=customXml/itemProps2.xml><?xml version="1.0" encoding="utf-8"?>
<ds:datastoreItem xmlns:ds="http://schemas.openxmlformats.org/officeDocument/2006/customXml" ds:itemID="{C1ADEAFB-7771-44C6-9664-A602DE5C3435}">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43</TotalTime>
  <Words>3081</Words>
  <Application>Microsoft Office PowerPoint</Application>
  <PresentationFormat>On-screen Show (16:9)</PresentationFormat>
  <Paragraphs>559</Paragraphs>
  <Slides>70</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comptia_ov</vt:lpstr>
      <vt:lpstr>Exam 220-1202​</vt:lpstr>
      <vt:lpstr>Supporting Windows</vt:lpstr>
      <vt:lpstr>Learning Outcomes</vt:lpstr>
      <vt:lpstr>Troubleshoot Windows Networking</vt:lpstr>
      <vt:lpstr>Troubleshoot IP Configuration (Slide 1 of 2)</vt:lpstr>
      <vt:lpstr>Troubleshoot IP Configuration (Slide 2 of 2)</vt:lpstr>
      <vt:lpstr>Troubleshoot Local Network Connectivity (Slide 1 of 3)</vt:lpstr>
      <vt:lpstr>Troubleshoot Local Network Connectivity (Slide 2 of 3)</vt:lpstr>
      <vt:lpstr>Troubleshoot Local Network Connectivity (Slide 3 of 3)</vt:lpstr>
      <vt:lpstr>Troubleshoot Remote Network Connectivity</vt:lpstr>
      <vt:lpstr>Troubleshoot Name Resolution (Slide 1 of 2)</vt:lpstr>
      <vt:lpstr>Troubleshoot Name Resolution (Slide 2 of 2)</vt:lpstr>
      <vt:lpstr>Troubleshoot Network Ports</vt:lpstr>
      <vt:lpstr>PowerPoint Presentation</vt:lpstr>
      <vt:lpstr>Troubleshoot Windows Networking</vt:lpstr>
      <vt:lpstr>Remote Access Technologies</vt:lpstr>
      <vt:lpstr>Remote Desktop Tools</vt:lpstr>
      <vt:lpstr>RDP Server and Security Settings</vt:lpstr>
      <vt:lpstr>Microsoft Remote Assistance (Slide 1 of 2)</vt:lpstr>
      <vt:lpstr>Microsoft Remote Assistance (Slide 2 of 2)</vt:lpstr>
      <vt:lpstr>WinRM</vt:lpstr>
      <vt:lpstr>Secure Shell</vt:lpstr>
      <vt:lpstr>Desktop Management and Remote Monitoring Tools</vt:lpstr>
      <vt:lpstr>Simple Protocol for Independent Computing Environments (SPICE)</vt:lpstr>
      <vt:lpstr>Other Remote Access Tools</vt:lpstr>
      <vt:lpstr>PowerPoint Presentation</vt:lpstr>
      <vt:lpstr>Remote Access Technologies</vt:lpstr>
      <vt:lpstr>Performance and Troubleshooting Tools</vt:lpstr>
      <vt:lpstr>System Information (Slide 1 of 2)</vt:lpstr>
      <vt:lpstr>System Information (Slide 2 of 2)</vt:lpstr>
      <vt:lpstr>Event Viewer</vt:lpstr>
      <vt:lpstr>Task Manager Process Monitoring (Slide 1 of 2)</vt:lpstr>
      <vt:lpstr>Task Manager Process Monitoring (Slide 2 of 2)</vt:lpstr>
      <vt:lpstr>Task Manager Performance Monitoring (Slide 1 of 2)</vt:lpstr>
      <vt:lpstr>Task Manager Performance Monitoring (Slide 2 of 2)</vt:lpstr>
      <vt:lpstr>CPU and GPU Monitoring</vt:lpstr>
      <vt:lpstr>Memory Monitoring</vt:lpstr>
      <vt:lpstr>Disk and Network Monitoring</vt:lpstr>
      <vt:lpstr>Task Manager User Monitoring</vt:lpstr>
      <vt:lpstr>Startup Processes and Services Console (Slide 1 of 2)</vt:lpstr>
      <vt:lpstr>Startup Processes and Services Console (Slide 2 of 2)</vt:lpstr>
      <vt:lpstr>Resource Monitor and Performance Monitor (Slide 1 of 2)</vt:lpstr>
      <vt:lpstr>Resource Monitor and Performance Monitor (Slide 2 of 2)</vt:lpstr>
      <vt:lpstr>Performance Counters (Slide 1 of 2)</vt:lpstr>
      <vt:lpstr>Performance Counters (Slide 2 of 2)</vt:lpstr>
      <vt:lpstr>System Configuration Utility</vt:lpstr>
      <vt:lpstr>PowerPoint Presentation</vt:lpstr>
      <vt:lpstr>Performance and Troubleshooting Tools</vt:lpstr>
      <vt:lpstr>Troubleshoot Windows OS Problems</vt:lpstr>
      <vt:lpstr>Boot Process</vt:lpstr>
      <vt:lpstr>Boot Recovery Tools (Slide 1 of 4)</vt:lpstr>
      <vt:lpstr>Boot Recovery Tools (Slide 2 of 4)</vt:lpstr>
      <vt:lpstr>Boot Recovery Tools (Slide 3 of 4)</vt:lpstr>
      <vt:lpstr>Boot Recovery Tools (Slide 4 of 4)</vt:lpstr>
      <vt:lpstr>System Restore (Slide 1 of 3)</vt:lpstr>
      <vt:lpstr>System Restore (Slide 2 of 3)</vt:lpstr>
      <vt:lpstr>System Restore (Slide 3 of 3)</vt:lpstr>
      <vt:lpstr>Update and Driver Roll Back (Slide 1 of 3)</vt:lpstr>
      <vt:lpstr>Update and Driver Roll Back (Slide 2 of 3)</vt:lpstr>
      <vt:lpstr>Update and Driver Roll Back (Slide 3 of 3)</vt:lpstr>
      <vt:lpstr>System Repair, Reinstall, and Reimage (Slide 1 of 2)</vt:lpstr>
      <vt:lpstr>System Repair, Reinstall, and Reimage (Slide 2 of 2)</vt:lpstr>
      <vt:lpstr>Troubleshoot Boot Issues</vt:lpstr>
      <vt:lpstr>Troubleshoot Profile Issues</vt:lpstr>
      <vt:lpstr>Troubleshoot Performance Issues</vt:lpstr>
      <vt:lpstr>Troubleshoot System Fault Issues (Slide 1 of 2)</vt:lpstr>
      <vt:lpstr>Troubleshoot System Fault Issues (Slide 2 of 2)</vt:lpstr>
      <vt:lpstr>Troubleshoot Application and Service Fault Issues</vt:lpstr>
      <vt:lpstr>PowerPoint Presentation</vt:lpstr>
      <vt:lpstr>Troubleshoot Windows OS Problems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1</cp:revision>
  <dcterms:created xsi:type="dcterms:W3CDTF">2021-09-20T08:36:44Z</dcterms:created>
  <dcterms:modified xsi:type="dcterms:W3CDTF">2025-06-16T23:12:29Z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