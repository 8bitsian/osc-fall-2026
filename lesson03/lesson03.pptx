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0.xml" ContentType="application/vnd.openxmlformats-officedocument.presentationml.tags+xml"/>
  <Override PartName="/ppt/notesSlides/notesSlide16.xml" ContentType="application/vnd.openxmlformats-officedocument.presentationml.notesSlide+xml"/>
  <Override PartName="/ppt/tags/tag41.xml" ContentType="application/vnd.openxmlformats-officedocument.presentationml.tags+xml"/>
  <Override PartName="/ppt/notesSlides/notesSlide17.xml" ContentType="application/vnd.openxmlformats-officedocument.presentationml.notesSlide+xml"/>
  <Override PartName="/ppt/tags/tag4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49.xml" ContentType="application/vnd.openxmlformats-officedocument.presentationml.tags+xml"/>
  <Override PartName="/ppt/notesSlides/notesSlide26.xml" ContentType="application/vnd.openxmlformats-officedocument.presentationml.notesSlide+xml"/>
  <Override PartName="/ppt/tags/tag50.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51.xml" ContentType="application/vnd.openxmlformats-officedocument.presentationml.tags+xml"/>
  <Override PartName="/ppt/notesSlides/notesSlide29.xml" ContentType="application/vnd.openxmlformats-officedocument.presentationml.notesSlide+xml"/>
  <Override PartName="/ppt/tags/tag52.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32.xml" ContentType="application/vnd.openxmlformats-officedocument.presentationml.notesSlide+xml"/>
  <Override PartName="/ppt/tags/tag55.xml" ContentType="application/vnd.openxmlformats-officedocument.presentationml.tags+xml"/>
  <Override PartName="/ppt/notesSlides/notesSlide33.xml" ContentType="application/vnd.openxmlformats-officedocument.presentationml.notesSlide+xml"/>
  <Override PartName="/ppt/tags/tag5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57.xml" ContentType="application/vnd.openxmlformats-officedocument.presentationml.tags+xml"/>
  <Override PartName="/ppt/notesSlides/notesSlide37.xml" ContentType="application/vnd.openxmlformats-officedocument.presentationml.notesSlide+xml"/>
  <Override PartName="/ppt/tags/tag58.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5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60.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61.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62.xml" ContentType="application/vnd.openxmlformats-officedocument.presentationml.tags+xml"/>
  <Override PartName="/ppt/notesSlides/notesSlide50.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63"/>
  </p:notesMasterIdLst>
  <p:handoutMasterIdLst>
    <p:handoutMasterId r:id="rId64"/>
  </p:handoutMasterIdLst>
  <p:sldIdLst>
    <p:sldId id="299" r:id="rId5"/>
    <p:sldId id="465" r:id="rId6"/>
    <p:sldId id="297" r:id="rId7"/>
    <p:sldId id="302" r:id="rId8"/>
    <p:sldId id="313" r:id="rId9"/>
    <p:sldId id="317" r:id="rId10"/>
    <p:sldId id="526" r:id="rId11"/>
    <p:sldId id="527" r:id="rId12"/>
    <p:sldId id="528" r:id="rId13"/>
    <p:sldId id="529" r:id="rId14"/>
    <p:sldId id="530" r:id="rId15"/>
    <p:sldId id="531" r:id="rId16"/>
    <p:sldId id="532" r:id="rId17"/>
    <p:sldId id="412" r:id="rId18"/>
    <p:sldId id="533" r:id="rId19"/>
    <p:sldId id="565" r:id="rId20"/>
    <p:sldId id="534" r:id="rId21"/>
    <p:sldId id="535" r:id="rId22"/>
    <p:sldId id="536" r:id="rId23"/>
    <p:sldId id="537" r:id="rId24"/>
    <p:sldId id="538" r:id="rId25"/>
    <p:sldId id="539" r:id="rId26"/>
    <p:sldId id="310" r:id="rId27"/>
    <p:sldId id="309" r:id="rId28"/>
    <p:sldId id="315" r:id="rId29"/>
    <p:sldId id="542" r:id="rId30"/>
    <p:sldId id="566" r:id="rId31"/>
    <p:sldId id="500" r:id="rId32"/>
    <p:sldId id="543" r:id="rId33"/>
    <p:sldId id="510" r:id="rId34"/>
    <p:sldId id="544" r:id="rId35"/>
    <p:sldId id="545" r:id="rId36"/>
    <p:sldId id="546" r:id="rId37"/>
    <p:sldId id="564" r:id="rId38"/>
    <p:sldId id="547" r:id="rId39"/>
    <p:sldId id="541" r:id="rId40"/>
    <p:sldId id="540" r:id="rId41"/>
    <p:sldId id="441" r:id="rId42"/>
    <p:sldId id="550" r:id="rId43"/>
    <p:sldId id="489" r:id="rId44"/>
    <p:sldId id="552" r:id="rId45"/>
    <p:sldId id="487" r:id="rId46"/>
    <p:sldId id="548" r:id="rId47"/>
    <p:sldId id="551" r:id="rId48"/>
    <p:sldId id="549" r:id="rId49"/>
    <p:sldId id="553" r:id="rId50"/>
    <p:sldId id="554" r:id="rId51"/>
    <p:sldId id="555" r:id="rId52"/>
    <p:sldId id="556" r:id="rId53"/>
    <p:sldId id="557" r:id="rId54"/>
    <p:sldId id="558" r:id="rId55"/>
    <p:sldId id="559" r:id="rId56"/>
    <p:sldId id="560" r:id="rId57"/>
    <p:sldId id="561" r:id="rId58"/>
    <p:sldId id="488" r:id="rId59"/>
    <p:sldId id="562" r:id="rId60"/>
    <p:sldId id="563" r:id="rId61"/>
    <p:sldId id="509" r:id="rId62"/>
  </p:sldIdLst>
  <p:sldSz cx="9144000" cy="5143500" type="screen16x9"/>
  <p:notesSz cx="6858000" cy="9144000"/>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E15BD2-F24F-4855-A39D-035E64AEAA60}" v="16" dt="2025-06-16T22:25:48.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939" autoAdjust="0"/>
  </p:normalViewPr>
  <p:slideViewPr>
    <p:cSldViewPr snapToGrid="0">
      <p:cViewPr varScale="1">
        <p:scale>
          <a:sx n="104" d="100"/>
          <a:sy n="104" d="100"/>
        </p:scale>
        <p:origin x="1746" y="108"/>
      </p:cViewPr>
      <p:guideLst>
        <p:guide orient="horz" pos="162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gs" Target="tags/tag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Nicholas Pierce" userId="S::npierce@comptia.global::ee89543b-d064-42d7-b9d5-60e771afdcba" providerId="AD" clId="Web-{10BD0E86-F345-7223-FDA4-802F4641E7E9}"/>
    <pc:docChg chg="modSld">
      <pc:chgData name="Nicholas Pierce" userId="S::npierce@comptia.global::ee89543b-d064-42d7-b9d5-60e771afdcba" providerId="AD" clId="Web-{10BD0E86-F345-7223-FDA4-802F4641E7E9}" dt="2025-06-02T23:29:27.630" v="3786" actId="20577"/>
      <pc:docMkLst>
        <pc:docMk/>
      </pc:docMkLst>
      <pc:sldChg chg="modSp modNotes">
        <pc:chgData name="Nicholas Pierce" userId="S::npierce@comptia.global::ee89543b-d064-42d7-b9d5-60e771afdcba" providerId="AD" clId="Web-{10BD0E86-F345-7223-FDA4-802F4641E7E9}" dt="2025-06-02T20:59:32.177" v="258"/>
        <pc:sldMkLst>
          <pc:docMk/>
          <pc:sldMk cId="3868167892" sldId="313"/>
        </pc:sldMkLst>
        <pc:spChg chg="mod">
          <ac:chgData name="Nicholas Pierce" userId="S::npierce@comptia.global::ee89543b-d064-42d7-b9d5-60e771afdcba" providerId="AD" clId="Web-{10BD0E86-F345-7223-FDA4-802F4641E7E9}" dt="2025-06-02T20:58:24.642" v="161" actId="20577"/>
          <ac:spMkLst>
            <pc:docMk/>
            <pc:sldMk cId="3868167892" sldId="313"/>
            <ac:spMk id="3" creationId="{BEF0CD94-701E-BF31-F57D-0F0245971FB7}"/>
          </ac:spMkLst>
        </pc:spChg>
      </pc:sldChg>
      <pc:sldChg chg="modSp modNotes">
        <pc:chgData name="Nicholas Pierce" userId="S::npierce@comptia.global::ee89543b-d064-42d7-b9d5-60e771afdcba" providerId="AD" clId="Web-{10BD0E86-F345-7223-FDA4-802F4641E7E9}" dt="2025-06-02T21:36:56.873" v="1027" actId="20577"/>
        <pc:sldMkLst>
          <pc:docMk/>
          <pc:sldMk cId="3201051845" sldId="412"/>
        </pc:sldMkLst>
        <pc:spChg chg="mod">
          <ac:chgData name="Nicholas Pierce" userId="S::npierce@comptia.global::ee89543b-d064-42d7-b9d5-60e771afdcba" providerId="AD" clId="Web-{10BD0E86-F345-7223-FDA4-802F4641E7E9}" dt="2025-06-02T21:36:56.873" v="1027" actId="20577"/>
          <ac:spMkLst>
            <pc:docMk/>
            <pc:sldMk cId="3201051845" sldId="412"/>
            <ac:spMk id="3" creationId="{C82494A0-6ADB-87E1-66C2-11AF83706D43}"/>
          </ac:spMkLst>
        </pc:spChg>
      </pc:sldChg>
      <pc:sldChg chg="modSp modNotes">
        <pc:chgData name="Nicholas Pierce" userId="S::npierce@comptia.global::ee89543b-d064-42d7-b9d5-60e771afdcba" providerId="AD" clId="Web-{10BD0E86-F345-7223-FDA4-802F4641E7E9}" dt="2025-06-02T23:03:57.867" v="2840" actId="20577"/>
        <pc:sldMkLst>
          <pc:docMk/>
          <pc:sldMk cId="3576974714" sldId="487"/>
        </pc:sldMkLst>
        <pc:spChg chg="mod">
          <ac:chgData name="Nicholas Pierce" userId="S::npierce@comptia.global::ee89543b-d064-42d7-b9d5-60e771afdcba" providerId="AD" clId="Web-{10BD0E86-F345-7223-FDA4-802F4641E7E9}" dt="2025-06-02T23:03:57.867" v="2840" actId="20577"/>
          <ac:spMkLst>
            <pc:docMk/>
            <pc:sldMk cId="3576974714" sldId="487"/>
            <ac:spMk id="3" creationId="{169DC84F-FA05-F988-3793-3955DFD5F569}"/>
          </ac:spMkLst>
        </pc:spChg>
      </pc:sldChg>
      <pc:sldChg chg="modSp modNotes">
        <pc:chgData name="Nicholas Pierce" userId="S::npierce@comptia.global::ee89543b-d064-42d7-b9d5-60e771afdcba" providerId="AD" clId="Web-{10BD0E86-F345-7223-FDA4-802F4641E7E9}" dt="2025-06-02T23:29:27.630" v="3786" actId="20577"/>
        <pc:sldMkLst>
          <pc:docMk/>
          <pc:sldMk cId="2476857650" sldId="488"/>
        </pc:sldMkLst>
        <pc:spChg chg="mod">
          <ac:chgData name="Nicholas Pierce" userId="S::npierce@comptia.global::ee89543b-d064-42d7-b9d5-60e771afdcba" providerId="AD" clId="Web-{10BD0E86-F345-7223-FDA4-802F4641E7E9}" dt="2025-06-02T23:29:27.630" v="3786" actId="20577"/>
          <ac:spMkLst>
            <pc:docMk/>
            <pc:sldMk cId="2476857650" sldId="488"/>
            <ac:spMk id="3" creationId="{BF118F52-6837-3E29-D9F4-2CAB1BD16A6A}"/>
          </ac:spMkLst>
        </pc:spChg>
      </pc:sldChg>
      <pc:sldChg chg="modSp modNotes">
        <pc:chgData name="Nicholas Pierce" userId="S::npierce@comptia.global::ee89543b-d064-42d7-b9d5-60e771afdcba" providerId="AD" clId="Web-{10BD0E86-F345-7223-FDA4-802F4641E7E9}" dt="2025-06-02T22:46:13.941" v="2004"/>
        <pc:sldMkLst>
          <pc:docMk/>
          <pc:sldMk cId="57776708" sldId="500"/>
        </pc:sldMkLst>
        <pc:spChg chg="mod">
          <ac:chgData name="Nicholas Pierce" userId="S::npierce@comptia.global::ee89543b-d064-42d7-b9d5-60e771afdcba" providerId="AD" clId="Web-{10BD0E86-F345-7223-FDA4-802F4641E7E9}" dt="2025-06-02T22:45:58.160" v="1985" actId="20577"/>
          <ac:spMkLst>
            <pc:docMk/>
            <pc:sldMk cId="57776708" sldId="500"/>
            <ac:spMk id="3" creationId="{8BE8D574-67F5-4E16-5BD1-2DB5FF1EDD9E}"/>
          </ac:spMkLst>
        </pc:spChg>
      </pc:sldChg>
      <pc:sldChg chg="modSp modNotes">
        <pc:chgData name="Nicholas Pierce" userId="S::npierce@comptia.global::ee89543b-d064-42d7-b9d5-60e771afdcba" providerId="AD" clId="Web-{10BD0E86-F345-7223-FDA4-802F4641E7E9}" dt="2025-06-02T22:47:59.020" v="2075" actId="20577"/>
        <pc:sldMkLst>
          <pc:docMk/>
          <pc:sldMk cId="1297468390" sldId="510"/>
        </pc:sldMkLst>
        <pc:spChg chg="mod">
          <ac:chgData name="Nicholas Pierce" userId="S::npierce@comptia.global::ee89543b-d064-42d7-b9d5-60e771afdcba" providerId="AD" clId="Web-{10BD0E86-F345-7223-FDA4-802F4641E7E9}" dt="2025-06-02T22:47:59.020" v="2075" actId="20577"/>
          <ac:spMkLst>
            <pc:docMk/>
            <pc:sldMk cId="1297468390" sldId="510"/>
            <ac:spMk id="3" creationId="{101E555A-D7C3-6B74-FB6F-A9CC9A94DA97}"/>
          </ac:spMkLst>
        </pc:spChg>
      </pc:sldChg>
      <pc:sldChg chg="modSp modNotes">
        <pc:chgData name="Nicholas Pierce" userId="S::npierce@comptia.global::ee89543b-d064-42d7-b9d5-60e771afdcba" providerId="AD" clId="Web-{10BD0E86-F345-7223-FDA4-802F4641E7E9}" dt="2025-06-02T21:01:45.602" v="387"/>
        <pc:sldMkLst>
          <pc:docMk/>
          <pc:sldMk cId="274714877" sldId="527"/>
        </pc:sldMkLst>
        <pc:spChg chg="mod">
          <ac:chgData name="Nicholas Pierce" userId="S::npierce@comptia.global::ee89543b-d064-42d7-b9d5-60e771afdcba" providerId="AD" clId="Web-{10BD0E86-F345-7223-FDA4-802F4641E7E9}" dt="2025-06-02T21:00:56.822" v="320" actId="20577"/>
          <ac:spMkLst>
            <pc:docMk/>
            <pc:sldMk cId="274714877" sldId="527"/>
            <ac:spMk id="3" creationId="{50AB2297-3508-E4AB-6547-43E01116EEFA}"/>
          </ac:spMkLst>
        </pc:spChg>
      </pc:sldChg>
      <pc:sldChg chg="modSp modNotes">
        <pc:chgData name="Nicholas Pierce" userId="S::npierce@comptia.global::ee89543b-d064-42d7-b9d5-60e771afdcba" providerId="AD" clId="Web-{10BD0E86-F345-7223-FDA4-802F4641E7E9}" dt="2025-06-02T21:06:37.362" v="702"/>
        <pc:sldMkLst>
          <pc:docMk/>
          <pc:sldMk cId="3379437586" sldId="529"/>
        </pc:sldMkLst>
        <pc:spChg chg="mod">
          <ac:chgData name="Nicholas Pierce" userId="S::npierce@comptia.global::ee89543b-d064-42d7-b9d5-60e771afdcba" providerId="AD" clId="Web-{10BD0E86-F345-7223-FDA4-802F4641E7E9}" dt="2025-06-02T21:05:40.344" v="629" actId="20577"/>
          <ac:spMkLst>
            <pc:docMk/>
            <pc:sldMk cId="3379437586" sldId="529"/>
            <ac:spMk id="3" creationId="{5A0648CE-8EF0-E2E7-5DB1-07E0D8D4A418}"/>
          </ac:spMkLst>
        </pc:spChg>
      </pc:sldChg>
      <pc:sldChg chg="modSp modNotes">
        <pc:chgData name="Nicholas Pierce" userId="S::npierce@comptia.global::ee89543b-d064-42d7-b9d5-60e771afdcba" providerId="AD" clId="Web-{10BD0E86-F345-7223-FDA4-802F4641E7E9}" dt="2025-06-02T21:34:42.973" v="855" actId="20577"/>
        <pc:sldMkLst>
          <pc:docMk/>
          <pc:sldMk cId="4182485440" sldId="531"/>
        </pc:sldMkLst>
        <pc:spChg chg="mod">
          <ac:chgData name="Nicholas Pierce" userId="S::npierce@comptia.global::ee89543b-d064-42d7-b9d5-60e771afdcba" providerId="AD" clId="Web-{10BD0E86-F345-7223-FDA4-802F4641E7E9}" dt="2025-06-02T21:34:42.973" v="855" actId="20577"/>
          <ac:spMkLst>
            <pc:docMk/>
            <pc:sldMk cId="4182485440" sldId="531"/>
            <ac:spMk id="3" creationId="{3AB8A384-5634-ADC6-AB06-840415FAAED5}"/>
          </ac:spMkLst>
        </pc:spChg>
      </pc:sldChg>
      <pc:sldChg chg="modSp modNotes">
        <pc:chgData name="Nicholas Pierce" userId="S::npierce@comptia.global::ee89543b-d064-42d7-b9d5-60e771afdcba" providerId="AD" clId="Web-{10BD0E86-F345-7223-FDA4-802F4641E7E9}" dt="2025-06-02T21:39:44.667" v="1218"/>
        <pc:sldMkLst>
          <pc:docMk/>
          <pc:sldMk cId="1460571149" sldId="533"/>
        </pc:sldMkLst>
        <pc:spChg chg="mod">
          <ac:chgData name="Nicholas Pierce" userId="S::npierce@comptia.global::ee89543b-d064-42d7-b9d5-60e771afdcba" providerId="AD" clId="Web-{10BD0E86-F345-7223-FDA4-802F4641E7E9}" dt="2025-06-02T21:38:44.522" v="1119" actId="20577"/>
          <ac:spMkLst>
            <pc:docMk/>
            <pc:sldMk cId="1460571149" sldId="533"/>
            <ac:spMk id="3" creationId="{B444DB9F-3F28-98E4-AE84-5F341032F285}"/>
          </ac:spMkLst>
        </pc:spChg>
      </pc:sldChg>
      <pc:sldChg chg="modSp modNotes">
        <pc:chgData name="Nicholas Pierce" userId="S::npierce@comptia.global::ee89543b-d064-42d7-b9d5-60e771afdcba" providerId="AD" clId="Web-{10BD0E86-F345-7223-FDA4-802F4641E7E9}" dt="2025-06-02T21:41:37.894" v="1310" actId="20577"/>
        <pc:sldMkLst>
          <pc:docMk/>
          <pc:sldMk cId="2899954970" sldId="534"/>
        </pc:sldMkLst>
        <pc:spChg chg="mod">
          <ac:chgData name="Nicholas Pierce" userId="S::npierce@comptia.global::ee89543b-d064-42d7-b9d5-60e771afdcba" providerId="AD" clId="Web-{10BD0E86-F345-7223-FDA4-802F4641E7E9}" dt="2025-06-02T21:41:37.894" v="1310" actId="20577"/>
          <ac:spMkLst>
            <pc:docMk/>
            <pc:sldMk cId="2899954970" sldId="534"/>
            <ac:spMk id="3" creationId="{827F6602-A167-192D-1CE8-CE68117FC299}"/>
          </ac:spMkLst>
        </pc:spChg>
      </pc:sldChg>
      <pc:sldChg chg="modSp modNotes">
        <pc:chgData name="Nicholas Pierce" userId="S::npierce@comptia.global::ee89543b-d064-42d7-b9d5-60e771afdcba" providerId="AD" clId="Web-{10BD0E86-F345-7223-FDA4-802F4641E7E9}" dt="2025-06-02T21:45:02.597" v="1498" actId="20577"/>
        <pc:sldMkLst>
          <pc:docMk/>
          <pc:sldMk cId="3637865768" sldId="536"/>
        </pc:sldMkLst>
        <pc:spChg chg="mod">
          <ac:chgData name="Nicholas Pierce" userId="S::npierce@comptia.global::ee89543b-d064-42d7-b9d5-60e771afdcba" providerId="AD" clId="Web-{10BD0E86-F345-7223-FDA4-802F4641E7E9}" dt="2025-06-02T21:45:02.597" v="1498" actId="20577"/>
          <ac:spMkLst>
            <pc:docMk/>
            <pc:sldMk cId="3637865768" sldId="536"/>
            <ac:spMk id="3" creationId="{C1F0928B-B119-9FAC-C223-D2EDCFE5256F}"/>
          </ac:spMkLst>
        </pc:spChg>
      </pc:sldChg>
      <pc:sldChg chg="modSp modNotes">
        <pc:chgData name="Nicholas Pierce" userId="S::npierce@comptia.global::ee89543b-d064-42d7-b9d5-60e771afdcba" providerId="AD" clId="Web-{10BD0E86-F345-7223-FDA4-802F4641E7E9}" dt="2025-06-02T21:45:19.817" v="1500"/>
        <pc:sldMkLst>
          <pc:docMk/>
          <pc:sldMk cId="2037026390" sldId="537"/>
        </pc:sldMkLst>
        <pc:spChg chg="mod">
          <ac:chgData name="Nicholas Pierce" userId="S::npierce@comptia.global::ee89543b-d064-42d7-b9d5-60e771afdcba" providerId="AD" clId="Web-{10BD0E86-F345-7223-FDA4-802F4641E7E9}" dt="2025-06-02T21:44:57.347" v="1497" actId="20577"/>
          <ac:spMkLst>
            <pc:docMk/>
            <pc:sldMk cId="2037026390" sldId="537"/>
            <ac:spMk id="3" creationId="{C41EC0A6-AE09-58D9-4EEB-DB8643A3D3BB}"/>
          </ac:spMkLst>
        </pc:spChg>
      </pc:sldChg>
      <pc:sldChg chg="modSp modNotes">
        <pc:chgData name="Nicholas Pierce" userId="S::npierce@comptia.global::ee89543b-d064-42d7-b9d5-60e771afdcba" providerId="AD" clId="Web-{10BD0E86-F345-7223-FDA4-802F4641E7E9}" dt="2025-06-02T22:06:47.463" v="1652"/>
        <pc:sldMkLst>
          <pc:docMk/>
          <pc:sldMk cId="1848715242" sldId="538"/>
        </pc:sldMkLst>
        <pc:spChg chg="mod">
          <ac:chgData name="Nicholas Pierce" userId="S::npierce@comptia.global::ee89543b-d064-42d7-b9d5-60e771afdcba" providerId="AD" clId="Web-{10BD0E86-F345-7223-FDA4-802F4641E7E9}" dt="2025-06-02T22:05:19.227" v="1544" actId="20577"/>
          <ac:spMkLst>
            <pc:docMk/>
            <pc:sldMk cId="1848715242" sldId="538"/>
            <ac:spMk id="3" creationId="{4F7A6BEE-C56B-CE5A-7FED-24D4129D4A2D}"/>
          </ac:spMkLst>
        </pc:spChg>
      </pc:sldChg>
      <pc:sldChg chg="modSp modNotes">
        <pc:chgData name="Nicholas Pierce" userId="S::npierce@comptia.global::ee89543b-d064-42d7-b9d5-60e771afdcba" providerId="AD" clId="Web-{10BD0E86-F345-7223-FDA4-802F4641E7E9}" dt="2025-06-02T22:30:52.409" v="1892" actId="20577"/>
        <pc:sldMkLst>
          <pc:docMk/>
          <pc:sldMk cId="263440009" sldId="542"/>
        </pc:sldMkLst>
        <pc:spChg chg="mod">
          <ac:chgData name="Nicholas Pierce" userId="S::npierce@comptia.global::ee89543b-d064-42d7-b9d5-60e771afdcba" providerId="AD" clId="Web-{10BD0E86-F345-7223-FDA4-802F4641E7E9}" dt="2025-06-02T22:30:52.409" v="1892" actId="20577"/>
          <ac:spMkLst>
            <pc:docMk/>
            <pc:sldMk cId="263440009" sldId="542"/>
            <ac:spMk id="3" creationId="{DDA1A4AA-2C04-EF4D-586C-C24D012ACA21}"/>
          </ac:spMkLst>
        </pc:spChg>
      </pc:sldChg>
      <pc:sldChg chg="modSp modNotes">
        <pc:chgData name="Nicholas Pierce" userId="S::npierce@comptia.global::ee89543b-d064-42d7-b9d5-60e771afdcba" providerId="AD" clId="Web-{10BD0E86-F345-7223-FDA4-802F4641E7E9}" dt="2025-06-02T22:51:40.209" v="2273"/>
        <pc:sldMkLst>
          <pc:docMk/>
          <pc:sldMk cId="530991698" sldId="544"/>
        </pc:sldMkLst>
        <pc:spChg chg="mod">
          <ac:chgData name="Nicholas Pierce" userId="S::npierce@comptia.global::ee89543b-d064-42d7-b9d5-60e771afdcba" providerId="AD" clId="Web-{10BD0E86-F345-7223-FDA4-802F4641E7E9}" dt="2025-06-02T22:51:07.209" v="2224" actId="20577"/>
          <ac:spMkLst>
            <pc:docMk/>
            <pc:sldMk cId="530991698" sldId="544"/>
            <ac:spMk id="3" creationId="{3837DA70-14D7-1D72-2F28-B8412542EE2B}"/>
          </ac:spMkLst>
        </pc:spChg>
      </pc:sldChg>
      <pc:sldChg chg="modSp modNotes">
        <pc:chgData name="Nicholas Pierce" userId="S::npierce@comptia.global::ee89543b-d064-42d7-b9d5-60e771afdcba" providerId="AD" clId="Web-{10BD0E86-F345-7223-FDA4-802F4641E7E9}" dt="2025-06-02T22:55:41.382" v="2436" actId="20577"/>
        <pc:sldMkLst>
          <pc:docMk/>
          <pc:sldMk cId="2390347625" sldId="546"/>
        </pc:sldMkLst>
        <pc:spChg chg="mod">
          <ac:chgData name="Nicholas Pierce" userId="S::npierce@comptia.global::ee89543b-d064-42d7-b9d5-60e771afdcba" providerId="AD" clId="Web-{10BD0E86-F345-7223-FDA4-802F4641E7E9}" dt="2025-06-02T22:55:41.382" v="2436" actId="20577"/>
          <ac:spMkLst>
            <pc:docMk/>
            <pc:sldMk cId="2390347625" sldId="546"/>
            <ac:spMk id="3" creationId="{993014FA-1CDF-5633-AFD5-7C12C58944D3}"/>
          </ac:spMkLst>
        </pc:spChg>
      </pc:sldChg>
      <pc:sldChg chg="modSp modNotes">
        <pc:chgData name="Nicholas Pierce" userId="S::npierce@comptia.global::ee89543b-d064-42d7-b9d5-60e771afdcba" providerId="AD" clId="Web-{10BD0E86-F345-7223-FDA4-802F4641E7E9}" dt="2025-06-02T23:13:51.403" v="3029"/>
        <pc:sldMkLst>
          <pc:docMk/>
          <pc:sldMk cId="873217887" sldId="548"/>
        </pc:sldMkLst>
        <pc:spChg chg="mod">
          <ac:chgData name="Nicholas Pierce" userId="S::npierce@comptia.global::ee89543b-d064-42d7-b9d5-60e771afdcba" providerId="AD" clId="Web-{10BD0E86-F345-7223-FDA4-802F4641E7E9}" dt="2025-06-02T23:13:49.091" v="3028" actId="20577"/>
          <ac:spMkLst>
            <pc:docMk/>
            <pc:sldMk cId="873217887" sldId="548"/>
            <ac:spMk id="3" creationId="{4D2B57A6-8466-3AB5-2486-C3ADD7AC0DAA}"/>
          </ac:spMkLst>
        </pc:spChg>
      </pc:sldChg>
      <pc:sldChg chg="modSp modNotes">
        <pc:chgData name="Nicholas Pierce" userId="S::npierce@comptia.global::ee89543b-d064-42d7-b9d5-60e771afdcba" providerId="AD" clId="Web-{10BD0E86-F345-7223-FDA4-802F4641E7E9}" dt="2025-06-02T22:59:43.366" v="2642"/>
        <pc:sldMkLst>
          <pc:docMk/>
          <pc:sldMk cId="2279390461" sldId="550"/>
        </pc:sldMkLst>
        <pc:spChg chg="mod">
          <ac:chgData name="Nicholas Pierce" userId="S::npierce@comptia.global::ee89543b-d064-42d7-b9d5-60e771afdcba" providerId="AD" clId="Web-{10BD0E86-F345-7223-FDA4-802F4641E7E9}" dt="2025-06-02T22:58:52.491" v="2563" actId="20577"/>
          <ac:spMkLst>
            <pc:docMk/>
            <pc:sldMk cId="2279390461" sldId="550"/>
            <ac:spMk id="3" creationId="{CC15CF77-58AA-12C0-D086-B47E0C678AB2}"/>
          </ac:spMkLst>
        </pc:spChg>
      </pc:sldChg>
      <pc:sldChg chg="modSp modNotes">
        <pc:chgData name="Nicholas Pierce" userId="S::npierce@comptia.global::ee89543b-d064-42d7-b9d5-60e771afdcba" providerId="AD" clId="Web-{10BD0E86-F345-7223-FDA4-802F4641E7E9}" dt="2025-06-02T23:18:36.904" v="3291"/>
        <pc:sldMkLst>
          <pc:docMk/>
          <pc:sldMk cId="3332352284" sldId="553"/>
        </pc:sldMkLst>
        <pc:spChg chg="mod">
          <ac:chgData name="Nicholas Pierce" userId="S::npierce@comptia.global::ee89543b-d064-42d7-b9d5-60e771afdcba" providerId="AD" clId="Web-{10BD0E86-F345-7223-FDA4-802F4641E7E9}" dt="2025-06-02T23:18:32.670" v="3290" actId="20577"/>
          <ac:spMkLst>
            <pc:docMk/>
            <pc:sldMk cId="3332352284" sldId="553"/>
            <ac:spMk id="3" creationId="{67B7773F-E7A6-747C-02FF-AB033038B547}"/>
          </ac:spMkLst>
        </pc:spChg>
      </pc:sldChg>
      <pc:sldChg chg="modSp modNotes">
        <pc:chgData name="Nicholas Pierce" userId="S::npierce@comptia.global::ee89543b-d064-42d7-b9d5-60e771afdcba" providerId="AD" clId="Web-{10BD0E86-F345-7223-FDA4-802F4641E7E9}" dt="2025-06-02T23:21:07.123" v="3408"/>
        <pc:sldMkLst>
          <pc:docMk/>
          <pc:sldMk cId="3967056612" sldId="556"/>
        </pc:sldMkLst>
        <pc:spChg chg="mod">
          <ac:chgData name="Nicholas Pierce" userId="S::npierce@comptia.global::ee89543b-d064-42d7-b9d5-60e771afdcba" providerId="AD" clId="Web-{10BD0E86-F345-7223-FDA4-802F4641E7E9}" dt="2025-06-02T23:20:06.233" v="3374" actId="20577"/>
          <ac:spMkLst>
            <pc:docMk/>
            <pc:sldMk cId="3967056612" sldId="556"/>
            <ac:spMk id="3" creationId="{1039439D-A203-2DDA-31A8-57291BBA435A}"/>
          </ac:spMkLst>
        </pc:spChg>
      </pc:sldChg>
      <pc:sldChg chg="modSp modNotes">
        <pc:chgData name="Nicholas Pierce" userId="S::npierce@comptia.global::ee89543b-d064-42d7-b9d5-60e771afdcba" providerId="AD" clId="Web-{10BD0E86-F345-7223-FDA4-802F4641E7E9}" dt="2025-06-02T23:27:15.646" v="3693" actId="20577"/>
        <pc:sldMkLst>
          <pc:docMk/>
          <pc:sldMk cId="3526910316" sldId="559"/>
        </pc:sldMkLst>
        <pc:spChg chg="mod">
          <ac:chgData name="Nicholas Pierce" userId="S::npierce@comptia.global::ee89543b-d064-42d7-b9d5-60e771afdcba" providerId="AD" clId="Web-{10BD0E86-F345-7223-FDA4-802F4641E7E9}" dt="2025-06-02T23:27:15.646" v="3693" actId="20577"/>
          <ac:spMkLst>
            <pc:docMk/>
            <pc:sldMk cId="3526910316" sldId="559"/>
            <ac:spMk id="3" creationId="{AE7991C8-C152-222A-C34C-E151E26341F9}"/>
          </ac:spMkLst>
        </pc:spChg>
      </pc:sldChg>
    </pc:docChg>
  </pc:docChgLst>
  <pc:docChgLst>
    <pc:chgData name="Elaine Gustafson" userId="8e9fbddc-088d-4145-9000-dcad1c3d1481" providerId="ADAL" clId="{1D2EEDD5-7C60-480A-B47B-D4F66368D4C0}"/>
    <pc:docChg chg="addSld modSld modMainMaster">
      <pc:chgData name="Elaine Gustafson" userId="8e9fbddc-088d-4145-9000-dcad1c3d1481" providerId="ADAL" clId="{1D2EEDD5-7C60-480A-B47B-D4F66368D4C0}" dt="2025-06-11T15:05:30.184" v="880" actId="6549"/>
      <pc:docMkLst>
        <pc:docMk/>
      </pc:docMkLst>
      <pc:sldChg chg="modSp">
        <pc:chgData name="Elaine Gustafson" userId="8e9fbddc-088d-4145-9000-dcad1c3d1481" providerId="ADAL" clId="{1D2EEDD5-7C60-480A-B47B-D4F66368D4C0}" dt="2025-06-06T20:01:14.263" v="63" actId="20577"/>
        <pc:sldMkLst>
          <pc:docMk/>
          <pc:sldMk cId="2615260713" sldId="297"/>
        </pc:sldMkLst>
        <pc:spChg chg="mod">
          <ac:chgData name="Elaine Gustafson" userId="8e9fbddc-088d-4145-9000-dcad1c3d1481" providerId="ADAL" clId="{1D2EEDD5-7C60-480A-B47B-D4F66368D4C0}" dt="2025-06-06T20:01:14.263" v="63" actId="20577"/>
          <ac:spMkLst>
            <pc:docMk/>
            <pc:sldMk cId="2615260713" sldId="297"/>
            <ac:spMk id="5" creationId="{3F9B06E0-25E2-2207-FA53-43B03A3DD8B6}"/>
          </ac:spMkLst>
        </pc:spChg>
      </pc:sldChg>
      <pc:sldChg chg="modSp">
        <pc:chgData name="Elaine Gustafson" userId="8e9fbddc-088d-4145-9000-dcad1c3d1481" providerId="ADAL" clId="{1D2EEDD5-7C60-480A-B47B-D4F66368D4C0}" dt="2025-06-09T20:59:11.979" v="802"/>
        <pc:sldMkLst>
          <pc:docMk/>
          <pc:sldMk cId="1878458843" sldId="309"/>
        </pc:sldMkLst>
        <pc:spChg chg="mod">
          <ac:chgData name="Elaine Gustafson" userId="8e9fbddc-088d-4145-9000-dcad1c3d1481" providerId="ADAL" clId="{1D2EEDD5-7C60-480A-B47B-D4F66368D4C0}" dt="2025-06-06T20:01:37.486" v="67" actId="20577"/>
          <ac:spMkLst>
            <pc:docMk/>
            <pc:sldMk cId="1878458843" sldId="309"/>
            <ac:spMk id="2" creationId="{CC05FF38-6BD6-38E2-A21F-D565CE8948E1}"/>
          </ac:spMkLst>
        </pc:spChg>
        <pc:spChg chg="mod">
          <ac:chgData name="Elaine Gustafson" userId="8e9fbddc-088d-4145-9000-dcad1c3d1481" providerId="ADAL" clId="{1D2EEDD5-7C60-480A-B47B-D4F66368D4C0}" dt="2025-06-09T20:59:11.979" v="802"/>
          <ac:spMkLst>
            <pc:docMk/>
            <pc:sldMk cId="1878458843" sldId="309"/>
            <ac:spMk id="3" creationId="{39300C6D-BC0D-637A-EE53-7959660BA3DB}"/>
          </ac:spMkLst>
        </pc:spChg>
      </pc:sldChg>
      <pc:sldChg chg="addSp modSp mod">
        <pc:chgData name="Elaine Gustafson" userId="8e9fbddc-088d-4145-9000-dcad1c3d1481" providerId="ADAL" clId="{1D2EEDD5-7C60-480A-B47B-D4F66368D4C0}" dt="2025-06-09T21:01:12.321" v="836"/>
        <pc:sldMkLst>
          <pc:docMk/>
          <pc:sldMk cId="1169523784" sldId="310"/>
        </pc:sldMkLst>
        <pc:spChg chg="mod">
          <ac:chgData name="Elaine Gustafson" userId="8e9fbddc-088d-4145-9000-dcad1c3d1481" providerId="ADAL" clId="{1D2EEDD5-7C60-480A-B47B-D4F66368D4C0}" dt="2025-06-09T21:01:10.808" v="835"/>
          <ac:spMkLst>
            <pc:docMk/>
            <pc:sldMk cId="1169523784" sldId="310"/>
            <ac:spMk id="2" creationId="{62C2B34C-E3CA-6FD2-9D6C-111DC9821A98}"/>
          </ac:spMkLst>
        </pc:spChg>
      </pc:sldChg>
      <pc:sldChg chg="modSp">
        <pc:chgData name="Elaine Gustafson" userId="8e9fbddc-088d-4145-9000-dcad1c3d1481" providerId="ADAL" clId="{1D2EEDD5-7C60-480A-B47B-D4F66368D4C0}" dt="2025-06-09T20:22:27.351" v="411" actId="20577"/>
        <pc:sldMkLst>
          <pc:docMk/>
          <pc:sldMk cId="3868167892" sldId="313"/>
        </pc:sldMkLst>
        <pc:spChg chg="mod">
          <ac:chgData name="Elaine Gustafson" userId="8e9fbddc-088d-4145-9000-dcad1c3d1481" providerId="ADAL" clId="{1D2EEDD5-7C60-480A-B47B-D4F66368D4C0}" dt="2025-06-09T20:22:27.351" v="411" actId="20577"/>
          <ac:spMkLst>
            <pc:docMk/>
            <pc:sldMk cId="3868167892" sldId="313"/>
            <ac:spMk id="3" creationId="{BEF0CD94-701E-BF31-F57D-0F0245971FB7}"/>
          </ac:spMkLst>
        </pc:spChg>
      </pc:sldChg>
      <pc:sldChg chg="modSp">
        <pc:chgData name="Elaine Gustafson" userId="8e9fbddc-088d-4145-9000-dcad1c3d1481" providerId="ADAL" clId="{1D2EEDD5-7C60-480A-B47B-D4F66368D4C0}" dt="2025-06-09T20:13:28.218" v="235"/>
        <pc:sldMkLst>
          <pc:docMk/>
          <pc:sldMk cId="52830680" sldId="317"/>
        </pc:sldMkLst>
        <pc:spChg chg="mod">
          <ac:chgData name="Elaine Gustafson" userId="8e9fbddc-088d-4145-9000-dcad1c3d1481" providerId="ADAL" clId="{1D2EEDD5-7C60-480A-B47B-D4F66368D4C0}" dt="2025-06-06T20:05:26.409" v="141"/>
          <ac:spMkLst>
            <pc:docMk/>
            <pc:sldMk cId="52830680" sldId="317"/>
            <ac:spMk id="3" creationId="{8941DACA-7038-17B6-0AAA-8768E7AF96EB}"/>
          </ac:spMkLst>
        </pc:spChg>
        <pc:spChg chg="mod">
          <ac:chgData name="Elaine Gustafson" userId="8e9fbddc-088d-4145-9000-dcad1c3d1481" providerId="ADAL" clId="{1D2EEDD5-7C60-480A-B47B-D4F66368D4C0}" dt="2025-06-09T20:13:28.218" v="235"/>
          <ac:spMkLst>
            <pc:docMk/>
            <pc:sldMk cId="52830680" sldId="317"/>
            <ac:spMk id="4" creationId="{0998C8C8-D2C5-FC30-EE1B-3C2AAF4EBB33}"/>
          </ac:spMkLst>
        </pc:spChg>
      </pc:sldChg>
      <pc:sldChg chg="modSp">
        <pc:chgData name="Elaine Gustafson" userId="8e9fbddc-088d-4145-9000-dcad1c3d1481" providerId="ADAL" clId="{1D2EEDD5-7C60-480A-B47B-D4F66368D4C0}" dt="2025-06-09T21:00:21.932" v="818"/>
        <pc:sldMkLst>
          <pc:docMk/>
          <pc:sldMk cId="3201051845" sldId="412"/>
        </pc:sldMkLst>
        <pc:spChg chg="mod">
          <ac:chgData name="Elaine Gustafson" userId="8e9fbddc-088d-4145-9000-dcad1c3d1481" providerId="ADAL" clId="{1D2EEDD5-7C60-480A-B47B-D4F66368D4C0}" dt="2025-06-09T21:00:18.928" v="817"/>
          <ac:spMkLst>
            <pc:docMk/>
            <pc:sldMk cId="3201051845" sldId="412"/>
            <ac:spMk id="4" creationId="{7AEEED80-845D-C597-3013-CA667F2ADCDA}"/>
          </ac:spMkLst>
        </pc:spChg>
        <pc:spChg chg="mod">
          <ac:chgData name="Elaine Gustafson" userId="8e9fbddc-088d-4145-9000-dcad1c3d1481" providerId="ADAL" clId="{1D2EEDD5-7C60-480A-B47B-D4F66368D4C0}" dt="2025-06-09T21:00:21.932" v="818"/>
          <ac:spMkLst>
            <pc:docMk/>
            <pc:sldMk cId="3201051845" sldId="412"/>
            <ac:spMk id="6" creationId="{5AE3D1CB-AE9B-12D1-EB9D-CA3A08D3B984}"/>
          </ac:spMkLst>
        </pc:spChg>
      </pc:sldChg>
      <pc:sldChg chg="modSp">
        <pc:chgData name="Elaine Gustafson" userId="8e9fbddc-088d-4145-9000-dcad1c3d1481" providerId="ADAL" clId="{1D2EEDD5-7C60-480A-B47B-D4F66368D4C0}" dt="2025-06-09T20:39:11.679" v="613" actId="15"/>
        <pc:sldMkLst>
          <pc:docMk/>
          <pc:sldMk cId="3576974714" sldId="487"/>
        </pc:sldMkLst>
        <pc:spChg chg="mod">
          <ac:chgData name="Elaine Gustafson" userId="8e9fbddc-088d-4145-9000-dcad1c3d1481" providerId="ADAL" clId="{1D2EEDD5-7C60-480A-B47B-D4F66368D4C0}" dt="2025-06-09T20:39:11.679" v="613" actId="15"/>
          <ac:spMkLst>
            <pc:docMk/>
            <pc:sldMk cId="3576974714" sldId="487"/>
            <ac:spMk id="3" creationId="{169DC84F-FA05-F988-3793-3955DFD5F569}"/>
          </ac:spMkLst>
        </pc:spChg>
      </pc:sldChg>
      <pc:sldChg chg="modSp">
        <pc:chgData name="Elaine Gustafson" userId="8e9fbddc-088d-4145-9000-dcad1c3d1481" providerId="ADAL" clId="{1D2EEDD5-7C60-480A-B47B-D4F66368D4C0}" dt="2025-06-09T20:57:29.240" v="793" actId="20577"/>
        <pc:sldMkLst>
          <pc:docMk/>
          <pc:sldMk cId="2476857650" sldId="488"/>
        </pc:sldMkLst>
        <pc:spChg chg="mod">
          <ac:chgData name="Elaine Gustafson" userId="8e9fbddc-088d-4145-9000-dcad1c3d1481" providerId="ADAL" clId="{1D2EEDD5-7C60-480A-B47B-D4F66368D4C0}" dt="2025-06-09T20:57:29.240" v="793" actId="20577"/>
          <ac:spMkLst>
            <pc:docMk/>
            <pc:sldMk cId="2476857650" sldId="488"/>
            <ac:spMk id="3" creationId="{BF118F52-6837-3E29-D9F4-2CAB1BD16A6A}"/>
          </ac:spMkLst>
        </pc:spChg>
        <pc:spChg chg="mod">
          <ac:chgData name="Elaine Gustafson" userId="8e9fbddc-088d-4145-9000-dcad1c3d1481" providerId="ADAL" clId="{1D2EEDD5-7C60-480A-B47B-D4F66368D4C0}" dt="2025-06-09T20:57:12.516" v="785"/>
          <ac:spMkLst>
            <pc:docMk/>
            <pc:sldMk cId="2476857650" sldId="488"/>
            <ac:spMk id="4" creationId="{B5856976-ECF1-93DC-D806-1D7446BFC26C}"/>
          </ac:spMkLst>
        </pc:spChg>
        <pc:spChg chg="mod">
          <ac:chgData name="Elaine Gustafson" userId="8e9fbddc-088d-4145-9000-dcad1c3d1481" providerId="ADAL" clId="{1D2EEDD5-7C60-480A-B47B-D4F66368D4C0}" dt="2025-06-09T20:57:15.017" v="786"/>
          <ac:spMkLst>
            <pc:docMk/>
            <pc:sldMk cId="2476857650" sldId="488"/>
            <ac:spMk id="6" creationId="{8868A672-AC60-F35A-C43D-8543B0C6E2A6}"/>
          </ac:spMkLst>
        </pc:spChg>
      </pc:sldChg>
      <pc:sldChg chg="modSp">
        <pc:chgData name="Elaine Gustafson" userId="8e9fbddc-088d-4145-9000-dcad1c3d1481" providerId="ADAL" clId="{1D2EEDD5-7C60-480A-B47B-D4F66368D4C0}" dt="2025-06-09T21:02:27.994" v="852"/>
        <pc:sldMkLst>
          <pc:docMk/>
          <pc:sldMk cId="1664212164" sldId="489"/>
        </pc:sldMkLst>
        <pc:spChg chg="mod">
          <ac:chgData name="Elaine Gustafson" userId="8e9fbddc-088d-4145-9000-dcad1c3d1481" providerId="ADAL" clId="{1D2EEDD5-7C60-480A-B47B-D4F66368D4C0}" dt="2025-06-09T21:02:26.349" v="851"/>
          <ac:spMkLst>
            <pc:docMk/>
            <pc:sldMk cId="1664212164" sldId="489"/>
            <ac:spMk id="3" creationId="{3FF1668C-3F55-2D35-0AD9-E62704E43581}"/>
          </ac:spMkLst>
        </pc:spChg>
        <pc:spChg chg="mod">
          <ac:chgData name="Elaine Gustafson" userId="8e9fbddc-088d-4145-9000-dcad1c3d1481" providerId="ADAL" clId="{1D2EEDD5-7C60-480A-B47B-D4F66368D4C0}" dt="2025-06-09T21:02:27.994" v="852"/>
          <ac:spMkLst>
            <pc:docMk/>
            <pc:sldMk cId="1664212164" sldId="489"/>
            <ac:spMk id="7" creationId="{8BBF22DC-C9BB-F6A5-9F25-E7460AA8F573}"/>
          </ac:spMkLst>
        </pc:spChg>
      </pc:sldChg>
      <pc:sldChg chg="modSp">
        <pc:chgData name="Elaine Gustafson" userId="8e9fbddc-088d-4145-9000-dcad1c3d1481" providerId="ADAL" clId="{1D2EEDD5-7C60-480A-B47B-D4F66368D4C0}" dt="2025-06-06T20:01:49.863" v="71" actId="20577"/>
        <pc:sldMkLst>
          <pc:docMk/>
          <pc:sldMk cId="57776708" sldId="500"/>
        </pc:sldMkLst>
        <pc:spChg chg="mod">
          <ac:chgData name="Elaine Gustafson" userId="8e9fbddc-088d-4145-9000-dcad1c3d1481" providerId="ADAL" clId="{1D2EEDD5-7C60-480A-B47B-D4F66368D4C0}" dt="2025-06-06T20:01:49.863" v="71" actId="20577"/>
          <ac:spMkLst>
            <pc:docMk/>
            <pc:sldMk cId="57776708" sldId="500"/>
            <ac:spMk id="3" creationId="{8BE8D574-67F5-4E16-5BD1-2DB5FF1EDD9E}"/>
          </ac:spMkLst>
        </pc:spChg>
      </pc:sldChg>
      <pc:sldChg chg="modSp">
        <pc:chgData name="Elaine Gustafson" userId="8e9fbddc-088d-4145-9000-dcad1c3d1481" providerId="ADAL" clId="{1D2EEDD5-7C60-480A-B47B-D4F66368D4C0}" dt="2025-06-09T20:58:41.304" v="800"/>
        <pc:sldMkLst>
          <pc:docMk/>
          <pc:sldMk cId="3273351456" sldId="509"/>
        </pc:sldMkLst>
        <pc:spChg chg="mod">
          <ac:chgData name="Elaine Gustafson" userId="8e9fbddc-088d-4145-9000-dcad1c3d1481" providerId="ADAL" clId="{1D2EEDD5-7C60-480A-B47B-D4F66368D4C0}" dt="2025-06-06T20:03:35.214" v="81" actId="20577"/>
          <ac:spMkLst>
            <pc:docMk/>
            <pc:sldMk cId="3273351456" sldId="509"/>
            <ac:spMk id="2" creationId="{54EAAE87-CBD2-F714-6824-B93C7CAE692E}"/>
          </ac:spMkLst>
        </pc:spChg>
        <pc:spChg chg="mod">
          <ac:chgData name="Elaine Gustafson" userId="8e9fbddc-088d-4145-9000-dcad1c3d1481" providerId="ADAL" clId="{1D2EEDD5-7C60-480A-B47B-D4F66368D4C0}" dt="2025-06-09T20:58:41.304" v="800"/>
          <ac:spMkLst>
            <pc:docMk/>
            <pc:sldMk cId="3273351456" sldId="509"/>
            <ac:spMk id="3" creationId="{15585E70-838C-0A06-A185-2E60FB19AB55}"/>
          </ac:spMkLst>
        </pc:spChg>
      </pc:sldChg>
      <pc:sldChg chg="modSp">
        <pc:chgData name="Elaine Gustafson" userId="8e9fbddc-088d-4145-9000-dcad1c3d1481" providerId="ADAL" clId="{1D2EEDD5-7C60-480A-B47B-D4F66368D4C0}" dt="2025-06-09T20:31:49.246" v="522" actId="114"/>
        <pc:sldMkLst>
          <pc:docMk/>
          <pc:sldMk cId="1297468390" sldId="510"/>
        </pc:sldMkLst>
        <pc:spChg chg="mod">
          <ac:chgData name="Elaine Gustafson" userId="8e9fbddc-088d-4145-9000-dcad1c3d1481" providerId="ADAL" clId="{1D2EEDD5-7C60-480A-B47B-D4F66368D4C0}" dt="2025-06-09T20:31:49.246" v="522" actId="114"/>
          <ac:spMkLst>
            <pc:docMk/>
            <pc:sldMk cId="1297468390" sldId="510"/>
            <ac:spMk id="3" creationId="{101E555A-D7C3-6B74-FB6F-A9CC9A94DA97}"/>
          </ac:spMkLst>
        </pc:spChg>
      </pc:sldChg>
      <pc:sldChg chg="modSp">
        <pc:chgData name="Elaine Gustafson" userId="8e9fbddc-088d-4145-9000-dcad1c3d1481" providerId="ADAL" clId="{1D2EEDD5-7C60-480A-B47B-D4F66368D4C0}" dt="2025-06-09T20:59:45.927" v="805"/>
        <pc:sldMkLst>
          <pc:docMk/>
          <pc:sldMk cId="2551565334" sldId="526"/>
        </pc:sldMkLst>
        <pc:spChg chg="mod">
          <ac:chgData name="Elaine Gustafson" userId="8e9fbddc-088d-4145-9000-dcad1c3d1481" providerId="ADAL" clId="{1D2EEDD5-7C60-480A-B47B-D4F66368D4C0}" dt="2025-06-09T20:59:44.124" v="804"/>
          <ac:spMkLst>
            <pc:docMk/>
            <pc:sldMk cId="2551565334" sldId="526"/>
            <ac:spMk id="3" creationId="{72D488DF-018C-280F-4A90-13768CB9C585}"/>
          </ac:spMkLst>
        </pc:spChg>
        <pc:picChg chg="mod">
          <ac:chgData name="Elaine Gustafson" userId="8e9fbddc-088d-4145-9000-dcad1c3d1481" providerId="ADAL" clId="{1D2EEDD5-7C60-480A-B47B-D4F66368D4C0}" dt="2025-06-09T20:59:45.927" v="805"/>
          <ac:picMkLst>
            <pc:docMk/>
            <pc:sldMk cId="2551565334" sldId="526"/>
            <ac:picMk id="6" creationId="{A9E5F606-6C90-52F4-7DAA-C5AF20B04001}"/>
          </ac:picMkLst>
        </pc:picChg>
      </pc:sldChg>
      <pc:sldChg chg="modSp">
        <pc:chgData name="Elaine Gustafson" userId="8e9fbddc-088d-4145-9000-dcad1c3d1481" providerId="ADAL" clId="{1D2EEDD5-7C60-480A-B47B-D4F66368D4C0}" dt="2025-06-09T20:24:20.861" v="441" actId="20577"/>
        <pc:sldMkLst>
          <pc:docMk/>
          <pc:sldMk cId="274714877" sldId="527"/>
        </pc:sldMkLst>
        <pc:spChg chg="mod">
          <ac:chgData name="Elaine Gustafson" userId="8e9fbddc-088d-4145-9000-dcad1c3d1481" providerId="ADAL" clId="{1D2EEDD5-7C60-480A-B47B-D4F66368D4C0}" dt="2025-06-09T20:24:20.861" v="441" actId="20577"/>
          <ac:spMkLst>
            <pc:docMk/>
            <pc:sldMk cId="274714877" sldId="527"/>
            <ac:spMk id="3" creationId="{50AB2297-3508-E4AB-6547-43E01116EEFA}"/>
          </ac:spMkLst>
        </pc:spChg>
      </pc:sldChg>
      <pc:sldChg chg="modSp">
        <pc:chgData name="Elaine Gustafson" userId="8e9fbddc-088d-4145-9000-dcad1c3d1481" providerId="ADAL" clId="{1D2EEDD5-7C60-480A-B47B-D4F66368D4C0}" dt="2025-06-09T20:59:53.820" v="807"/>
        <pc:sldMkLst>
          <pc:docMk/>
          <pc:sldMk cId="1421487050" sldId="528"/>
        </pc:sldMkLst>
        <pc:spChg chg="mod">
          <ac:chgData name="Elaine Gustafson" userId="8e9fbddc-088d-4145-9000-dcad1c3d1481" providerId="ADAL" clId="{1D2EEDD5-7C60-480A-B47B-D4F66368D4C0}" dt="2025-06-09T20:59:52.558" v="806"/>
          <ac:spMkLst>
            <pc:docMk/>
            <pc:sldMk cId="1421487050" sldId="528"/>
            <ac:spMk id="3" creationId="{74679C02-81B9-A6D8-82D5-137A03AE6938}"/>
          </ac:spMkLst>
        </pc:spChg>
        <pc:spChg chg="mod">
          <ac:chgData name="Elaine Gustafson" userId="8e9fbddc-088d-4145-9000-dcad1c3d1481" providerId="ADAL" clId="{1D2EEDD5-7C60-480A-B47B-D4F66368D4C0}" dt="2025-06-09T20:59:53.820" v="807"/>
          <ac:spMkLst>
            <pc:docMk/>
            <pc:sldMk cId="1421487050" sldId="528"/>
            <ac:spMk id="4" creationId="{F641340F-28CC-F525-C91C-84E495596308}"/>
          </ac:spMkLst>
        </pc:spChg>
      </pc:sldChg>
      <pc:sldChg chg="modSp">
        <pc:chgData name="Elaine Gustafson" userId="8e9fbddc-088d-4145-9000-dcad1c3d1481" providerId="ADAL" clId="{1D2EEDD5-7C60-480A-B47B-D4F66368D4C0}" dt="2025-06-09T20:16:55.218" v="295" actId="15"/>
        <pc:sldMkLst>
          <pc:docMk/>
          <pc:sldMk cId="3379437586" sldId="529"/>
        </pc:sldMkLst>
        <pc:spChg chg="mod">
          <ac:chgData name="Elaine Gustafson" userId="8e9fbddc-088d-4145-9000-dcad1c3d1481" providerId="ADAL" clId="{1D2EEDD5-7C60-480A-B47B-D4F66368D4C0}" dt="2025-06-09T20:16:55.218" v="295" actId="15"/>
          <ac:spMkLst>
            <pc:docMk/>
            <pc:sldMk cId="3379437586" sldId="529"/>
            <ac:spMk id="3" creationId="{5A0648CE-8EF0-E2E7-5DB1-07E0D8D4A418}"/>
          </ac:spMkLst>
        </pc:spChg>
      </pc:sldChg>
      <pc:sldChg chg="modSp">
        <pc:chgData name="Elaine Gustafson" userId="8e9fbddc-088d-4145-9000-dcad1c3d1481" providerId="ADAL" clId="{1D2EEDD5-7C60-480A-B47B-D4F66368D4C0}" dt="2025-06-09T21:00:07.813" v="812"/>
        <pc:sldMkLst>
          <pc:docMk/>
          <pc:sldMk cId="1729795511" sldId="530"/>
        </pc:sldMkLst>
        <pc:spChg chg="mod">
          <ac:chgData name="Elaine Gustafson" userId="8e9fbddc-088d-4145-9000-dcad1c3d1481" providerId="ADAL" clId="{1D2EEDD5-7C60-480A-B47B-D4F66368D4C0}" dt="2025-06-09T21:00:02.916" v="811"/>
          <ac:spMkLst>
            <pc:docMk/>
            <pc:sldMk cId="1729795511" sldId="530"/>
            <ac:spMk id="3" creationId="{1689BAC6-A6EF-64DC-4AD8-E9B497D1574B}"/>
          </ac:spMkLst>
        </pc:spChg>
        <pc:spChg chg="mod">
          <ac:chgData name="Elaine Gustafson" userId="8e9fbddc-088d-4145-9000-dcad1c3d1481" providerId="ADAL" clId="{1D2EEDD5-7C60-480A-B47B-D4F66368D4C0}" dt="2025-06-09T21:00:07.813" v="812"/>
          <ac:spMkLst>
            <pc:docMk/>
            <pc:sldMk cId="1729795511" sldId="530"/>
            <ac:spMk id="4" creationId="{64753220-4138-AB75-AE72-BCA6C8FCA479}"/>
          </ac:spMkLst>
        </pc:spChg>
      </pc:sldChg>
      <pc:sldChg chg="modSp">
        <pc:chgData name="Elaine Gustafson" userId="8e9fbddc-088d-4145-9000-dcad1c3d1481" providerId="ADAL" clId="{1D2EEDD5-7C60-480A-B47B-D4F66368D4C0}" dt="2025-06-09T20:26:57.288" v="492" actId="6549"/>
        <pc:sldMkLst>
          <pc:docMk/>
          <pc:sldMk cId="4182485440" sldId="531"/>
        </pc:sldMkLst>
        <pc:spChg chg="mod">
          <ac:chgData name="Elaine Gustafson" userId="8e9fbddc-088d-4145-9000-dcad1c3d1481" providerId="ADAL" clId="{1D2EEDD5-7C60-480A-B47B-D4F66368D4C0}" dt="2025-06-09T20:26:57.288" v="492" actId="6549"/>
          <ac:spMkLst>
            <pc:docMk/>
            <pc:sldMk cId="4182485440" sldId="531"/>
            <ac:spMk id="3" creationId="{3AB8A384-5634-ADC6-AB06-840415FAAED5}"/>
          </ac:spMkLst>
        </pc:spChg>
      </pc:sldChg>
      <pc:sldChg chg="modSp">
        <pc:chgData name="Elaine Gustafson" userId="8e9fbddc-088d-4145-9000-dcad1c3d1481" providerId="ADAL" clId="{1D2EEDD5-7C60-480A-B47B-D4F66368D4C0}" dt="2025-06-09T21:00:14.192" v="815"/>
        <pc:sldMkLst>
          <pc:docMk/>
          <pc:sldMk cId="747106125" sldId="532"/>
        </pc:sldMkLst>
        <pc:spChg chg="mod">
          <ac:chgData name="Elaine Gustafson" userId="8e9fbddc-088d-4145-9000-dcad1c3d1481" providerId="ADAL" clId="{1D2EEDD5-7C60-480A-B47B-D4F66368D4C0}" dt="2025-06-09T21:00:12.743" v="814"/>
          <ac:spMkLst>
            <pc:docMk/>
            <pc:sldMk cId="747106125" sldId="532"/>
            <ac:spMk id="3" creationId="{9FB6ADF2-792B-D8A3-42A3-98E701D31316}"/>
          </ac:spMkLst>
        </pc:spChg>
        <pc:spChg chg="mod">
          <ac:chgData name="Elaine Gustafson" userId="8e9fbddc-088d-4145-9000-dcad1c3d1481" providerId="ADAL" clId="{1D2EEDD5-7C60-480A-B47B-D4F66368D4C0}" dt="2025-06-09T21:00:14.192" v="815"/>
          <ac:spMkLst>
            <pc:docMk/>
            <pc:sldMk cId="747106125" sldId="532"/>
            <ac:spMk id="4" creationId="{8BDF5753-E0C1-B630-E0F5-66F12609367B}"/>
          </ac:spMkLst>
        </pc:spChg>
      </pc:sldChg>
      <pc:sldChg chg="modSp">
        <pc:chgData name="Elaine Gustafson" userId="8e9fbddc-088d-4145-9000-dcad1c3d1481" providerId="ADAL" clId="{1D2EEDD5-7C60-480A-B47B-D4F66368D4C0}" dt="2025-06-09T21:00:30.144" v="821"/>
        <pc:sldMkLst>
          <pc:docMk/>
          <pc:sldMk cId="1460571149" sldId="533"/>
        </pc:sldMkLst>
        <pc:spChg chg="mod">
          <ac:chgData name="Elaine Gustafson" userId="8e9fbddc-088d-4145-9000-dcad1c3d1481" providerId="ADAL" clId="{1D2EEDD5-7C60-480A-B47B-D4F66368D4C0}" dt="2025-06-06T20:06:28.035" v="144" actId="2"/>
          <ac:spMkLst>
            <pc:docMk/>
            <pc:sldMk cId="1460571149" sldId="533"/>
            <ac:spMk id="3" creationId="{B444DB9F-3F28-98E4-AE84-5F341032F285}"/>
          </ac:spMkLst>
        </pc:spChg>
        <pc:spChg chg="mod">
          <ac:chgData name="Elaine Gustafson" userId="8e9fbddc-088d-4145-9000-dcad1c3d1481" providerId="ADAL" clId="{1D2EEDD5-7C60-480A-B47B-D4F66368D4C0}" dt="2025-06-09T21:00:27.745" v="820"/>
          <ac:spMkLst>
            <pc:docMk/>
            <pc:sldMk cId="1460571149" sldId="533"/>
            <ac:spMk id="4" creationId="{E151FCF3-B469-6B98-9604-BA6B57DFA53C}"/>
          </ac:spMkLst>
        </pc:spChg>
      </pc:sldChg>
      <pc:sldChg chg="modSp">
        <pc:chgData name="Elaine Gustafson" userId="8e9fbddc-088d-4145-9000-dcad1c3d1481" providerId="ADAL" clId="{1D2EEDD5-7C60-480A-B47B-D4F66368D4C0}" dt="2025-06-09T20:27:52.682" v="494" actId="20577"/>
        <pc:sldMkLst>
          <pc:docMk/>
          <pc:sldMk cId="2899954970" sldId="534"/>
        </pc:sldMkLst>
        <pc:spChg chg="mod">
          <ac:chgData name="Elaine Gustafson" userId="8e9fbddc-088d-4145-9000-dcad1c3d1481" providerId="ADAL" clId="{1D2EEDD5-7C60-480A-B47B-D4F66368D4C0}" dt="2025-06-09T20:27:52.682" v="494" actId="20577"/>
          <ac:spMkLst>
            <pc:docMk/>
            <pc:sldMk cId="2899954970" sldId="534"/>
            <ac:spMk id="3" creationId="{827F6602-A167-192D-1CE8-CE68117FC299}"/>
          </ac:spMkLst>
        </pc:spChg>
      </pc:sldChg>
      <pc:sldChg chg="modSp">
        <pc:chgData name="Elaine Gustafson" userId="8e9fbddc-088d-4145-9000-dcad1c3d1481" providerId="ADAL" clId="{1D2EEDD5-7C60-480A-B47B-D4F66368D4C0}" dt="2025-06-09T21:00:41.722" v="824"/>
        <pc:sldMkLst>
          <pc:docMk/>
          <pc:sldMk cId="3947916084" sldId="535"/>
        </pc:sldMkLst>
        <pc:spChg chg="mod">
          <ac:chgData name="Elaine Gustafson" userId="8e9fbddc-088d-4145-9000-dcad1c3d1481" providerId="ADAL" clId="{1D2EEDD5-7C60-480A-B47B-D4F66368D4C0}" dt="2025-06-09T21:00:40.224" v="823"/>
          <ac:spMkLst>
            <pc:docMk/>
            <pc:sldMk cId="3947916084" sldId="535"/>
            <ac:spMk id="3" creationId="{16E7C1CF-5CD1-4472-673F-CD5B5EDEBBAE}"/>
          </ac:spMkLst>
        </pc:spChg>
        <pc:spChg chg="mod">
          <ac:chgData name="Elaine Gustafson" userId="8e9fbddc-088d-4145-9000-dcad1c3d1481" providerId="ADAL" clId="{1D2EEDD5-7C60-480A-B47B-D4F66368D4C0}" dt="2025-06-09T21:00:41.722" v="824"/>
          <ac:spMkLst>
            <pc:docMk/>
            <pc:sldMk cId="3947916084" sldId="535"/>
            <ac:spMk id="4" creationId="{F7C92F41-A67E-4FA5-94F3-536E5190F62E}"/>
          </ac:spMkLst>
        </pc:spChg>
      </pc:sldChg>
      <pc:sldChg chg="modSp">
        <pc:chgData name="Elaine Gustafson" userId="8e9fbddc-088d-4145-9000-dcad1c3d1481" providerId="ADAL" clId="{1D2EEDD5-7C60-480A-B47B-D4F66368D4C0}" dt="2025-06-09T21:00:47.757" v="827"/>
        <pc:sldMkLst>
          <pc:docMk/>
          <pc:sldMk cId="3637865768" sldId="536"/>
        </pc:sldMkLst>
        <pc:spChg chg="mod">
          <ac:chgData name="Elaine Gustafson" userId="8e9fbddc-088d-4145-9000-dcad1c3d1481" providerId="ADAL" clId="{1D2EEDD5-7C60-480A-B47B-D4F66368D4C0}" dt="2025-06-06T20:07:22.205" v="156" actId="20577"/>
          <ac:spMkLst>
            <pc:docMk/>
            <pc:sldMk cId="3637865768" sldId="536"/>
            <ac:spMk id="3" creationId="{C1F0928B-B119-9FAC-C223-D2EDCFE5256F}"/>
          </ac:spMkLst>
        </pc:spChg>
        <pc:spChg chg="mod">
          <ac:chgData name="Elaine Gustafson" userId="8e9fbddc-088d-4145-9000-dcad1c3d1481" providerId="ADAL" clId="{1D2EEDD5-7C60-480A-B47B-D4F66368D4C0}" dt="2025-06-09T21:00:45.888" v="826"/>
          <ac:spMkLst>
            <pc:docMk/>
            <pc:sldMk cId="3637865768" sldId="536"/>
            <ac:spMk id="4" creationId="{3C6013A7-D8C6-1D06-9593-C646156921A5}"/>
          </ac:spMkLst>
        </pc:spChg>
        <pc:picChg chg="mod">
          <ac:chgData name="Elaine Gustafson" userId="8e9fbddc-088d-4145-9000-dcad1c3d1481" providerId="ADAL" clId="{1D2EEDD5-7C60-480A-B47B-D4F66368D4C0}" dt="2025-06-09T21:00:47.757" v="827"/>
          <ac:picMkLst>
            <pc:docMk/>
            <pc:sldMk cId="3637865768" sldId="536"/>
            <ac:picMk id="10" creationId="{CB542F6D-021B-2DF3-B96C-729148BEED47}"/>
          </ac:picMkLst>
        </pc:picChg>
      </pc:sldChg>
      <pc:sldChg chg="modSp modNotesTx">
        <pc:chgData name="Elaine Gustafson" userId="8e9fbddc-088d-4145-9000-dcad1c3d1481" providerId="ADAL" clId="{1D2EEDD5-7C60-480A-B47B-D4F66368D4C0}" dt="2025-06-11T15:05:30.184" v="880" actId="6549"/>
        <pc:sldMkLst>
          <pc:docMk/>
          <pc:sldMk cId="2037026390" sldId="537"/>
        </pc:sldMkLst>
        <pc:spChg chg="mod">
          <ac:chgData name="Elaine Gustafson" userId="8e9fbddc-088d-4145-9000-dcad1c3d1481" providerId="ADAL" clId="{1D2EEDD5-7C60-480A-B47B-D4F66368D4C0}" dt="2025-06-09T20:20:48.913" v="351" actId="6549"/>
          <ac:spMkLst>
            <pc:docMk/>
            <pc:sldMk cId="2037026390" sldId="537"/>
            <ac:spMk id="3" creationId="{C41EC0A6-AE09-58D9-4EEB-DB8643A3D3BB}"/>
          </ac:spMkLst>
        </pc:spChg>
        <pc:spChg chg="mod">
          <ac:chgData name="Elaine Gustafson" userId="8e9fbddc-088d-4145-9000-dcad1c3d1481" providerId="ADAL" clId="{1D2EEDD5-7C60-480A-B47B-D4F66368D4C0}" dt="2025-06-09T21:00:52.038" v="829"/>
          <ac:spMkLst>
            <pc:docMk/>
            <pc:sldMk cId="2037026390" sldId="537"/>
            <ac:spMk id="4" creationId="{0141FB26-1210-168B-CC4C-38123D11391B}"/>
          </ac:spMkLst>
        </pc:spChg>
        <pc:picChg chg="mod">
          <ac:chgData name="Elaine Gustafson" userId="8e9fbddc-088d-4145-9000-dcad1c3d1481" providerId="ADAL" clId="{1D2EEDD5-7C60-480A-B47B-D4F66368D4C0}" dt="2025-06-09T21:00:54.589" v="830"/>
          <ac:picMkLst>
            <pc:docMk/>
            <pc:sldMk cId="2037026390" sldId="537"/>
            <ac:picMk id="5" creationId="{E757E70A-F185-67A0-E802-E60690A7E373}"/>
          </ac:picMkLst>
        </pc:picChg>
      </pc:sldChg>
      <pc:sldChg chg="modSp">
        <pc:chgData name="Elaine Gustafson" userId="8e9fbddc-088d-4145-9000-dcad1c3d1481" providerId="ADAL" clId="{1D2EEDD5-7C60-480A-B47B-D4F66368D4C0}" dt="2025-06-09T20:21:07.650" v="352" actId="6549"/>
        <pc:sldMkLst>
          <pc:docMk/>
          <pc:sldMk cId="1848715242" sldId="538"/>
        </pc:sldMkLst>
        <pc:spChg chg="mod">
          <ac:chgData name="Elaine Gustafson" userId="8e9fbddc-088d-4145-9000-dcad1c3d1481" providerId="ADAL" clId="{1D2EEDD5-7C60-480A-B47B-D4F66368D4C0}" dt="2025-06-09T20:21:07.650" v="352" actId="6549"/>
          <ac:spMkLst>
            <pc:docMk/>
            <pc:sldMk cId="1848715242" sldId="538"/>
            <ac:spMk id="3" creationId="{4F7A6BEE-C56B-CE5A-7FED-24D4129D4A2D}"/>
          </ac:spMkLst>
        </pc:spChg>
      </pc:sldChg>
      <pc:sldChg chg="modSp">
        <pc:chgData name="Elaine Gustafson" userId="8e9fbddc-088d-4145-9000-dcad1c3d1481" providerId="ADAL" clId="{1D2EEDD5-7C60-480A-B47B-D4F66368D4C0}" dt="2025-06-09T21:01:04.976" v="833"/>
        <pc:sldMkLst>
          <pc:docMk/>
          <pc:sldMk cId="1377208585" sldId="539"/>
        </pc:sldMkLst>
        <pc:spChg chg="mod">
          <ac:chgData name="Elaine Gustafson" userId="8e9fbddc-088d-4145-9000-dcad1c3d1481" providerId="ADAL" clId="{1D2EEDD5-7C60-480A-B47B-D4F66368D4C0}" dt="2025-06-09T21:01:02.983" v="832"/>
          <ac:spMkLst>
            <pc:docMk/>
            <pc:sldMk cId="1377208585" sldId="539"/>
            <ac:spMk id="3" creationId="{BB766623-4A3B-B9C3-3236-2D0236252E0B}"/>
          </ac:spMkLst>
        </pc:spChg>
        <pc:picChg chg="mod">
          <ac:chgData name="Elaine Gustafson" userId="8e9fbddc-088d-4145-9000-dcad1c3d1481" providerId="ADAL" clId="{1D2EEDD5-7C60-480A-B47B-D4F66368D4C0}" dt="2025-06-09T21:01:04.976" v="833"/>
          <ac:picMkLst>
            <pc:docMk/>
            <pc:sldMk cId="1377208585" sldId="539"/>
            <ac:picMk id="7" creationId="{8ED2DA8A-23EE-BAA3-E4FE-44AED5507AA1}"/>
          </ac:picMkLst>
        </pc:picChg>
      </pc:sldChg>
      <pc:sldChg chg="modSp">
        <pc:chgData name="Elaine Gustafson" userId="8e9fbddc-088d-4145-9000-dcad1c3d1481" providerId="ADAL" clId="{1D2EEDD5-7C60-480A-B47B-D4F66368D4C0}" dt="2025-06-09T20:59:00.486" v="801"/>
        <pc:sldMkLst>
          <pc:docMk/>
          <pc:sldMk cId="2682790510" sldId="540"/>
        </pc:sldMkLst>
        <pc:spChg chg="mod">
          <ac:chgData name="Elaine Gustafson" userId="8e9fbddc-088d-4145-9000-dcad1c3d1481" providerId="ADAL" clId="{1D2EEDD5-7C60-480A-B47B-D4F66368D4C0}" dt="2025-06-06T20:01:55.343" v="73" actId="20577"/>
          <ac:spMkLst>
            <pc:docMk/>
            <pc:sldMk cId="2682790510" sldId="540"/>
            <ac:spMk id="2" creationId="{A44B7A9C-2F89-4540-CD80-D3B09EFCE270}"/>
          </ac:spMkLst>
        </pc:spChg>
        <pc:spChg chg="mod">
          <ac:chgData name="Elaine Gustafson" userId="8e9fbddc-088d-4145-9000-dcad1c3d1481" providerId="ADAL" clId="{1D2EEDD5-7C60-480A-B47B-D4F66368D4C0}" dt="2025-06-09T20:59:00.486" v="801"/>
          <ac:spMkLst>
            <pc:docMk/>
            <pc:sldMk cId="2682790510" sldId="540"/>
            <ac:spMk id="3" creationId="{C8FE2B9D-4B39-37C4-0462-81A1AAE14CF8}"/>
          </ac:spMkLst>
        </pc:spChg>
      </pc:sldChg>
      <pc:sldChg chg="addSp modSp mod">
        <pc:chgData name="Elaine Gustafson" userId="8e9fbddc-088d-4145-9000-dcad1c3d1481" providerId="ADAL" clId="{1D2EEDD5-7C60-480A-B47B-D4F66368D4C0}" dt="2025-06-09T20:21:33.992" v="380" actId="20577"/>
        <pc:sldMkLst>
          <pc:docMk/>
          <pc:sldMk cId="2478040323" sldId="541"/>
        </pc:sldMkLst>
      </pc:sldChg>
      <pc:sldChg chg="modSp">
        <pc:chgData name="Elaine Gustafson" userId="8e9fbddc-088d-4145-9000-dcad1c3d1481" providerId="ADAL" clId="{1D2EEDD5-7C60-480A-B47B-D4F66368D4C0}" dt="2025-06-09T21:01:28.389" v="839"/>
        <pc:sldMkLst>
          <pc:docMk/>
          <pc:sldMk cId="263440009" sldId="542"/>
        </pc:sldMkLst>
        <pc:spChg chg="mod">
          <ac:chgData name="Elaine Gustafson" userId="8e9fbddc-088d-4145-9000-dcad1c3d1481" providerId="ADAL" clId="{1D2EEDD5-7C60-480A-B47B-D4F66368D4C0}" dt="2025-06-09T20:29:22.237" v="509" actId="6549"/>
          <ac:spMkLst>
            <pc:docMk/>
            <pc:sldMk cId="263440009" sldId="542"/>
            <ac:spMk id="3" creationId="{DDA1A4AA-2C04-EF4D-586C-C24D012ACA21}"/>
          </ac:spMkLst>
        </pc:spChg>
        <pc:spChg chg="mod">
          <ac:chgData name="Elaine Gustafson" userId="8e9fbddc-088d-4145-9000-dcad1c3d1481" providerId="ADAL" clId="{1D2EEDD5-7C60-480A-B47B-D4F66368D4C0}" dt="2025-06-09T21:01:26.645" v="838"/>
          <ac:spMkLst>
            <pc:docMk/>
            <pc:sldMk cId="263440009" sldId="542"/>
            <ac:spMk id="4" creationId="{E32053A3-6E3E-AD1D-ECB9-CD991B1B21A6}"/>
          </ac:spMkLst>
        </pc:spChg>
      </pc:sldChg>
      <pc:sldChg chg="modSp">
        <pc:chgData name="Elaine Gustafson" userId="8e9fbddc-088d-4145-9000-dcad1c3d1481" providerId="ADAL" clId="{1D2EEDD5-7C60-480A-B47B-D4F66368D4C0}" dt="2025-06-09T21:01:39.341" v="842"/>
        <pc:sldMkLst>
          <pc:docMk/>
          <pc:sldMk cId="1961792442" sldId="543"/>
        </pc:sldMkLst>
        <pc:spChg chg="mod">
          <ac:chgData name="Elaine Gustafson" userId="8e9fbddc-088d-4145-9000-dcad1c3d1481" providerId="ADAL" clId="{1D2EEDD5-7C60-480A-B47B-D4F66368D4C0}" dt="2025-06-09T21:01:37.828" v="841"/>
          <ac:spMkLst>
            <pc:docMk/>
            <pc:sldMk cId="1961792442" sldId="543"/>
            <ac:spMk id="3" creationId="{FC9D7070-2D7C-D8CE-0235-85E1AF7771B9}"/>
          </ac:spMkLst>
        </pc:spChg>
        <pc:picChg chg="mod">
          <ac:chgData name="Elaine Gustafson" userId="8e9fbddc-088d-4145-9000-dcad1c3d1481" providerId="ADAL" clId="{1D2EEDD5-7C60-480A-B47B-D4F66368D4C0}" dt="2025-06-09T21:01:39.341" v="842"/>
          <ac:picMkLst>
            <pc:docMk/>
            <pc:sldMk cId="1961792442" sldId="543"/>
            <ac:picMk id="6" creationId="{B7767A72-55FA-602C-0A99-636FED8F34F7}"/>
          </ac:picMkLst>
        </pc:picChg>
      </pc:sldChg>
      <pc:sldChg chg="modSp">
        <pc:chgData name="Elaine Gustafson" userId="8e9fbddc-088d-4145-9000-dcad1c3d1481" providerId="ADAL" clId="{1D2EEDD5-7C60-480A-B47B-D4F66368D4C0}" dt="2025-06-09T21:04:42.728" v="870" actId="20577"/>
        <pc:sldMkLst>
          <pc:docMk/>
          <pc:sldMk cId="530991698" sldId="544"/>
        </pc:sldMkLst>
        <pc:spChg chg="mod">
          <ac:chgData name="Elaine Gustafson" userId="8e9fbddc-088d-4145-9000-dcad1c3d1481" providerId="ADAL" clId="{1D2EEDD5-7C60-480A-B47B-D4F66368D4C0}" dt="2025-06-09T21:04:42.728" v="870" actId="20577"/>
          <ac:spMkLst>
            <pc:docMk/>
            <pc:sldMk cId="530991698" sldId="544"/>
            <ac:spMk id="3" creationId="{3837DA70-14D7-1D72-2F28-B8412542EE2B}"/>
          </ac:spMkLst>
        </pc:spChg>
      </pc:sldChg>
      <pc:sldChg chg="modSp">
        <pc:chgData name="Elaine Gustafson" userId="8e9fbddc-088d-4145-9000-dcad1c3d1481" providerId="ADAL" clId="{1D2EEDD5-7C60-480A-B47B-D4F66368D4C0}" dt="2025-06-09T21:01:52.724" v="845"/>
        <pc:sldMkLst>
          <pc:docMk/>
          <pc:sldMk cId="1437490194" sldId="545"/>
        </pc:sldMkLst>
        <pc:spChg chg="mod">
          <ac:chgData name="Elaine Gustafson" userId="8e9fbddc-088d-4145-9000-dcad1c3d1481" providerId="ADAL" clId="{1D2EEDD5-7C60-480A-B47B-D4F66368D4C0}" dt="2025-06-09T21:01:50.909" v="844"/>
          <ac:spMkLst>
            <pc:docMk/>
            <pc:sldMk cId="1437490194" sldId="545"/>
            <ac:spMk id="3" creationId="{9A384A34-3730-B38D-E1DF-60280AD99CE9}"/>
          </ac:spMkLst>
        </pc:spChg>
        <pc:spChg chg="mod">
          <ac:chgData name="Elaine Gustafson" userId="8e9fbddc-088d-4145-9000-dcad1c3d1481" providerId="ADAL" clId="{1D2EEDD5-7C60-480A-B47B-D4F66368D4C0}" dt="2025-06-09T21:01:52.724" v="845"/>
          <ac:spMkLst>
            <pc:docMk/>
            <pc:sldMk cId="1437490194" sldId="545"/>
            <ac:spMk id="4" creationId="{87527144-55B2-5C4D-0018-7303848FDBA3}"/>
          </ac:spMkLst>
        </pc:spChg>
      </pc:sldChg>
      <pc:sldChg chg="modSp">
        <pc:chgData name="Elaine Gustafson" userId="8e9fbddc-088d-4145-9000-dcad1c3d1481" providerId="ADAL" clId="{1D2EEDD5-7C60-480A-B47B-D4F66368D4C0}" dt="2025-06-09T21:01:56.481" v="846"/>
        <pc:sldMkLst>
          <pc:docMk/>
          <pc:sldMk cId="2390347625" sldId="546"/>
        </pc:sldMkLst>
        <pc:spChg chg="mod">
          <ac:chgData name="Elaine Gustafson" userId="8e9fbddc-088d-4145-9000-dcad1c3d1481" providerId="ADAL" clId="{1D2EEDD5-7C60-480A-B47B-D4F66368D4C0}" dt="2025-06-09T21:01:56.481" v="846"/>
          <ac:spMkLst>
            <pc:docMk/>
            <pc:sldMk cId="2390347625" sldId="546"/>
            <ac:spMk id="3" creationId="{993014FA-1CDF-5633-AFD5-7C12C58944D3}"/>
          </ac:spMkLst>
        </pc:spChg>
        <pc:spChg chg="mod">
          <ac:chgData name="Elaine Gustafson" userId="8e9fbddc-088d-4145-9000-dcad1c3d1481" providerId="ADAL" clId="{1D2EEDD5-7C60-480A-B47B-D4F66368D4C0}" dt="2025-06-09T20:37:34.483" v="588" actId="20577"/>
          <ac:spMkLst>
            <pc:docMk/>
            <pc:sldMk cId="2390347625" sldId="546"/>
            <ac:spMk id="8" creationId="{1A957F53-172B-98FF-C4E2-BF8735AE4A14}"/>
          </ac:spMkLst>
        </pc:spChg>
      </pc:sldChg>
      <pc:sldChg chg="modSp">
        <pc:chgData name="Elaine Gustafson" userId="8e9fbddc-088d-4145-9000-dcad1c3d1481" providerId="ADAL" clId="{1D2EEDD5-7C60-480A-B47B-D4F66368D4C0}" dt="2025-06-09T21:02:08.659" v="849"/>
        <pc:sldMkLst>
          <pc:docMk/>
          <pc:sldMk cId="3065497257" sldId="547"/>
        </pc:sldMkLst>
        <pc:spChg chg="mod">
          <ac:chgData name="Elaine Gustafson" userId="8e9fbddc-088d-4145-9000-dcad1c3d1481" providerId="ADAL" clId="{1D2EEDD5-7C60-480A-B47B-D4F66368D4C0}" dt="2025-06-09T20:36:26.313" v="583" actId="20577"/>
          <ac:spMkLst>
            <pc:docMk/>
            <pc:sldMk cId="3065497257" sldId="547"/>
            <ac:spMk id="2" creationId="{B3A48C12-6E0B-FCD0-7748-0EB1D7D5F88E}"/>
          </ac:spMkLst>
        </pc:spChg>
        <pc:spChg chg="mod">
          <ac:chgData name="Elaine Gustafson" userId="8e9fbddc-088d-4145-9000-dcad1c3d1481" providerId="ADAL" clId="{1D2EEDD5-7C60-480A-B47B-D4F66368D4C0}" dt="2025-06-09T21:02:05.821" v="848"/>
          <ac:spMkLst>
            <pc:docMk/>
            <pc:sldMk cId="3065497257" sldId="547"/>
            <ac:spMk id="3" creationId="{41274CBD-5722-ACF5-20B9-EC98D84B9C4A}"/>
          </ac:spMkLst>
        </pc:spChg>
        <pc:picChg chg="mod">
          <ac:chgData name="Elaine Gustafson" userId="8e9fbddc-088d-4145-9000-dcad1c3d1481" providerId="ADAL" clId="{1D2EEDD5-7C60-480A-B47B-D4F66368D4C0}" dt="2025-06-09T21:02:08.659" v="849"/>
          <ac:picMkLst>
            <pc:docMk/>
            <pc:sldMk cId="3065497257" sldId="547"/>
            <ac:picMk id="6" creationId="{C452950E-24DC-7877-466D-B7059E90CF18}"/>
          </ac:picMkLst>
        </pc:picChg>
      </pc:sldChg>
      <pc:sldChg chg="modSp">
        <pc:chgData name="Elaine Gustafson" userId="8e9fbddc-088d-4145-9000-dcad1c3d1481" providerId="ADAL" clId="{1D2EEDD5-7C60-480A-B47B-D4F66368D4C0}" dt="2025-06-09T21:05:30.270" v="873" actId="6549"/>
        <pc:sldMkLst>
          <pc:docMk/>
          <pc:sldMk cId="873217887" sldId="548"/>
        </pc:sldMkLst>
        <pc:spChg chg="mod">
          <ac:chgData name="Elaine Gustafson" userId="8e9fbddc-088d-4145-9000-dcad1c3d1481" providerId="ADAL" clId="{1D2EEDD5-7C60-480A-B47B-D4F66368D4C0}" dt="2025-06-09T21:05:30.270" v="873" actId="6549"/>
          <ac:spMkLst>
            <pc:docMk/>
            <pc:sldMk cId="873217887" sldId="548"/>
            <ac:spMk id="3" creationId="{4D2B57A6-8466-3AB5-2486-C3ADD7AC0DAA}"/>
          </ac:spMkLst>
        </pc:spChg>
      </pc:sldChg>
      <pc:sldChg chg="modSp">
        <pc:chgData name="Elaine Gustafson" userId="8e9fbddc-088d-4145-9000-dcad1c3d1481" providerId="ADAL" clId="{1D2EEDD5-7C60-480A-B47B-D4F66368D4C0}" dt="2025-06-09T21:03:08.538" v="864"/>
        <pc:sldMkLst>
          <pc:docMk/>
          <pc:sldMk cId="3351190302" sldId="549"/>
        </pc:sldMkLst>
        <pc:spChg chg="mod">
          <ac:chgData name="Elaine Gustafson" userId="8e9fbddc-088d-4145-9000-dcad1c3d1481" providerId="ADAL" clId="{1D2EEDD5-7C60-480A-B47B-D4F66368D4C0}" dt="2025-06-09T21:03:06.956" v="863"/>
          <ac:spMkLst>
            <pc:docMk/>
            <pc:sldMk cId="3351190302" sldId="549"/>
            <ac:spMk id="3" creationId="{A4A8A621-3B7C-0EEB-830E-8D7D13607770}"/>
          </ac:spMkLst>
        </pc:spChg>
        <pc:picChg chg="mod">
          <ac:chgData name="Elaine Gustafson" userId="8e9fbddc-088d-4145-9000-dcad1c3d1481" providerId="ADAL" clId="{1D2EEDD5-7C60-480A-B47B-D4F66368D4C0}" dt="2025-06-09T21:03:08.538" v="864"/>
          <ac:picMkLst>
            <pc:docMk/>
            <pc:sldMk cId="3351190302" sldId="549"/>
            <ac:picMk id="6" creationId="{D503A27A-3972-316E-11B8-44D79C688A17}"/>
          </ac:picMkLst>
        </pc:picChg>
      </pc:sldChg>
      <pc:sldChg chg="modSp">
        <pc:chgData name="Elaine Gustafson" userId="8e9fbddc-088d-4145-9000-dcad1c3d1481" providerId="ADAL" clId="{1D2EEDD5-7C60-480A-B47B-D4F66368D4C0}" dt="2025-06-09T20:38:34.822" v="605" actId="20577"/>
        <pc:sldMkLst>
          <pc:docMk/>
          <pc:sldMk cId="2279390461" sldId="550"/>
        </pc:sldMkLst>
        <pc:spChg chg="mod">
          <ac:chgData name="Elaine Gustafson" userId="8e9fbddc-088d-4145-9000-dcad1c3d1481" providerId="ADAL" clId="{1D2EEDD5-7C60-480A-B47B-D4F66368D4C0}" dt="2025-06-09T20:38:34.822" v="605" actId="20577"/>
          <ac:spMkLst>
            <pc:docMk/>
            <pc:sldMk cId="2279390461" sldId="550"/>
            <ac:spMk id="3" creationId="{CC15CF77-58AA-12C0-D086-B47E0C678AB2}"/>
          </ac:spMkLst>
        </pc:spChg>
      </pc:sldChg>
      <pc:sldChg chg="modSp">
        <pc:chgData name="Elaine Gustafson" userId="8e9fbddc-088d-4145-9000-dcad1c3d1481" providerId="ADAL" clId="{1D2EEDD5-7C60-480A-B47B-D4F66368D4C0}" dt="2025-06-09T21:02:34.154" v="855"/>
        <pc:sldMkLst>
          <pc:docMk/>
          <pc:sldMk cId="1885184159" sldId="552"/>
        </pc:sldMkLst>
        <pc:spChg chg="mod">
          <ac:chgData name="Elaine Gustafson" userId="8e9fbddc-088d-4145-9000-dcad1c3d1481" providerId="ADAL" clId="{1D2EEDD5-7C60-480A-B47B-D4F66368D4C0}" dt="2025-06-09T21:02:32.575" v="854"/>
          <ac:spMkLst>
            <pc:docMk/>
            <pc:sldMk cId="1885184159" sldId="552"/>
            <ac:spMk id="3" creationId="{3096C957-81B5-1B79-37AF-52C9C679D5E3}"/>
          </ac:spMkLst>
        </pc:spChg>
        <pc:picChg chg="mod">
          <ac:chgData name="Elaine Gustafson" userId="8e9fbddc-088d-4145-9000-dcad1c3d1481" providerId="ADAL" clId="{1D2EEDD5-7C60-480A-B47B-D4F66368D4C0}" dt="2025-06-09T21:02:34.154" v="855"/>
          <ac:picMkLst>
            <pc:docMk/>
            <pc:sldMk cId="1885184159" sldId="552"/>
            <ac:picMk id="6" creationId="{A3A358CE-FAB7-F45F-6633-DABFD4D870CF}"/>
          </ac:picMkLst>
        </pc:picChg>
      </pc:sldChg>
      <pc:sldChg chg="modSp">
        <pc:chgData name="Elaine Gustafson" userId="8e9fbddc-088d-4145-9000-dcad1c3d1481" providerId="ADAL" clId="{1D2EEDD5-7C60-480A-B47B-D4F66368D4C0}" dt="2025-06-09T20:48:36.471" v="722" actId="20577"/>
        <pc:sldMkLst>
          <pc:docMk/>
          <pc:sldMk cId="3332352284" sldId="553"/>
        </pc:sldMkLst>
        <pc:spChg chg="mod">
          <ac:chgData name="Elaine Gustafson" userId="8e9fbddc-088d-4145-9000-dcad1c3d1481" providerId="ADAL" clId="{1D2EEDD5-7C60-480A-B47B-D4F66368D4C0}" dt="2025-06-09T20:48:36.471" v="722" actId="20577"/>
          <ac:spMkLst>
            <pc:docMk/>
            <pc:sldMk cId="3332352284" sldId="553"/>
            <ac:spMk id="3" creationId="{67B7773F-E7A6-747C-02FF-AB033038B547}"/>
          </ac:spMkLst>
        </pc:spChg>
      </pc:sldChg>
      <pc:sldChg chg="modSp">
        <pc:chgData name="Elaine Gustafson" userId="8e9fbddc-088d-4145-9000-dcad1c3d1481" providerId="ADAL" clId="{1D2EEDD5-7C60-480A-B47B-D4F66368D4C0}" dt="2025-06-09T21:03:16.394" v="866"/>
        <pc:sldMkLst>
          <pc:docMk/>
          <pc:sldMk cId="1649655630" sldId="554"/>
        </pc:sldMkLst>
        <pc:spChg chg="mod">
          <ac:chgData name="Elaine Gustafson" userId="8e9fbddc-088d-4145-9000-dcad1c3d1481" providerId="ADAL" clId="{1D2EEDD5-7C60-480A-B47B-D4F66368D4C0}" dt="2025-06-09T21:03:16.394" v="866"/>
          <ac:spMkLst>
            <pc:docMk/>
            <pc:sldMk cId="1649655630" sldId="554"/>
            <ac:spMk id="3" creationId="{7D314077-3DAD-C2CE-6F77-B3DC45345C7B}"/>
          </ac:spMkLst>
        </pc:spChg>
      </pc:sldChg>
      <pc:sldChg chg="modSp">
        <pc:chgData name="Elaine Gustafson" userId="8e9fbddc-088d-4145-9000-dcad1c3d1481" providerId="ADAL" clId="{1D2EEDD5-7C60-480A-B47B-D4F66368D4C0}" dt="2025-06-09T21:03:20.477" v="868"/>
        <pc:sldMkLst>
          <pc:docMk/>
          <pc:sldMk cId="640934489" sldId="555"/>
        </pc:sldMkLst>
        <pc:spChg chg="mod">
          <ac:chgData name="Elaine Gustafson" userId="8e9fbddc-088d-4145-9000-dcad1c3d1481" providerId="ADAL" clId="{1D2EEDD5-7C60-480A-B47B-D4F66368D4C0}" dt="2025-06-09T21:03:20.477" v="868"/>
          <ac:spMkLst>
            <pc:docMk/>
            <pc:sldMk cId="640934489" sldId="555"/>
            <ac:spMk id="3" creationId="{22647096-F3C2-8393-479B-AF0C7D057A44}"/>
          </ac:spMkLst>
        </pc:spChg>
      </pc:sldChg>
      <pc:sldChg chg="modSp">
        <pc:chgData name="Elaine Gustafson" userId="8e9fbddc-088d-4145-9000-dcad1c3d1481" providerId="ADAL" clId="{1D2EEDD5-7C60-480A-B47B-D4F66368D4C0}" dt="2025-06-09T20:53:33.457" v="750" actId="20577"/>
        <pc:sldMkLst>
          <pc:docMk/>
          <pc:sldMk cId="3967056612" sldId="556"/>
        </pc:sldMkLst>
        <pc:spChg chg="mod">
          <ac:chgData name="Elaine Gustafson" userId="8e9fbddc-088d-4145-9000-dcad1c3d1481" providerId="ADAL" clId="{1D2EEDD5-7C60-480A-B47B-D4F66368D4C0}" dt="2025-06-09T20:53:33.457" v="750" actId="20577"/>
          <ac:spMkLst>
            <pc:docMk/>
            <pc:sldMk cId="3967056612" sldId="556"/>
            <ac:spMk id="3" creationId="{1039439D-A203-2DDA-31A8-57291BBA435A}"/>
          </ac:spMkLst>
        </pc:spChg>
      </pc:sldChg>
      <pc:sldChg chg="modSp">
        <pc:chgData name="Elaine Gustafson" userId="8e9fbddc-088d-4145-9000-dcad1c3d1481" providerId="ADAL" clId="{1D2EEDD5-7C60-480A-B47B-D4F66368D4C0}" dt="2025-06-09T20:53:58.732" v="753"/>
        <pc:sldMkLst>
          <pc:docMk/>
          <pc:sldMk cId="1458741665" sldId="557"/>
        </pc:sldMkLst>
        <pc:spChg chg="mod">
          <ac:chgData name="Elaine Gustafson" userId="8e9fbddc-088d-4145-9000-dcad1c3d1481" providerId="ADAL" clId="{1D2EEDD5-7C60-480A-B47B-D4F66368D4C0}" dt="2025-06-09T20:53:56.796" v="752"/>
          <ac:spMkLst>
            <pc:docMk/>
            <pc:sldMk cId="1458741665" sldId="557"/>
            <ac:spMk id="3" creationId="{A8B7D479-8514-62FB-C19B-A5AEE1AA9C65}"/>
          </ac:spMkLst>
        </pc:spChg>
        <pc:picChg chg="mod">
          <ac:chgData name="Elaine Gustafson" userId="8e9fbddc-088d-4145-9000-dcad1c3d1481" providerId="ADAL" clId="{1D2EEDD5-7C60-480A-B47B-D4F66368D4C0}" dt="2025-06-09T20:53:58.732" v="753"/>
          <ac:picMkLst>
            <pc:docMk/>
            <pc:sldMk cId="1458741665" sldId="557"/>
            <ac:picMk id="9" creationId="{141359F6-5271-CB41-C08C-7E3283A820FC}"/>
          </ac:picMkLst>
        </pc:picChg>
      </pc:sldChg>
      <pc:sldChg chg="modSp">
        <pc:chgData name="Elaine Gustafson" userId="8e9fbddc-088d-4145-9000-dcad1c3d1481" providerId="ADAL" clId="{1D2EEDD5-7C60-480A-B47B-D4F66368D4C0}" dt="2025-06-09T20:54:07.243" v="756"/>
        <pc:sldMkLst>
          <pc:docMk/>
          <pc:sldMk cId="1898525301" sldId="558"/>
        </pc:sldMkLst>
        <pc:spChg chg="mod">
          <ac:chgData name="Elaine Gustafson" userId="8e9fbddc-088d-4145-9000-dcad1c3d1481" providerId="ADAL" clId="{1D2EEDD5-7C60-480A-B47B-D4F66368D4C0}" dt="2025-06-09T20:54:05.403" v="755"/>
          <ac:spMkLst>
            <pc:docMk/>
            <pc:sldMk cId="1898525301" sldId="558"/>
            <ac:spMk id="3" creationId="{D5E0D38A-09BD-61F1-4A1D-FEB71FC309D9}"/>
          </ac:spMkLst>
        </pc:spChg>
        <pc:picChg chg="mod">
          <ac:chgData name="Elaine Gustafson" userId="8e9fbddc-088d-4145-9000-dcad1c3d1481" providerId="ADAL" clId="{1D2EEDD5-7C60-480A-B47B-D4F66368D4C0}" dt="2025-06-09T20:54:07.243" v="756"/>
          <ac:picMkLst>
            <pc:docMk/>
            <pc:sldMk cId="1898525301" sldId="558"/>
            <ac:picMk id="6" creationId="{C2AA08F1-68CC-00D8-FACB-4C51DA706C24}"/>
          </ac:picMkLst>
        </pc:picChg>
      </pc:sldChg>
      <pc:sldChg chg="modSp">
        <pc:chgData name="Elaine Gustafson" userId="8e9fbddc-088d-4145-9000-dcad1c3d1481" providerId="ADAL" clId="{1D2EEDD5-7C60-480A-B47B-D4F66368D4C0}" dt="2025-06-06T20:11:37.613" v="234" actId="20577"/>
        <pc:sldMkLst>
          <pc:docMk/>
          <pc:sldMk cId="3526910316" sldId="559"/>
        </pc:sldMkLst>
        <pc:spChg chg="mod">
          <ac:chgData name="Elaine Gustafson" userId="8e9fbddc-088d-4145-9000-dcad1c3d1481" providerId="ADAL" clId="{1D2EEDD5-7C60-480A-B47B-D4F66368D4C0}" dt="2025-06-06T20:11:37.613" v="234" actId="20577"/>
          <ac:spMkLst>
            <pc:docMk/>
            <pc:sldMk cId="3526910316" sldId="559"/>
            <ac:spMk id="3" creationId="{AE7991C8-C152-222A-C34C-E151E26341F9}"/>
          </ac:spMkLst>
        </pc:spChg>
      </pc:sldChg>
      <pc:sldChg chg="modSp">
        <pc:chgData name="Elaine Gustafson" userId="8e9fbddc-088d-4145-9000-dcad1c3d1481" providerId="ADAL" clId="{1D2EEDD5-7C60-480A-B47B-D4F66368D4C0}" dt="2025-06-09T20:55:33.032" v="759"/>
        <pc:sldMkLst>
          <pc:docMk/>
          <pc:sldMk cId="45696614" sldId="560"/>
        </pc:sldMkLst>
        <pc:spChg chg="mod">
          <ac:chgData name="Elaine Gustafson" userId="8e9fbddc-088d-4145-9000-dcad1c3d1481" providerId="ADAL" clId="{1D2EEDD5-7C60-480A-B47B-D4F66368D4C0}" dt="2025-06-09T20:55:31.583" v="758"/>
          <ac:spMkLst>
            <pc:docMk/>
            <pc:sldMk cId="45696614" sldId="560"/>
            <ac:spMk id="3" creationId="{711F53B5-2E86-D664-E29E-5F452C0CC851}"/>
          </ac:spMkLst>
        </pc:spChg>
        <pc:spChg chg="mod">
          <ac:chgData name="Elaine Gustafson" userId="8e9fbddc-088d-4145-9000-dcad1c3d1481" providerId="ADAL" clId="{1D2EEDD5-7C60-480A-B47B-D4F66368D4C0}" dt="2025-06-09T20:55:33.032" v="759"/>
          <ac:spMkLst>
            <pc:docMk/>
            <pc:sldMk cId="45696614" sldId="560"/>
            <ac:spMk id="7" creationId="{FE117DD0-7290-E672-D8D5-95E14763E9A5}"/>
          </ac:spMkLst>
        </pc:spChg>
      </pc:sldChg>
      <pc:sldChg chg="modSp">
        <pc:chgData name="Elaine Gustafson" userId="8e9fbddc-088d-4145-9000-dcad1c3d1481" providerId="ADAL" clId="{1D2EEDD5-7C60-480A-B47B-D4F66368D4C0}" dt="2025-06-09T20:56:05.574" v="762"/>
        <pc:sldMkLst>
          <pc:docMk/>
          <pc:sldMk cId="3686832961" sldId="561"/>
        </pc:sldMkLst>
        <pc:spChg chg="mod">
          <ac:chgData name="Elaine Gustafson" userId="8e9fbddc-088d-4145-9000-dcad1c3d1481" providerId="ADAL" clId="{1D2EEDD5-7C60-480A-B47B-D4F66368D4C0}" dt="2025-06-09T20:56:04.206" v="761"/>
          <ac:spMkLst>
            <pc:docMk/>
            <pc:sldMk cId="3686832961" sldId="561"/>
            <ac:spMk id="3" creationId="{CE33975A-DA0A-994F-55D8-9B4E91A7E430}"/>
          </ac:spMkLst>
        </pc:spChg>
        <pc:spChg chg="mod">
          <ac:chgData name="Elaine Gustafson" userId="8e9fbddc-088d-4145-9000-dcad1c3d1481" providerId="ADAL" clId="{1D2EEDD5-7C60-480A-B47B-D4F66368D4C0}" dt="2025-06-09T20:56:05.574" v="762"/>
          <ac:spMkLst>
            <pc:docMk/>
            <pc:sldMk cId="3686832961" sldId="561"/>
            <ac:spMk id="7" creationId="{8226C311-E2B8-266C-B00F-A902AA208B6D}"/>
          </ac:spMkLst>
        </pc:spChg>
      </pc:sldChg>
      <pc:sldChg chg="addSp modSp mod">
        <pc:chgData name="Elaine Gustafson" userId="8e9fbddc-088d-4145-9000-dcad1c3d1481" providerId="ADAL" clId="{1D2EEDD5-7C60-480A-B47B-D4F66368D4C0}" dt="2025-06-09T20:57:37.729" v="796"/>
        <pc:sldMkLst>
          <pc:docMk/>
          <pc:sldMk cId="1632474462" sldId="562"/>
        </pc:sldMkLst>
        <pc:spChg chg="mod">
          <ac:chgData name="Elaine Gustafson" userId="8e9fbddc-088d-4145-9000-dcad1c3d1481" providerId="ADAL" clId="{1D2EEDD5-7C60-480A-B47B-D4F66368D4C0}" dt="2025-06-09T20:57:37.729" v="796"/>
          <ac:spMkLst>
            <pc:docMk/>
            <pc:sldMk cId="1632474462" sldId="562"/>
            <ac:spMk id="2" creationId="{B6FDB866-D2D1-FED3-099D-B7177B6DC3B2}"/>
          </ac:spMkLst>
        </pc:spChg>
        <pc:spChg chg="add mod">
          <ac:chgData name="Elaine Gustafson" userId="8e9fbddc-088d-4145-9000-dcad1c3d1481" providerId="ADAL" clId="{1D2EEDD5-7C60-480A-B47B-D4F66368D4C0}" dt="2025-06-09T20:57:35.904" v="795"/>
          <ac:spMkLst>
            <pc:docMk/>
            <pc:sldMk cId="1632474462" sldId="562"/>
            <ac:spMk id="5" creationId="{DBE1FD33-C369-51EC-C52B-F8279FC8CC1A}"/>
          </ac:spMkLst>
        </pc:spChg>
      </pc:sldChg>
      <pc:sldChg chg="addSp modSp mod">
        <pc:chgData name="Elaine Gustafson" userId="8e9fbddc-088d-4145-9000-dcad1c3d1481" providerId="ADAL" clId="{1D2EEDD5-7C60-480A-B47B-D4F66368D4C0}" dt="2025-06-09T20:57:45.432" v="799"/>
        <pc:sldMkLst>
          <pc:docMk/>
          <pc:sldMk cId="3478511898" sldId="563"/>
        </pc:sldMkLst>
        <pc:spChg chg="mod">
          <ac:chgData name="Elaine Gustafson" userId="8e9fbddc-088d-4145-9000-dcad1c3d1481" providerId="ADAL" clId="{1D2EEDD5-7C60-480A-B47B-D4F66368D4C0}" dt="2025-06-09T20:57:45.432" v="799"/>
          <ac:spMkLst>
            <pc:docMk/>
            <pc:sldMk cId="3478511898" sldId="563"/>
            <ac:spMk id="2" creationId="{9F1DD181-E6A3-E462-1714-3A23F6A0DC51}"/>
          </ac:spMkLst>
        </pc:spChg>
        <pc:spChg chg="add mod">
          <ac:chgData name="Elaine Gustafson" userId="8e9fbddc-088d-4145-9000-dcad1c3d1481" providerId="ADAL" clId="{1D2EEDD5-7C60-480A-B47B-D4F66368D4C0}" dt="2025-06-09T20:57:44.013" v="798"/>
          <ac:spMkLst>
            <pc:docMk/>
            <pc:sldMk cId="3478511898" sldId="563"/>
            <ac:spMk id="5" creationId="{95E3050E-0C6C-E01E-0CF3-C721B0957E4E}"/>
          </ac:spMkLst>
        </pc:spChg>
      </pc:sldChg>
      <pc:sldChg chg="modSp add">
        <pc:chgData name="Elaine Gustafson" userId="8e9fbddc-088d-4145-9000-dcad1c3d1481" providerId="ADAL" clId="{1D2EEDD5-7C60-480A-B47B-D4F66368D4C0}" dt="2025-06-09T21:04:51.778" v="872" actId="20577"/>
        <pc:sldMkLst>
          <pc:docMk/>
          <pc:sldMk cId="406174815" sldId="564"/>
        </pc:sldMkLst>
        <pc:spChg chg="mod">
          <ac:chgData name="Elaine Gustafson" userId="8e9fbddc-088d-4145-9000-dcad1c3d1481" providerId="ADAL" clId="{1D2EEDD5-7C60-480A-B47B-D4F66368D4C0}" dt="2025-06-09T21:04:51.778" v="872" actId="20577"/>
          <ac:spMkLst>
            <pc:docMk/>
            <pc:sldMk cId="406174815" sldId="564"/>
            <ac:spMk id="3" creationId="{B5462001-A065-0760-A3D0-3F6EE62D0392}"/>
          </ac:spMkLst>
        </pc:spChg>
        <pc:spChg chg="mod">
          <ac:chgData name="Elaine Gustafson" userId="8e9fbddc-088d-4145-9000-dcad1c3d1481" providerId="ADAL" clId="{1D2EEDD5-7C60-480A-B47B-D4F66368D4C0}" dt="2025-06-09T20:36:17.475" v="579" actId="20577"/>
          <ac:spMkLst>
            <pc:docMk/>
            <pc:sldMk cId="406174815" sldId="564"/>
            <ac:spMk id="8" creationId="{1984AED5-A3FE-4895-5456-27CD324E6225}"/>
          </ac:spMkLst>
        </pc:spChg>
      </pc:sldChg>
      <pc:sldMasterChg chg="modSldLayout">
        <pc:chgData name="Elaine Gustafson" userId="8e9fbddc-088d-4145-9000-dcad1c3d1481" providerId="ADAL" clId="{1D2EEDD5-7C60-480A-B47B-D4F66368D4C0}" dt="2025-06-06T20:00:43.873" v="46" actId="962"/>
        <pc:sldMasterMkLst>
          <pc:docMk/>
          <pc:sldMasterMk cId="58932730" sldId="2147483910"/>
        </pc:sldMasterMkLst>
        <pc:sldLayoutChg chg="modSp mod">
          <pc:chgData name="Elaine Gustafson" userId="8e9fbddc-088d-4145-9000-dcad1c3d1481" providerId="ADAL" clId="{1D2EEDD5-7C60-480A-B47B-D4F66368D4C0}" dt="2025-06-06T19:57:54.050" v="2" actId="962"/>
          <pc:sldLayoutMkLst>
            <pc:docMk/>
            <pc:sldMasterMk cId="58932730" sldId="2147483910"/>
            <pc:sldLayoutMk cId="1974321300" sldId="2147483912"/>
          </pc:sldLayoutMkLst>
          <pc:spChg chg="mod">
            <ac:chgData name="Elaine Gustafson" userId="8e9fbddc-088d-4145-9000-dcad1c3d1481" providerId="ADAL" clId="{1D2EEDD5-7C60-480A-B47B-D4F66368D4C0}" dt="2025-06-06T19:57:54.050" v="2" actId="962"/>
            <ac:spMkLst>
              <pc:docMk/>
              <pc:sldMasterMk cId="58932730" sldId="2147483910"/>
              <pc:sldLayoutMk cId="1974321300" sldId="2147483912"/>
              <ac:spMk id="10" creationId="{88E2E271-D3C7-4808-9665-C6E27FB5A775}"/>
            </ac:spMkLst>
          </pc:spChg>
        </pc:sldLayoutChg>
        <pc:sldLayoutChg chg="modSp mod">
          <pc:chgData name="Elaine Gustafson" userId="8e9fbddc-088d-4145-9000-dcad1c3d1481" providerId="ADAL" clId="{1D2EEDD5-7C60-480A-B47B-D4F66368D4C0}" dt="2025-06-06T20:00:08.565" v="41"/>
          <pc:sldLayoutMkLst>
            <pc:docMk/>
            <pc:sldMasterMk cId="58932730" sldId="2147483910"/>
            <pc:sldLayoutMk cId="3198385692" sldId="2147483922"/>
          </pc:sldLayoutMkLst>
          <pc:spChg chg="ord">
            <ac:chgData name="Elaine Gustafson" userId="8e9fbddc-088d-4145-9000-dcad1c3d1481" providerId="ADAL" clId="{1D2EEDD5-7C60-480A-B47B-D4F66368D4C0}" dt="2025-06-06T20:00:08.565" v="41"/>
            <ac:spMkLst>
              <pc:docMk/>
              <pc:sldMasterMk cId="58932730" sldId="2147483910"/>
              <pc:sldLayoutMk cId="3198385692" sldId="2147483922"/>
              <ac:spMk id="3" creationId="{755610DE-03A3-4171-87CD-CB837BA3D0EB}"/>
            </ac:spMkLst>
          </pc:spChg>
          <pc:spChg chg="mod">
            <ac:chgData name="Elaine Gustafson" userId="8e9fbddc-088d-4145-9000-dcad1c3d1481" providerId="ADAL" clId="{1D2EEDD5-7C60-480A-B47B-D4F66368D4C0}" dt="2025-06-06T20:00:02.837" v="39" actId="20577"/>
            <ac:spMkLst>
              <pc:docMk/>
              <pc:sldMasterMk cId="58932730" sldId="2147483910"/>
              <pc:sldLayoutMk cId="3198385692" sldId="2147483922"/>
              <ac:spMk id="4" creationId="{48DA206A-2516-457B-9C8F-9BDD445DD373}"/>
            </ac:spMkLst>
          </pc:spChg>
          <pc:picChg chg="mod">
            <ac:chgData name="Elaine Gustafson" userId="8e9fbddc-088d-4145-9000-dcad1c3d1481" providerId="ADAL" clId="{1D2EEDD5-7C60-480A-B47B-D4F66368D4C0}" dt="2025-06-06T20:00:06.046" v="40" actId="962"/>
            <ac:picMkLst>
              <pc:docMk/>
              <pc:sldMasterMk cId="58932730" sldId="2147483910"/>
              <pc:sldLayoutMk cId="3198385692" sldId="2147483922"/>
              <ac:picMk id="13" creationId="{1ADA4BA0-CFFC-47F9-BAF1-81434EEDEEAA}"/>
            </ac:picMkLst>
          </pc:picChg>
        </pc:sldLayoutChg>
        <pc:sldLayoutChg chg="modSp mod">
          <pc:chgData name="Elaine Gustafson" userId="8e9fbddc-088d-4145-9000-dcad1c3d1481" providerId="ADAL" clId="{1D2EEDD5-7C60-480A-B47B-D4F66368D4C0}" dt="2025-06-06T20:00:17.348" v="44"/>
          <pc:sldLayoutMkLst>
            <pc:docMk/>
            <pc:sldMasterMk cId="58932730" sldId="2147483910"/>
            <pc:sldLayoutMk cId="3241009506" sldId="2147483924"/>
          </pc:sldLayoutMkLst>
          <pc:spChg chg="ord">
            <ac:chgData name="Elaine Gustafson" userId="8e9fbddc-088d-4145-9000-dcad1c3d1481" providerId="ADAL" clId="{1D2EEDD5-7C60-480A-B47B-D4F66368D4C0}" dt="2025-06-06T20:00:17.348" v="44"/>
            <ac:spMkLst>
              <pc:docMk/>
              <pc:sldMasterMk cId="58932730" sldId="2147483910"/>
              <pc:sldLayoutMk cId="3241009506" sldId="2147483924"/>
              <ac:spMk id="2" creationId="{07AE4D56-1580-4D91-812A-FB8A378319AE}"/>
            </ac:spMkLst>
          </pc:spChg>
          <pc:spChg chg="mod">
            <ac:chgData name="Elaine Gustafson" userId="8e9fbddc-088d-4145-9000-dcad1c3d1481" providerId="ADAL" clId="{1D2EEDD5-7C60-480A-B47B-D4F66368D4C0}" dt="2025-06-06T20:00:14.671" v="43" actId="962"/>
            <ac:spMkLst>
              <pc:docMk/>
              <pc:sldMasterMk cId="58932730" sldId="2147483910"/>
              <pc:sldLayoutMk cId="3241009506" sldId="2147483924"/>
              <ac:spMk id="9" creationId="{46FD5A98-A124-4EB7-BACC-FCD20E2A7A9D}"/>
            </ac:spMkLst>
          </pc:spChg>
          <pc:picChg chg="mod">
            <ac:chgData name="Elaine Gustafson" userId="8e9fbddc-088d-4145-9000-dcad1c3d1481" providerId="ADAL" clId="{1D2EEDD5-7C60-480A-B47B-D4F66368D4C0}" dt="2025-06-06T20:00:14.094" v="42" actId="962"/>
            <ac:picMkLst>
              <pc:docMk/>
              <pc:sldMasterMk cId="58932730" sldId="2147483910"/>
              <pc:sldLayoutMk cId="3241009506" sldId="2147483924"/>
              <ac:picMk id="13" creationId="{E7A60DE0-FD9C-4F2F-8B9C-B132BBC175FF}"/>
            </ac:picMkLst>
          </pc:picChg>
        </pc:sldLayoutChg>
        <pc:sldLayoutChg chg="modSp mod">
          <pc:chgData name="Elaine Gustafson" userId="8e9fbddc-088d-4145-9000-dcad1c3d1481" providerId="ADAL" clId="{1D2EEDD5-7C60-480A-B47B-D4F66368D4C0}" dt="2025-06-06T20:00:38.883" v="45" actId="962"/>
          <pc:sldLayoutMkLst>
            <pc:docMk/>
            <pc:sldMasterMk cId="58932730" sldId="2147483910"/>
            <pc:sldLayoutMk cId="4111725238" sldId="2147483926"/>
          </pc:sldLayoutMkLst>
          <pc:spChg chg="mod">
            <ac:chgData name="Elaine Gustafson" userId="8e9fbddc-088d-4145-9000-dcad1c3d1481" providerId="ADAL" clId="{1D2EEDD5-7C60-480A-B47B-D4F66368D4C0}" dt="2025-06-06T20:00:38.883" v="45" actId="962"/>
            <ac:spMkLst>
              <pc:docMk/>
              <pc:sldMasterMk cId="58932730" sldId="2147483910"/>
              <pc:sldLayoutMk cId="4111725238" sldId="2147483926"/>
              <ac:spMk id="9" creationId="{C72812BA-B9B1-46F2-B1D3-26CF558EC640}"/>
            </ac:spMkLst>
          </pc:spChg>
        </pc:sldLayoutChg>
        <pc:sldLayoutChg chg="modSp mod">
          <pc:chgData name="Elaine Gustafson" userId="8e9fbddc-088d-4145-9000-dcad1c3d1481" providerId="ADAL" clId="{1D2EEDD5-7C60-480A-B47B-D4F66368D4C0}" dt="2025-06-06T19:57:50.328" v="1"/>
          <pc:sldLayoutMkLst>
            <pc:docMk/>
            <pc:sldMasterMk cId="58932730" sldId="2147483910"/>
            <pc:sldLayoutMk cId="2001968655" sldId="2147483932"/>
          </pc:sldLayoutMkLst>
          <pc:spChg chg="ord">
            <ac:chgData name="Elaine Gustafson" userId="8e9fbddc-088d-4145-9000-dcad1c3d1481" providerId="ADAL" clId="{1D2EEDD5-7C60-480A-B47B-D4F66368D4C0}" dt="2025-06-06T19:57:50.328" v="1"/>
            <ac:spMkLst>
              <pc:docMk/>
              <pc:sldMasterMk cId="58932730" sldId="2147483910"/>
              <pc:sldLayoutMk cId="2001968655" sldId="2147483932"/>
              <ac:spMk id="2" creationId="{69C7CFDF-8D56-4B0F-986D-0966674CEF87}"/>
            </ac:spMkLst>
          </pc:spChg>
          <pc:spChg chg="mod">
            <ac:chgData name="Elaine Gustafson" userId="8e9fbddc-088d-4145-9000-dcad1c3d1481" providerId="ADAL" clId="{1D2EEDD5-7C60-480A-B47B-D4F66368D4C0}" dt="2025-06-06T19:57:45.707" v="0" actId="962"/>
            <ac:spMkLst>
              <pc:docMk/>
              <pc:sldMasterMk cId="58932730" sldId="2147483910"/>
              <pc:sldLayoutMk cId="2001968655" sldId="2147483932"/>
              <ac:spMk id="10" creationId="{88E2E271-D3C7-4808-9665-C6E27FB5A775}"/>
            </ac:spMkLst>
          </pc:spChg>
        </pc:sldLayoutChg>
        <pc:sldLayoutChg chg="modSp mod">
          <pc:chgData name="Elaine Gustafson" userId="8e9fbddc-088d-4145-9000-dcad1c3d1481" providerId="ADAL" clId="{1D2EEDD5-7C60-480A-B47B-D4F66368D4C0}" dt="2025-06-06T19:57:58.884" v="3" actId="962"/>
          <pc:sldLayoutMkLst>
            <pc:docMk/>
            <pc:sldMasterMk cId="58932730" sldId="2147483910"/>
            <pc:sldLayoutMk cId="2790083631" sldId="2147483933"/>
          </pc:sldLayoutMkLst>
          <pc:spChg chg="mod">
            <ac:chgData name="Elaine Gustafson" userId="8e9fbddc-088d-4145-9000-dcad1c3d1481" providerId="ADAL" clId="{1D2EEDD5-7C60-480A-B47B-D4F66368D4C0}" dt="2025-06-06T19:57:58.884" v="3" actId="962"/>
            <ac:spMkLst>
              <pc:docMk/>
              <pc:sldMasterMk cId="58932730" sldId="2147483910"/>
              <pc:sldLayoutMk cId="2790083631" sldId="2147483933"/>
              <ac:spMk id="10" creationId="{88E2E271-D3C7-4808-9665-C6E27FB5A775}"/>
            </ac:spMkLst>
          </pc:spChg>
        </pc:sldLayoutChg>
        <pc:sldLayoutChg chg="modSp mod">
          <pc:chgData name="Elaine Gustafson" userId="8e9fbddc-088d-4145-9000-dcad1c3d1481" providerId="ADAL" clId="{1D2EEDD5-7C60-480A-B47B-D4F66368D4C0}" dt="2025-06-06T19:58:39.606" v="5"/>
          <pc:sldLayoutMkLst>
            <pc:docMk/>
            <pc:sldMasterMk cId="58932730" sldId="2147483910"/>
            <pc:sldLayoutMk cId="927130793" sldId="2147483938"/>
          </pc:sldLayoutMkLst>
          <pc:spChg chg="ord">
            <ac:chgData name="Elaine Gustafson" userId="8e9fbddc-088d-4145-9000-dcad1c3d1481" providerId="ADAL" clId="{1D2EEDD5-7C60-480A-B47B-D4F66368D4C0}" dt="2025-06-06T19:58:39.606" v="5"/>
            <ac:spMkLst>
              <pc:docMk/>
              <pc:sldMasterMk cId="58932730" sldId="2147483910"/>
              <pc:sldLayoutMk cId="927130793" sldId="2147483938"/>
              <ac:spMk id="3" creationId="{997C70C8-90CB-4519-B236-5C8D99A8D6CC}"/>
            </ac:spMkLst>
          </pc:spChg>
        </pc:sldLayoutChg>
        <pc:sldLayoutChg chg="modSp mod">
          <pc:chgData name="Elaine Gustafson" userId="8e9fbddc-088d-4145-9000-dcad1c3d1481" providerId="ADAL" clId="{1D2EEDD5-7C60-480A-B47B-D4F66368D4C0}" dt="2025-06-06T19:59:05.829" v="10"/>
          <pc:sldLayoutMkLst>
            <pc:docMk/>
            <pc:sldMasterMk cId="58932730" sldId="2147483910"/>
            <pc:sldLayoutMk cId="1673279809" sldId="2147483939"/>
          </pc:sldLayoutMkLst>
          <pc:spChg chg="ord">
            <ac:chgData name="Elaine Gustafson" userId="8e9fbddc-088d-4145-9000-dcad1c3d1481" providerId="ADAL" clId="{1D2EEDD5-7C60-480A-B47B-D4F66368D4C0}" dt="2025-06-06T19:59:05.829" v="10"/>
            <ac:spMkLst>
              <pc:docMk/>
              <pc:sldMasterMk cId="58932730" sldId="2147483910"/>
              <pc:sldLayoutMk cId="1673279809" sldId="2147483939"/>
              <ac:spMk id="2" creationId="{56B2E2FA-09DF-4717-B99F-F1A240733DAC}"/>
            </ac:spMkLst>
          </pc:spChg>
        </pc:sldLayoutChg>
        <pc:sldLayoutChg chg="modSp mod">
          <pc:chgData name="Elaine Gustafson" userId="8e9fbddc-088d-4145-9000-dcad1c3d1481" providerId="ADAL" clId="{1D2EEDD5-7C60-480A-B47B-D4F66368D4C0}" dt="2025-06-06T19:58:59.620" v="9"/>
          <pc:sldLayoutMkLst>
            <pc:docMk/>
            <pc:sldMasterMk cId="58932730" sldId="2147483910"/>
            <pc:sldLayoutMk cId="956967912" sldId="2147483940"/>
          </pc:sldLayoutMkLst>
          <pc:spChg chg="ord">
            <ac:chgData name="Elaine Gustafson" userId="8e9fbddc-088d-4145-9000-dcad1c3d1481" providerId="ADAL" clId="{1D2EEDD5-7C60-480A-B47B-D4F66368D4C0}" dt="2025-06-06T19:58:57.234" v="8"/>
            <ac:spMkLst>
              <pc:docMk/>
              <pc:sldMasterMk cId="58932730" sldId="2147483910"/>
              <pc:sldLayoutMk cId="956967912" sldId="2147483940"/>
              <ac:spMk id="2" creationId="{56B2E2FA-09DF-4717-B99F-F1A240733DAC}"/>
            </ac:spMkLst>
          </pc:spChg>
          <pc:spChg chg="ord">
            <ac:chgData name="Elaine Gustafson" userId="8e9fbddc-088d-4145-9000-dcad1c3d1481" providerId="ADAL" clId="{1D2EEDD5-7C60-480A-B47B-D4F66368D4C0}" dt="2025-06-06T19:58:59.620" v="9"/>
            <ac:spMkLst>
              <pc:docMk/>
              <pc:sldMasterMk cId="58932730" sldId="2147483910"/>
              <pc:sldLayoutMk cId="956967912" sldId="2147483940"/>
              <ac:spMk id="4" creationId="{EC59B256-B3DA-F502-7D0F-6BD97C0C8446}"/>
            </ac:spMkLst>
          </pc:spChg>
        </pc:sldLayoutChg>
        <pc:sldLayoutChg chg="modSp mod">
          <pc:chgData name="Elaine Gustafson" userId="8e9fbddc-088d-4145-9000-dcad1c3d1481" providerId="ADAL" clId="{1D2EEDD5-7C60-480A-B47B-D4F66368D4C0}" dt="2025-06-06T19:58:45.134" v="7"/>
          <pc:sldLayoutMkLst>
            <pc:docMk/>
            <pc:sldMasterMk cId="58932730" sldId="2147483910"/>
            <pc:sldLayoutMk cId="4018889132" sldId="2147483941"/>
          </pc:sldLayoutMkLst>
          <pc:spChg chg="ord">
            <ac:chgData name="Elaine Gustafson" userId="8e9fbddc-088d-4145-9000-dcad1c3d1481" providerId="ADAL" clId="{1D2EEDD5-7C60-480A-B47B-D4F66368D4C0}" dt="2025-06-06T19:58:45.134" v="7"/>
            <ac:spMkLst>
              <pc:docMk/>
              <pc:sldMasterMk cId="58932730" sldId="2147483910"/>
              <pc:sldLayoutMk cId="4018889132" sldId="2147483941"/>
              <ac:spMk id="3" creationId="{997C70C8-90CB-4519-B236-5C8D99A8D6CC}"/>
            </ac:spMkLst>
          </pc:spChg>
        </pc:sldLayoutChg>
        <pc:sldLayoutChg chg="modSp mod">
          <pc:chgData name="Elaine Gustafson" userId="8e9fbddc-088d-4145-9000-dcad1c3d1481" providerId="ADAL" clId="{1D2EEDD5-7C60-480A-B47B-D4F66368D4C0}" dt="2025-06-06T19:59:44.020" v="17"/>
          <pc:sldLayoutMkLst>
            <pc:docMk/>
            <pc:sldMasterMk cId="58932730" sldId="2147483910"/>
            <pc:sldLayoutMk cId="242110922" sldId="2147483942"/>
          </pc:sldLayoutMkLst>
          <pc:spChg chg="ord">
            <ac:chgData name="Elaine Gustafson" userId="8e9fbddc-088d-4145-9000-dcad1c3d1481" providerId="ADAL" clId="{1D2EEDD5-7C60-480A-B47B-D4F66368D4C0}" dt="2025-06-06T19:59:44.020" v="17"/>
            <ac:spMkLst>
              <pc:docMk/>
              <pc:sldMasterMk cId="58932730" sldId="2147483910"/>
              <pc:sldLayoutMk cId="242110922" sldId="2147483942"/>
              <ac:spMk id="2" creationId="{CBD8AA6A-10F2-4CA6-8925-E15CCE24451A}"/>
            </ac:spMkLst>
          </pc:spChg>
          <pc:spChg chg="ord">
            <ac:chgData name="Elaine Gustafson" userId="8e9fbddc-088d-4145-9000-dcad1c3d1481" providerId="ADAL" clId="{1D2EEDD5-7C60-480A-B47B-D4F66368D4C0}" dt="2025-06-06T19:59:40.443" v="16"/>
            <ac:spMkLst>
              <pc:docMk/>
              <pc:sldMasterMk cId="58932730" sldId="2147483910"/>
              <pc:sldLayoutMk cId="242110922" sldId="2147483942"/>
              <ac:spMk id="4" creationId="{0B6B9160-8550-49A0-BE34-C267E3A48D50}"/>
            </ac:spMkLst>
          </pc:spChg>
        </pc:sldLayoutChg>
        <pc:sldLayoutChg chg="modSp mod">
          <pc:chgData name="Elaine Gustafson" userId="8e9fbddc-088d-4145-9000-dcad1c3d1481" providerId="ADAL" clId="{1D2EEDD5-7C60-480A-B47B-D4F66368D4C0}" dt="2025-06-06T19:59:53.512" v="22"/>
          <pc:sldLayoutMkLst>
            <pc:docMk/>
            <pc:sldMasterMk cId="58932730" sldId="2147483910"/>
            <pc:sldLayoutMk cId="1064194118" sldId="2147483943"/>
          </pc:sldLayoutMkLst>
          <pc:spChg chg="ord">
            <ac:chgData name="Elaine Gustafson" userId="8e9fbddc-088d-4145-9000-dcad1c3d1481" providerId="ADAL" clId="{1D2EEDD5-7C60-480A-B47B-D4F66368D4C0}" dt="2025-06-06T19:59:53.512" v="22"/>
            <ac:spMkLst>
              <pc:docMk/>
              <pc:sldMasterMk cId="58932730" sldId="2147483910"/>
              <pc:sldLayoutMk cId="1064194118" sldId="2147483943"/>
              <ac:spMk id="2" creationId="{CBD8AA6A-10F2-4CA6-8925-E15CCE24451A}"/>
            </ac:spMkLst>
          </pc:spChg>
          <pc:spChg chg="ord">
            <ac:chgData name="Elaine Gustafson" userId="8e9fbddc-088d-4145-9000-dcad1c3d1481" providerId="ADAL" clId="{1D2EEDD5-7C60-480A-B47B-D4F66368D4C0}" dt="2025-06-06T19:59:51.203" v="21"/>
            <ac:spMkLst>
              <pc:docMk/>
              <pc:sldMasterMk cId="58932730" sldId="2147483910"/>
              <pc:sldLayoutMk cId="1064194118" sldId="2147483943"/>
              <ac:spMk id="4" creationId="{0B6B9160-8550-49A0-BE34-C267E3A48D50}"/>
            </ac:spMkLst>
          </pc:spChg>
        </pc:sldLayoutChg>
        <pc:sldLayoutChg chg="modSp mod">
          <pc:chgData name="Elaine Gustafson" userId="8e9fbddc-088d-4145-9000-dcad1c3d1481" providerId="ADAL" clId="{1D2EEDD5-7C60-480A-B47B-D4F66368D4C0}" dt="2025-06-06T19:59:10.236" v="11"/>
          <pc:sldLayoutMkLst>
            <pc:docMk/>
            <pc:sldMasterMk cId="58932730" sldId="2147483910"/>
            <pc:sldLayoutMk cId="623132797" sldId="2147483944"/>
          </pc:sldLayoutMkLst>
          <pc:spChg chg="ord">
            <ac:chgData name="Elaine Gustafson" userId="8e9fbddc-088d-4145-9000-dcad1c3d1481" providerId="ADAL" clId="{1D2EEDD5-7C60-480A-B47B-D4F66368D4C0}" dt="2025-06-06T19:59:10.236" v="11"/>
            <ac:spMkLst>
              <pc:docMk/>
              <pc:sldMasterMk cId="58932730" sldId="2147483910"/>
              <pc:sldLayoutMk cId="623132797" sldId="2147483944"/>
              <ac:spMk id="2" creationId="{56B2E2FA-09DF-4717-B99F-F1A240733DAC}"/>
            </ac:spMkLst>
          </pc:spChg>
        </pc:sldLayoutChg>
        <pc:sldLayoutChg chg="modSp mod">
          <pc:chgData name="Elaine Gustafson" userId="8e9fbddc-088d-4145-9000-dcad1c3d1481" providerId="ADAL" clId="{1D2EEDD5-7C60-480A-B47B-D4F66368D4C0}" dt="2025-06-06T19:59:18.199" v="12"/>
          <pc:sldLayoutMkLst>
            <pc:docMk/>
            <pc:sldMasterMk cId="58932730" sldId="2147483910"/>
            <pc:sldLayoutMk cId="1915926914" sldId="2147483945"/>
          </pc:sldLayoutMkLst>
          <pc:spChg chg="ord">
            <ac:chgData name="Elaine Gustafson" userId="8e9fbddc-088d-4145-9000-dcad1c3d1481" providerId="ADAL" clId="{1D2EEDD5-7C60-480A-B47B-D4F66368D4C0}" dt="2025-06-06T19:59:18.199" v="12"/>
            <ac:spMkLst>
              <pc:docMk/>
              <pc:sldMasterMk cId="58932730" sldId="2147483910"/>
              <pc:sldLayoutMk cId="1915926914" sldId="2147483945"/>
              <ac:spMk id="2" creationId="{56B2E2FA-09DF-4717-B99F-F1A240733DAC}"/>
            </ac:spMkLst>
          </pc:spChg>
        </pc:sldLayoutChg>
        <pc:sldLayoutChg chg="modSp mod">
          <pc:chgData name="Elaine Gustafson" userId="8e9fbddc-088d-4145-9000-dcad1c3d1481" providerId="ADAL" clId="{1D2EEDD5-7C60-480A-B47B-D4F66368D4C0}" dt="2025-06-06T20:00:43.873" v="46" actId="962"/>
          <pc:sldLayoutMkLst>
            <pc:docMk/>
            <pc:sldMasterMk cId="58932730" sldId="2147483910"/>
            <pc:sldLayoutMk cId="2570707714" sldId="2147483946"/>
          </pc:sldLayoutMkLst>
          <pc:spChg chg="mod">
            <ac:chgData name="Elaine Gustafson" userId="8e9fbddc-088d-4145-9000-dcad1c3d1481" providerId="ADAL" clId="{1D2EEDD5-7C60-480A-B47B-D4F66368D4C0}" dt="2025-06-06T20:00:43.873" v="46" actId="962"/>
            <ac:spMkLst>
              <pc:docMk/>
              <pc:sldMasterMk cId="58932730" sldId="2147483910"/>
              <pc:sldLayoutMk cId="2570707714" sldId="2147483946"/>
              <ac:spMk id="9" creationId="{C72812BA-B9B1-46F2-B1D3-26CF558EC640}"/>
            </ac:spMkLst>
          </pc:sp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Jules Mancini" userId="S::jmancini@comptia.global::4ef8f4fd-9280-4856-883a-0ebf05603c1f" providerId="AD" clId="Web-{3B44F190-2FFB-E731-E2DF-8489A24279A4}"/>
    <pc:docChg chg="modSld sldOrd">
      <pc:chgData name="Jules Mancini" userId="S::jmancini@comptia.global::4ef8f4fd-9280-4856-883a-0ebf05603c1f" providerId="AD" clId="Web-{3B44F190-2FFB-E731-E2DF-8489A24279A4}" dt="2025-06-09T17:46:40.696" v="35" actId="20577"/>
      <pc:docMkLst>
        <pc:docMk/>
      </pc:docMkLst>
      <pc:sldChg chg="modSp">
        <pc:chgData name="Jules Mancini" userId="S::jmancini@comptia.global::4ef8f4fd-9280-4856-883a-0ebf05603c1f" providerId="AD" clId="Web-{3B44F190-2FFB-E731-E2DF-8489A24279A4}" dt="2025-06-09T17:46:40.696" v="35" actId="20577"/>
        <pc:sldMkLst>
          <pc:docMk/>
          <pc:sldMk cId="1878458843" sldId="309"/>
        </pc:sldMkLst>
        <pc:spChg chg="mod">
          <ac:chgData name="Jules Mancini" userId="S::jmancini@comptia.global::4ef8f4fd-9280-4856-883a-0ebf05603c1f" providerId="AD" clId="Web-{3B44F190-2FFB-E731-E2DF-8489A24279A4}" dt="2025-06-09T17:46:40.696" v="35" actId="20577"/>
          <ac:spMkLst>
            <pc:docMk/>
            <pc:sldMk cId="1878458843" sldId="309"/>
            <ac:spMk id="3" creationId="{39300C6D-BC0D-637A-EE53-7959660BA3DB}"/>
          </ac:spMkLst>
        </pc:spChg>
      </pc:sldChg>
      <pc:sldChg chg="delSp ord">
        <pc:chgData name="Jules Mancini" userId="S::jmancini@comptia.global::4ef8f4fd-9280-4856-883a-0ebf05603c1f" providerId="AD" clId="Web-{3B44F190-2FFB-E731-E2DF-8489A24279A4}" dt="2025-06-09T17:20:56.882" v="12"/>
        <pc:sldMkLst>
          <pc:docMk/>
          <pc:sldMk cId="1169523784" sldId="310"/>
        </pc:sldMkLst>
      </pc:sldChg>
      <pc:sldChg chg="modSp">
        <pc:chgData name="Jules Mancini" userId="S::jmancini@comptia.global::4ef8f4fd-9280-4856-883a-0ebf05603c1f" providerId="AD" clId="Web-{3B44F190-2FFB-E731-E2DF-8489A24279A4}" dt="2025-06-09T17:03:53.991" v="1" actId="20577"/>
        <pc:sldMkLst>
          <pc:docMk/>
          <pc:sldMk cId="3868167892" sldId="313"/>
        </pc:sldMkLst>
        <pc:spChg chg="mod">
          <ac:chgData name="Jules Mancini" userId="S::jmancini@comptia.global::4ef8f4fd-9280-4856-883a-0ebf05603c1f" providerId="AD" clId="Web-{3B44F190-2FFB-E731-E2DF-8489A24279A4}" dt="2025-06-09T17:03:53.991" v="1" actId="20577"/>
          <ac:spMkLst>
            <pc:docMk/>
            <pc:sldMk cId="3868167892" sldId="313"/>
            <ac:spMk id="3" creationId="{BEF0CD94-701E-BF31-F57D-0F0245971FB7}"/>
          </ac:spMkLst>
        </pc:spChg>
      </pc:sldChg>
      <pc:sldChg chg="modNotes">
        <pc:chgData name="Jules Mancini" userId="S::jmancini@comptia.global::4ef8f4fd-9280-4856-883a-0ebf05603c1f" providerId="AD" clId="Web-{3B44F190-2FFB-E731-E2DF-8489A24279A4}" dt="2025-06-09T17:10:12.190" v="3"/>
        <pc:sldMkLst>
          <pc:docMk/>
          <pc:sldMk cId="3201051845" sldId="412"/>
        </pc:sldMkLst>
      </pc:sldChg>
      <pc:sldChg chg="ord">
        <pc:chgData name="Jules Mancini" userId="S::jmancini@comptia.global::4ef8f4fd-9280-4856-883a-0ebf05603c1f" providerId="AD" clId="Web-{3B44F190-2FFB-E731-E2DF-8489A24279A4}" dt="2025-06-09T17:44:31.036" v="30"/>
        <pc:sldMkLst>
          <pc:docMk/>
          <pc:sldMk cId="3273351456" sldId="509"/>
        </pc:sldMkLst>
      </pc:sldChg>
      <pc:sldChg chg="modSp">
        <pc:chgData name="Jules Mancini" userId="S::jmancini@comptia.global::4ef8f4fd-9280-4856-883a-0ebf05603c1f" providerId="AD" clId="Web-{3B44F190-2FFB-E731-E2DF-8489A24279A4}" dt="2025-06-09T17:11:04.348" v="4" actId="20577"/>
        <pc:sldMkLst>
          <pc:docMk/>
          <pc:sldMk cId="1460571149" sldId="533"/>
        </pc:sldMkLst>
        <pc:spChg chg="mod">
          <ac:chgData name="Jules Mancini" userId="S::jmancini@comptia.global::4ef8f4fd-9280-4856-883a-0ebf05603c1f" providerId="AD" clId="Web-{3B44F190-2FFB-E731-E2DF-8489A24279A4}" dt="2025-06-09T17:11:04.348" v="4" actId="20577"/>
          <ac:spMkLst>
            <pc:docMk/>
            <pc:sldMk cId="1460571149" sldId="533"/>
            <ac:spMk id="3" creationId="{B444DB9F-3F28-98E4-AE84-5F341032F285}"/>
          </ac:spMkLst>
        </pc:spChg>
      </pc:sldChg>
      <pc:sldChg chg="modSp">
        <pc:chgData name="Jules Mancini" userId="S::jmancini@comptia.global::4ef8f4fd-9280-4856-883a-0ebf05603c1f" providerId="AD" clId="Web-{3B44F190-2FFB-E731-E2DF-8489A24279A4}" dt="2025-06-09T17:18:36.409" v="6" actId="20577"/>
        <pc:sldMkLst>
          <pc:docMk/>
          <pc:sldMk cId="2899954970" sldId="534"/>
        </pc:sldMkLst>
        <pc:spChg chg="mod">
          <ac:chgData name="Jules Mancini" userId="S::jmancini@comptia.global::4ef8f4fd-9280-4856-883a-0ebf05603c1f" providerId="AD" clId="Web-{3B44F190-2FFB-E731-E2DF-8489A24279A4}" dt="2025-06-09T17:18:36.409" v="6" actId="20577"/>
          <ac:spMkLst>
            <pc:docMk/>
            <pc:sldMk cId="2899954970" sldId="534"/>
            <ac:spMk id="3" creationId="{827F6602-A167-192D-1CE8-CE68117FC299}"/>
          </ac:spMkLst>
        </pc:spChg>
      </pc:sldChg>
      <pc:sldChg chg="modNotes">
        <pc:chgData name="Jules Mancini" userId="S::jmancini@comptia.global::4ef8f4fd-9280-4856-883a-0ebf05603c1f" providerId="AD" clId="Web-{3B44F190-2FFB-E731-E2DF-8489A24279A4}" dt="2025-06-09T17:19:48.286" v="8"/>
        <pc:sldMkLst>
          <pc:docMk/>
          <pc:sldMk cId="3637865768" sldId="536"/>
        </pc:sldMkLst>
      </pc:sldChg>
      <pc:sldChg chg="modNotes">
        <pc:chgData name="Jules Mancini" userId="S::jmancini@comptia.global::4ef8f4fd-9280-4856-883a-0ebf05603c1f" providerId="AD" clId="Web-{3B44F190-2FFB-E731-E2DF-8489A24279A4}" dt="2025-06-09T17:20:29.881" v="10"/>
        <pc:sldMkLst>
          <pc:docMk/>
          <pc:sldMk cId="1848715242" sldId="538"/>
        </pc:sldMkLst>
      </pc:sldChg>
      <pc:sldChg chg="ord">
        <pc:chgData name="Jules Mancini" userId="S::jmancini@comptia.global::4ef8f4fd-9280-4856-883a-0ebf05603c1f" providerId="AD" clId="Web-{3B44F190-2FFB-E731-E2DF-8489A24279A4}" dt="2025-06-09T17:29:34.992" v="15"/>
        <pc:sldMkLst>
          <pc:docMk/>
          <pc:sldMk cId="2682790510" sldId="540"/>
        </pc:sldMkLst>
      </pc:sldChg>
      <pc:sldChg chg="delSp ord">
        <pc:chgData name="Jules Mancini" userId="S::jmancini@comptia.global::4ef8f4fd-9280-4856-883a-0ebf05603c1f" providerId="AD" clId="Web-{3B44F190-2FFB-E731-E2DF-8489A24279A4}" dt="2025-06-09T17:29:53.461" v="17"/>
        <pc:sldMkLst>
          <pc:docMk/>
          <pc:sldMk cId="2478040323" sldId="541"/>
        </pc:sldMkLst>
      </pc:sldChg>
      <pc:sldChg chg="modNotes">
        <pc:chgData name="Jules Mancini" userId="S::jmancini@comptia.global::4ef8f4fd-9280-4856-883a-0ebf05603c1f" providerId="AD" clId="Web-{3B44F190-2FFB-E731-E2DF-8489A24279A4}" dt="2025-06-09T17:26:00.829" v="13"/>
        <pc:sldMkLst>
          <pc:docMk/>
          <pc:sldMk cId="263440009" sldId="542"/>
        </pc:sldMkLst>
      </pc:sldChg>
      <pc:sldChg chg="modSp">
        <pc:chgData name="Jules Mancini" userId="S::jmancini@comptia.global::4ef8f4fd-9280-4856-883a-0ebf05603c1f" providerId="AD" clId="Web-{3B44F190-2FFB-E731-E2DF-8489A24279A4}" dt="2025-06-09T17:40:36.216" v="24" actId="20577"/>
        <pc:sldMkLst>
          <pc:docMk/>
          <pc:sldMk cId="873217887" sldId="548"/>
        </pc:sldMkLst>
        <pc:spChg chg="mod">
          <ac:chgData name="Jules Mancini" userId="S::jmancini@comptia.global::4ef8f4fd-9280-4856-883a-0ebf05603c1f" providerId="AD" clId="Web-{3B44F190-2FFB-E731-E2DF-8489A24279A4}" dt="2025-06-09T17:40:36.216" v="24" actId="20577"/>
          <ac:spMkLst>
            <pc:docMk/>
            <pc:sldMk cId="873217887" sldId="548"/>
            <ac:spMk id="3" creationId="{4D2B57A6-8466-3AB5-2486-C3ADD7AC0DAA}"/>
          </ac:spMkLst>
        </pc:spChg>
      </pc:sldChg>
      <pc:sldChg chg="modNotes">
        <pc:chgData name="Jules Mancini" userId="S::jmancini@comptia.global::4ef8f4fd-9280-4856-883a-0ebf05603c1f" providerId="AD" clId="Web-{3B44F190-2FFB-E731-E2DF-8489A24279A4}" dt="2025-06-09T17:31:03.807" v="19"/>
        <pc:sldMkLst>
          <pc:docMk/>
          <pc:sldMk cId="2279390461" sldId="550"/>
        </pc:sldMkLst>
      </pc:sldChg>
      <pc:sldChg chg="modSp">
        <pc:chgData name="Jules Mancini" userId="S::jmancini@comptia.global::4ef8f4fd-9280-4856-883a-0ebf05603c1f" providerId="AD" clId="Web-{3B44F190-2FFB-E731-E2DF-8489A24279A4}" dt="2025-06-09T17:41:51.328" v="27" actId="20577"/>
        <pc:sldMkLst>
          <pc:docMk/>
          <pc:sldMk cId="3332352284" sldId="553"/>
        </pc:sldMkLst>
        <pc:spChg chg="mod">
          <ac:chgData name="Jules Mancini" userId="S::jmancini@comptia.global::4ef8f4fd-9280-4856-883a-0ebf05603c1f" providerId="AD" clId="Web-{3B44F190-2FFB-E731-E2DF-8489A24279A4}" dt="2025-06-09T17:41:51.328" v="27" actId="20577"/>
          <ac:spMkLst>
            <pc:docMk/>
            <pc:sldMk cId="3332352284" sldId="553"/>
            <ac:spMk id="3" creationId="{67B7773F-E7A6-747C-02FF-AB033038B547}"/>
          </ac:spMkLst>
        </pc:spChg>
      </pc:sldChg>
      <pc:sldChg chg="modNotes">
        <pc:chgData name="Jules Mancini" userId="S::jmancini@comptia.global::4ef8f4fd-9280-4856-883a-0ebf05603c1f" providerId="AD" clId="Web-{3B44F190-2FFB-E731-E2DF-8489A24279A4}" dt="2025-06-09T17:44:28.473" v="29"/>
        <pc:sldMkLst>
          <pc:docMk/>
          <pc:sldMk cId="3526910316" sldId="559"/>
        </pc:sldMkLst>
      </pc:sldChg>
      <pc:sldChg chg="delSp">
        <pc:chgData name="Jules Mancini" userId="S::jmancini@comptia.global::4ef8f4fd-9280-4856-883a-0ebf05603c1f" providerId="AD" clId="Web-{3B44F190-2FFB-E731-E2DF-8489A24279A4}" dt="2025-06-09T17:44:37.958" v="31"/>
        <pc:sldMkLst>
          <pc:docMk/>
          <pc:sldMk cId="1632474462" sldId="562"/>
        </pc:sldMkLst>
      </pc:sldChg>
      <pc:sldChg chg="delSp">
        <pc:chgData name="Jules Mancini" userId="S::jmancini@comptia.global::4ef8f4fd-9280-4856-883a-0ebf05603c1f" providerId="AD" clId="Web-{3B44F190-2FFB-E731-E2DF-8489A24279A4}" dt="2025-06-09T17:44:43.692" v="32"/>
        <pc:sldMkLst>
          <pc:docMk/>
          <pc:sldMk cId="3478511898" sldId="563"/>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Amy Glidewell" userId="095a4851-014c-47ed-bf1b-0c4b57406e94" providerId="ADAL" clId="{C1E15BD2-F24F-4855-A39D-035E64AEAA60}"/>
    <pc:docChg chg="custSel addSld modSld">
      <pc:chgData name="Amy Glidewell" userId="095a4851-014c-47ed-bf1b-0c4b57406e94" providerId="ADAL" clId="{C1E15BD2-F24F-4855-A39D-035E64AEAA60}" dt="2025-06-16T22:26:13.872" v="382" actId="313"/>
      <pc:docMkLst>
        <pc:docMk/>
      </pc:docMkLst>
      <pc:sldChg chg="modNotesTx">
        <pc:chgData name="Amy Glidewell" userId="095a4851-014c-47ed-bf1b-0c4b57406e94" providerId="ADAL" clId="{C1E15BD2-F24F-4855-A39D-035E64AEAA60}" dt="2025-06-16T21:29:47.517" v="0" actId="2711"/>
        <pc:sldMkLst>
          <pc:docMk/>
          <pc:sldMk cId="2349293421" sldId="302"/>
        </pc:sldMkLst>
      </pc:sldChg>
      <pc:sldChg chg="modSp mod modNotesTx">
        <pc:chgData name="Amy Glidewell" userId="095a4851-014c-47ed-bf1b-0c4b57406e94" providerId="ADAL" clId="{C1E15BD2-F24F-4855-A39D-035E64AEAA60}" dt="2025-06-16T22:26:13.872" v="382" actId="313"/>
        <pc:sldMkLst>
          <pc:docMk/>
          <pc:sldMk cId="1878458843" sldId="309"/>
        </pc:sldMkLst>
        <pc:spChg chg="mod">
          <ac:chgData name="Amy Glidewell" userId="095a4851-014c-47ed-bf1b-0c4b57406e94" providerId="ADAL" clId="{C1E15BD2-F24F-4855-A39D-035E64AEAA60}" dt="2025-06-16T22:16:39.392" v="132" actId="20577"/>
          <ac:spMkLst>
            <pc:docMk/>
            <pc:sldMk cId="1878458843" sldId="309"/>
            <ac:spMk id="3" creationId="{39300C6D-BC0D-637A-EE53-7959660BA3DB}"/>
          </ac:spMkLst>
        </pc:spChg>
      </pc:sldChg>
      <pc:sldChg chg="delSp mod">
        <pc:chgData name="Amy Glidewell" userId="095a4851-014c-47ed-bf1b-0c4b57406e94" providerId="ADAL" clId="{C1E15BD2-F24F-4855-A39D-035E64AEAA60}" dt="2025-06-16T22:14:42.213" v="128" actId="478"/>
        <pc:sldMkLst>
          <pc:docMk/>
          <pc:sldMk cId="1169523784" sldId="310"/>
        </pc:sldMkLst>
        <pc:spChg chg="del">
          <ac:chgData name="Amy Glidewell" userId="095a4851-014c-47ed-bf1b-0c4b57406e94" providerId="ADAL" clId="{C1E15BD2-F24F-4855-A39D-035E64AEAA60}" dt="2025-06-16T22:14:42.213" v="128" actId="478"/>
          <ac:spMkLst>
            <pc:docMk/>
            <pc:sldMk cId="1169523784" sldId="310"/>
            <ac:spMk id="5" creationId="{21A5E0A4-4236-CD58-CEF3-28980F9D2158}"/>
          </ac:spMkLst>
        </pc:spChg>
      </pc:sldChg>
      <pc:sldChg chg="modSp mod">
        <pc:chgData name="Amy Glidewell" userId="095a4851-014c-47ed-bf1b-0c4b57406e94" providerId="ADAL" clId="{C1E15BD2-F24F-4855-A39D-035E64AEAA60}" dt="2025-06-16T21:30:38.039" v="2" actId="20577"/>
        <pc:sldMkLst>
          <pc:docMk/>
          <pc:sldMk cId="3868167892" sldId="313"/>
        </pc:sldMkLst>
        <pc:spChg chg="mod">
          <ac:chgData name="Amy Glidewell" userId="095a4851-014c-47ed-bf1b-0c4b57406e94" providerId="ADAL" clId="{C1E15BD2-F24F-4855-A39D-035E64AEAA60}" dt="2025-06-16T21:30:38.039" v="2" actId="20577"/>
          <ac:spMkLst>
            <pc:docMk/>
            <pc:sldMk cId="3868167892" sldId="313"/>
            <ac:spMk id="3" creationId="{BEF0CD94-701E-BF31-F57D-0F0245971FB7}"/>
          </ac:spMkLst>
        </pc:spChg>
      </pc:sldChg>
      <pc:sldChg chg="modNotesTx">
        <pc:chgData name="Amy Glidewell" userId="095a4851-014c-47ed-bf1b-0c4b57406e94" providerId="ADAL" clId="{C1E15BD2-F24F-4855-A39D-035E64AEAA60}" dt="2025-06-16T22:08:47.365" v="80" actId="2711"/>
        <pc:sldMkLst>
          <pc:docMk/>
          <pc:sldMk cId="1686946997" sldId="315"/>
        </pc:sldMkLst>
      </pc:sldChg>
      <pc:sldChg chg="modSp mod">
        <pc:chgData name="Amy Glidewell" userId="095a4851-014c-47ed-bf1b-0c4b57406e94" providerId="ADAL" clId="{C1E15BD2-F24F-4855-A39D-035E64AEAA60}" dt="2025-06-16T21:31:30.631" v="5" actId="1035"/>
        <pc:sldMkLst>
          <pc:docMk/>
          <pc:sldMk cId="52830680" sldId="317"/>
        </pc:sldMkLst>
        <pc:picChg chg="mod">
          <ac:chgData name="Amy Glidewell" userId="095a4851-014c-47ed-bf1b-0c4b57406e94" providerId="ADAL" clId="{C1E15BD2-F24F-4855-A39D-035E64AEAA60}" dt="2025-06-16T21:31:30.631" v="5" actId="1035"/>
          <ac:picMkLst>
            <pc:docMk/>
            <pc:sldMk cId="52830680" sldId="317"/>
            <ac:picMk id="6" creationId="{A894727B-83B4-A6B8-DCCC-9F975F349AA3}"/>
          </ac:picMkLst>
        </pc:picChg>
      </pc:sldChg>
      <pc:sldChg chg="modNotesTx">
        <pc:chgData name="Amy Glidewell" userId="095a4851-014c-47ed-bf1b-0c4b57406e94" providerId="ADAL" clId="{C1E15BD2-F24F-4855-A39D-035E64AEAA60}" dt="2025-06-16T22:20:05.321" v="345" actId="2711"/>
        <pc:sldMkLst>
          <pc:docMk/>
          <pc:sldMk cId="3832170073" sldId="441"/>
        </pc:sldMkLst>
      </pc:sldChg>
      <pc:sldChg chg="modSp mod">
        <pc:chgData name="Amy Glidewell" userId="095a4851-014c-47ed-bf1b-0c4b57406e94" providerId="ADAL" clId="{C1E15BD2-F24F-4855-A39D-035E64AEAA60}" dt="2025-06-16T22:21:10.512" v="355" actId="12"/>
        <pc:sldMkLst>
          <pc:docMk/>
          <pc:sldMk cId="3576974714" sldId="487"/>
        </pc:sldMkLst>
        <pc:spChg chg="mod">
          <ac:chgData name="Amy Glidewell" userId="095a4851-014c-47ed-bf1b-0c4b57406e94" providerId="ADAL" clId="{C1E15BD2-F24F-4855-A39D-035E64AEAA60}" dt="2025-06-16T22:21:10.512" v="355" actId="12"/>
          <ac:spMkLst>
            <pc:docMk/>
            <pc:sldMk cId="3576974714" sldId="487"/>
            <ac:spMk id="3" creationId="{169DC84F-FA05-F988-3793-3955DFD5F569}"/>
          </ac:spMkLst>
        </pc:spChg>
      </pc:sldChg>
      <pc:sldChg chg="modNotesTx">
        <pc:chgData name="Amy Glidewell" userId="095a4851-014c-47ed-bf1b-0c4b57406e94" providerId="ADAL" clId="{C1E15BD2-F24F-4855-A39D-035E64AEAA60}" dt="2025-06-16T22:26:12.784" v="381" actId="313"/>
        <pc:sldMkLst>
          <pc:docMk/>
          <pc:sldMk cId="3273351456" sldId="509"/>
        </pc:sldMkLst>
      </pc:sldChg>
      <pc:sldChg chg="modSp mod">
        <pc:chgData name="Amy Glidewell" userId="095a4851-014c-47ed-bf1b-0c4b57406e94" providerId="ADAL" clId="{C1E15BD2-F24F-4855-A39D-035E64AEAA60}" dt="2025-06-16T21:31:38.133" v="8" actId="1035"/>
        <pc:sldMkLst>
          <pc:docMk/>
          <pc:sldMk cId="2551565334" sldId="526"/>
        </pc:sldMkLst>
        <pc:picChg chg="mod">
          <ac:chgData name="Amy Glidewell" userId="095a4851-014c-47ed-bf1b-0c4b57406e94" providerId="ADAL" clId="{C1E15BD2-F24F-4855-A39D-035E64AEAA60}" dt="2025-06-16T21:31:38.133" v="8" actId="1035"/>
          <ac:picMkLst>
            <pc:docMk/>
            <pc:sldMk cId="2551565334" sldId="526"/>
            <ac:picMk id="6" creationId="{A9E5F606-6C90-52F4-7DAA-C5AF20B04001}"/>
          </ac:picMkLst>
        </pc:picChg>
      </pc:sldChg>
      <pc:sldChg chg="modSp mod">
        <pc:chgData name="Amy Glidewell" userId="095a4851-014c-47ed-bf1b-0c4b57406e94" providerId="ADAL" clId="{C1E15BD2-F24F-4855-A39D-035E64AEAA60}" dt="2025-06-16T21:50:41.503" v="13" actId="1036"/>
        <pc:sldMkLst>
          <pc:docMk/>
          <pc:sldMk cId="1729795511" sldId="530"/>
        </pc:sldMkLst>
        <pc:picChg chg="mod">
          <ac:chgData name="Amy Glidewell" userId="095a4851-014c-47ed-bf1b-0c4b57406e94" providerId="ADAL" clId="{C1E15BD2-F24F-4855-A39D-035E64AEAA60}" dt="2025-06-16T21:50:37.336" v="10" actId="1035"/>
          <ac:picMkLst>
            <pc:docMk/>
            <pc:sldMk cId="1729795511" sldId="530"/>
            <ac:picMk id="6" creationId="{A5AC27D6-B4FD-A511-FB64-207BA1F46325}"/>
          </ac:picMkLst>
        </pc:picChg>
        <pc:picChg chg="mod">
          <ac:chgData name="Amy Glidewell" userId="095a4851-014c-47ed-bf1b-0c4b57406e94" providerId="ADAL" clId="{C1E15BD2-F24F-4855-A39D-035E64AEAA60}" dt="2025-06-16T21:50:41.503" v="13" actId="1036"/>
          <ac:picMkLst>
            <pc:docMk/>
            <pc:sldMk cId="1729795511" sldId="530"/>
            <ac:picMk id="9" creationId="{33CF5DE7-9E6E-444D-2BA5-87047917543B}"/>
          </ac:picMkLst>
        </pc:picChg>
      </pc:sldChg>
      <pc:sldChg chg="delSp modSp mod">
        <pc:chgData name="Amy Glidewell" userId="095a4851-014c-47ed-bf1b-0c4b57406e94" providerId="ADAL" clId="{C1E15BD2-F24F-4855-A39D-035E64AEAA60}" dt="2025-06-16T22:01:24.645" v="45" actId="255"/>
        <pc:sldMkLst>
          <pc:docMk/>
          <pc:sldMk cId="1460571149" sldId="533"/>
        </pc:sldMkLst>
        <pc:spChg chg="mod">
          <ac:chgData name="Amy Glidewell" userId="095a4851-014c-47ed-bf1b-0c4b57406e94" providerId="ADAL" clId="{C1E15BD2-F24F-4855-A39D-035E64AEAA60}" dt="2025-06-16T22:01:13.594" v="29" actId="1076"/>
          <ac:spMkLst>
            <pc:docMk/>
            <pc:sldMk cId="1460571149" sldId="533"/>
            <ac:spMk id="3" creationId="{B444DB9F-3F28-98E4-AE84-5F341032F285}"/>
          </ac:spMkLst>
        </pc:spChg>
        <pc:spChg chg="del">
          <ac:chgData name="Amy Glidewell" userId="095a4851-014c-47ed-bf1b-0c4b57406e94" providerId="ADAL" clId="{C1E15BD2-F24F-4855-A39D-035E64AEAA60}" dt="2025-06-16T22:00:24.854" v="17" actId="478"/>
          <ac:spMkLst>
            <pc:docMk/>
            <pc:sldMk cId="1460571149" sldId="533"/>
            <ac:spMk id="6" creationId="{AF060740-A3DC-FD86-D100-FBF77B7FD9DB}"/>
          </ac:spMkLst>
        </pc:spChg>
        <pc:spChg chg="mod">
          <ac:chgData name="Amy Glidewell" userId="095a4851-014c-47ed-bf1b-0c4b57406e94" providerId="ADAL" clId="{C1E15BD2-F24F-4855-A39D-035E64AEAA60}" dt="2025-06-16T22:01:24.645" v="45" actId="255"/>
          <ac:spMkLst>
            <pc:docMk/>
            <pc:sldMk cId="1460571149" sldId="533"/>
            <ac:spMk id="8" creationId="{F9380321-AF39-BA38-438E-A279C406DF99}"/>
          </ac:spMkLst>
        </pc:spChg>
        <pc:picChg chg="del">
          <ac:chgData name="Amy Glidewell" userId="095a4851-014c-47ed-bf1b-0c4b57406e94" providerId="ADAL" clId="{C1E15BD2-F24F-4855-A39D-035E64AEAA60}" dt="2025-06-16T22:00:22.009" v="16" actId="478"/>
          <ac:picMkLst>
            <pc:docMk/>
            <pc:sldMk cId="1460571149" sldId="533"/>
            <ac:picMk id="5" creationId="{8F6D4F88-C33D-A0AB-8A9B-DDC49E87B369}"/>
          </ac:picMkLst>
        </pc:picChg>
      </pc:sldChg>
      <pc:sldChg chg="modSp mod">
        <pc:chgData name="Amy Glidewell" userId="095a4851-014c-47ed-bf1b-0c4b57406e94" providerId="ADAL" clId="{C1E15BD2-F24F-4855-A39D-035E64AEAA60}" dt="2025-06-16T22:06:23.627" v="68" actId="1076"/>
        <pc:sldMkLst>
          <pc:docMk/>
          <pc:sldMk cId="3637865768" sldId="536"/>
        </pc:sldMkLst>
        <pc:spChg chg="mod">
          <ac:chgData name="Amy Glidewell" userId="095a4851-014c-47ed-bf1b-0c4b57406e94" providerId="ADAL" clId="{C1E15BD2-F24F-4855-A39D-035E64AEAA60}" dt="2025-06-16T22:06:23.627" v="68" actId="1076"/>
          <ac:spMkLst>
            <pc:docMk/>
            <pc:sldMk cId="3637865768" sldId="536"/>
            <ac:spMk id="6" creationId="{63A2791F-3615-5DDA-4E3E-0623DDA3F6B7}"/>
          </ac:spMkLst>
        </pc:spChg>
        <pc:picChg chg="mod">
          <ac:chgData name="Amy Glidewell" userId="095a4851-014c-47ed-bf1b-0c4b57406e94" providerId="ADAL" clId="{C1E15BD2-F24F-4855-A39D-035E64AEAA60}" dt="2025-06-16T22:06:20.258" v="67" actId="1076"/>
          <ac:picMkLst>
            <pc:docMk/>
            <pc:sldMk cId="3637865768" sldId="536"/>
            <ac:picMk id="10" creationId="{CB542F6D-021B-2DF3-B96C-729148BEED47}"/>
          </ac:picMkLst>
        </pc:picChg>
      </pc:sldChg>
      <pc:sldChg chg="modSp mod">
        <pc:chgData name="Amy Glidewell" userId="095a4851-014c-47ed-bf1b-0c4b57406e94" providerId="ADAL" clId="{C1E15BD2-F24F-4855-A39D-035E64AEAA60}" dt="2025-06-16T22:06:55.511" v="76" actId="14100"/>
        <pc:sldMkLst>
          <pc:docMk/>
          <pc:sldMk cId="2037026390" sldId="537"/>
        </pc:sldMkLst>
        <pc:spChg chg="mod">
          <ac:chgData name="Amy Glidewell" userId="095a4851-014c-47ed-bf1b-0c4b57406e94" providerId="ADAL" clId="{C1E15BD2-F24F-4855-A39D-035E64AEAA60}" dt="2025-06-16T22:06:55.511" v="76" actId="14100"/>
          <ac:spMkLst>
            <pc:docMk/>
            <pc:sldMk cId="2037026390" sldId="537"/>
            <ac:spMk id="6" creationId="{1278B9F5-F809-FD6F-5ED3-5AA1549631E6}"/>
          </ac:spMkLst>
        </pc:spChg>
        <pc:picChg chg="mod">
          <ac:chgData name="Amy Glidewell" userId="095a4851-014c-47ed-bf1b-0c4b57406e94" providerId="ADAL" clId="{C1E15BD2-F24F-4855-A39D-035E64AEAA60}" dt="2025-06-16T22:06:45.492" v="69" actId="1076"/>
          <ac:picMkLst>
            <pc:docMk/>
            <pc:sldMk cId="2037026390" sldId="537"/>
            <ac:picMk id="5" creationId="{E757E70A-F185-67A0-E802-E60690A7E373}"/>
          </ac:picMkLst>
        </pc:picChg>
      </pc:sldChg>
      <pc:sldChg chg="modSp mod">
        <pc:chgData name="Amy Glidewell" userId="095a4851-014c-47ed-bf1b-0c4b57406e94" providerId="ADAL" clId="{C1E15BD2-F24F-4855-A39D-035E64AEAA60}" dt="2025-06-16T22:07:38.637" v="79" actId="1036"/>
        <pc:sldMkLst>
          <pc:docMk/>
          <pc:sldMk cId="1377208585" sldId="539"/>
        </pc:sldMkLst>
        <pc:picChg chg="mod">
          <ac:chgData name="Amy Glidewell" userId="095a4851-014c-47ed-bf1b-0c4b57406e94" providerId="ADAL" clId="{C1E15BD2-F24F-4855-A39D-035E64AEAA60}" dt="2025-06-16T22:07:38.637" v="79" actId="1036"/>
          <ac:picMkLst>
            <pc:docMk/>
            <pc:sldMk cId="1377208585" sldId="539"/>
            <ac:picMk id="7" creationId="{8ED2DA8A-23EE-BAA3-E4FE-44AED5507AA1}"/>
          </ac:picMkLst>
        </pc:picChg>
      </pc:sldChg>
      <pc:sldChg chg="modNotesTx">
        <pc:chgData name="Amy Glidewell" userId="095a4851-014c-47ed-bf1b-0c4b57406e94" providerId="ADAL" clId="{C1E15BD2-F24F-4855-A39D-035E64AEAA60}" dt="2025-06-16T22:26:11.636" v="380" actId="313"/>
        <pc:sldMkLst>
          <pc:docMk/>
          <pc:sldMk cId="2682790510" sldId="540"/>
        </pc:sldMkLst>
      </pc:sldChg>
      <pc:sldChg chg="delSp mod">
        <pc:chgData name="Amy Glidewell" userId="095a4851-014c-47ed-bf1b-0c4b57406e94" providerId="ADAL" clId="{C1E15BD2-F24F-4855-A39D-035E64AEAA60}" dt="2025-06-16T22:19:33.600" v="344" actId="478"/>
        <pc:sldMkLst>
          <pc:docMk/>
          <pc:sldMk cId="2478040323" sldId="541"/>
        </pc:sldMkLst>
        <pc:spChg chg="del">
          <ac:chgData name="Amy Glidewell" userId="095a4851-014c-47ed-bf1b-0c4b57406e94" providerId="ADAL" clId="{C1E15BD2-F24F-4855-A39D-035E64AEAA60}" dt="2025-06-16T22:19:33.600" v="344" actId="478"/>
          <ac:spMkLst>
            <pc:docMk/>
            <pc:sldMk cId="2478040323" sldId="541"/>
            <ac:spMk id="5" creationId="{58A02D9A-697E-508D-4DEF-02DF3E5296D1}"/>
          </ac:spMkLst>
        </pc:spChg>
      </pc:sldChg>
      <pc:sldChg chg="delSp modSp mod modNotesTx">
        <pc:chgData name="Amy Glidewell" userId="095a4851-014c-47ed-bf1b-0c4b57406e94" providerId="ADAL" clId="{C1E15BD2-F24F-4855-A39D-035E64AEAA60}" dt="2025-06-16T22:10:16.366" v="125" actId="20577"/>
        <pc:sldMkLst>
          <pc:docMk/>
          <pc:sldMk cId="263440009" sldId="542"/>
        </pc:sldMkLst>
        <pc:spChg chg="mod">
          <ac:chgData name="Amy Glidewell" userId="095a4851-014c-47ed-bf1b-0c4b57406e94" providerId="ADAL" clId="{C1E15BD2-F24F-4855-A39D-035E64AEAA60}" dt="2025-06-16T22:09:26.806" v="102" actId="1076"/>
          <ac:spMkLst>
            <pc:docMk/>
            <pc:sldMk cId="263440009" sldId="542"/>
            <ac:spMk id="3" creationId="{DDA1A4AA-2C04-EF4D-586C-C24D012ACA21}"/>
          </ac:spMkLst>
        </pc:spChg>
        <pc:spChg chg="del">
          <ac:chgData name="Amy Glidewell" userId="095a4851-014c-47ed-bf1b-0c4b57406e94" providerId="ADAL" clId="{C1E15BD2-F24F-4855-A39D-035E64AEAA60}" dt="2025-06-16T22:09:18.381" v="99" actId="478"/>
          <ac:spMkLst>
            <pc:docMk/>
            <pc:sldMk cId="263440009" sldId="542"/>
            <ac:spMk id="6" creationId="{803090F9-6C2F-5199-427F-4A5488B8DCA5}"/>
          </ac:spMkLst>
        </pc:spChg>
        <pc:spChg chg="mod">
          <ac:chgData name="Amy Glidewell" userId="095a4851-014c-47ed-bf1b-0c4b57406e94" providerId="ADAL" clId="{C1E15BD2-F24F-4855-A39D-035E64AEAA60}" dt="2025-06-16T22:09:12.061" v="97" actId="255"/>
          <ac:spMkLst>
            <pc:docMk/>
            <pc:sldMk cId="263440009" sldId="542"/>
            <ac:spMk id="8" creationId="{03165A52-3EE1-E3A8-2C93-C74F9CAABDEC}"/>
          </ac:spMkLst>
        </pc:spChg>
        <pc:picChg chg="del">
          <ac:chgData name="Amy Glidewell" userId="095a4851-014c-47ed-bf1b-0c4b57406e94" providerId="ADAL" clId="{C1E15BD2-F24F-4855-A39D-035E64AEAA60}" dt="2025-06-16T22:09:15.989" v="98" actId="478"/>
          <ac:picMkLst>
            <pc:docMk/>
            <pc:sldMk cId="263440009" sldId="542"/>
            <ac:picMk id="5" creationId="{8BBCA667-0DF4-6FEC-6069-0167574C50F8}"/>
          </ac:picMkLst>
        </pc:picChg>
      </pc:sldChg>
      <pc:sldChg chg="modSp mod">
        <pc:chgData name="Amy Glidewell" userId="095a4851-014c-47ed-bf1b-0c4b57406e94" providerId="ADAL" clId="{C1E15BD2-F24F-4855-A39D-035E64AEAA60}" dt="2025-06-16T22:13:44.267" v="127" actId="12"/>
        <pc:sldMkLst>
          <pc:docMk/>
          <pc:sldMk cId="530991698" sldId="544"/>
        </pc:sldMkLst>
        <pc:spChg chg="mod">
          <ac:chgData name="Amy Glidewell" userId="095a4851-014c-47ed-bf1b-0c4b57406e94" providerId="ADAL" clId="{C1E15BD2-F24F-4855-A39D-035E64AEAA60}" dt="2025-06-16T22:13:44.267" v="127" actId="12"/>
          <ac:spMkLst>
            <pc:docMk/>
            <pc:sldMk cId="530991698" sldId="544"/>
            <ac:spMk id="3" creationId="{3837DA70-14D7-1D72-2F28-B8412542EE2B}"/>
          </ac:spMkLst>
        </pc:spChg>
      </pc:sldChg>
      <pc:sldChg chg="modSp mod">
        <pc:chgData name="Amy Glidewell" userId="095a4851-014c-47ed-bf1b-0c4b57406e94" providerId="ADAL" clId="{C1E15BD2-F24F-4855-A39D-035E64AEAA60}" dt="2025-06-16T22:13:32.816" v="126" actId="12"/>
        <pc:sldMkLst>
          <pc:docMk/>
          <pc:sldMk cId="2390347625" sldId="546"/>
        </pc:sldMkLst>
        <pc:spChg chg="mod">
          <ac:chgData name="Amy Glidewell" userId="095a4851-014c-47ed-bf1b-0c4b57406e94" providerId="ADAL" clId="{C1E15BD2-F24F-4855-A39D-035E64AEAA60}" dt="2025-06-16T22:13:32.816" v="126" actId="12"/>
          <ac:spMkLst>
            <pc:docMk/>
            <pc:sldMk cId="2390347625" sldId="546"/>
            <ac:spMk id="3" creationId="{993014FA-1CDF-5633-AFD5-7C12C58944D3}"/>
          </ac:spMkLst>
        </pc:spChg>
      </pc:sldChg>
      <pc:sldChg chg="modSp mod modNotesTx">
        <pc:chgData name="Amy Glidewell" userId="095a4851-014c-47ed-bf1b-0c4b57406e94" providerId="ADAL" clId="{C1E15BD2-F24F-4855-A39D-035E64AEAA60}" dt="2025-06-16T22:19:24.349" v="343" actId="20577"/>
        <pc:sldMkLst>
          <pc:docMk/>
          <pc:sldMk cId="3065497257" sldId="547"/>
        </pc:sldMkLst>
        <pc:picChg chg="mod">
          <ac:chgData name="Amy Glidewell" userId="095a4851-014c-47ed-bf1b-0c4b57406e94" providerId="ADAL" clId="{C1E15BD2-F24F-4855-A39D-035E64AEAA60}" dt="2025-06-16T22:19:06.061" v="246" actId="2085"/>
          <ac:picMkLst>
            <pc:docMk/>
            <pc:sldMk cId="3065497257" sldId="547"/>
            <ac:picMk id="6" creationId="{C452950E-24DC-7877-466D-B7059E90CF18}"/>
          </ac:picMkLst>
        </pc:picChg>
      </pc:sldChg>
      <pc:sldChg chg="modSp mod">
        <pc:chgData name="Amy Glidewell" userId="095a4851-014c-47ed-bf1b-0c4b57406e94" providerId="ADAL" clId="{C1E15BD2-F24F-4855-A39D-035E64AEAA60}" dt="2025-06-16T22:20:16.755" v="346" actId="14100"/>
        <pc:sldMkLst>
          <pc:docMk/>
          <pc:sldMk cId="2279390461" sldId="550"/>
        </pc:sldMkLst>
        <pc:spChg chg="mod">
          <ac:chgData name="Amy Glidewell" userId="095a4851-014c-47ed-bf1b-0c4b57406e94" providerId="ADAL" clId="{C1E15BD2-F24F-4855-A39D-035E64AEAA60}" dt="2025-06-16T22:20:16.755" v="346" actId="14100"/>
          <ac:spMkLst>
            <pc:docMk/>
            <pc:sldMk cId="2279390461" sldId="550"/>
            <ac:spMk id="3" creationId="{CC15CF77-58AA-12C0-D086-B47E0C678AB2}"/>
          </ac:spMkLst>
        </pc:spChg>
      </pc:sldChg>
      <pc:sldChg chg="modSp mod">
        <pc:chgData name="Amy Glidewell" userId="095a4851-014c-47ed-bf1b-0c4b57406e94" providerId="ADAL" clId="{C1E15BD2-F24F-4855-A39D-035E64AEAA60}" dt="2025-06-16T22:22:00.285" v="361" actId="1036"/>
        <pc:sldMkLst>
          <pc:docMk/>
          <pc:sldMk cId="933999565" sldId="551"/>
        </pc:sldMkLst>
        <pc:spChg chg="mod">
          <ac:chgData name="Amy Glidewell" userId="095a4851-014c-47ed-bf1b-0c4b57406e94" providerId="ADAL" clId="{C1E15BD2-F24F-4855-A39D-035E64AEAA60}" dt="2025-06-16T22:22:00.285" v="361" actId="1036"/>
          <ac:spMkLst>
            <pc:docMk/>
            <pc:sldMk cId="933999565" sldId="551"/>
            <ac:spMk id="7" creationId="{655BBF50-A9B4-D71E-5757-49998345271E}"/>
          </ac:spMkLst>
        </pc:spChg>
        <pc:picChg chg="mod">
          <ac:chgData name="Amy Glidewell" userId="095a4851-014c-47ed-bf1b-0c4b57406e94" providerId="ADAL" clId="{C1E15BD2-F24F-4855-A39D-035E64AEAA60}" dt="2025-06-16T22:21:56.131" v="359" actId="1035"/>
          <ac:picMkLst>
            <pc:docMk/>
            <pc:sldMk cId="933999565" sldId="551"/>
            <ac:picMk id="6" creationId="{49847A26-D158-95FA-F135-424B4886368F}"/>
          </ac:picMkLst>
        </pc:picChg>
      </pc:sldChg>
      <pc:sldChg chg="modSp mod">
        <pc:chgData name="Amy Glidewell" userId="095a4851-014c-47ed-bf1b-0c4b57406e94" providerId="ADAL" clId="{C1E15BD2-F24F-4855-A39D-035E64AEAA60}" dt="2025-06-16T22:20:54.780" v="354" actId="1035"/>
        <pc:sldMkLst>
          <pc:docMk/>
          <pc:sldMk cId="1885184159" sldId="552"/>
        </pc:sldMkLst>
        <pc:picChg chg="mod">
          <ac:chgData name="Amy Glidewell" userId="095a4851-014c-47ed-bf1b-0c4b57406e94" providerId="ADAL" clId="{C1E15BD2-F24F-4855-A39D-035E64AEAA60}" dt="2025-06-16T22:20:54.780" v="354" actId="1035"/>
          <ac:picMkLst>
            <pc:docMk/>
            <pc:sldMk cId="1885184159" sldId="552"/>
            <ac:picMk id="6" creationId="{A3A358CE-FAB7-F45F-6633-DABFD4D870CF}"/>
          </ac:picMkLst>
        </pc:picChg>
      </pc:sldChg>
      <pc:sldChg chg="modSp mod modNotesTx">
        <pc:chgData name="Amy Glidewell" userId="095a4851-014c-47ed-bf1b-0c4b57406e94" providerId="ADAL" clId="{C1E15BD2-F24F-4855-A39D-035E64AEAA60}" dt="2025-06-16T22:22:54.638" v="368" actId="20577"/>
        <pc:sldMkLst>
          <pc:docMk/>
          <pc:sldMk cId="3332352284" sldId="553"/>
        </pc:sldMkLst>
        <pc:spChg chg="mod">
          <ac:chgData name="Amy Glidewell" userId="095a4851-014c-47ed-bf1b-0c4b57406e94" providerId="ADAL" clId="{C1E15BD2-F24F-4855-A39D-035E64AEAA60}" dt="2025-06-16T22:22:28.898" v="363" actId="20577"/>
          <ac:spMkLst>
            <pc:docMk/>
            <pc:sldMk cId="3332352284" sldId="553"/>
            <ac:spMk id="3" creationId="{67B7773F-E7A6-747C-02FF-AB033038B547}"/>
          </ac:spMkLst>
        </pc:spChg>
      </pc:sldChg>
      <pc:sldChg chg="modSp mod">
        <pc:chgData name="Amy Glidewell" userId="095a4851-014c-47ed-bf1b-0c4b57406e94" providerId="ADAL" clId="{C1E15BD2-F24F-4855-A39D-035E64AEAA60}" dt="2025-06-16T22:23:26.453" v="377" actId="1035"/>
        <pc:sldMkLst>
          <pc:docMk/>
          <pc:sldMk cId="640934489" sldId="555"/>
        </pc:sldMkLst>
        <pc:spChg chg="mod">
          <ac:chgData name="Amy Glidewell" userId="095a4851-014c-47ed-bf1b-0c4b57406e94" providerId="ADAL" clId="{C1E15BD2-F24F-4855-A39D-035E64AEAA60}" dt="2025-06-16T22:23:26.453" v="377" actId="1035"/>
          <ac:spMkLst>
            <pc:docMk/>
            <pc:sldMk cId="640934489" sldId="555"/>
            <ac:spMk id="7" creationId="{ED444B5F-EB2B-1E1D-5C99-FC701EDF14AC}"/>
          </ac:spMkLst>
        </pc:spChg>
        <pc:picChg chg="mod">
          <ac:chgData name="Amy Glidewell" userId="095a4851-014c-47ed-bf1b-0c4b57406e94" providerId="ADAL" clId="{C1E15BD2-F24F-4855-A39D-035E64AEAA60}" dt="2025-06-16T22:23:22.877" v="372" actId="1036"/>
          <ac:picMkLst>
            <pc:docMk/>
            <pc:sldMk cId="640934489" sldId="555"/>
            <ac:picMk id="5" creationId="{697F791C-1022-F093-84F2-A36F4BF9C881}"/>
          </ac:picMkLst>
        </pc:picChg>
      </pc:sldChg>
      <pc:sldChg chg="delSp mod">
        <pc:chgData name="Amy Glidewell" userId="095a4851-014c-47ed-bf1b-0c4b57406e94" providerId="ADAL" clId="{C1E15BD2-F24F-4855-A39D-035E64AEAA60}" dt="2025-06-16T22:24:16.977" v="378" actId="478"/>
        <pc:sldMkLst>
          <pc:docMk/>
          <pc:sldMk cId="1632474462" sldId="562"/>
        </pc:sldMkLst>
        <pc:spChg chg="del">
          <ac:chgData name="Amy Glidewell" userId="095a4851-014c-47ed-bf1b-0c4b57406e94" providerId="ADAL" clId="{C1E15BD2-F24F-4855-A39D-035E64AEAA60}" dt="2025-06-16T22:24:16.977" v="378" actId="478"/>
          <ac:spMkLst>
            <pc:docMk/>
            <pc:sldMk cId="1632474462" sldId="562"/>
            <ac:spMk id="5" creationId="{DBE1FD33-C369-51EC-C52B-F8279FC8CC1A}"/>
          </ac:spMkLst>
        </pc:spChg>
      </pc:sldChg>
      <pc:sldChg chg="delSp mod">
        <pc:chgData name="Amy Glidewell" userId="095a4851-014c-47ed-bf1b-0c4b57406e94" providerId="ADAL" clId="{C1E15BD2-F24F-4855-A39D-035E64AEAA60}" dt="2025-06-16T22:24:50.488" v="379" actId="478"/>
        <pc:sldMkLst>
          <pc:docMk/>
          <pc:sldMk cId="3478511898" sldId="563"/>
        </pc:sldMkLst>
        <pc:spChg chg="del">
          <ac:chgData name="Amy Glidewell" userId="095a4851-014c-47ed-bf1b-0c4b57406e94" providerId="ADAL" clId="{C1E15BD2-F24F-4855-A39D-035E64AEAA60}" dt="2025-06-16T22:24:50.488" v="379" actId="478"/>
          <ac:spMkLst>
            <pc:docMk/>
            <pc:sldMk cId="3478511898" sldId="563"/>
            <ac:spMk id="5" creationId="{95E3050E-0C6C-E01E-0CF3-C721B0957E4E}"/>
          </ac:spMkLst>
        </pc:spChg>
      </pc:sldChg>
      <pc:sldChg chg="addSp delSp modSp add mod">
        <pc:chgData name="Amy Glidewell" userId="095a4851-014c-47ed-bf1b-0c4b57406e94" providerId="ADAL" clId="{C1E15BD2-F24F-4855-A39D-035E64AEAA60}" dt="2025-06-16T22:05:42.794" v="66" actId="14100"/>
        <pc:sldMkLst>
          <pc:docMk/>
          <pc:sldMk cId="790152022" sldId="565"/>
        </pc:sldMkLst>
        <pc:spChg chg="del">
          <ac:chgData name="Amy Glidewell" userId="095a4851-014c-47ed-bf1b-0c4b57406e94" providerId="ADAL" clId="{C1E15BD2-F24F-4855-A39D-035E64AEAA60}" dt="2025-06-16T22:00:38.318" v="19" actId="478"/>
          <ac:spMkLst>
            <pc:docMk/>
            <pc:sldMk cId="790152022" sldId="565"/>
            <ac:spMk id="3" creationId="{312B738C-E7D4-30F2-BC62-C452289083D6}"/>
          </ac:spMkLst>
        </pc:spChg>
        <pc:spChg chg="mod">
          <ac:chgData name="Amy Glidewell" userId="095a4851-014c-47ed-bf1b-0c4b57406e94" providerId="ADAL" clId="{C1E15BD2-F24F-4855-A39D-035E64AEAA60}" dt="2025-06-16T22:05:42.794" v="66" actId="14100"/>
          <ac:spMkLst>
            <pc:docMk/>
            <pc:sldMk cId="790152022" sldId="565"/>
            <ac:spMk id="6" creationId="{E7430223-1A5C-B033-9EB6-BA817C685CE9}"/>
          </ac:spMkLst>
        </pc:spChg>
        <pc:spChg chg="add del mod">
          <ac:chgData name="Amy Glidewell" userId="095a4851-014c-47ed-bf1b-0c4b57406e94" providerId="ADAL" clId="{C1E15BD2-F24F-4855-A39D-035E64AEAA60}" dt="2025-06-16T22:00:41.354" v="20" actId="478"/>
          <ac:spMkLst>
            <pc:docMk/>
            <pc:sldMk cId="790152022" sldId="565"/>
            <ac:spMk id="7" creationId="{3C5C7615-9A08-D915-91E5-487AD2EF16ED}"/>
          </ac:spMkLst>
        </pc:spChg>
        <pc:spChg chg="mod">
          <ac:chgData name="Amy Glidewell" userId="095a4851-014c-47ed-bf1b-0c4b57406e94" providerId="ADAL" clId="{C1E15BD2-F24F-4855-A39D-035E64AEAA60}" dt="2025-06-16T22:01:40.895" v="61" actId="255"/>
          <ac:spMkLst>
            <pc:docMk/>
            <pc:sldMk cId="790152022" sldId="565"/>
            <ac:spMk id="8" creationId="{52365581-E940-752A-4A39-68D0C64589FF}"/>
          </ac:spMkLst>
        </pc:spChg>
        <pc:picChg chg="mod">
          <ac:chgData name="Amy Glidewell" userId="095a4851-014c-47ed-bf1b-0c4b57406e94" providerId="ADAL" clId="{C1E15BD2-F24F-4855-A39D-035E64AEAA60}" dt="2025-06-16T22:05:32.468" v="63" actId="1076"/>
          <ac:picMkLst>
            <pc:docMk/>
            <pc:sldMk cId="790152022" sldId="565"/>
            <ac:picMk id="5" creationId="{BF3A56E0-430D-0A04-C1FC-BE8EAB113281}"/>
          </ac:picMkLst>
        </pc:picChg>
      </pc:sldChg>
      <pc:sldChg chg="addSp delSp modSp add mod">
        <pc:chgData name="Amy Glidewell" userId="095a4851-014c-47ed-bf1b-0c4b57406e94" providerId="ADAL" clId="{C1E15BD2-F24F-4855-A39D-035E64AEAA60}" dt="2025-06-16T22:10:05.013" v="124" actId="14100"/>
        <pc:sldMkLst>
          <pc:docMk/>
          <pc:sldMk cId="820657432" sldId="566"/>
        </pc:sldMkLst>
        <pc:spChg chg="del">
          <ac:chgData name="Amy Glidewell" userId="095a4851-014c-47ed-bf1b-0c4b57406e94" providerId="ADAL" clId="{C1E15BD2-F24F-4855-A39D-035E64AEAA60}" dt="2025-06-16T22:09:50.820" v="119" actId="478"/>
          <ac:spMkLst>
            <pc:docMk/>
            <pc:sldMk cId="820657432" sldId="566"/>
            <ac:spMk id="3" creationId="{39E316B0-8E6D-BD1C-88D1-AEA4B8416F8E}"/>
          </ac:spMkLst>
        </pc:spChg>
        <pc:spChg chg="mod">
          <ac:chgData name="Amy Glidewell" userId="095a4851-014c-47ed-bf1b-0c4b57406e94" providerId="ADAL" clId="{C1E15BD2-F24F-4855-A39D-035E64AEAA60}" dt="2025-06-16T22:10:05.013" v="124" actId="14100"/>
          <ac:spMkLst>
            <pc:docMk/>
            <pc:sldMk cId="820657432" sldId="566"/>
            <ac:spMk id="6" creationId="{854B7D6D-4ECB-C054-07F0-81CB48B867D1}"/>
          </ac:spMkLst>
        </pc:spChg>
        <pc:spChg chg="add del mod">
          <ac:chgData name="Amy Glidewell" userId="095a4851-014c-47ed-bf1b-0c4b57406e94" providerId="ADAL" clId="{C1E15BD2-F24F-4855-A39D-035E64AEAA60}" dt="2025-06-16T22:09:53.200" v="120" actId="478"/>
          <ac:spMkLst>
            <pc:docMk/>
            <pc:sldMk cId="820657432" sldId="566"/>
            <ac:spMk id="7" creationId="{3DF242E1-8540-9F32-A565-7E51A157A022}"/>
          </ac:spMkLst>
        </pc:spChg>
        <pc:spChg chg="mod">
          <ac:chgData name="Amy Glidewell" userId="095a4851-014c-47ed-bf1b-0c4b57406e94" providerId="ADAL" clId="{C1E15BD2-F24F-4855-A39D-035E64AEAA60}" dt="2025-06-16T22:09:48.366" v="118" actId="255"/>
          <ac:spMkLst>
            <pc:docMk/>
            <pc:sldMk cId="820657432" sldId="566"/>
            <ac:spMk id="8" creationId="{96EDD3E7-A46B-1A52-A9AB-8107CC819215}"/>
          </ac:spMkLst>
        </pc:spChg>
        <pc:picChg chg="mod">
          <ac:chgData name="Amy Glidewell" userId="095a4851-014c-47ed-bf1b-0c4b57406e94" providerId="ADAL" clId="{C1E15BD2-F24F-4855-A39D-035E64AEAA60}" dt="2025-06-16T22:09:56.327" v="121" actId="1076"/>
          <ac:picMkLst>
            <pc:docMk/>
            <pc:sldMk cId="820657432" sldId="566"/>
            <ac:picMk id="5" creationId="{7167BF50-7385-F566-7601-6C7E376AA40E}"/>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1.4 Given a scenario, use Microsoft Windows operating system features and tools.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How can you disable a malfunctioning device in Device Manager to prevent it from affecting system performance?</a:t>
            </a:r>
          </a:p>
          <a:p>
            <a:pPr marL="171450" indent="-171450" algn="l">
              <a:buFont typeface="Arial" panose="020B0604020202020204" pitchFamily="34" charset="0"/>
              <a:buChar char="•"/>
            </a:pPr>
            <a:r>
              <a:rPr lang="en-US" b="0" i="0" dirty="0">
                <a:solidFill>
                  <a:srgbClr val="191D1F"/>
                </a:solidFill>
                <a:effectLst/>
                <a:latin typeface="+mn-lt"/>
              </a:rPr>
              <a:t>How do you initialize a new disk using the Disk Management console?</a:t>
            </a:r>
          </a:p>
          <a:p>
            <a:pPr marL="171450" indent="-171450" algn="l">
              <a:buFont typeface="Arial" panose="020B0604020202020204" pitchFamily="34" charset="0"/>
              <a:buChar char="•"/>
            </a:pPr>
            <a:r>
              <a:rPr lang="en-US" b="0" i="0" dirty="0">
                <a:solidFill>
                  <a:srgbClr val="191D1F"/>
                </a:solidFill>
                <a:effectLst/>
                <a:latin typeface="+mn-lt"/>
              </a:rPr>
              <a:t>What is the difference between a primary partition and a logical partition in Disk Management?</a:t>
            </a:r>
          </a:p>
          <a:p>
            <a:pPr marL="171450" indent="-171450" algn="l">
              <a:buFont typeface="Arial" panose="020B0604020202020204" pitchFamily="34" charset="0"/>
              <a:buChar char="•"/>
            </a:pPr>
            <a:r>
              <a:rPr lang="en-US" b="0" i="0" dirty="0">
                <a:solidFill>
                  <a:srgbClr val="191D1F"/>
                </a:solidFill>
                <a:effectLst/>
                <a:latin typeface="+mn-lt"/>
              </a:rPr>
              <a:t>How can you expand an existing partition if there is unallocated space available on the disk?</a:t>
            </a:r>
          </a:p>
          <a:p>
            <a:pPr marL="171450" indent="-171450" algn="l">
              <a:buFont typeface="Arial" panose="020B0604020202020204" pitchFamily="34" charset="0"/>
              <a:buChar char="•"/>
            </a:pPr>
            <a:r>
              <a:rPr lang="en-US" b="0" i="0" dirty="0">
                <a:solidFill>
                  <a:srgbClr val="191D1F"/>
                </a:solidFill>
                <a:effectLst/>
                <a:latin typeface="+mn-lt"/>
              </a:rPr>
              <a:t>How can you create a new user account and assign it to a security group using the Local Users and Groups console?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a:defRPr/>
            </a:pPr>
            <a:r>
              <a:rPr lang="en-US" dirty="0">
                <a:ea typeface="Calibri"/>
                <a:cs typeface="Calibri"/>
              </a:rPr>
              <a:t>Ensure learners understand that while some devices are hot swappable, some are not. The system may need to be powered off to physically install or remove a device. </a:t>
            </a: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1164386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89CB-6EFD-6E6C-20C3-2E7919052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983B5-3E78-D261-6602-B260C1B5EDB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C25A708-60A8-729A-39DD-39D615C0FB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920F82-89DE-F76F-E75B-51A1589C2537}"/>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798236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11C75-9288-D4EA-C9F1-462188DAF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2144B-286F-C0A4-39B1-4D6DCD443AF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B2A2E44-1F83-CE25-3ED8-77E7447E73D0}"/>
              </a:ext>
            </a:extLst>
          </p:cNvPr>
          <p:cNvSpPr>
            <a:spLocks noGrp="1"/>
          </p:cNvSpPr>
          <p:nvPr>
            <p:ph type="body" idx="1"/>
          </p:nvPr>
        </p:nvSpPr>
        <p:spPr/>
        <p:txBody>
          <a:bodyPr/>
          <a:lstStyle/>
          <a:p>
            <a:pPr>
              <a:defRPr/>
            </a:pPr>
            <a:r>
              <a:rPr lang="en-US" dirty="0"/>
              <a:t>Remind learners that new versions of the Windows OS no longer support dynamic discs and the replacement feature is known as Storage Spaces for implementing software RAID.</a:t>
            </a:r>
          </a:p>
        </p:txBody>
      </p:sp>
      <p:sp>
        <p:nvSpPr>
          <p:cNvPr id="4" name="Slide Number Placeholder 3">
            <a:extLst>
              <a:ext uri="{FF2B5EF4-FFF2-40B4-BE49-F238E27FC236}">
                <a16:creationId xmlns:a16="http://schemas.microsoft.com/office/drawing/2014/main" id="{57F69EF2-05D4-854C-F76D-53DA135240E0}"/>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1661899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C466-C7FC-9F19-EB70-07A5A7754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E509C-A08D-2195-24F9-187091D7F04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B55281B-A985-F9D3-C81E-72F4CC0175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26233-0AEF-5252-8599-597756DF9940}"/>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3941813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0EB2A-4B43-05B3-31F6-955D71B71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96047E-67CC-B11A-C50D-EBE39D11CC1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C4AB4D7-B47F-A191-83C6-F482EC8E987B}"/>
              </a:ext>
            </a:extLst>
          </p:cNvPr>
          <p:cNvSpPr>
            <a:spLocks noGrp="1"/>
          </p:cNvSpPr>
          <p:nvPr>
            <p:ph type="body" idx="1"/>
          </p:nvPr>
        </p:nvSpPr>
        <p:spPr/>
        <p:txBody>
          <a:bodyPr/>
          <a:lstStyle/>
          <a:p>
            <a:pPr>
              <a:defRPr/>
            </a:pPr>
            <a:r>
              <a:rPr lang="en-US" dirty="0">
                <a:ea typeface="Calibri"/>
                <a:cs typeface="Calibri"/>
              </a:rPr>
              <a:t>Instructors may want to show learners these two tools. Recommend that they run Disk Clean-up first, then Defragment and Optimize.</a:t>
            </a:r>
          </a:p>
        </p:txBody>
      </p:sp>
      <p:sp>
        <p:nvSpPr>
          <p:cNvPr id="4" name="Slide Number Placeholder 3">
            <a:extLst>
              <a:ext uri="{FF2B5EF4-FFF2-40B4-BE49-F238E27FC236}">
                <a16:creationId xmlns:a16="http://schemas.microsoft.com/office/drawing/2014/main" id="{1EC0008D-77F7-DBCF-105C-E33E4D972F29}"/>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2562615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297BF-1B73-AD3B-B5D8-EB8092361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81342-96C1-9670-35EC-37E51BC80CD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57887E8-8B70-D843-0D28-1E84C7290F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8B081-75E9-2D3F-A44C-D908646D9BE7}"/>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367519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6F14A-0EA8-371C-78CE-2398C4B05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BBDFE-C116-A744-909C-60325D263FC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2DE874E-59A3-49DE-8C3C-9A36D105ED7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DBA9282-5DD7-F209-CE8B-D9E7E2FA9AE5}"/>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43690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6D7BC-D3DE-A560-BDE3-A7D939993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65CF-5D6E-AFA2-7827-5FB874DD58C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2ECEE4E-C0EB-9D50-CC05-E5073D85CB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BD455B-8C79-D697-377A-4015B6351C28}"/>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793171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4C69-297B-B215-C87D-1F8B492E4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017E1-976A-7C5B-2C8A-79CD9056BF7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E35EB9D-B364-194C-021D-A418F86D8E8A}"/>
              </a:ext>
            </a:extLst>
          </p:cNvPr>
          <p:cNvSpPr>
            <a:spLocks noGrp="1"/>
          </p:cNvSpPr>
          <p:nvPr>
            <p:ph type="body" idx="1"/>
          </p:nvPr>
        </p:nvSpPr>
        <p:spPr/>
        <p:txBody>
          <a:bodyPr/>
          <a:lstStyle/>
          <a:p>
            <a:pPr>
              <a:defRPr/>
            </a:pPr>
            <a:r>
              <a:rPr lang="en-US" dirty="0"/>
              <a:t>While Local Users and Groups looks a lot like Active Directory Users and Computers (ADUC), it is used to only manage local users on the single system. ADUC is for domain-wide account and computer management.</a:t>
            </a:r>
          </a:p>
        </p:txBody>
      </p:sp>
      <p:sp>
        <p:nvSpPr>
          <p:cNvPr id="4" name="Slide Number Placeholder 3">
            <a:extLst>
              <a:ext uri="{FF2B5EF4-FFF2-40B4-BE49-F238E27FC236}">
                <a16:creationId xmlns:a16="http://schemas.microsoft.com/office/drawing/2014/main" id="{6358BFF9-0457-421C-A33B-39181A381CFF}"/>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2484520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98F0-73E9-47BC-2525-86EC82E4F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10103-FBBF-5595-81A9-5BFCE61CE6C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D4A2AD2-1D3D-2EFA-136F-4D6EEACC2430}"/>
              </a:ext>
            </a:extLst>
          </p:cNvPr>
          <p:cNvSpPr>
            <a:spLocks noGrp="1"/>
          </p:cNvSpPr>
          <p:nvPr>
            <p:ph type="body" idx="1"/>
          </p:nvPr>
        </p:nvSpPr>
        <p:spPr/>
        <p:txBody>
          <a:bodyPr/>
          <a:lstStyle/>
          <a:p>
            <a:pPr>
              <a:defRPr/>
            </a:pPr>
            <a:r>
              <a:rPr lang="en-US" dirty="0"/>
              <a:t>Remind learners that deleting or revoking the trust of a certificate or CA within Certificate Manager is not reversable. Caution should be taken in</a:t>
            </a:r>
            <a:r>
              <a:rPr lang="en-US" baseline="0" dirty="0"/>
              <a:t> </a:t>
            </a:r>
            <a:r>
              <a:rPr lang="en-US" dirty="0"/>
              <a:t>Certificate Manager.</a:t>
            </a:r>
          </a:p>
        </p:txBody>
      </p:sp>
      <p:sp>
        <p:nvSpPr>
          <p:cNvPr id="4" name="Slide Number Placeholder 3">
            <a:extLst>
              <a:ext uri="{FF2B5EF4-FFF2-40B4-BE49-F238E27FC236}">
                <a16:creationId xmlns:a16="http://schemas.microsoft.com/office/drawing/2014/main" id="{281E2EA4-A9B0-1F9F-B61D-0584C15A991E}"/>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2288669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E10EF-549F-C821-E859-41DF0BD0E0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F08FA-D10B-0882-DED1-C696F722265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1B05407-EDDB-71C9-AC9F-ACCB2C305544}"/>
              </a:ext>
            </a:extLst>
          </p:cNvPr>
          <p:cNvSpPr>
            <a:spLocks noGrp="1"/>
          </p:cNvSpPr>
          <p:nvPr>
            <p:ph type="body" idx="1"/>
          </p:nvPr>
        </p:nvSpPr>
        <p:spPr/>
        <p:txBody>
          <a:bodyPr/>
          <a:lstStyle/>
          <a:p>
            <a:pPr>
              <a:defRPr/>
            </a:pPr>
            <a:r>
              <a:rPr lang="en-US" dirty="0"/>
              <a:t>Remind learners that deleting or revoking the trust of a certificate or CA within Certificate Manager is not reversable. Caution should be taken in</a:t>
            </a:r>
            <a:r>
              <a:rPr lang="en-US" baseline="0" dirty="0"/>
              <a:t> </a:t>
            </a:r>
            <a:r>
              <a:rPr lang="en-US" dirty="0"/>
              <a:t>Certificate Manager.</a:t>
            </a:r>
          </a:p>
        </p:txBody>
      </p:sp>
      <p:sp>
        <p:nvSpPr>
          <p:cNvPr id="4" name="Slide Number Placeholder 3">
            <a:extLst>
              <a:ext uri="{FF2B5EF4-FFF2-40B4-BE49-F238E27FC236}">
                <a16:creationId xmlns:a16="http://schemas.microsoft.com/office/drawing/2014/main" id="{754C25E6-A9AB-F825-D3DA-961E72CB9EF3}"/>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3765336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FA985-9CA0-57F6-9357-927290EDC9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11553-69C9-57B8-2018-0BFE436B172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AEC29DB-2165-C812-FAFA-032053692C0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D1FEF0E-EDDC-3D6B-1204-69E69367AC8E}"/>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1064442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0DB30-1777-9F2E-D1A2-04B9EC410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4CF1B-F1A9-DAEA-E9F3-48C6414A4D9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41D3884-432B-B364-E056-F196BE7189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EC2DAA-126A-1DF2-41CF-0241475C2208}"/>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3761834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A7C8-882D-5AFE-E909-58CFBF683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CD382-193F-8608-84B3-CAA8BB06EF8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6DA6961-9B62-C2FC-158C-1F882BF9BE9A}"/>
              </a:ext>
            </a:extLst>
          </p:cNvPr>
          <p:cNvSpPr>
            <a:spLocks noGrp="1"/>
          </p:cNvSpPr>
          <p:nvPr>
            <p:ph type="body" idx="1"/>
          </p:nvPr>
        </p:nvSpPr>
        <p:spPr/>
        <p:txBody>
          <a:bodyPr/>
          <a:lstStyle/>
          <a:p>
            <a:pPr>
              <a:defRPr/>
            </a:pPr>
            <a:r>
              <a:rPr lang="en-US" dirty="0"/>
              <a:t>CAUTION!</a:t>
            </a:r>
            <a:r>
              <a:rPr lang="en-US" dirty="0">
                <a:ea typeface="Calibri"/>
                <a:cs typeface="Calibri"/>
              </a:rPr>
              <a:t> Instructors should caution learners about possible permanent damage to the system if registry settings are changed improperly! Exporting and backing up the registry should be completed before making any changes.</a:t>
            </a:r>
            <a:endParaRPr lang="en-US" dirty="0"/>
          </a:p>
        </p:txBody>
      </p:sp>
      <p:sp>
        <p:nvSpPr>
          <p:cNvPr id="4" name="Slide Number Placeholder 3">
            <a:extLst>
              <a:ext uri="{FF2B5EF4-FFF2-40B4-BE49-F238E27FC236}">
                <a16:creationId xmlns:a16="http://schemas.microsoft.com/office/drawing/2014/main" id="{E43BDAA5-EF16-BA09-C6B3-D8CF37130FD4}"/>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869983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8CD7B-CDF0-CA06-C40C-1CE77F2D8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D71B8-D9AA-BFDD-BFB4-78FF9C3C0CB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2E22DC3-2A10-E68E-FAC2-84DE0F5C05C4}"/>
              </a:ext>
            </a:extLst>
          </p:cNvPr>
          <p:cNvSpPr>
            <a:spLocks noGrp="1"/>
          </p:cNvSpPr>
          <p:nvPr>
            <p:ph type="body" idx="1"/>
          </p:nvPr>
        </p:nvSpPr>
        <p:spPr/>
        <p:txBody>
          <a:bodyPr/>
          <a:lstStyle/>
          <a:p>
            <a:pPr>
              <a:defRPr/>
            </a:pPr>
            <a:r>
              <a:rPr lang="en-US" dirty="0"/>
              <a:t>Instructors should caution learners about possible permanent damage to the system if registry settings are changed improperly! Exporting and backing up the registry should be completed before making any changes.</a:t>
            </a:r>
          </a:p>
        </p:txBody>
      </p:sp>
      <p:sp>
        <p:nvSpPr>
          <p:cNvPr id="4" name="Slide Number Placeholder 3">
            <a:extLst>
              <a:ext uri="{FF2B5EF4-FFF2-40B4-BE49-F238E27FC236}">
                <a16:creationId xmlns:a16="http://schemas.microsoft.com/office/drawing/2014/main" id="{7CA2BE2F-0D1A-FF77-CD02-EA6D8AD4281F}"/>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3401727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C2F80-048E-F548-67C6-BA47669A2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3FB2C-2BD3-C232-22D6-67977A043A4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C09FEEE-BBA5-D43E-D99C-36D431F0E906}"/>
              </a:ext>
            </a:extLst>
          </p:cNvPr>
          <p:cNvSpPr>
            <a:spLocks noGrp="1"/>
          </p:cNvSpPr>
          <p:nvPr>
            <p:ph type="body" idx="1"/>
          </p:nvPr>
        </p:nvSpPr>
        <p:spPr/>
        <p:txBody>
          <a:bodyPr/>
          <a:lstStyle/>
          <a:p>
            <a:pPr>
              <a:defRPr/>
            </a:pPr>
            <a:r>
              <a:rPr lang="en-US" dirty="0">
                <a:ea typeface="Calibri"/>
                <a:cs typeface="Calibri"/>
              </a:rPr>
              <a:t>Learners should practice creating custom MMCs. Instructors can utilize the Additional Resource Exercise: Create a Custom MMC Console Capstone to guide their learners.</a:t>
            </a:r>
          </a:p>
        </p:txBody>
      </p:sp>
      <p:sp>
        <p:nvSpPr>
          <p:cNvPr id="4" name="Slide Number Placeholder 3">
            <a:extLst>
              <a:ext uri="{FF2B5EF4-FFF2-40B4-BE49-F238E27FC236}">
                <a16:creationId xmlns:a16="http://schemas.microsoft.com/office/drawing/2014/main" id="{B365F6CF-3E92-211B-BC9F-3C7B1CD061C4}"/>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1766998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C1CC-445A-A1DE-3DEF-66D7139E5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F9C12-06C1-60D0-3863-499FD86EABA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0540452-A2E6-A3C4-A457-2FB705B280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16E71A-3BCB-0F8E-D872-D7CC135EC35B}"/>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3635598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1.5 Given a scenario, use the appropriate Microsoft command-line tools.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command would you use to copy files from one directory to another while preserving the directory structure?</a:t>
            </a:r>
          </a:p>
          <a:p>
            <a:pPr marL="171450" indent="-171450" algn="l">
              <a:buFont typeface="Arial" panose="020B0604020202020204" pitchFamily="34" charset="0"/>
              <a:buChar char="•"/>
            </a:pPr>
            <a:r>
              <a:rPr lang="en-US" b="0" i="0" dirty="0">
                <a:solidFill>
                  <a:srgbClr val="191D1F"/>
                </a:solidFill>
                <a:effectLst/>
                <a:latin typeface="+mn-lt"/>
              </a:rPr>
              <a:t>How can you view detailed help information for a specific command in Command Prompt?</a:t>
            </a:r>
          </a:p>
          <a:p>
            <a:pPr marL="171450" indent="-171450" algn="l">
              <a:buFont typeface="Arial" panose="020B0604020202020204" pitchFamily="34" charset="0"/>
              <a:buChar char="•"/>
            </a:pPr>
            <a:r>
              <a:rPr lang="en-US" b="0" i="0" dirty="0">
                <a:solidFill>
                  <a:srgbClr val="191D1F"/>
                </a:solidFill>
                <a:effectLst/>
                <a:latin typeface="+mn-lt"/>
              </a:rPr>
              <a:t>How can you assign a new drive letter to a volume using the diskpart command?</a:t>
            </a:r>
          </a:p>
          <a:p>
            <a:pPr marL="171450" indent="-171450" algn="l">
              <a:buFont typeface="Arial" panose="020B0604020202020204" pitchFamily="34" charset="0"/>
              <a:buChar char="•"/>
            </a:pPr>
            <a:r>
              <a:rPr lang="en-US" b="0" i="0" dirty="0">
                <a:solidFill>
                  <a:srgbClr val="191D1F"/>
                </a:solidFill>
                <a:effectLst/>
                <a:latin typeface="+mn-lt"/>
              </a:rPr>
              <a:t>What switch would you use with the chkdsk command to fix file system errors?</a:t>
            </a:r>
          </a:p>
          <a:p>
            <a:pPr marL="171450" indent="-171450" algn="l">
              <a:buFont typeface="Arial" panose="020B0604020202020204" pitchFamily="34" charset="0"/>
              <a:buChar char="•"/>
            </a:pPr>
            <a:r>
              <a:rPr lang="en-US" b="0" i="0" dirty="0">
                <a:solidFill>
                  <a:srgbClr val="191D1F"/>
                </a:solidFill>
                <a:effectLst/>
                <a:latin typeface="+mn-lt"/>
              </a:rPr>
              <a:t>How can you use the whoami command to display the security groups the current user belongs to, and why is this information useful for troubleshooting permission issues?</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5F65E-AB9A-47AA-4CE9-EE53CE82B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2068B-243F-C1BB-C11A-ECDB2356F9F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9A07A8B-5E43-5DE0-A10B-C09CD148075C}"/>
              </a:ext>
            </a:extLst>
          </p:cNvPr>
          <p:cNvSpPr>
            <a:spLocks noGrp="1"/>
          </p:cNvSpPr>
          <p:nvPr>
            <p:ph type="body" idx="1"/>
          </p:nvPr>
        </p:nvSpPr>
        <p:spPr/>
        <p:txBody>
          <a:bodyPr/>
          <a:lstStyle/>
          <a:p>
            <a:pPr>
              <a:defRPr/>
            </a:pPr>
            <a:r>
              <a:rPr lang="en-US" dirty="0"/>
              <a:t>Learners should practice each command. Remind learner of the core commands but also the options for each command. Learners should be able to interpret on-screen results that will aid in troubleshooting issues.</a:t>
            </a:r>
          </a:p>
        </p:txBody>
      </p:sp>
      <p:sp>
        <p:nvSpPr>
          <p:cNvPr id="4" name="Slide Number Placeholder 3">
            <a:extLst>
              <a:ext uri="{FF2B5EF4-FFF2-40B4-BE49-F238E27FC236}">
                <a16:creationId xmlns:a16="http://schemas.microsoft.com/office/drawing/2014/main" id="{BF8ACD62-8494-46BE-1B20-1F2B09DDB50B}"/>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22054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153D-B847-D3AA-EFD1-5613FBEF4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2B837-374E-09E6-55D7-7A6ED671C74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C2024F4-51A0-E966-4D2F-D4914C18D2FE}"/>
              </a:ext>
            </a:extLst>
          </p:cNvPr>
          <p:cNvSpPr>
            <a:spLocks noGrp="1"/>
          </p:cNvSpPr>
          <p:nvPr>
            <p:ph type="body" idx="1"/>
          </p:nvPr>
        </p:nvSpPr>
        <p:spPr/>
        <p:txBody>
          <a:bodyPr/>
          <a:lstStyle/>
          <a:p>
            <a:pPr>
              <a:defRPr/>
            </a:pPr>
            <a:r>
              <a:rPr lang="en-US" dirty="0"/>
              <a:t>Learners should practice each command. Remind learner of the core commands but also the options for each command. Learners should be able to interpret on-screen results that will aide in troubleshooting issues.</a:t>
            </a:r>
          </a:p>
        </p:txBody>
      </p:sp>
      <p:sp>
        <p:nvSpPr>
          <p:cNvPr id="4" name="Slide Number Placeholder 3">
            <a:extLst>
              <a:ext uri="{FF2B5EF4-FFF2-40B4-BE49-F238E27FC236}">
                <a16:creationId xmlns:a16="http://schemas.microsoft.com/office/drawing/2014/main" id="{FD3DFD85-9E6A-1730-FAF0-F1506861F57D}"/>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817269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4531-807F-F0D3-1AC3-6F410360C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9B92F-83FF-43F3-F461-B7206502FC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D146D52-9E09-2923-DC11-CC590D31B734}"/>
              </a:ext>
            </a:extLst>
          </p:cNvPr>
          <p:cNvSpPr>
            <a:spLocks noGrp="1"/>
          </p:cNvSpPr>
          <p:nvPr>
            <p:ph type="body" idx="1"/>
          </p:nvPr>
        </p:nvSpPr>
        <p:spPr/>
        <p:txBody>
          <a:bodyPr/>
          <a:lstStyle/>
          <a:p>
            <a:pPr>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CCE67785-D33B-EEB9-6C7D-796BE3BFC393}"/>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830846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B7C1-3444-E849-69FB-C132F79D0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451B8-F0BA-16FA-5916-D1B373FCC69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6033672-CF74-AB8A-496F-183BB1353F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46C72C-CB15-8BBB-3199-A65476B3197C}"/>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29530901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78F6-BCB2-25A1-EE3C-EA29965DA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9F167-15EE-FD0E-726E-B068C257779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A5488E9-79E4-924C-9C3E-10C23AD5CD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79AC4D7A-CE31-2C44-8545-2CC4E22BCFF7}"/>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2058275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80AD-DEE2-45A8-934D-6D00D09F2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564BB-6119-0A1D-032C-EF7419E2380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EC6377D-B834-7E52-610E-CA86DFE13C57}"/>
              </a:ext>
            </a:extLst>
          </p:cNvPr>
          <p:cNvSpPr>
            <a:spLocks noGrp="1"/>
          </p:cNvSpPr>
          <p:nvPr>
            <p:ph type="body" idx="1"/>
          </p:nvPr>
        </p:nvSpPr>
        <p:spPr/>
        <p:txBody>
          <a:bodyPr/>
          <a:lstStyle/>
          <a:p>
            <a:pPr>
              <a:defRPr/>
            </a:pPr>
            <a:r>
              <a:rPr lang="en-US" dirty="0">
                <a:ea typeface="Calibri"/>
                <a:cs typeface="Calibri"/>
              </a:rPr>
              <a:t>Instructors should demo and consider learners’ practicing of these commands.</a:t>
            </a:r>
          </a:p>
        </p:txBody>
      </p:sp>
      <p:sp>
        <p:nvSpPr>
          <p:cNvPr id="4" name="Slide Number Placeholder 3">
            <a:extLst>
              <a:ext uri="{FF2B5EF4-FFF2-40B4-BE49-F238E27FC236}">
                <a16:creationId xmlns:a16="http://schemas.microsoft.com/office/drawing/2014/main" id="{5EBBD5C0-AB6E-8E13-2D87-7A6E58978AA0}"/>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776828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26F9F-3E34-96B8-EE7D-E58EC3691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4FF1D-6FAA-3536-5792-D31BFB64F7C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5C22FB5-0261-CB87-FBF8-99AA6603A6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E3F2EE-288A-102D-68C1-BED719CB9E99}"/>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3732135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9FCB-5B97-B5CF-E72B-6D21FD1C3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9D8AE-87C8-7EF8-BE75-63EB2A9365B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C3D4BD1-AD03-2A66-AF92-714E6C36905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A9E7E66-BC43-776B-E5CE-6F85F12D6B37}"/>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1014927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40237088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72A1-F103-898D-1E1B-0D3BB2167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E10F9-F889-81A8-94C3-0AD01DC7DB6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4732ED2-4476-CDD6-F67C-0C0DC7E97DA6}"/>
              </a:ext>
            </a:extLst>
          </p:cNvPr>
          <p:cNvSpPr>
            <a:spLocks noGrp="1"/>
          </p:cNvSpPr>
          <p:nvPr>
            <p:ph type="body" idx="1"/>
          </p:nvPr>
        </p:nvSpPr>
        <p:spPr/>
        <p:txBody>
          <a:bodyPr/>
          <a:lstStyle/>
          <a:p>
            <a:r>
              <a:rPr lang="en-US" dirty="0"/>
              <a:t>Describe the image as the System File Checker utility.</a:t>
            </a:r>
          </a:p>
          <a:p>
            <a:endParaRPr lang="en-US" dirty="0"/>
          </a:p>
          <a:p>
            <a:r>
              <a:rPr lang="en-US" dirty="0"/>
              <a:t>Consider showing the video Use System Management Commands to reinforce these concepts.</a:t>
            </a:r>
          </a:p>
          <a:p>
            <a:endParaRPr lang="en-US" dirty="0"/>
          </a:p>
          <a:p>
            <a:endParaRPr lang="en-US" dirty="0"/>
          </a:p>
        </p:txBody>
      </p:sp>
      <p:sp>
        <p:nvSpPr>
          <p:cNvPr id="4" name="Slide Number Placeholder 3">
            <a:extLst>
              <a:ext uri="{FF2B5EF4-FFF2-40B4-BE49-F238E27FC236}">
                <a16:creationId xmlns:a16="http://schemas.microsoft.com/office/drawing/2014/main" id="{7FF1AE77-EE05-47E0-9475-176A47D19920}"/>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9282854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2809-3AB3-6C64-D345-968A05F84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1D2A4-9A37-E882-D7C0-FF56B947BD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C31A4C7-24EE-BF9B-B91D-9C720B97937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7E3532A-C05B-A0BA-36D7-79BB349BBCA3}"/>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20895368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1.7 Given a scenario, configure Microsoft Windows networking features on a client/desktop.</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How can you manually configure a wireless network connection if the SSID broadcast is suppressed?</a:t>
            </a:r>
          </a:p>
          <a:p>
            <a:pPr marL="171450" indent="-171450" algn="l">
              <a:buFont typeface="Arial" panose="020B0604020202020204" pitchFamily="34" charset="0"/>
              <a:buChar char="•"/>
            </a:pPr>
            <a:r>
              <a:rPr lang="en-US" b="0" i="0" dirty="0">
                <a:solidFill>
                  <a:srgbClr val="191D1F"/>
                </a:solidFill>
                <a:effectLst/>
                <a:latin typeface="+mn-lt"/>
              </a:rPr>
              <a:t>What is the role of the 802.11 standard in wireless network connections?</a:t>
            </a:r>
          </a:p>
          <a:p>
            <a:pPr marL="171450" indent="-171450" algn="l">
              <a:buFont typeface="Arial" panose="020B0604020202020204" pitchFamily="34" charset="0"/>
              <a:buChar char="•"/>
            </a:pPr>
            <a:r>
              <a:rPr lang="en-US" b="0" i="0" dirty="0">
                <a:solidFill>
                  <a:srgbClr val="191D1F"/>
                </a:solidFill>
                <a:effectLst/>
                <a:latin typeface="+mn-lt"/>
              </a:rPr>
              <a:t>How is a subnet mask used to distinguish between the network and host portions of an IP address?</a:t>
            </a:r>
          </a:p>
          <a:p>
            <a:pPr marL="171450" indent="-171450" algn="l">
              <a:buFont typeface="Arial" panose="020B0604020202020204" pitchFamily="34" charset="0"/>
              <a:buChar char="•"/>
            </a:pPr>
            <a:r>
              <a:rPr lang="en-US" b="0" i="0" dirty="0">
                <a:solidFill>
                  <a:srgbClr val="191D1F"/>
                </a:solidFill>
                <a:effectLst/>
                <a:latin typeface="+mn-lt"/>
              </a:rPr>
              <a:t>How can you configure a static IP address for a network adapter in Windows?</a:t>
            </a:r>
          </a:p>
          <a:p>
            <a:pPr marL="171450" indent="-171450" algn="l">
              <a:buFont typeface="Arial" panose="020B0604020202020204" pitchFamily="34" charset="0"/>
              <a:buChar char="•"/>
            </a:pPr>
            <a:r>
              <a:rPr lang="en-US" b="0" i="0" dirty="0">
                <a:solidFill>
                  <a:srgbClr val="191D1F"/>
                </a:solidFill>
                <a:effectLst/>
                <a:latin typeface="+mn-lt"/>
              </a:rPr>
              <a:t>How can you allow a specific application through the Windows Defender Firewall?</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69767-620E-845A-C190-659BB347E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5C154-2A60-1DE3-E21F-0ADFD084689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CC54546-D77D-0F48-5C08-6470B5A58E54}"/>
              </a:ext>
            </a:extLst>
          </p:cNvPr>
          <p:cNvSpPr>
            <a:spLocks noGrp="1"/>
          </p:cNvSpPr>
          <p:nvPr>
            <p:ph type="body" idx="1"/>
          </p:nvPr>
        </p:nvSpPr>
        <p:spPr/>
        <p:txBody>
          <a:bodyPr/>
          <a:lstStyle/>
          <a:p>
            <a:pPr>
              <a:defRPr/>
            </a:pPr>
            <a:r>
              <a:rPr lang="en-US" dirty="0">
                <a:ea typeface="Calibri"/>
                <a:cs typeface="Calibri"/>
              </a:rPr>
              <a:t>While many learners may be familiar with connecting to wireless networks, instructors should still demonstrate both the auto and manual connection methods.</a:t>
            </a:r>
          </a:p>
        </p:txBody>
      </p:sp>
      <p:sp>
        <p:nvSpPr>
          <p:cNvPr id="4" name="Slide Number Placeholder 3">
            <a:extLst>
              <a:ext uri="{FF2B5EF4-FFF2-40B4-BE49-F238E27FC236}">
                <a16:creationId xmlns:a16="http://schemas.microsoft.com/office/drawing/2014/main" id="{E7876692-BB16-BFDF-6126-412FF59E85B7}"/>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1107769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E69-3758-7A60-D445-43FA1B630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626F0-7F43-5689-FD7E-05819268AA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5B388AB-0A78-0E1F-6EBE-049F66DEA7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8010F-1C3F-0DB7-1262-D3465F19EF86}"/>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3319664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E2515-3898-D04B-42C3-2CE3594B7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62D32-4DBC-D76F-4781-7EFEC55BC25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0BD54BB-46C8-3A6F-3E1A-7716BF14BF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9BABF-FB38-6E0D-9C58-C57C89F3E23B}"/>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32087075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F066-DD48-A16C-9CD9-558AAA0FE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B16C1-7D10-C734-9F77-6B39E284F80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C4A4229-B244-62B0-9588-489A5B9F308E}"/>
              </a:ext>
            </a:extLst>
          </p:cNvPr>
          <p:cNvSpPr>
            <a:spLocks noGrp="1"/>
          </p:cNvSpPr>
          <p:nvPr>
            <p:ph type="body" idx="1"/>
          </p:nvPr>
        </p:nvSpPr>
        <p:spPr/>
        <p:txBody>
          <a:bodyPr/>
          <a:lstStyle/>
          <a:p>
            <a:pPr>
              <a:defRPr/>
            </a:pPr>
            <a:r>
              <a:rPr lang="en-US" dirty="0">
                <a:ea typeface="Calibri"/>
                <a:cs typeface="Calibri"/>
              </a:rPr>
              <a:t>This may be a good time to review IP addressing basics from Module 6: Configuring Network Addressing and Internet Connections with learners. Networking concepts appear on both Core 1 and Core 2 exams.</a:t>
            </a:r>
          </a:p>
        </p:txBody>
      </p:sp>
      <p:sp>
        <p:nvSpPr>
          <p:cNvPr id="4" name="Slide Number Placeholder 3">
            <a:extLst>
              <a:ext uri="{FF2B5EF4-FFF2-40B4-BE49-F238E27FC236}">
                <a16:creationId xmlns:a16="http://schemas.microsoft.com/office/drawing/2014/main" id="{E503D4C3-A48C-9A1D-872E-F3B278AA2565}"/>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16574211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FA49-93BD-AB1A-55A5-1313C897EF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28E97-E08B-BBA0-B4D5-6BF5F7543B2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107BC2-648C-6686-BC28-392DAB7D167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406596D-416B-EBE1-B959-F04D463047F3}"/>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11341019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C6E1-0C7F-9427-8B09-2048338A8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803BF-7498-303C-1A20-1E750EB31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D455CC5-3610-CD69-2135-9E793C8F72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B4E6B5-B982-A7CB-44C6-092D2F803030}"/>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32197092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C9257-4A22-3C54-DA66-6545C1BD1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81BDA-2A2A-F2D0-7747-A43AF757D0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28262B2-7EB6-C53F-103C-450D3F53B4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62664C-B0B3-A6EC-67A5-E0924C3881DB}"/>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25219060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C81F2-ED18-5BB1-A80B-920BB20757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46C1E-7106-CF41-C684-A58AA73173C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9DE46A0-36F4-27DB-DAF6-C4BE81A1C35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Have</a:t>
            </a:r>
            <a:r>
              <a:rPr lang="en-US" baseline="0" dirty="0">
                <a:ea typeface="Calibri"/>
                <a:cs typeface="Calibri"/>
              </a:rPr>
              <a:t> learners try the interactive activity Network Location to check their understanding of public and private networks.</a:t>
            </a:r>
            <a:endParaRPr lang="en-US" dirty="0">
              <a:ea typeface="Calibri"/>
              <a:cs typeface="Calibri"/>
            </a:endParaRPr>
          </a:p>
        </p:txBody>
      </p:sp>
      <p:sp>
        <p:nvSpPr>
          <p:cNvPr id="4" name="Slide Number Placeholder 3">
            <a:extLst>
              <a:ext uri="{FF2B5EF4-FFF2-40B4-BE49-F238E27FC236}">
                <a16:creationId xmlns:a16="http://schemas.microsoft.com/office/drawing/2014/main" id="{2B8A8638-BADD-26BB-4629-9099B54D390E}"/>
              </a:ext>
            </a:extLst>
          </p:cNvPr>
          <p:cNvSpPr>
            <a:spLocks noGrp="1"/>
          </p:cNvSpPr>
          <p:nvPr>
            <p:ph type="sldNum" sz="quarter" idx="5"/>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41073185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62368-92D8-C40B-74A6-24C1857C8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484C2-ED77-0E04-CEDA-35C0B18EA36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21797C4-069E-6685-EF05-59E8714A1F36}"/>
              </a:ext>
            </a:extLst>
          </p:cNvPr>
          <p:cNvSpPr>
            <a:spLocks noGrp="1"/>
          </p:cNvSpPr>
          <p:nvPr>
            <p:ph type="body" idx="1"/>
          </p:nvPr>
        </p:nvSpPr>
        <p:spPr/>
        <p:txBody>
          <a:bodyPr/>
          <a:lstStyle/>
          <a:p>
            <a:r>
              <a:rPr lang="en-US" dirty="0"/>
              <a:t>Set Network Location prompt</a:t>
            </a:r>
          </a:p>
        </p:txBody>
      </p:sp>
      <p:sp>
        <p:nvSpPr>
          <p:cNvPr id="4" name="Slide Number Placeholder 3">
            <a:extLst>
              <a:ext uri="{FF2B5EF4-FFF2-40B4-BE49-F238E27FC236}">
                <a16:creationId xmlns:a16="http://schemas.microsoft.com/office/drawing/2014/main" id="{1570A682-E22E-2DBC-6F1E-6FE4097709A2}"/>
              </a:ext>
            </a:extLst>
          </p:cNvPr>
          <p:cNvSpPr>
            <a:spLocks noGrp="1"/>
          </p:cNvSpPr>
          <p:nvPr>
            <p:ph type="sldNum" sz="quarter" idx="5"/>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1285501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E7E35-7560-D485-3513-19EC6E6DD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818DA-10CB-B5AE-6FB9-E625EA3DBA3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ED4774C-8C19-70E8-8BC6-431B6637E18F}"/>
              </a:ext>
            </a:extLst>
          </p:cNvPr>
          <p:cNvSpPr>
            <a:spLocks noGrp="1"/>
          </p:cNvSpPr>
          <p:nvPr>
            <p:ph type="body" idx="1"/>
          </p:nvPr>
        </p:nvSpPr>
        <p:spPr/>
        <p:txBody>
          <a:bodyPr/>
          <a:lstStyle/>
          <a:p>
            <a:r>
              <a:rPr lang="en-US" dirty="0"/>
              <a:t>Using Network &amp; Internet settings to change the network profile</a:t>
            </a:r>
          </a:p>
        </p:txBody>
      </p:sp>
      <p:sp>
        <p:nvSpPr>
          <p:cNvPr id="4" name="Slide Number Placeholder 3">
            <a:extLst>
              <a:ext uri="{FF2B5EF4-FFF2-40B4-BE49-F238E27FC236}">
                <a16:creationId xmlns:a16="http://schemas.microsoft.com/office/drawing/2014/main" id="{F618E179-6472-C0F5-01CD-AB72A5FB6BB9}"/>
              </a:ext>
            </a:extLst>
          </p:cNvPr>
          <p:cNvSpPr>
            <a:spLocks noGrp="1"/>
          </p:cNvSpPr>
          <p:nvPr>
            <p:ph type="sldNum" sz="quarter" idx="5"/>
          </p:nvPr>
        </p:nvSpPr>
        <p:spPr/>
        <p:txBody>
          <a:bodyPr/>
          <a:lstStyle/>
          <a:p>
            <a:fld id="{B7CF8A19-3A9E-4ABC-B336-2FDDE321C72D}" type="slidenum">
              <a:rPr lang="en-US" smtClean="0"/>
              <a:pPr/>
              <a:t>48</a:t>
            </a:fld>
            <a:endParaRPr lang="en-US" dirty="0"/>
          </a:p>
        </p:txBody>
      </p:sp>
    </p:spTree>
    <p:extLst>
      <p:ext uri="{BB962C8B-B14F-4D97-AF65-F5344CB8AC3E}">
        <p14:creationId xmlns:p14="http://schemas.microsoft.com/office/powerpoint/2010/main" val="27605002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B6B2-579E-4081-5D48-0407D0A60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D7B30-3F1C-44F3-D851-58FF9311824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384504C-37FE-EEC8-83F8-31061D34886A}"/>
              </a:ext>
            </a:extLst>
          </p:cNvPr>
          <p:cNvSpPr>
            <a:spLocks noGrp="1"/>
          </p:cNvSpPr>
          <p:nvPr>
            <p:ph type="body" idx="1"/>
          </p:nvPr>
        </p:nvSpPr>
        <p:spPr/>
        <p:txBody>
          <a:bodyPr/>
          <a:lstStyle/>
          <a:p>
            <a:pPr>
              <a:defRPr/>
            </a:pPr>
            <a:r>
              <a:rPr lang="en-US" dirty="0"/>
              <a:t>Learners should familiarize themselves with firewall operations and how to setup rules in the ACL.</a:t>
            </a:r>
          </a:p>
        </p:txBody>
      </p:sp>
      <p:sp>
        <p:nvSpPr>
          <p:cNvPr id="4" name="Slide Number Placeholder 3">
            <a:extLst>
              <a:ext uri="{FF2B5EF4-FFF2-40B4-BE49-F238E27FC236}">
                <a16:creationId xmlns:a16="http://schemas.microsoft.com/office/drawing/2014/main" id="{D6B94F7B-A933-FA7E-B353-6C87E5972945}"/>
              </a:ext>
            </a:extLst>
          </p:cNvPr>
          <p:cNvSpPr>
            <a:spLocks noGrp="1"/>
          </p:cNvSpPr>
          <p:nvPr>
            <p:ph type="sldNum" sz="quarter" idx="5"/>
          </p:nvPr>
        </p:nvSpPr>
        <p:spPr/>
        <p:txBody>
          <a:bodyPr/>
          <a:lstStyle/>
          <a:p>
            <a:fld id="{B7CF8A19-3A9E-4ABC-B336-2FDDE321C72D}" type="slidenum">
              <a:rPr lang="en-US" smtClean="0"/>
              <a:pPr/>
              <a:t>49</a:t>
            </a:fld>
            <a:endParaRPr lang="en-US" dirty="0"/>
          </a:p>
        </p:txBody>
      </p:sp>
    </p:spTree>
    <p:extLst>
      <p:ext uri="{BB962C8B-B14F-4D97-AF65-F5344CB8AC3E}">
        <p14:creationId xmlns:p14="http://schemas.microsoft.com/office/powerpoint/2010/main" val="28107081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B4CA-A6B1-26E9-79CE-1997A4413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2DF37-4E16-AF8A-95C0-B887BD9CD4C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2CC42BE-A571-2C79-423A-60CC6304120D}"/>
              </a:ext>
            </a:extLst>
          </p:cNvPr>
          <p:cNvSpPr>
            <a:spLocks noGrp="1"/>
          </p:cNvSpPr>
          <p:nvPr>
            <p:ph type="body" idx="1"/>
          </p:nvPr>
        </p:nvSpPr>
        <p:spPr/>
        <p:txBody>
          <a:bodyPr/>
          <a:lstStyle/>
          <a:p>
            <a:r>
              <a:rPr lang="en-US" dirty="0"/>
              <a:t>Setting the firewall state via the Windows Security Center</a:t>
            </a:r>
          </a:p>
        </p:txBody>
      </p:sp>
      <p:sp>
        <p:nvSpPr>
          <p:cNvPr id="4" name="Slide Number Placeholder 3">
            <a:extLst>
              <a:ext uri="{FF2B5EF4-FFF2-40B4-BE49-F238E27FC236}">
                <a16:creationId xmlns:a16="http://schemas.microsoft.com/office/drawing/2014/main" id="{4CBA20CD-1496-4E34-C0C7-E86876EE6145}"/>
              </a:ext>
            </a:extLst>
          </p:cNvPr>
          <p:cNvSpPr>
            <a:spLocks noGrp="1"/>
          </p:cNvSpPr>
          <p:nvPr>
            <p:ph type="sldNum" sz="quarter" idx="5"/>
          </p:nvPr>
        </p:nvSpPr>
        <p:spPr/>
        <p:txBody>
          <a:bodyPr/>
          <a:lstStyle/>
          <a:p>
            <a:fld id="{B7CF8A19-3A9E-4ABC-B336-2FDDE321C72D}" type="slidenum">
              <a:rPr lang="en-US" smtClean="0"/>
              <a:pPr/>
              <a:t>50</a:t>
            </a:fld>
            <a:endParaRPr lang="en-US" dirty="0"/>
          </a:p>
        </p:txBody>
      </p:sp>
    </p:spTree>
    <p:extLst>
      <p:ext uri="{BB962C8B-B14F-4D97-AF65-F5344CB8AC3E}">
        <p14:creationId xmlns:p14="http://schemas.microsoft.com/office/powerpoint/2010/main" val="18315280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70C2D-E451-0805-F653-F86AE394C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4B9B7-B62F-19D4-A5E3-672A102B332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0CFB33-56F6-9200-63DD-5EA94D9A94CD}"/>
              </a:ext>
            </a:extLst>
          </p:cNvPr>
          <p:cNvSpPr>
            <a:spLocks noGrp="1"/>
          </p:cNvSpPr>
          <p:nvPr>
            <p:ph type="body" idx="1"/>
          </p:nvPr>
        </p:nvSpPr>
        <p:spPr/>
        <p:txBody>
          <a:bodyPr/>
          <a:lstStyle/>
          <a:p>
            <a:r>
              <a:rPr lang="en-US" dirty="0"/>
              <a:t>Windows Firewall Allowed Applications</a:t>
            </a:r>
          </a:p>
        </p:txBody>
      </p:sp>
      <p:sp>
        <p:nvSpPr>
          <p:cNvPr id="4" name="Slide Number Placeholder 3">
            <a:extLst>
              <a:ext uri="{FF2B5EF4-FFF2-40B4-BE49-F238E27FC236}">
                <a16:creationId xmlns:a16="http://schemas.microsoft.com/office/drawing/2014/main" id="{3F066A4C-3141-3868-9871-BB31557461F2}"/>
              </a:ext>
            </a:extLst>
          </p:cNvPr>
          <p:cNvSpPr>
            <a:spLocks noGrp="1"/>
          </p:cNvSpPr>
          <p:nvPr>
            <p:ph type="sldNum" sz="quarter" idx="5"/>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13800569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093C2-D28D-73D6-EC00-A96C7990A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58128-3128-3C02-318F-F83DAB9AC38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0B6F4A1-DFA4-9328-9A33-A688DEDCD620}"/>
              </a:ext>
            </a:extLst>
          </p:cNvPr>
          <p:cNvSpPr>
            <a:spLocks noGrp="1"/>
          </p:cNvSpPr>
          <p:nvPr>
            <p:ph type="body" idx="1"/>
          </p:nvPr>
        </p:nvSpPr>
        <p:spPr/>
        <p:txBody>
          <a:bodyPr/>
          <a:lstStyle/>
          <a:p>
            <a:pPr>
              <a:defRPr/>
            </a:pPr>
            <a:r>
              <a:rPr lang="en-US" dirty="0">
                <a:ea typeface="Calibri"/>
                <a:cs typeface="Calibri"/>
              </a:rPr>
              <a:t>Instructors may wish to demonstrate VPN use through a third-party or the Windows VPN connection tool if they have access to a VPN. Learners can also practice using the Lab: Configure a VPN Connection in CertMaster.</a:t>
            </a:r>
          </a:p>
        </p:txBody>
      </p:sp>
      <p:sp>
        <p:nvSpPr>
          <p:cNvPr id="4" name="Slide Number Placeholder 3">
            <a:extLst>
              <a:ext uri="{FF2B5EF4-FFF2-40B4-BE49-F238E27FC236}">
                <a16:creationId xmlns:a16="http://schemas.microsoft.com/office/drawing/2014/main" id="{34593896-430E-515B-99D2-71AEEB6B37F2}"/>
              </a:ext>
            </a:extLst>
          </p:cNvPr>
          <p:cNvSpPr>
            <a:spLocks noGrp="1"/>
          </p:cNvSpPr>
          <p:nvPr>
            <p:ph type="sldNum" sz="quarter" idx="5"/>
          </p:nvPr>
        </p:nvSpPr>
        <p:spPr/>
        <p:txBody>
          <a:bodyPr/>
          <a:lstStyle/>
          <a:p>
            <a:fld id="{B7CF8A19-3A9E-4ABC-B336-2FDDE321C72D}" type="slidenum">
              <a:rPr lang="en-US" smtClean="0"/>
              <a:pPr/>
              <a:t>52</a:t>
            </a:fld>
            <a:endParaRPr lang="en-US" dirty="0"/>
          </a:p>
        </p:txBody>
      </p:sp>
    </p:spTree>
    <p:extLst>
      <p:ext uri="{BB962C8B-B14F-4D97-AF65-F5344CB8AC3E}">
        <p14:creationId xmlns:p14="http://schemas.microsoft.com/office/powerpoint/2010/main" val="30820952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43CC4-713C-397D-A9B4-DAF70B2E0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54875-49FC-6B2C-0C92-A0EE3D664D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B6E21B7-7181-F7A4-5C0C-E6FE11941D25}"/>
              </a:ext>
            </a:extLst>
          </p:cNvPr>
          <p:cNvSpPr>
            <a:spLocks noGrp="1"/>
          </p:cNvSpPr>
          <p:nvPr>
            <p:ph type="body" idx="1"/>
          </p:nvPr>
        </p:nvSpPr>
        <p:spPr/>
        <p:txBody>
          <a:bodyPr/>
          <a:lstStyle/>
          <a:p>
            <a:r>
              <a:rPr lang="en-US" dirty="0"/>
              <a:t>Configuring a new VPN connection</a:t>
            </a:r>
          </a:p>
        </p:txBody>
      </p:sp>
      <p:sp>
        <p:nvSpPr>
          <p:cNvPr id="4" name="Slide Number Placeholder 3">
            <a:extLst>
              <a:ext uri="{FF2B5EF4-FFF2-40B4-BE49-F238E27FC236}">
                <a16:creationId xmlns:a16="http://schemas.microsoft.com/office/drawing/2014/main" id="{371AB168-146C-1144-499F-033FEDEC8E22}"/>
              </a:ext>
            </a:extLst>
          </p:cNvPr>
          <p:cNvSpPr>
            <a:spLocks noGrp="1"/>
          </p:cNvSpPr>
          <p:nvPr>
            <p:ph type="sldNum" sz="quarter" idx="5"/>
          </p:nvPr>
        </p:nvSpPr>
        <p:spPr/>
        <p:txBody>
          <a:bodyPr/>
          <a:lstStyle/>
          <a:p>
            <a:fld id="{B7CF8A19-3A9E-4ABC-B336-2FDDE321C72D}" type="slidenum">
              <a:rPr lang="en-US" smtClean="0"/>
              <a:pPr/>
              <a:t>53</a:t>
            </a:fld>
            <a:endParaRPr lang="en-US" dirty="0"/>
          </a:p>
        </p:txBody>
      </p:sp>
    </p:spTree>
    <p:extLst>
      <p:ext uri="{BB962C8B-B14F-4D97-AF65-F5344CB8AC3E}">
        <p14:creationId xmlns:p14="http://schemas.microsoft.com/office/powerpoint/2010/main" val="28158680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3847-68F8-BE87-A181-B13C4E38E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AF1AD-4F02-C5D8-B842-A3411692B51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31EE1CE-E82A-4AC6-3970-F1230AE704FC}"/>
              </a:ext>
            </a:extLst>
          </p:cNvPr>
          <p:cNvSpPr>
            <a:spLocks noGrp="1"/>
          </p:cNvSpPr>
          <p:nvPr>
            <p:ph type="body" idx="1"/>
          </p:nvPr>
        </p:nvSpPr>
        <p:spPr/>
        <p:txBody>
          <a:bodyPr/>
          <a:lstStyle/>
          <a:p>
            <a:r>
              <a:rPr lang="en-US" dirty="0"/>
              <a:t>Configuring a data limit for a metered network. </a:t>
            </a:r>
          </a:p>
        </p:txBody>
      </p:sp>
      <p:sp>
        <p:nvSpPr>
          <p:cNvPr id="4" name="Slide Number Placeholder 3">
            <a:extLst>
              <a:ext uri="{FF2B5EF4-FFF2-40B4-BE49-F238E27FC236}">
                <a16:creationId xmlns:a16="http://schemas.microsoft.com/office/drawing/2014/main" id="{1AE52FBF-BA01-F7A0-0306-804BB3D621C0}"/>
              </a:ext>
            </a:extLst>
          </p:cNvPr>
          <p:cNvSpPr>
            <a:spLocks noGrp="1"/>
          </p:cNvSpPr>
          <p:nvPr>
            <p:ph type="sldNum" sz="quarter" idx="5"/>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10226871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F8B59-9162-D023-8A64-B3E5D0E1F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9C20-85A6-081A-A24A-8D5446D9459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9E4AE0F-E4A1-D737-B841-B345FD5E91B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Use the Settings app to apply a manual proxy setup</a:t>
            </a:r>
            <a:endParaRPr lang="en-US" dirty="0">
              <a:ea typeface="Calibri"/>
              <a:cs typeface="Calibri"/>
            </a:endParaRPr>
          </a:p>
        </p:txBody>
      </p:sp>
      <p:sp>
        <p:nvSpPr>
          <p:cNvPr id="4" name="Slide Number Placeholder 3">
            <a:extLst>
              <a:ext uri="{FF2B5EF4-FFF2-40B4-BE49-F238E27FC236}">
                <a16:creationId xmlns:a16="http://schemas.microsoft.com/office/drawing/2014/main" id="{358F0A49-8375-7B3C-74FE-B37F2A321848}"/>
              </a:ext>
            </a:extLst>
          </p:cNvPr>
          <p:cNvSpPr>
            <a:spLocks noGrp="1"/>
          </p:cNvSpPr>
          <p:nvPr>
            <p:ph type="sldNum" sz="quarter" idx="5"/>
          </p:nvPr>
        </p:nvSpPr>
        <p:spPr/>
        <p:txBody>
          <a:bodyPr/>
          <a:lstStyle/>
          <a:p>
            <a:fld id="{B7CF8A19-3A9E-4ABC-B336-2FDDE321C72D}" type="slidenum">
              <a:rPr lang="en-US" smtClean="0"/>
              <a:pPr/>
              <a:t>55</a:t>
            </a:fld>
            <a:endParaRPr lang="en-US" dirty="0"/>
          </a:p>
        </p:txBody>
      </p:sp>
    </p:spTree>
    <p:extLst>
      <p:ext uri="{BB962C8B-B14F-4D97-AF65-F5344CB8AC3E}">
        <p14:creationId xmlns:p14="http://schemas.microsoft.com/office/powerpoint/2010/main" val="42481245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6DAA-BC3B-B7CC-E665-2E9BB8111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C0E0A-C439-803E-88BF-24699375016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5774DD-B1D7-E638-6243-50E5314562F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4147986E-99A4-5284-5C12-4C40D6D87D41}"/>
              </a:ext>
            </a:extLst>
          </p:cNvPr>
          <p:cNvSpPr>
            <a:spLocks noGrp="1"/>
          </p:cNvSpPr>
          <p:nvPr>
            <p:ph type="sldNum" sz="quarter" idx="5"/>
          </p:nvPr>
        </p:nvSpPr>
        <p:spPr/>
        <p:txBody>
          <a:bodyPr/>
          <a:lstStyle/>
          <a:p>
            <a:fld id="{B7CF8A19-3A9E-4ABC-B336-2FDDE321C72D}" type="slidenum">
              <a:rPr lang="en-US" smtClean="0"/>
              <a:pPr/>
              <a:t>58</a:t>
            </a:fld>
            <a:endParaRPr lang="en-US" dirty="0"/>
          </a:p>
        </p:txBody>
      </p:sp>
    </p:spTree>
    <p:extLst>
      <p:ext uri="{BB962C8B-B14F-4D97-AF65-F5344CB8AC3E}">
        <p14:creationId xmlns:p14="http://schemas.microsoft.com/office/powerpoint/2010/main" val="13432215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Lesson Review:</a:t>
            </a:r>
          </a:p>
        </p:txBody>
      </p:sp>
      <p:pic>
        <p:nvPicPr>
          <p:cNvPr id="13" name="Graphic 12">
            <a:extLst>
              <a:ext uri="{FF2B5EF4-FFF2-40B4-BE49-F238E27FC236}">
                <a16:creationId xmlns:a16="http://schemas.microsoft.com/office/drawing/2014/main" id="{1ADA4BA0-CFFC-47F9-BAF1-81434EEDEEAA}"/>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 uri="{C183D7F6-B498-43B3-948B-1728B52AA6E4}">
                <adec:decorative xmlns:adec="http://schemas.microsoft.com/office/drawing/2017/decorative" val="1"/>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2" r:id="rId20"/>
    <p:sldLayoutId id="2147483924"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36.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38.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0.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0.xml"/><Relationship Id="rId1" Type="http://schemas.openxmlformats.org/officeDocument/2006/relationships/tags" Target="../tags/tag4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47.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48.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5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0.xml"/><Relationship Id="rId1" Type="http://schemas.openxmlformats.org/officeDocument/2006/relationships/tags" Target="../tags/tag5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6.xml"/><Relationship Id="rId1" Type="http://schemas.openxmlformats.org/officeDocument/2006/relationships/tags" Target="../tags/tag60.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62.xml"/><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6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6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0.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Managing Windows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13</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Using management consoles</a:t>
            </a:r>
          </a:p>
          <a:p>
            <a:r>
              <a:rPr lang="en-US" dirty="0"/>
              <a:t>Using performance and troubleshooting tools</a:t>
            </a:r>
          </a:p>
          <a:p>
            <a:r>
              <a:rPr lang="en-US" dirty="0"/>
              <a:t>Using command-line tools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Use Management Consoles</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13.1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Device Manager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Updating devices</a:t>
            </a:r>
            <a:endParaRPr lang="en-US" dirty="0">
              <a:ea typeface="Calibri" panose="020F0502020204030204" pitchFamily="34" charset="0"/>
            </a:endParaRPr>
          </a:p>
          <a:p>
            <a:pPr lvl="1"/>
            <a:r>
              <a:rPr lang="en-US" dirty="0">
                <a:latin typeface="Calibri"/>
                <a:ea typeface="Calibri"/>
                <a:cs typeface="Calibri"/>
              </a:rPr>
              <a:t>Driver information</a:t>
            </a:r>
            <a:endParaRPr lang="en-US" dirty="0">
              <a:ea typeface="Calibri"/>
            </a:endParaRPr>
          </a:p>
          <a:p>
            <a:r>
              <a:rPr lang="en-US" dirty="0">
                <a:latin typeface="Calibri"/>
                <a:ea typeface="Calibri"/>
                <a:cs typeface="Calibri"/>
              </a:rPr>
              <a:t>Troubleshooting malfunctioning devices</a:t>
            </a:r>
            <a:endParaRPr lang="en-US" dirty="0">
              <a:ea typeface="Calibri"/>
            </a:endParaRPr>
          </a:p>
          <a:p>
            <a:pPr lvl="1"/>
            <a:r>
              <a:rPr lang="en-US" dirty="0">
                <a:latin typeface="Calibri"/>
                <a:ea typeface="Calibri"/>
                <a:cs typeface="Calibri"/>
              </a:rPr>
              <a:t>Built-in troubleshooter to assist in diagnosis and correction of issues</a:t>
            </a:r>
            <a:endParaRPr lang="en-US" dirty="0">
              <a:ea typeface="Calibri"/>
            </a:endParaRPr>
          </a:p>
          <a:p>
            <a:r>
              <a:rPr lang="en-US" dirty="0">
                <a:latin typeface="Calibri"/>
                <a:ea typeface="Calibri"/>
                <a:cs typeface="Calibri"/>
              </a:rPr>
              <a:t>Removing devices</a:t>
            </a:r>
            <a:endParaRPr lang="en-US" dirty="0">
              <a:ea typeface="Calibri"/>
            </a:endParaRPr>
          </a:p>
          <a:p>
            <a:r>
              <a:rPr lang="en-US" dirty="0">
                <a:latin typeface="Calibri"/>
                <a:ea typeface="Calibri"/>
                <a:cs typeface="Calibri"/>
              </a:rPr>
              <a:t>Uninstalling devices</a:t>
            </a:r>
          </a:p>
          <a:p>
            <a:r>
              <a:rPr lang="en-US" dirty="0">
                <a:latin typeface="Calibri"/>
                <a:ea typeface="Calibri"/>
                <a:cs typeface="Calibri"/>
              </a:rPr>
              <a:t>Disabling devices</a:t>
            </a:r>
          </a:p>
          <a:p>
            <a:pPr lvl="1"/>
            <a:r>
              <a:rPr lang="en-US" dirty="0">
                <a:latin typeface="Calibri"/>
                <a:ea typeface="Calibri"/>
                <a:cs typeface="Calibri"/>
              </a:rPr>
              <a:t>Some hardware devices can be disabled in the BIOS/UEFI menus</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993F0-CCF9-3482-7D25-B86520F9CEEB}"/>
              </a:ext>
            </a:extLst>
          </p:cNvPr>
          <p:cNvSpPr>
            <a:spLocks noGrp="1"/>
          </p:cNvSpPr>
          <p:nvPr>
            <p:ph type="title"/>
          </p:nvPr>
        </p:nvSpPr>
        <p:spPr/>
        <p:txBody>
          <a:bodyPr/>
          <a:lstStyle/>
          <a:p>
            <a:r>
              <a:rPr lang="en-US" b="1" i="0" dirty="0">
                <a:solidFill>
                  <a:srgbClr val="253644"/>
                </a:solidFill>
                <a:effectLst/>
              </a:rPr>
              <a:t>Device Manager </a:t>
            </a:r>
            <a:r>
              <a:rPr lang="en-US" sz="2000" b="1" i="0" dirty="0">
                <a:solidFill>
                  <a:srgbClr val="253644"/>
                </a:solidFill>
                <a:effectLst/>
              </a:rPr>
              <a:t>(Slide 2 of 3)</a:t>
            </a:r>
            <a:endParaRPr lang="en-US" sz="2000" dirty="0"/>
          </a:p>
        </p:txBody>
      </p:sp>
      <p:pic>
        <p:nvPicPr>
          <p:cNvPr id="6" name="Picture 5" descr="A Device Manager window shows Logitech H I D Compliant Keyboard properties.">
            <a:extLst>
              <a:ext uri="{FF2B5EF4-FFF2-40B4-BE49-F238E27FC236}">
                <a16:creationId xmlns:a16="http://schemas.microsoft.com/office/drawing/2014/main" id="{A894727B-83B4-A6B8-DCCC-9F975F349AA3}"/>
              </a:ext>
            </a:extLst>
          </p:cNvPr>
          <p:cNvPicPr>
            <a:picLocks noChangeAspect="1"/>
          </p:cNvPicPr>
          <p:nvPr/>
        </p:nvPicPr>
        <p:blipFill>
          <a:blip r:embed="rId3"/>
          <a:stretch>
            <a:fillRect/>
          </a:stretch>
        </p:blipFill>
        <p:spPr>
          <a:xfrm>
            <a:off x="1771855" y="743246"/>
            <a:ext cx="5600286" cy="4101618"/>
          </a:xfrm>
          <a:prstGeom prst="rect">
            <a:avLst/>
          </a:prstGeom>
          <a:noFill/>
          <a:ln>
            <a:noFill/>
          </a:ln>
        </p:spPr>
      </p:pic>
      <p:sp>
        <p:nvSpPr>
          <p:cNvPr id="4" name="Content Placeholder 11">
            <a:extLst>
              <a:ext uri="{FF2B5EF4-FFF2-40B4-BE49-F238E27FC236}">
                <a16:creationId xmlns:a16="http://schemas.microsoft.com/office/drawing/2014/main" id="{0998C8C8-D2C5-FC30-EE1B-3C2AAF4EBB33}"/>
              </a:ext>
            </a:extLst>
          </p:cNvPr>
          <p:cNvSpPr txBox="1">
            <a:spLocks/>
          </p:cNvSpPr>
          <p:nvPr/>
        </p:nvSpPr>
        <p:spPr>
          <a:xfrm>
            <a:off x="1771855" y="4870878"/>
            <a:ext cx="560028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941DACA-7038-17B6-0AAA-8768E7AF96EB}"/>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52830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234E-94B5-F553-D585-EA940527F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DA87A-7CA2-2F70-0FF8-A1AC51EDE46A}"/>
              </a:ext>
            </a:extLst>
          </p:cNvPr>
          <p:cNvSpPr>
            <a:spLocks noGrp="1"/>
          </p:cNvSpPr>
          <p:nvPr>
            <p:ph type="title"/>
          </p:nvPr>
        </p:nvSpPr>
        <p:spPr/>
        <p:txBody>
          <a:bodyPr/>
          <a:lstStyle/>
          <a:p>
            <a:r>
              <a:rPr lang="en-US" b="1" i="0" dirty="0">
                <a:solidFill>
                  <a:srgbClr val="253644"/>
                </a:solidFill>
                <a:effectLst/>
              </a:rPr>
              <a:t>Device Manager </a:t>
            </a:r>
            <a:r>
              <a:rPr lang="en-US" sz="2000" b="1" i="0" dirty="0">
                <a:solidFill>
                  <a:srgbClr val="253644"/>
                </a:solidFill>
                <a:effectLst/>
              </a:rPr>
              <a:t>(Slide 3 of 3)</a:t>
            </a:r>
            <a:endParaRPr lang="en-US" sz="2000" dirty="0"/>
          </a:p>
        </p:txBody>
      </p:sp>
      <p:pic>
        <p:nvPicPr>
          <p:cNvPr id="6" name="Picture 5" descr="A device Manager shows a right-click menu for Logitech H I D Compliant Keyboard, with the Uninstall Device option highlighted.">
            <a:extLst>
              <a:ext uri="{FF2B5EF4-FFF2-40B4-BE49-F238E27FC236}">
                <a16:creationId xmlns:a16="http://schemas.microsoft.com/office/drawing/2014/main" id="{A9E5F606-6C90-52F4-7DAA-C5AF20B04001}"/>
              </a:ext>
            </a:extLst>
          </p:cNvPr>
          <p:cNvPicPr>
            <a:picLocks noChangeAspect="1"/>
          </p:cNvPicPr>
          <p:nvPr/>
        </p:nvPicPr>
        <p:blipFill>
          <a:blip r:embed="rId3"/>
          <a:srcRect/>
          <a:stretch/>
        </p:blipFill>
        <p:spPr>
          <a:xfrm>
            <a:off x="1771855" y="743246"/>
            <a:ext cx="5600285" cy="4101618"/>
          </a:xfrm>
          <a:prstGeom prst="rect">
            <a:avLst/>
          </a:prstGeom>
          <a:noFill/>
          <a:ln>
            <a:noFill/>
          </a:ln>
        </p:spPr>
      </p:pic>
      <p:sp>
        <p:nvSpPr>
          <p:cNvPr id="4" name="Content Placeholder 11">
            <a:extLst>
              <a:ext uri="{FF2B5EF4-FFF2-40B4-BE49-F238E27FC236}">
                <a16:creationId xmlns:a16="http://schemas.microsoft.com/office/drawing/2014/main" id="{BE642DB4-4EAC-9628-BB58-6DAD3EBA5B45}"/>
              </a:ext>
            </a:extLst>
          </p:cNvPr>
          <p:cNvSpPr txBox="1">
            <a:spLocks/>
          </p:cNvSpPr>
          <p:nvPr/>
        </p:nvSpPr>
        <p:spPr>
          <a:xfrm>
            <a:off x="1771855" y="4870878"/>
            <a:ext cx="560028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72D488DF-018C-280F-4A90-13768CB9C585}"/>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2551565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787D-43F2-5728-7F87-05F33FB428E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6D32EC-723D-376F-C444-E3B6D9E775B6}"/>
              </a:ext>
            </a:extLst>
          </p:cNvPr>
          <p:cNvSpPr>
            <a:spLocks noGrp="1"/>
          </p:cNvSpPr>
          <p:nvPr>
            <p:ph type="title"/>
          </p:nvPr>
        </p:nvSpPr>
        <p:spPr/>
        <p:txBody>
          <a:bodyPr/>
          <a:lstStyle/>
          <a:p>
            <a:r>
              <a:rPr lang="en-US" b="1" i="0" dirty="0">
                <a:solidFill>
                  <a:srgbClr val="253644"/>
                </a:solidFill>
                <a:effectLst/>
              </a:rPr>
              <a:t>Disk Management Console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0AB2297-3508-E4AB-6547-43E01116EEFA}"/>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Manage fixed and removable disks and partitions</a:t>
            </a:r>
          </a:p>
          <a:p>
            <a:r>
              <a:rPr lang="en-US" dirty="0">
                <a:latin typeface="Calibri"/>
                <a:ea typeface="Calibri"/>
                <a:cs typeface="Calibri"/>
              </a:rPr>
              <a:t>HDD, SSD, and optical drives</a:t>
            </a:r>
            <a:endParaRPr lang="en-US" dirty="0">
              <a:ea typeface="Calibri"/>
            </a:endParaRPr>
          </a:p>
          <a:p>
            <a:r>
              <a:rPr lang="en-US" dirty="0">
                <a:latin typeface="Calibri"/>
                <a:ea typeface="Calibri"/>
                <a:cs typeface="Calibri"/>
              </a:rPr>
              <a:t>Disk management tasks</a:t>
            </a:r>
          </a:p>
          <a:p>
            <a:pPr lvl="1"/>
            <a:r>
              <a:rPr lang="en-US" dirty="0">
                <a:latin typeface="Calibri"/>
                <a:ea typeface="Calibri"/>
                <a:cs typeface="Calibri"/>
              </a:rPr>
              <a:t>Initialize</a:t>
            </a:r>
            <a:endParaRPr lang="en-US" dirty="0">
              <a:ea typeface="Calibri"/>
            </a:endParaRPr>
          </a:p>
          <a:p>
            <a:pPr lvl="1"/>
            <a:r>
              <a:rPr lang="en-US" dirty="0">
                <a:latin typeface="Calibri"/>
                <a:ea typeface="Calibri"/>
                <a:cs typeface="Calibri"/>
              </a:rPr>
              <a:t>Partition</a:t>
            </a:r>
          </a:p>
          <a:p>
            <a:pPr lvl="1"/>
            <a:r>
              <a:rPr lang="en-US" dirty="0">
                <a:latin typeface="Calibri"/>
                <a:ea typeface="Calibri"/>
                <a:cs typeface="Calibri"/>
              </a:rPr>
              <a:t>Format</a:t>
            </a:r>
          </a:p>
          <a:p>
            <a:pPr lvl="1"/>
            <a:r>
              <a:rPr lang="en-US" dirty="0">
                <a:latin typeface="Calibri"/>
                <a:ea typeface="Calibri"/>
                <a:cs typeface="Calibri"/>
              </a:rPr>
              <a:t>Repartition</a:t>
            </a:r>
          </a:p>
        </p:txBody>
      </p:sp>
      <p:sp>
        <p:nvSpPr>
          <p:cNvPr id="4" name="Slide Number Placeholder 3">
            <a:extLst>
              <a:ext uri="{FF2B5EF4-FFF2-40B4-BE49-F238E27FC236}">
                <a16:creationId xmlns:a16="http://schemas.microsoft.com/office/drawing/2014/main" id="{B4027BE3-D5E3-C37E-57F4-78D88A40E5DE}"/>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custDataLst>
      <p:tags r:id="rId1"/>
    </p:custDataLst>
    <p:extLst>
      <p:ext uri="{BB962C8B-B14F-4D97-AF65-F5344CB8AC3E}">
        <p14:creationId xmlns:p14="http://schemas.microsoft.com/office/powerpoint/2010/main" val="274714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5C92-0CA4-D1FF-5AE3-FA7603EBB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A480F-B2F9-2C41-21CD-0AE601AEDFC0}"/>
              </a:ext>
            </a:extLst>
          </p:cNvPr>
          <p:cNvSpPr>
            <a:spLocks noGrp="1"/>
          </p:cNvSpPr>
          <p:nvPr>
            <p:ph type="title"/>
          </p:nvPr>
        </p:nvSpPr>
        <p:spPr/>
        <p:txBody>
          <a:bodyPr/>
          <a:lstStyle/>
          <a:p>
            <a:r>
              <a:rPr lang="en-US" b="1" i="0" dirty="0">
                <a:solidFill>
                  <a:srgbClr val="253644"/>
                </a:solidFill>
                <a:effectLst/>
              </a:rPr>
              <a:t>Disk Management Console </a:t>
            </a:r>
            <a:r>
              <a:rPr lang="en-US" sz="2000" b="1" i="0" dirty="0">
                <a:solidFill>
                  <a:srgbClr val="253644"/>
                </a:solidFill>
                <a:effectLst/>
              </a:rPr>
              <a:t>(Slide 2 of 2)</a:t>
            </a:r>
            <a:endParaRPr lang="en-US" sz="2000" dirty="0"/>
          </a:p>
        </p:txBody>
      </p:sp>
      <p:pic>
        <p:nvPicPr>
          <p:cNvPr id="7" name="Picture 6" descr="A Disk Management window displays a table at the top with description of Disk 0, Disk 1, Disk 2, CD - ROM 0 at the bottom.">
            <a:extLst>
              <a:ext uri="{FF2B5EF4-FFF2-40B4-BE49-F238E27FC236}">
                <a16:creationId xmlns:a16="http://schemas.microsoft.com/office/drawing/2014/main" id="{1D56950D-2B4F-93D9-7C31-1086B813B3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85878" y="689414"/>
            <a:ext cx="4572243" cy="4196276"/>
          </a:xfrm>
          <a:prstGeom prst="rect">
            <a:avLst/>
          </a:prstGeom>
          <a:ln>
            <a:solidFill>
              <a:schemeClr val="bg1">
                <a:lumMod val="85000"/>
              </a:schemeClr>
            </a:solidFill>
          </a:ln>
        </p:spPr>
      </p:pic>
      <p:sp>
        <p:nvSpPr>
          <p:cNvPr id="4" name="Content Placeholder 11">
            <a:extLst>
              <a:ext uri="{FF2B5EF4-FFF2-40B4-BE49-F238E27FC236}">
                <a16:creationId xmlns:a16="http://schemas.microsoft.com/office/drawing/2014/main" id="{F641340F-28CC-F525-C91C-84E495596308}"/>
              </a:ext>
            </a:extLst>
          </p:cNvPr>
          <p:cNvSpPr txBox="1">
            <a:spLocks/>
          </p:cNvSpPr>
          <p:nvPr/>
        </p:nvSpPr>
        <p:spPr>
          <a:xfrm>
            <a:off x="2285878" y="4870878"/>
            <a:ext cx="457224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74679C02-81B9-A6D8-82D5-137A03AE6938}"/>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421487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D795-BF93-8764-FE2A-2A5149687FE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7B1FCF4-DF8B-C705-8BBA-88B42445CBF8}"/>
              </a:ext>
            </a:extLst>
          </p:cNvPr>
          <p:cNvSpPr>
            <a:spLocks noGrp="1"/>
          </p:cNvSpPr>
          <p:nvPr>
            <p:ph type="title"/>
          </p:nvPr>
        </p:nvSpPr>
        <p:spPr/>
        <p:txBody>
          <a:bodyPr/>
          <a:lstStyle/>
          <a:p>
            <a:r>
              <a:rPr lang="en-US" b="1" i="0" dirty="0">
                <a:solidFill>
                  <a:srgbClr val="253644"/>
                </a:solidFill>
                <a:effectLst/>
              </a:rPr>
              <a:t>Disk Maintenance Tools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A0648CE-8EF0-E2E7-5DB1-07E0D8D4A41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Disk DeFragmenter</a:t>
            </a:r>
          </a:p>
          <a:p>
            <a:pPr lvl="1"/>
            <a:r>
              <a:rPr lang="en-US" dirty="0">
                <a:latin typeface="Calibri"/>
                <a:ea typeface="Calibri"/>
                <a:cs typeface="Calibri"/>
              </a:rPr>
              <a:t>HDD</a:t>
            </a:r>
          </a:p>
          <a:p>
            <a:pPr lvl="2"/>
            <a:r>
              <a:rPr lang="en-US" dirty="0">
                <a:latin typeface="Calibri"/>
                <a:ea typeface="Calibri"/>
                <a:cs typeface="Calibri"/>
              </a:rPr>
              <a:t>Reorganizes data into contiguous clusters to improve access timelines</a:t>
            </a:r>
          </a:p>
          <a:p>
            <a:pPr lvl="1"/>
            <a:r>
              <a:rPr lang="en-US" dirty="0">
                <a:latin typeface="Calibri"/>
                <a:ea typeface="Calibri"/>
                <a:cs typeface="Calibri"/>
              </a:rPr>
              <a:t>SSD</a:t>
            </a:r>
          </a:p>
          <a:p>
            <a:pPr lvl="2"/>
            <a:r>
              <a:rPr lang="en-US" dirty="0">
                <a:latin typeface="Calibri"/>
                <a:ea typeface="Calibri"/>
                <a:cs typeface="Calibri"/>
              </a:rPr>
              <a:t>Performs a trim operation to reduce cell degradation</a:t>
            </a:r>
            <a:endParaRPr lang="en-US" dirty="0"/>
          </a:p>
          <a:p>
            <a:r>
              <a:rPr lang="en-US" dirty="0">
                <a:latin typeface="Calibri"/>
                <a:ea typeface="Calibri"/>
                <a:cs typeface="Calibri"/>
              </a:rPr>
              <a:t>Disk Clean-up</a:t>
            </a:r>
            <a:endParaRPr lang="en-US" dirty="0">
              <a:ea typeface="Calibri"/>
            </a:endParaRPr>
          </a:p>
          <a:p>
            <a:pPr lvl="1"/>
            <a:r>
              <a:rPr lang="en-US" dirty="0">
                <a:latin typeface="Calibri"/>
                <a:ea typeface="Calibri"/>
                <a:cs typeface="Calibri"/>
              </a:rPr>
              <a:t>Removes temporary files and files marked for deletion</a:t>
            </a:r>
          </a:p>
          <a:p>
            <a:pPr lvl="1"/>
            <a:r>
              <a:rPr lang="en-US" dirty="0">
                <a:latin typeface="Calibri"/>
                <a:ea typeface="Calibri"/>
                <a:cs typeface="Calibri"/>
              </a:rPr>
              <a:t>Can remove old Windows installation files and updates no longer needed by the OS</a:t>
            </a:r>
            <a:endParaRPr lang="en-US" dirty="0">
              <a:ea typeface="Calibri"/>
            </a:endParaRPr>
          </a:p>
        </p:txBody>
      </p:sp>
      <p:sp>
        <p:nvSpPr>
          <p:cNvPr id="4" name="Slide Number Placeholder 3">
            <a:extLst>
              <a:ext uri="{FF2B5EF4-FFF2-40B4-BE49-F238E27FC236}">
                <a16:creationId xmlns:a16="http://schemas.microsoft.com/office/drawing/2014/main" id="{434E9681-AF26-5089-B030-6F8F833EAE95}"/>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3379437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339D3-D753-38CD-A66E-8BAA1D18C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63285-371F-818B-8466-665EF94A3B95}"/>
              </a:ext>
            </a:extLst>
          </p:cNvPr>
          <p:cNvSpPr>
            <a:spLocks noGrp="1"/>
          </p:cNvSpPr>
          <p:nvPr>
            <p:ph type="title"/>
          </p:nvPr>
        </p:nvSpPr>
        <p:spPr/>
        <p:txBody>
          <a:bodyPr/>
          <a:lstStyle/>
          <a:p>
            <a:r>
              <a:rPr lang="en-US" b="1" i="0" dirty="0">
                <a:solidFill>
                  <a:srgbClr val="253644"/>
                </a:solidFill>
                <a:effectLst/>
              </a:rPr>
              <a:t>Disk Maintenance Tools </a:t>
            </a:r>
            <a:r>
              <a:rPr lang="en-US" sz="2000" b="1" i="0" dirty="0">
                <a:solidFill>
                  <a:srgbClr val="253644"/>
                </a:solidFill>
                <a:effectLst/>
              </a:rPr>
              <a:t>(Slide 2 of 2)</a:t>
            </a:r>
            <a:endParaRPr lang="en-US" sz="2000" dirty="0"/>
          </a:p>
        </p:txBody>
      </p:sp>
      <p:pic>
        <p:nvPicPr>
          <p:cNvPr id="6" name="Picture 5" descr="A screenshot of the Optimize Drives window in Windows.">
            <a:extLst>
              <a:ext uri="{FF2B5EF4-FFF2-40B4-BE49-F238E27FC236}">
                <a16:creationId xmlns:a16="http://schemas.microsoft.com/office/drawing/2014/main" id="{A5AC27D6-B4FD-A511-FB64-207BA1F46325}"/>
              </a:ext>
            </a:extLst>
          </p:cNvPr>
          <p:cNvPicPr>
            <a:picLocks noChangeAspect="1"/>
          </p:cNvPicPr>
          <p:nvPr/>
        </p:nvPicPr>
        <p:blipFill>
          <a:blip r:embed="rId3"/>
          <a:stretch>
            <a:fillRect/>
          </a:stretch>
        </p:blipFill>
        <p:spPr>
          <a:xfrm>
            <a:off x="528507" y="751044"/>
            <a:ext cx="5033554" cy="3633350"/>
          </a:xfrm>
          <a:prstGeom prst="rect">
            <a:avLst/>
          </a:prstGeom>
        </p:spPr>
      </p:pic>
      <p:sp>
        <p:nvSpPr>
          <p:cNvPr id="4" name="Content Placeholder 11">
            <a:extLst>
              <a:ext uri="{FF2B5EF4-FFF2-40B4-BE49-F238E27FC236}">
                <a16:creationId xmlns:a16="http://schemas.microsoft.com/office/drawing/2014/main" id="{64753220-4138-AB75-AE72-BCA6C8FCA479}"/>
              </a:ext>
            </a:extLst>
          </p:cNvPr>
          <p:cNvSpPr txBox="1">
            <a:spLocks/>
          </p:cNvSpPr>
          <p:nvPr/>
        </p:nvSpPr>
        <p:spPr>
          <a:xfrm>
            <a:off x="528507" y="4431748"/>
            <a:ext cx="503355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9" name="Picture 8" descr="A screenshot of the Disk Clean-up for C drive window in Windows.">
            <a:extLst>
              <a:ext uri="{FF2B5EF4-FFF2-40B4-BE49-F238E27FC236}">
                <a16:creationId xmlns:a16="http://schemas.microsoft.com/office/drawing/2014/main" id="{33CF5DE7-9E6E-444D-2BA5-87047917543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08260" y="749898"/>
            <a:ext cx="2907233" cy="3643732"/>
          </a:xfrm>
          <a:prstGeom prst="rect">
            <a:avLst/>
          </a:prstGeom>
        </p:spPr>
      </p:pic>
      <p:sp>
        <p:nvSpPr>
          <p:cNvPr id="10" name="Content Placeholder 11">
            <a:extLst>
              <a:ext uri="{FF2B5EF4-FFF2-40B4-BE49-F238E27FC236}">
                <a16:creationId xmlns:a16="http://schemas.microsoft.com/office/drawing/2014/main" id="{AFD48801-EA8F-BAAF-C70D-2FC2EC57E38A}"/>
              </a:ext>
            </a:extLst>
          </p:cNvPr>
          <p:cNvSpPr txBox="1">
            <a:spLocks/>
          </p:cNvSpPr>
          <p:nvPr/>
        </p:nvSpPr>
        <p:spPr>
          <a:xfrm>
            <a:off x="5708259" y="4431748"/>
            <a:ext cx="290723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1689BAC6-A6EF-64DC-4AD8-E9B497D1574B}"/>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1729795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2EA2B-C41B-5999-5F7F-EBBFF44F125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BFEAA7-6C6C-6112-88E2-B5F5D1341D56}"/>
              </a:ext>
            </a:extLst>
          </p:cNvPr>
          <p:cNvSpPr>
            <a:spLocks noGrp="1"/>
          </p:cNvSpPr>
          <p:nvPr>
            <p:ph type="title"/>
          </p:nvPr>
        </p:nvSpPr>
        <p:spPr/>
        <p:txBody>
          <a:bodyPr/>
          <a:lstStyle/>
          <a:p>
            <a:r>
              <a:rPr lang="en-US" b="1" i="0" dirty="0">
                <a:solidFill>
                  <a:srgbClr val="253644"/>
                </a:solidFill>
                <a:effectLst/>
              </a:rPr>
              <a:t>Task Scheduler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AB8A384-5634-ADC6-AB06-840415FAAED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Automates operations run at specific intervals or based on a trigger</a:t>
            </a:r>
          </a:p>
          <a:p>
            <a:r>
              <a:rPr lang="en-US" dirty="0">
                <a:latin typeface="Calibri"/>
                <a:ea typeface="Calibri"/>
                <a:cs typeface="Calibri"/>
              </a:rPr>
              <a:t>Logging </a:t>
            </a:r>
          </a:p>
          <a:p>
            <a:pPr lvl="1"/>
            <a:r>
              <a:rPr lang="en-US" dirty="0">
                <a:latin typeface="Calibri"/>
                <a:ea typeface="Calibri"/>
                <a:cs typeface="Calibri"/>
              </a:rPr>
              <a:t>Allows troubleshooting when task failure</a:t>
            </a:r>
          </a:p>
          <a:p>
            <a:r>
              <a:rPr lang="en-US" dirty="0">
                <a:latin typeface="Calibri"/>
                <a:ea typeface="Calibri"/>
                <a:cs typeface="Calibri"/>
              </a:rPr>
              <a:t>Schedules tasks </a:t>
            </a:r>
          </a:p>
          <a:p>
            <a:pPr lvl="1"/>
            <a:r>
              <a:rPr lang="en-US" dirty="0">
                <a:latin typeface="Calibri"/>
                <a:ea typeface="Calibri"/>
                <a:cs typeface="Calibri"/>
              </a:rPr>
              <a:t>Updates, backups, and synchronizing data</a:t>
            </a:r>
            <a:endParaRPr lang="en-US" dirty="0">
              <a:ea typeface="Calibri"/>
            </a:endParaRPr>
          </a:p>
        </p:txBody>
      </p:sp>
      <p:sp>
        <p:nvSpPr>
          <p:cNvPr id="4" name="Slide Number Placeholder 3">
            <a:extLst>
              <a:ext uri="{FF2B5EF4-FFF2-40B4-BE49-F238E27FC236}">
                <a16:creationId xmlns:a16="http://schemas.microsoft.com/office/drawing/2014/main" id="{51871801-19CB-8DB2-178B-0D35ECEFF550}"/>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4182485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9797-0DAD-1939-0BAE-2CCAB88F0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356F7-052D-3095-C560-0B73DD100AD7}"/>
              </a:ext>
            </a:extLst>
          </p:cNvPr>
          <p:cNvSpPr>
            <a:spLocks noGrp="1"/>
          </p:cNvSpPr>
          <p:nvPr>
            <p:ph type="title"/>
          </p:nvPr>
        </p:nvSpPr>
        <p:spPr/>
        <p:txBody>
          <a:bodyPr/>
          <a:lstStyle/>
          <a:p>
            <a:r>
              <a:rPr lang="en-US" b="1" i="0" dirty="0">
                <a:solidFill>
                  <a:srgbClr val="253644"/>
                </a:solidFill>
                <a:effectLst/>
              </a:rPr>
              <a:t>Task Scheduler </a:t>
            </a:r>
            <a:r>
              <a:rPr lang="en-US" sz="2000" b="1" i="0" dirty="0">
                <a:solidFill>
                  <a:srgbClr val="253644"/>
                </a:solidFill>
                <a:effectLst/>
              </a:rPr>
              <a:t>(Slide 2 of 2)</a:t>
            </a:r>
            <a:endParaRPr lang="en-US" sz="2000" dirty="0"/>
          </a:p>
        </p:txBody>
      </p:sp>
      <p:pic>
        <p:nvPicPr>
          <p:cNvPr id="7" name="Picture 6" descr="A screenshot of the Task Scheduler window in Windows, displaying scheduled tasks, their triggers, and options for managing them.">
            <a:extLst>
              <a:ext uri="{FF2B5EF4-FFF2-40B4-BE49-F238E27FC236}">
                <a16:creationId xmlns:a16="http://schemas.microsoft.com/office/drawing/2014/main" id="{01D69E66-4E22-16FA-B12D-D0DFE95E2C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13984" y="723415"/>
            <a:ext cx="4916029" cy="4162275"/>
          </a:xfrm>
          <a:prstGeom prst="rect">
            <a:avLst/>
          </a:prstGeom>
        </p:spPr>
      </p:pic>
      <p:sp>
        <p:nvSpPr>
          <p:cNvPr id="4" name="Content Placeholder 11">
            <a:extLst>
              <a:ext uri="{FF2B5EF4-FFF2-40B4-BE49-F238E27FC236}">
                <a16:creationId xmlns:a16="http://schemas.microsoft.com/office/drawing/2014/main" id="{8BDF5753-E0C1-B630-E0F5-66F12609367B}"/>
              </a:ext>
            </a:extLst>
          </p:cNvPr>
          <p:cNvSpPr txBox="1">
            <a:spLocks/>
          </p:cNvSpPr>
          <p:nvPr/>
        </p:nvSpPr>
        <p:spPr>
          <a:xfrm>
            <a:off x="2113983" y="4869781"/>
            <a:ext cx="491602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9FB6ADF2-792B-D8A3-42A3-98E701D31316}"/>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747106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B7F8-78D5-D103-FD6C-4AF9AFB579D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2C8EF3-72BB-6082-2F77-214BB71B48B2}"/>
              </a:ext>
            </a:extLst>
          </p:cNvPr>
          <p:cNvSpPr>
            <a:spLocks noGrp="1"/>
          </p:cNvSpPr>
          <p:nvPr>
            <p:ph type="title"/>
          </p:nvPr>
        </p:nvSpPr>
        <p:spPr/>
        <p:txBody>
          <a:bodyPr/>
          <a:lstStyle/>
          <a:p>
            <a:r>
              <a:rPr lang="en-US" b="1" i="0" dirty="0">
                <a:solidFill>
                  <a:srgbClr val="253644"/>
                </a:solidFill>
                <a:effectLst/>
              </a:rPr>
              <a:t>Local Users and Groups Console</a:t>
            </a:r>
            <a:endParaRPr lang="en-US" sz="2000" dirty="0">
              <a:solidFill>
                <a:srgbClr val="253644"/>
              </a:solidFill>
            </a:endParaRPr>
          </a:p>
        </p:txBody>
      </p:sp>
      <p:sp>
        <p:nvSpPr>
          <p:cNvPr id="3" name="Content Placeholder 2">
            <a:extLst>
              <a:ext uri="{FF2B5EF4-FFF2-40B4-BE49-F238E27FC236}">
                <a16:creationId xmlns:a16="http://schemas.microsoft.com/office/drawing/2014/main" id="{C82494A0-6ADB-87E1-66C2-11AF83706D43}"/>
              </a:ext>
            </a:extLst>
          </p:cNvPr>
          <p:cNvSpPr>
            <a:spLocks noGrp="1"/>
          </p:cNvSpPr>
          <p:nvPr>
            <p:ph idx="1"/>
          </p:nvPr>
        </p:nvSpPr>
        <p:spPr>
          <a:xfrm>
            <a:off x="117444" y="627088"/>
            <a:ext cx="8145711" cy="1885950"/>
          </a:xfrm>
        </p:spPr>
        <p:txBody>
          <a:bodyPr vert="horz" lIns="91440" tIns="45720" rIns="91440" bIns="45720" rtlCol="0" anchor="t">
            <a:normAutofit/>
          </a:bodyPr>
          <a:lstStyle/>
          <a:p>
            <a:r>
              <a:rPr lang="en-US" dirty="0">
                <a:latin typeface="Calibri"/>
                <a:ea typeface="Calibri"/>
                <a:cs typeface="Calibri"/>
              </a:rPr>
              <a:t>Advanced interface for managing user accounts on the local system</a:t>
            </a:r>
          </a:p>
          <a:p>
            <a:r>
              <a:rPr lang="en-US" dirty="0">
                <a:latin typeface="Calibri"/>
                <a:ea typeface="Calibri"/>
                <a:cs typeface="Calibri"/>
              </a:rPr>
              <a:t>Create and modify security groups for easier permissions management</a:t>
            </a:r>
            <a:endParaRPr lang="en-US" dirty="0">
              <a:ea typeface="Calibri"/>
            </a:endParaRPr>
          </a:p>
        </p:txBody>
      </p:sp>
      <p:pic>
        <p:nvPicPr>
          <p:cNvPr id="7" name="Picture 6" descr="A screenshot of the Local Users and Groups window in Windows, displaying a list of user groups and their descriptions.">
            <a:extLst>
              <a:ext uri="{FF2B5EF4-FFF2-40B4-BE49-F238E27FC236}">
                <a16:creationId xmlns:a16="http://schemas.microsoft.com/office/drawing/2014/main" id="{F5217FF9-892F-DB71-C073-372B1AF2DCF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449296" y="2513038"/>
            <a:ext cx="6245399" cy="2341062"/>
          </a:xfrm>
          <a:prstGeom prst="rect">
            <a:avLst/>
          </a:prstGeom>
        </p:spPr>
      </p:pic>
      <p:sp>
        <p:nvSpPr>
          <p:cNvPr id="6" name="Content Placeholder 11">
            <a:extLst>
              <a:ext uri="{FF2B5EF4-FFF2-40B4-BE49-F238E27FC236}">
                <a16:creationId xmlns:a16="http://schemas.microsoft.com/office/drawing/2014/main" id="{5AE3D1CB-AE9B-12D1-EB9D-CA3A08D3B984}"/>
              </a:ext>
            </a:extLst>
          </p:cNvPr>
          <p:cNvSpPr txBox="1">
            <a:spLocks/>
          </p:cNvSpPr>
          <p:nvPr/>
        </p:nvSpPr>
        <p:spPr>
          <a:xfrm>
            <a:off x="1449296" y="4894716"/>
            <a:ext cx="624539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7AEEED80-845D-C597-3013-CA667F2ADCDA}"/>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3201051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BFCA-863E-AFB1-D174-7175FAB16C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380321-AF39-BA38-438E-A279C406DF99}"/>
              </a:ext>
            </a:extLst>
          </p:cNvPr>
          <p:cNvSpPr>
            <a:spLocks noGrp="1"/>
          </p:cNvSpPr>
          <p:nvPr>
            <p:ph type="title"/>
          </p:nvPr>
        </p:nvSpPr>
        <p:spPr/>
        <p:txBody>
          <a:bodyPr/>
          <a:lstStyle/>
          <a:p>
            <a:r>
              <a:rPr lang="en-US" b="1" i="0" dirty="0">
                <a:solidFill>
                  <a:srgbClr val="253644"/>
                </a:solidFill>
                <a:effectLst/>
              </a:rPr>
              <a:t>Certificate Manager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444DB9F-3F28-98E4-AE84-5F341032F285}"/>
              </a:ext>
            </a:extLst>
          </p:cNvPr>
          <p:cNvSpPr>
            <a:spLocks noGrp="1"/>
          </p:cNvSpPr>
          <p:nvPr>
            <p:ph idx="1"/>
          </p:nvPr>
        </p:nvSpPr>
        <p:spPr>
          <a:xfrm>
            <a:off x="159389" y="732348"/>
            <a:ext cx="8541265" cy="1736620"/>
          </a:xfrm>
        </p:spPr>
        <p:txBody>
          <a:bodyPr vert="horz" lIns="91440" tIns="45720" rIns="91440" bIns="45720" rtlCol="0" anchor="t">
            <a:noAutofit/>
          </a:bodyPr>
          <a:lstStyle/>
          <a:p>
            <a:r>
              <a:rPr lang="en-US" dirty="0">
                <a:latin typeface="Calibri"/>
                <a:ea typeface="Calibri"/>
                <a:cs typeface="Calibri"/>
              </a:rPr>
              <a:t>Manage digital certificates for identify of users, computers, or services</a:t>
            </a:r>
          </a:p>
          <a:p>
            <a:r>
              <a:rPr lang="en-US" dirty="0">
                <a:latin typeface="Calibri"/>
                <a:ea typeface="Calibri"/>
                <a:cs typeface="Calibri"/>
              </a:rPr>
              <a:t>Facilitates verification of certificate information</a:t>
            </a:r>
          </a:p>
          <a:p>
            <a:r>
              <a:rPr lang="en-US" dirty="0">
                <a:latin typeface="Calibri"/>
                <a:ea typeface="Calibri"/>
                <a:cs typeface="Calibri"/>
              </a:rPr>
              <a:t>Certmgr.msc (current user) or certlm.msc (computer certificates)</a:t>
            </a:r>
            <a:endParaRPr lang="en-US" dirty="0">
              <a:ea typeface="Calibri"/>
            </a:endParaRPr>
          </a:p>
        </p:txBody>
      </p:sp>
      <p:sp>
        <p:nvSpPr>
          <p:cNvPr id="4" name="Slide Number Placeholder 3">
            <a:extLst>
              <a:ext uri="{FF2B5EF4-FFF2-40B4-BE49-F238E27FC236}">
                <a16:creationId xmlns:a16="http://schemas.microsoft.com/office/drawing/2014/main" id="{E151FCF3-B469-6B98-9604-BA6B57DFA53C}"/>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1460571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704C-BDBF-6E4E-933D-EF003785529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2365581-E940-752A-4A39-68D0C64589FF}"/>
              </a:ext>
            </a:extLst>
          </p:cNvPr>
          <p:cNvSpPr>
            <a:spLocks noGrp="1"/>
          </p:cNvSpPr>
          <p:nvPr>
            <p:ph type="title"/>
          </p:nvPr>
        </p:nvSpPr>
        <p:spPr/>
        <p:txBody>
          <a:bodyPr/>
          <a:lstStyle/>
          <a:p>
            <a:r>
              <a:rPr lang="en-US" b="1" i="0" dirty="0">
                <a:solidFill>
                  <a:srgbClr val="253644"/>
                </a:solidFill>
                <a:effectLst/>
              </a:rPr>
              <a:t>Certificate Manager </a:t>
            </a:r>
            <a:r>
              <a:rPr lang="en-US" sz="2000" b="1" i="0" dirty="0">
                <a:solidFill>
                  <a:srgbClr val="253644"/>
                </a:solidFill>
                <a:effectLst/>
              </a:rPr>
              <a:t>(Slide 2 of 2)</a:t>
            </a:r>
            <a:endParaRPr lang="en-US" sz="2000" dirty="0">
              <a:solidFill>
                <a:srgbClr val="253644"/>
              </a:solidFill>
            </a:endParaRPr>
          </a:p>
        </p:txBody>
      </p:sp>
      <p:pic>
        <p:nvPicPr>
          <p:cNvPr id="5" name="Picture 4" descr="A screenshot of the Certificates Manager window in Windows.">
            <a:extLst>
              <a:ext uri="{FF2B5EF4-FFF2-40B4-BE49-F238E27FC236}">
                <a16:creationId xmlns:a16="http://schemas.microsoft.com/office/drawing/2014/main" id="{BF3A56E0-430D-0A04-C1FC-BE8EAB113281}"/>
              </a:ext>
            </a:extLst>
          </p:cNvPr>
          <p:cNvPicPr>
            <a:picLocks noChangeAspect="1"/>
          </p:cNvPicPr>
          <p:nvPr/>
        </p:nvPicPr>
        <p:blipFill>
          <a:blip r:embed="rId4"/>
          <a:stretch>
            <a:fillRect/>
          </a:stretch>
        </p:blipFill>
        <p:spPr>
          <a:xfrm>
            <a:off x="1452815" y="1242804"/>
            <a:ext cx="6238358" cy="2657892"/>
          </a:xfrm>
          <a:prstGeom prst="rect">
            <a:avLst/>
          </a:prstGeom>
        </p:spPr>
      </p:pic>
      <p:sp>
        <p:nvSpPr>
          <p:cNvPr id="6" name="Content Placeholder 11">
            <a:extLst>
              <a:ext uri="{FF2B5EF4-FFF2-40B4-BE49-F238E27FC236}">
                <a16:creationId xmlns:a16="http://schemas.microsoft.com/office/drawing/2014/main" id="{E7430223-1A5C-B033-9EB6-BA817C685CE9}"/>
              </a:ext>
            </a:extLst>
          </p:cNvPr>
          <p:cNvSpPr txBox="1">
            <a:spLocks/>
          </p:cNvSpPr>
          <p:nvPr/>
        </p:nvSpPr>
        <p:spPr>
          <a:xfrm>
            <a:off x="1452815" y="3978691"/>
            <a:ext cx="623835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F999C5C5-9477-7174-60D7-640E84D58915}"/>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790152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9596D-74C0-EDCE-C774-3E284DAF68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8A89816-B44A-8B21-FD07-242CE54BBB55}"/>
              </a:ext>
            </a:extLst>
          </p:cNvPr>
          <p:cNvSpPr>
            <a:spLocks noGrp="1"/>
          </p:cNvSpPr>
          <p:nvPr>
            <p:ph type="title"/>
          </p:nvPr>
        </p:nvSpPr>
        <p:spPr/>
        <p:txBody>
          <a:bodyPr/>
          <a:lstStyle/>
          <a:p>
            <a:r>
              <a:rPr lang="en-US" b="1" i="0" dirty="0">
                <a:solidFill>
                  <a:srgbClr val="253644"/>
                </a:solidFill>
                <a:effectLst/>
              </a:rPr>
              <a:t>Group Policy Editor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27F6602-A167-192D-1CE8-CE68117FC29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Manage local policies for users and computers</a:t>
            </a:r>
            <a:endParaRPr lang="en-US" dirty="0">
              <a:ea typeface="Calibri" panose="020F0502020204030204" pitchFamily="34" charset="0"/>
            </a:endParaRPr>
          </a:p>
          <a:p>
            <a:r>
              <a:rPr lang="en-US" dirty="0">
                <a:latin typeface="Calibri"/>
                <a:ea typeface="Calibri"/>
                <a:cs typeface="Calibri"/>
              </a:rPr>
              <a:t>Configure Windows settings without direct registry changes</a:t>
            </a:r>
          </a:p>
          <a:p>
            <a:r>
              <a:rPr lang="en-US" dirty="0">
                <a:latin typeface="Calibri"/>
                <a:ea typeface="Calibri"/>
                <a:cs typeface="Calibri"/>
              </a:rPr>
              <a:t>Apply settings efficiently system-wide </a:t>
            </a:r>
          </a:p>
        </p:txBody>
      </p:sp>
      <p:sp>
        <p:nvSpPr>
          <p:cNvPr id="4" name="Slide Number Placeholder 3">
            <a:extLst>
              <a:ext uri="{FF2B5EF4-FFF2-40B4-BE49-F238E27FC236}">
                <a16:creationId xmlns:a16="http://schemas.microsoft.com/office/drawing/2014/main" id="{DE4B12A4-9099-468D-B9F8-CE907064A8B0}"/>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2899954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D868-0986-B49E-E104-727718787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F174E-6B7E-965F-1DFA-1FBDA1EA1321}"/>
              </a:ext>
            </a:extLst>
          </p:cNvPr>
          <p:cNvSpPr>
            <a:spLocks noGrp="1"/>
          </p:cNvSpPr>
          <p:nvPr>
            <p:ph type="title"/>
          </p:nvPr>
        </p:nvSpPr>
        <p:spPr/>
        <p:txBody>
          <a:bodyPr/>
          <a:lstStyle/>
          <a:p>
            <a:r>
              <a:rPr lang="en-US" b="1" i="0" dirty="0">
                <a:solidFill>
                  <a:srgbClr val="253644"/>
                </a:solidFill>
                <a:effectLst/>
              </a:rPr>
              <a:t>Group Policy Editor </a:t>
            </a:r>
            <a:r>
              <a:rPr lang="en-US" sz="2000" b="1" i="0" dirty="0">
                <a:solidFill>
                  <a:srgbClr val="253644"/>
                </a:solidFill>
                <a:effectLst/>
              </a:rPr>
              <a:t>(Slide 2 of 2)</a:t>
            </a:r>
            <a:endParaRPr lang="en-US" sz="2000" dirty="0"/>
          </a:p>
        </p:txBody>
      </p:sp>
      <p:pic>
        <p:nvPicPr>
          <p:cNvPr id="6" name="Picture 5" descr="A screenshot of the Local Group Policy Editor in Windows.">
            <a:extLst>
              <a:ext uri="{FF2B5EF4-FFF2-40B4-BE49-F238E27FC236}">
                <a16:creationId xmlns:a16="http://schemas.microsoft.com/office/drawing/2014/main" id="{F08C25AE-0707-9532-C33F-26D5CF820E5F}"/>
              </a:ext>
            </a:extLst>
          </p:cNvPr>
          <p:cNvPicPr>
            <a:picLocks noChangeAspect="1"/>
          </p:cNvPicPr>
          <p:nvPr/>
        </p:nvPicPr>
        <p:blipFill>
          <a:blip r:embed="rId3"/>
          <a:stretch>
            <a:fillRect/>
          </a:stretch>
        </p:blipFill>
        <p:spPr>
          <a:xfrm>
            <a:off x="1933161" y="746620"/>
            <a:ext cx="5277672" cy="4139070"/>
          </a:xfrm>
          <a:prstGeom prst="rect">
            <a:avLst/>
          </a:prstGeom>
          <a:ln>
            <a:solidFill>
              <a:schemeClr val="bg1">
                <a:lumMod val="85000"/>
              </a:schemeClr>
            </a:solidFill>
          </a:ln>
        </p:spPr>
      </p:pic>
      <p:sp>
        <p:nvSpPr>
          <p:cNvPr id="4" name="Content Placeholder 11">
            <a:extLst>
              <a:ext uri="{FF2B5EF4-FFF2-40B4-BE49-F238E27FC236}">
                <a16:creationId xmlns:a16="http://schemas.microsoft.com/office/drawing/2014/main" id="{F7C92F41-A67E-4FA5-94F3-536E5190F62E}"/>
              </a:ext>
            </a:extLst>
          </p:cNvPr>
          <p:cNvSpPr txBox="1">
            <a:spLocks/>
          </p:cNvSpPr>
          <p:nvPr/>
        </p:nvSpPr>
        <p:spPr>
          <a:xfrm>
            <a:off x="1933161" y="4886559"/>
            <a:ext cx="527767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16E7C1CF-5CD1-4472-673F-CD5B5EDEBBAE}"/>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3947916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7FDED-739E-E306-69E7-944785BAD7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6D42398-D405-6B52-F2FE-370BE6202570}"/>
              </a:ext>
            </a:extLst>
          </p:cNvPr>
          <p:cNvSpPr>
            <a:spLocks noGrp="1"/>
          </p:cNvSpPr>
          <p:nvPr>
            <p:ph type="title"/>
          </p:nvPr>
        </p:nvSpPr>
        <p:spPr/>
        <p:txBody>
          <a:bodyPr/>
          <a:lstStyle/>
          <a:p>
            <a:r>
              <a:rPr lang="en-US" b="1" i="0" dirty="0">
                <a:solidFill>
                  <a:srgbClr val="253644"/>
                </a:solidFill>
                <a:effectLst/>
              </a:rPr>
              <a:t>Registry Editor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1F0928B-B119-9FAC-C223-D2EDCFE5256F}"/>
              </a:ext>
            </a:extLst>
          </p:cNvPr>
          <p:cNvSpPr>
            <a:spLocks noGrp="1"/>
          </p:cNvSpPr>
          <p:nvPr>
            <p:ph idx="1"/>
          </p:nvPr>
        </p:nvSpPr>
        <p:spPr>
          <a:xfrm>
            <a:off x="117444" y="627088"/>
            <a:ext cx="8145711" cy="1885950"/>
          </a:xfrm>
        </p:spPr>
        <p:txBody>
          <a:bodyPr vert="horz" lIns="91440" tIns="45720" rIns="91440" bIns="45720" rtlCol="0" anchor="t">
            <a:normAutofit/>
          </a:bodyPr>
          <a:lstStyle/>
          <a:p>
            <a:r>
              <a:rPr lang="en-US" dirty="0">
                <a:latin typeface="Calibri"/>
                <a:ea typeface="Calibri"/>
                <a:cs typeface="Calibri"/>
              </a:rPr>
              <a:t>Five root keys</a:t>
            </a:r>
          </a:p>
        </p:txBody>
      </p:sp>
      <p:pic>
        <p:nvPicPr>
          <p:cNvPr id="10" name="Picture 9" descr="A screenshot of the Registry Editor in Windows.">
            <a:extLst>
              <a:ext uri="{FF2B5EF4-FFF2-40B4-BE49-F238E27FC236}">
                <a16:creationId xmlns:a16="http://schemas.microsoft.com/office/drawing/2014/main" id="{CB542F6D-021B-2DF3-B96C-729148BEED47}"/>
              </a:ext>
            </a:extLst>
          </p:cNvPr>
          <p:cNvPicPr>
            <a:picLocks noChangeAspect="1"/>
          </p:cNvPicPr>
          <p:nvPr/>
        </p:nvPicPr>
        <p:blipFill>
          <a:blip r:embed="rId4"/>
          <a:stretch>
            <a:fillRect/>
          </a:stretch>
        </p:blipFill>
        <p:spPr>
          <a:xfrm>
            <a:off x="1275885" y="1615909"/>
            <a:ext cx="6592220" cy="2029108"/>
          </a:xfrm>
          <a:prstGeom prst="rect">
            <a:avLst/>
          </a:prstGeom>
        </p:spPr>
      </p:pic>
      <p:sp>
        <p:nvSpPr>
          <p:cNvPr id="6" name="Content Placeholder 11">
            <a:extLst>
              <a:ext uri="{FF2B5EF4-FFF2-40B4-BE49-F238E27FC236}">
                <a16:creationId xmlns:a16="http://schemas.microsoft.com/office/drawing/2014/main" id="{63A2791F-3615-5DDA-4E3E-0623DDA3F6B7}"/>
              </a:ext>
            </a:extLst>
          </p:cNvPr>
          <p:cNvSpPr txBox="1">
            <a:spLocks/>
          </p:cNvSpPr>
          <p:nvPr/>
        </p:nvSpPr>
        <p:spPr>
          <a:xfrm>
            <a:off x="1275885" y="3713833"/>
            <a:ext cx="659222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3C6013A7-D8C6-1D06-9593-C646156921A5}"/>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3637865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B4F3-DC22-BE86-761A-A4969533F2F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5730D6E-C34D-1657-51BA-AC446DB0073E}"/>
              </a:ext>
            </a:extLst>
          </p:cNvPr>
          <p:cNvSpPr>
            <a:spLocks noGrp="1"/>
          </p:cNvSpPr>
          <p:nvPr>
            <p:ph type="title"/>
          </p:nvPr>
        </p:nvSpPr>
        <p:spPr/>
        <p:txBody>
          <a:bodyPr/>
          <a:lstStyle/>
          <a:p>
            <a:r>
              <a:rPr lang="en-US" b="1" i="0" dirty="0">
                <a:solidFill>
                  <a:srgbClr val="253644"/>
                </a:solidFill>
                <a:effectLst/>
              </a:rPr>
              <a:t>Registry Editor </a:t>
            </a:r>
            <a:r>
              <a:rPr lang="en-US" sz="2000" b="1" i="0" dirty="0">
                <a:solidFill>
                  <a:srgbClr val="253644"/>
                </a:solidFill>
                <a:effectLst/>
              </a:rPr>
              <a:t>(Slide 2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41EC0A6-AE09-58D9-4EEB-DB8643A3D3BB}"/>
              </a:ext>
            </a:extLst>
          </p:cNvPr>
          <p:cNvSpPr>
            <a:spLocks noGrp="1"/>
          </p:cNvSpPr>
          <p:nvPr>
            <p:ph idx="1"/>
          </p:nvPr>
        </p:nvSpPr>
        <p:spPr>
          <a:xfrm>
            <a:off x="117444" y="627088"/>
            <a:ext cx="8145711" cy="1885950"/>
          </a:xfrm>
        </p:spPr>
        <p:txBody>
          <a:bodyPr vert="horz" lIns="91440" tIns="45720" rIns="91440" bIns="45720" rtlCol="0" anchor="t">
            <a:normAutofit/>
          </a:bodyPr>
          <a:lstStyle/>
          <a:p>
            <a:r>
              <a:rPr lang="en-US" dirty="0">
                <a:latin typeface="Calibri"/>
                <a:ea typeface="Calibri"/>
                <a:cs typeface="Calibri"/>
              </a:rPr>
              <a:t>Edit settings and configurations of user accounts, hardware, applications, and operating system</a:t>
            </a:r>
            <a:endParaRPr lang="en-US" dirty="0"/>
          </a:p>
        </p:txBody>
      </p:sp>
      <p:pic>
        <p:nvPicPr>
          <p:cNvPr id="5" name="Picture 4" descr="A screenshot of the Registry Editor in Windows.">
            <a:extLst>
              <a:ext uri="{FF2B5EF4-FFF2-40B4-BE49-F238E27FC236}">
                <a16:creationId xmlns:a16="http://schemas.microsoft.com/office/drawing/2014/main" id="{E757E70A-F185-67A0-E802-E60690A7E373}"/>
              </a:ext>
            </a:extLst>
          </p:cNvPr>
          <p:cNvPicPr>
            <a:picLocks noChangeAspect="1"/>
          </p:cNvPicPr>
          <p:nvPr/>
        </p:nvPicPr>
        <p:blipFill>
          <a:blip r:embed="rId4"/>
          <a:stretch>
            <a:fillRect/>
          </a:stretch>
        </p:blipFill>
        <p:spPr>
          <a:xfrm>
            <a:off x="1576279" y="1792068"/>
            <a:ext cx="6118416" cy="2603884"/>
          </a:xfrm>
          <a:prstGeom prst="rect">
            <a:avLst/>
          </a:prstGeom>
        </p:spPr>
      </p:pic>
      <p:sp>
        <p:nvSpPr>
          <p:cNvPr id="6" name="Content Placeholder 11">
            <a:extLst>
              <a:ext uri="{FF2B5EF4-FFF2-40B4-BE49-F238E27FC236}">
                <a16:creationId xmlns:a16="http://schemas.microsoft.com/office/drawing/2014/main" id="{1278B9F5-F809-FD6F-5ED3-5AA1549631E6}"/>
              </a:ext>
            </a:extLst>
          </p:cNvPr>
          <p:cNvSpPr txBox="1">
            <a:spLocks/>
          </p:cNvSpPr>
          <p:nvPr/>
        </p:nvSpPr>
        <p:spPr>
          <a:xfrm>
            <a:off x="1576279" y="4470232"/>
            <a:ext cx="611841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0141FB26-1210-168B-CC4C-38123D11391B}"/>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2037026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29D79-0448-1424-F186-ED8EDF5FC6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A3D14FA-64AA-B896-04F1-F63995C102C9}"/>
              </a:ext>
            </a:extLst>
          </p:cNvPr>
          <p:cNvSpPr>
            <a:spLocks noGrp="1"/>
          </p:cNvSpPr>
          <p:nvPr>
            <p:ph type="title"/>
          </p:nvPr>
        </p:nvSpPr>
        <p:spPr/>
        <p:txBody>
          <a:bodyPr/>
          <a:lstStyle/>
          <a:p>
            <a:r>
              <a:rPr lang="en-US" b="1" i="0" dirty="0">
                <a:solidFill>
                  <a:srgbClr val="253644"/>
                </a:solidFill>
                <a:effectLst/>
              </a:rPr>
              <a:t>Custom Microsoft Management Consoles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4F7A6BEE-C56B-CE5A-7FED-24D4129D4A2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Container for various snap-ins</a:t>
            </a:r>
          </a:p>
          <a:p>
            <a:r>
              <a:rPr lang="en-US" dirty="0">
                <a:latin typeface="Calibri"/>
                <a:ea typeface="Calibri"/>
                <a:cs typeface="Calibri"/>
              </a:rPr>
              <a:t>Place all necessary snap-ins needed for job in one location</a:t>
            </a:r>
            <a:endParaRPr lang="en-US" dirty="0">
              <a:ea typeface="Calibri"/>
            </a:endParaRPr>
          </a:p>
        </p:txBody>
      </p:sp>
      <p:sp>
        <p:nvSpPr>
          <p:cNvPr id="4" name="Slide Number Placeholder 3">
            <a:extLst>
              <a:ext uri="{FF2B5EF4-FFF2-40B4-BE49-F238E27FC236}">
                <a16:creationId xmlns:a16="http://schemas.microsoft.com/office/drawing/2014/main" id="{1D43DB5D-65FC-1DB9-2A5D-D3FAD57BAF55}"/>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1848715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99C35-E510-16FB-EB5C-8B5530F6B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93D0C-D968-091F-0931-15440950B736}"/>
              </a:ext>
            </a:extLst>
          </p:cNvPr>
          <p:cNvSpPr>
            <a:spLocks noGrp="1"/>
          </p:cNvSpPr>
          <p:nvPr>
            <p:ph type="title"/>
          </p:nvPr>
        </p:nvSpPr>
        <p:spPr/>
        <p:txBody>
          <a:bodyPr/>
          <a:lstStyle/>
          <a:p>
            <a:r>
              <a:rPr lang="en-US" b="1" i="0" dirty="0">
                <a:solidFill>
                  <a:srgbClr val="253644"/>
                </a:solidFill>
                <a:effectLst/>
              </a:rPr>
              <a:t>Custom Microsoft Management Consoles </a:t>
            </a:r>
            <a:r>
              <a:rPr lang="en-US" sz="2000" b="1" i="0" dirty="0">
                <a:solidFill>
                  <a:srgbClr val="253644"/>
                </a:solidFill>
                <a:effectLst/>
              </a:rPr>
              <a:t>(Slide 2 of 2)</a:t>
            </a:r>
            <a:endParaRPr lang="en-US" sz="2000" dirty="0"/>
          </a:p>
        </p:txBody>
      </p:sp>
      <p:pic>
        <p:nvPicPr>
          <p:cNvPr id="7" name="Picture 6" descr="A screenshot of the Console Root displaying the Add or Remove Snap-ins window.">
            <a:extLst>
              <a:ext uri="{FF2B5EF4-FFF2-40B4-BE49-F238E27FC236}">
                <a16:creationId xmlns:a16="http://schemas.microsoft.com/office/drawing/2014/main" id="{8ED2DA8A-23EE-BAA3-E4FE-44AED5507AA1}"/>
              </a:ext>
            </a:extLst>
          </p:cNvPr>
          <p:cNvPicPr>
            <a:picLocks noChangeAspect="1"/>
          </p:cNvPicPr>
          <p:nvPr/>
        </p:nvPicPr>
        <p:blipFill>
          <a:blip r:embed="rId3"/>
          <a:stretch>
            <a:fillRect/>
          </a:stretch>
        </p:blipFill>
        <p:spPr>
          <a:xfrm>
            <a:off x="1619345" y="747866"/>
            <a:ext cx="5905303" cy="4108959"/>
          </a:xfrm>
          <a:prstGeom prst="rect">
            <a:avLst/>
          </a:prstGeom>
          <a:ln>
            <a:solidFill>
              <a:schemeClr val="bg1">
                <a:lumMod val="85000"/>
              </a:schemeClr>
            </a:solidFill>
          </a:ln>
        </p:spPr>
      </p:pic>
      <p:sp>
        <p:nvSpPr>
          <p:cNvPr id="4" name="Content Placeholder 11">
            <a:extLst>
              <a:ext uri="{FF2B5EF4-FFF2-40B4-BE49-F238E27FC236}">
                <a16:creationId xmlns:a16="http://schemas.microsoft.com/office/drawing/2014/main" id="{A33BBEF8-1F98-B553-BA8E-284C782A61B1}"/>
              </a:ext>
            </a:extLst>
          </p:cNvPr>
          <p:cNvSpPr txBox="1">
            <a:spLocks/>
          </p:cNvSpPr>
          <p:nvPr/>
        </p:nvSpPr>
        <p:spPr>
          <a:xfrm>
            <a:off x="1933161" y="4886559"/>
            <a:ext cx="527767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BB766623-4A3B-B9C3-3236-2D0236252E0B}"/>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1377208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Disk Management</a:t>
            </a:r>
            <a:br>
              <a:rPr lang="en-US" dirty="0"/>
            </a:br>
            <a:r>
              <a:rPr lang="en-US" sz="2000" dirty="0"/>
              <a:t>(available in CertMaster Learn and CertMaster Perform)</a:t>
            </a:r>
          </a:p>
          <a:p>
            <a:r>
              <a:rPr lang="en-US" dirty="0"/>
              <a:t>Lab: Users and Groups</a:t>
            </a:r>
            <a:br>
              <a:rPr lang="en-US" sz="2000" dirty="0"/>
            </a:br>
            <a:r>
              <a:rPr lang="en-US" sz="2000" dirty="0"/>
              <a:t>(available in CertMaster Learn and CertMaster Perform)</a:t>
            </a:r>
          </a:p>
          <a:p>
            <a:r>
              <a:rPr lang="en-US" dirty="0"/>
              <a:t>Applied Live Lab: Manage User Accounts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latin typeface="Calibri"/>
                <a:ea typeface="Calibri"/>
                <a:cs typeface="Calibri"/>
              </a:rPr>
              <a:t>Management Consoles</a:t>
            </a:r>
          </a:p>
        </p:txBody>
      </p:sp>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Device Manager</a:t>
            </a:r>
          </a:p>
          <a:p>
            <a:r>
              <a:rPr lang="en-US" dirty="0"/>
              <a:t>Disk Management Console</a:t>
            </a:r>
          </a:p>
          <a:p>
            <a:r>
              <a:rPr lang="en-US" dirty="0"/>
              <a:t>Disk Maintenance Tools</a:t>
            </a:r>
          </a:p>
          <a:p>
            <a:r>
              <a:rPr lang="en-US" dirty="0"/>
              <a:t>Task Scheduler</a:t>
            </a:r>
          </a:p>
          <a:p>
            <a:r>
              <a:rPr lang="en-US" dirty="0"/>
              <a:t>Local Users and Groups Console</a:t>
            </a:r>
          </a:p>
          <a:p>
            <a:r>
              <a:rPr lang="en-US" dirty="0"/>
              <a:t>Certificate Manager</a:t>
            </a:r>
          </a:p>
          <a:p>
            <a:r>
              <a:rPr lang="en-US" dirty="0"/>
              <a:t>Group Policy Editor</a:t>
            </a:r>
          </a:p>
          <a:p>
            <a:r>
              <a:rPr lang="en-US" dirty="0"/>
              <a:t>Registry Editor</a:t>
            </a:r>
          </a:p>
          <a:p>
            <a:r>
              <a:rPr lang="en-US" dirty="0"/>
              <a:t>Custom Microsoft Management Consoles</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24</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Command-Line Tools</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13.2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0FF42-2D6B-450E-260B-C9E38B9F36E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3165A52-3EE1-E3A8-2C93-C74F9CAABDEC}"/>
              </a:ext>
            </a:extLst>
          </p:cNvPr>
          <p:cNvSpPr>
            <a:spLocks noGrp="1"/>
          </p:cNvSpPr>
          <p:nvPr>
            <p:ph type="title"/>
          </p:nvPr>
        </p:nvSpPr>
        <p:spPr/>
        <p:txBody>
          <a:bodyPr/>
          <a:lstStyle/>
          <a:p>
            <a:r>
              <a:rPr lang="en-US" b="1" i="0" dirty="0">
                <a:solidFill>
                  <a:srgbClr val="253644"/>
                </a:solidFill>
                <a:effectLst/>
              </a:rPr>
              <a:t>Command Prompt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DDA1A4AA-2C04-EF4D-586C-C24D012ACA21}"/>
              </a:ext>
            </a:extLst>
          </p:cNvPr>
          <p:cNvSpPr>
            <a:spLocks noGrp="1"/>
          </p:cNvSpPr>
          <p:nvPr>
            <p:ph idx="1"/>
          </p:nvPr>
        </p:nvSpPr>
        <p:spPr>
          <a:xfrm>
            <a:off x="200572" y="746813"/>
            <a:ext cx="8145711" cy="4138877"/>
          </a:xfrm>
        </p:spPr>
        <p:txBody>
          <a:bodyPr vert="horz" lIns="91440" tIns="45720" rIns="91440" bIns="45720" rtlCol="0" anchor="t">
            <a:normAutofit/>
          </a:bodyPr>
          <a:lstStyle/>
          <a:p>
            <a:r>
              <a:rPr lang="en-US" dirty="0">
                <a:latin typeface="Calibri"/>
                <a:ea typeface="Calibri"/>
                <a:cs typeface="Calibri"/>
              </a:rPr>
              <a:t>"Run As Administrator" option for elevated permissions</a:t>
            </a:r>
          </a:p>
          <a:p>
            <a:r>
              <a:rPr lang="en-US" dirty="0">
                <a:latin typeface="Calibri"/>
                <a:ea typeface="Calibri"/>
                <a:cs typeface="Calibri"/>
              </a:rPr>
              <a:t>Syntax</a:t>
            </a:r>
          </a:p>
          <a:p>
            <a:pPr lvl="1"/>
            <a:r>
              <a:rPr lang="en-US" dirty="0">
                <a:latin typeface="Calibri"/>
                <a:ea typeface="Calibri"/>
                <a:cs typeface="Calibri"/>
              </a:rPr>
              <a:t> order of command, switches, and arguments</a:t>
            </a:r>
          </a:p>
          <a:p>
            <a:r>
              <a:rPr lang="en-US" dirty="0">
                <a:latin typeface="Calibri"/>
                <a:ea typeface="Calibri"/>
                <a:cs typeface="Calibri"/>
              </a:rPr>
              <a:t>CTRL+C</a:t>
            </a:r>
          </a:p>
          <a:p>
            <a:pPr lvl="1"/>
            <a:r>
              <a:rPr lang="en-US" dirty="0">
                <a:latin typeface="Calibri"/>
                <a:ea typeface="Calibri"/>
                <a:cs typeface="Calibri"/>
              </a:rPr>
              <a:t>stop command execution</a:t>
            </a:r>
          </a:p>
          <a:p>
            <a:r>
              <a:rPr lang="en-US" dirty="0">
                <a:latin typeface="Calibri"/>
                <a:ea typeface="Calibri"/>
                <a:cs typeface="Calibri"/>
              </a:rPr>
              <a:t>Help</a:t>
            </a:r>
          </a:p>
          <a:p>
            <a:pPr lvl="1"/>
            <a:r>
              <a:rPr lang="en-US" i="1" dirty="0">
                <a:latin typeface="Calibri"/>
                <a:ea typeface="Calibri"/>
                <a:cs typeface="Calibri"/>
              </a:rPr>
              <a:t>command</a:t>
            </a:r>
            <a:r>
              <a:rPr lang="en-US" dirty="0">
                <a:latin typeface="Calibri"/>
                <a:ea typeface="Calibri"/>
                <a:cs typeface="Calibri"/>
              </a:rPr>
              <a:t> /? Or help </a:t>
            </a:r>
            <a:r>
              <a:rPr lang="en-US" i="1" dirty="0">
                <a:latin typeface="Calibri"/>
                <a:ea typeface="Calibri"/>
                <a:cs typeface="Calibri"/>
              </a:rPr>
              <a:t>command</a:t>
            </a:r>
            <a:r>
              <a:rPr lang="en-US" dirty="0">
                <a:latin typeface="Calibri"/>
                <a:ea typeface="Calibri"/>
                <a:cs typeface="Calibri"/>
              </a:rPr>
              <a:t> </a:t>
            </a:r>
            <a:endParaRPr lang="en-US" dirty="0">
              <a:ea typeface="Calibri"/>
            </a:endParaRPr>
          </a:p>
        </p:txBody>
      </p:sp>
      <p:sp>
        <p:nvSpPr>
          <p:cNvPr id="4" name="Slide Number Placeholder 3">
            <a:extLst>
              <a:ext uri="{FF2B5EF4-FFF2-40B4-BE49-F238E27FC236}">
                <a16:creationId xmlns:a16="http://schemas.microsoft.com/office/drawing/2014/main" id="{E32053A3-6E3E-AD1D-ECB9-CD991B1B21A6}"/>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custDataLst>
      <p:tags r:id="rId1"/>
    </p:custDataLst>
    <p:extLst>
      <p:ext uri="{BB962C8B-B14F-4D97-AF65-F5344CB8AC3E}">
        <p14:creationId xmlns:p14="http://schemas.microsoft.com/office/powerpoint/2010/main" val="263440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2B2D4-1569-7383-6138-B34E658033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6EDD3E7-A46B-1A52-A9AB-8107CC819215}"/>
              </a:ext>
            </a:extLst>
          </p:cNvPr>
          <p:cNvSpPr>
            <a:spLocks noGrp="1"/>
          </p:cNvSpPr>
          <p:nvPr>
            <p:ph type="title"/>
          </p:nvPr>
        </p:nvSpPr>
        <p:spPr/>
        <p:txBody>
          <a:bodyPr/>
          <a:lstStyle/>
          <a:p>
            <a:r>
              <a:rPr lang="en-US" b="1" i="0" dirty="0">
                <a:solidFill>
                  <a:srgbClr val="253644"/>
                </a:solidFill>
                <a:effectLst/>
              </a:rPr>
              <a:t>Command Prompt </a:t>
            </a:r>
            <a:r>
              <a:rPr lang="en-US" sz="2000" b="1" i="0" dirty="0">
                <a:solidFill>
                  <a:srgbClr val="253644"/>
                </a:solidFill>
                <a:effectLst/>
              </a:rPr>
              <a:t>(Slide 2 of 2)</a:t>
            </a:r>
            <a:endParaRPr lang="en-US" sz="2000" dirty="0">
              <a:solidFill>
                <a:srgbClr val="253644"/>
              </a:solidFill>
            </a:endParaRPr>
          </a:p>
        </p:txBody>
      </p:sp>
      <p:pic>
        <p:nvPicPr>
          <p:cNvPr id="5" name="Picture 4" descr="A screenshot of the Windows Command Prompt displaying the command netstat space hyphen a b o executed by the user James.">
            <a:extLst>
              <a:ext uri="{FF2B5EF4-FFF2-40B4-BE49-F238E27FC236}">
                <a16:creationId xmlns:a16="http://schemas.microsoft.com/office/drawing/2014/main" id="{7167BF50-7385-F566-7601-6C7E376AA40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86307" y="1577052"/>
            <a:ext cx="6971384" cy="1989395"/>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854B7D6D-4ECB-C054-07F0-81CB48B867D1}"/>
              </a:ext>
            </a:extLst>
          </p:cNvPr>
          <p:cNvSpPr txBox="1">
            <a:spLocks/>
          </p:cNvSpPr>
          <p:nvPr/>
        </p:nvSpPr>
        <p:spPr>
          <a:xfrm>
            <a:off x="1086306" y="3621519"/>
            <a:ext cx="697138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62C06E02-676C-4B0D-E45F-1BC42809A59C}"/>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Tree>
    <p:custDataLst>
      <p:tags r:id="rId1"/>
    </p:custDataLst>
    <p:extLst>
      <p:ext uri="{BB962C8B-B14F-4D97-AF65-F5344CB8AC3E}">
        <p14:creationId xmlns:p14="http://schemas.microsoft.com/office/powerpoint/2010/main" val="820657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64D9-DDF0-5548-2F50-3DBB920707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5E035A6-F406-9D56-70DB-AA20FB723C6E}"/>
              </a:ext>
            </a:extLst>
          </p:cNvPr>
          <p:cNvSpPr>
            <a:spLocks noGrp="1"/>
          </p:cNvSpPr>
          <p:nvPr>
            <p:ph type="title"/>
          </p:nvPr>
        </p:nvSpPr>
        <p:spPr/>
        <p:txBody>
          <a:bodyPr/>
          <a:lstStyle/>
          <a:p>
            <a:r>
              <a:rPr lang="en-US" b="1" i="0" dirty="0">
                <a:solidFill>
                  <a:srgbClr val="253644"/>
                </a:solidFill>
                <a:effectLst/>
              </a:rPr>
              <a:t>Navigation Commands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BE8D574-67F5-4E16-5BD1-2DB5FF1EDD9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Dir</a:t>
            </a:r>
            <a:endParaRPr lang="en-US" dirty="0"/>
          </a:p>
          <a:p>
            <a:pPr lvl="1"/>
            <a:r>
              <a:rPr lang="en-US" dirty="0">
                <a:latin typeface="Calibri"/>
                <a:ea typeface="Calibri"/>
                <a:cs typeface="Calibri"/>
              </a:rPr>
              <a:t>/o: (n, s, e, d)</a:t>
            </a:r>
          </a:p>
          <a:p>
            <a:pPr lvl="1"/>
            <a:r>
              <a:rPr lang="en-US" dirty="0">
                <a:latin typeface="Calibri"/>
                <a:ea typeface="Calibri"/>
                <a:cs typeface="Calibri"/>
              </a:rPr>
              <a:t>/t: (c, a, w)</a:t>
            </a:r>
          </a:p>
          <a:p>
            <a:pPr lvl="1"/>
            <a:r>
              <a:rPr lang="en-US" dirty="0">
                <a:latin typeface="Calibri"/>
                <a:ea typeface="Calibri"/>
                <a:cs typeface="Calibri"/>
              </a:rPr>
              <a:t>/a: (r, h, s, a)</a:t>
            </a:r>
          </a:p>
          <a:p>
            <a:r>
              <a:rPr lang="en-US" dirty="0">
                <a:latin typeface="Calibri"/>
                <a:ea typeface="Calibri"/>
                <a:cs typeface="Calibri"/>
              </a:rPr>
              <a:t>Cd</a:t>
            </a:r>
            <a:endParaRPr lang="en-US" dirty="0">
              <a:ea typeface="Calibri"/>
            </a:endParaRPr>
          </a:p>
          <a:p>
            <a:pPr lvl="1"/>
            <a:r>
              <a:rPr lang="en-US" dirty="0">
                <a:latin typeface="Calibri"/>
                <a:ea typeface="Calibri"/>
                <a:cs typeface="Calibri"/>
              </a:rPr>
              <a:t>..</a:t>
            </a:r>
            <a:endParaRPr lang="en-US" dirty="0">
              <a:ea typeface="Calibri"/>
            </a:endParaRPr>
          </a:p>
          <a:p>
            <a:pPr lvl="1"/>
            <a:r>
              <a:rPr lang="en-US" dirty="0">
                <a:latin typeface="Calibri"/>
                <a:ea typeface="Calibri"/>
                <a:cs typeface="Calibri"/>
              </a:rPr>
              <a:t>\</a:t>
            </a:r>
          </a:p>
          <a:p>
            <a:r>
              <a:rPr lang="en-US" dirty="0">
                <a:latin typeface="Calibri"/>
                <a:ea typeface="Calibri"/>
                <a:cs typeface="Calibri"/>
              </a:rPr>
              <a:t>Change drive</a:t>
            </a:r>
          </a:p>
          <a:p>
            <a:pPr lvl="1"/>
            <a:r>
              <a:rPr lang="en-US" dirty="0">
                <a:latin typeface="Calibri"/>
                <a:ea typeface="Calibri"/>
                <a:cs typeface="Calibri"/>
              </a:rPr>
              <a:t>Type drive letter then : (D: or E:)</a:t>
            </a:r>
          </a:p>
        </p:txBody>
      </p:sp>
      <p:sp>
        <p:nvSpPr>
          <p:cNvPr id="4" name="Slide Number Placeholder 3">
            <a:extLst>
              <a:ext uri="{FF2B5EF4-FFF2-40B4-BE49-F238E27FC236}">
                <a16:creationId xmlns:a16="http://schemas.microsoft.com/office/drawing/2014/main" id="{B64057AE-8D40-894E-2708-B42FADB6DEF3}"/>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57776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4738-99E2-4E29-1D85-DF6C5AE5A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4E3ED-247C-C8AA-ABCB-0059F1BDDA35}"/>
              </a:ext>
            </a:extLst>
          </p:cNvPr>
          <p:cNvSpPr>
            <a:spLocks noGrp="1"/>
          </p:cNvSpPr>
          <p:nvPr>
            <p:ph type="title"/>
          </p:nvPr>
        </p:nvSpPr>
        <p:spPr/>
        <p:txBody>
          <a:bodyPr/>
          <a:lstStyle/>
          <a:p>
            <a:r>
              <a:rPr lang="en-US" b="1" i="0" dirty="0">
                <a:solidFill>
                  <a:srgbClr val="253644"/>
                </a:solidFill>
                <a:effectLst/>
              </a:rPr>
              <a:t>Navigation Commands </a:t>
            </a:r>
            <a:r>
              <a:rPr lang="en-US" sz="2000" b="1" i="0" dirty="0">
                <a:solidFill>
                  <a:srgbClr val="253644"/>
                </a:solidFill>
                <a:effectLst/>
              </a:rPr>
              <a:t>(Slide 2 of 2)</a:t>
            </a:r>
            <a:endParaRPr lang="en-US" sz="2000" dirty="0"/>
          </a:p>
        </p:txBody>
      </p:sp>
      <p:pic>
        <p:nvPicPr>
          <p:cNvPr id="6" name="Picture 5" descr="AA screenshot of the Windows Command Prompt running navigating directories with the cd command.">
            <a:extLst>
              <a:ext uri="{FF2B5EF4-FFF2-40B4-BE49-F238E27FC236}">
                <a16:creationId xmlns:a16="http://schemas.microsoft.com/office/drawing/2014/main" id="{B7767A72-55FA-602C-0A99-636FED8F34F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505598" y="647178"/>
            <a:ext cx="4132801" cy="4238512"/>
          </a:xfrm>
          <a:prstGeom prst="rect">
            <a:avLst/>
          </a:prstGeom>
        </p:spPr>
      </p:pic>
      <p:sp>
        <p:nvSpPr>
          <p:cNvPr id="4" name="Content Placeholder 11">
            <a:extLst>
              <a:ext uri="{FF2B5EF4-FFF2-40B4-BE49-F238E27FC236}">
                <a16:creationId xmlns:a16="http://schemas.microsoft.com/office/drawing/2014/main" id="{4B376AC1-8C8D-16C2-DE28-77153327A55A}"/>
              </a:ext>
            </a:extLst>
          </p:cNvPr>
          <p:cNvSpPr txBox="1">
            <a:spLocks/>
          </p:cNvSpPr>
          <p:nvPr/>
        </p:nvSpPr>
        <p:spPr>
          <a:xfrm>
            <a:off x="2505599" y="4885690"/>
            <a:ext cx="413280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FC9D7070-2D7C-D8CE-0235-85E1AF7771B9}"/>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1961792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2E9BF-9C18-D941-CBB5-6069874597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4D9253-B545-0127-AB09-DE2C916D28D6}"/>
              </a:ext>
            </a:extLst>
          </p:cNvPr>
          <p:cNvSpPr>
            <a:spLocks noGrp="1"/>
          </p:cNvSpPr>
          <p:nvPr>
            <p:ph type="title"/>
          </p:nvPr>
        </p:nvSpPr>
        <p:spPr/>
        <p:txBody>
          <a:bodyPr/>
          <a:lstStyle/>
          <a:p>
            <a:r>
              <a:rPr lang="en-US" b="1" i="0" dirty="0">
                <a:solidFill>
                  <a:srgbClr val="253644"/>
                </a:solidFill>
                <a:effectLst/>
              </a:rPr>
              <a:t>File Management Commands</a:t>
            </a:r>
            <a:endParaRPr lang="en-US" sz="2000" dirty="0">
              <a:solidFill>
                <a:srgbClr val="253644"/>
              </a:solidFill>
            </a:endParaRPr>
          </a:p>
        </p:txBody>
      </p:sp>
      <p:sp>
        <p:nvSpPr>
          <p:cNvPr id="3" name="Content Placeholder 2">
            <a:extLst>
              <a:ext uri="{FF2B5EF4-FFF2-40B4-BE49-F238E27FC236}">
                <a16:creationId xmlns:a16="http://schemas.microsoft.com/office/drawing/2014/main" id="{101E555A-D7C3-6B74-FB6F-A9CC9A94DA9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move</a:t>
            </a:r>
          </a:p>
          <a:p>
            <a:r>
              <a:rPr lang="en-US" dirty="0">
                <a:latin typeface="Calibri"/>
                <a:ea typeface="Calibri"/>
                <a:cs typeface="Calibri"/>
              </a:rPr>
              <a:t>copy</a:t>
            </a:r>
          </a:p>
          <a:p>
            <a:r>
              <a:rPr lang="en-US" dirty="0">
                <a:latin typeface="Calibri"/>
                <a:ea typeface="Calibri"/>
                <a:cs typeface="Calibri"/>
              </a:rPr>
              <a:t>robocopy</a:t>
            </a:r>
            <a:endParaRPr lang="en-US" dirty="0">
              <a:ea typeface="Calibri"/>
            </a:endParaRPr>
          </a:p>
          <a:p>
            <a:pPr lvl="1"/>
            <a:r>
              <a:rPr lang="en-US" dirty="0">
                <a:latin typeface="Calibri"/>
                <a:ea typeface="Calibri"/>
                <a:cs typeface="Calibri"/>
              </a:rPr>
              <a:t>Recommended for long filenames and NTFS attribute handling</a:t>
            </a:r>
            <a:endParaRPr lang="en-US" dirty="0">
              <a:ea typeface="Calibri"/>
            </a:endParaRPr>
          </a:p>
          <a:p>
            <a:r>
              <a:rPr lang="en-US" dirty="0">
                <a:latin typeface="Calibri"/>
                <a:ea typeface="Calibri"/>
                <a:cs typeface="Calibri"/>
              </a:rPr>
              <a:t>md or mkdir</a:t>
            </a:r>
          </a:p>
          <a:p>
            <a:r>
              <a:rPr lang="en-US" dirty="0">
                <a:latin typeface="Calibri"/>
                <a:ea typeface="Calibri"/>
                <a:cs typeface="Calibri"/>
              </a:rPr>
              <a:t>rd or rmdir</a:t>
            </a:r>
            <a:endParaRPr lang="en-US" dirty="0">
              <a:ea typeface="Calibri"/>
            </a:endParaRPr>
          </a:p>
        </p:txBody>
      </p:sp>
      <p:sp>
        <p:nvSpPr>
          <p:cNvPr id="4" name="Slide Number Placeholder 3">
            <a:extLst>
              <a:ext uri="{FF2B5EF4-FFF2-40B4-BE49-F238E27FC236}">
                <a16:creationId xmlns:a16="http://schemas.microsoft.com/office/drawing/2014/main" id="{99EF2ED1-0E6D-64F4-6B2C-356334524192}"/>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custDataLst>
      <p:tags r:id="rId1"/>
    </p:custDataLst>
    <p:extLst>
      <p:ext uri="{BB962C8B-B14F-4D97-AF65-F5344CB8AC3E}">
        <p14:creationId xmlns:p14="http://schemas.microsoft.com/office/powerpoint/2010/main" val="1297468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B9974-27C1-E1A4-83A3-6441642C94F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DDA867-D9A9-738A-2731-6E39EC5B2293}"/>
              </a:ext>
            </a:extLst>
          </p:cNvPr>
          <p:cNvSpPr>
            <a:spLocks noGrp="1"/>
          </p:cNvSpPr>
          <p:nvPr>
            <p:ph type="title"/>
          </p:nvPr>
        </p:nvSpPr>
        <p:spPr/>
        <p:txBody>
          <a:bodyPr/>
          <a:lstStyle/>
          <a:p>
            <a:r>
              <a:rPr lang="en-US" b="1" i="0" dirty="0">
                <a:solidFill>
                  <a:srgbClr val="253644"/>
                </a:solidFill>
                <a:effectLst/>
              </a:rPr>
              <a:t>Disk Management Commands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837DA70-14D7-1D72-2F28-B8412542EE2B}"/>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Diskpart</a:t>
            </a:r>
          </a:p>
          <a:p>
            <a:pPr lvl="1"/>
            <a:r>
              <a:rPr lang="en-US" dirty="0">
                <a:latin typeface="Calibri"/>
                <a:ea typeface="Calibri"/>
                <a:cs typeface="Calibri"/>
              </a:rPr>
              <a:t>command line Disk Management tool</a:t>
            </a:r>
            <a:endParaRPr lang="en-US" dirty="0">
              <a:ea typeface="Calibri"/>
            </a:endParaRPr>
          </a:p>
          <a:p>
            <a:pPr lvl="2"/>
            <a:r>
              <a:rPr lang="en-US" dirty="0">
                <a:latin typeface="Calibri"/>
                <a:ea typeface="Calibri"/>
                <a:cs typeface="Calibri"/>
              </a:rPr>
              <a:t>select disk x</a:t>
            </a:r>
          </a:p>
          <a:p>
            <a:pPr lvl="2"/>
            <a:r>
              <a:rPr lang="en-US" dirty="0">
                <a:latin typeface="Calibri"/>
                <a:ea typeface="Calibri"/>
                <a:cs typeface="Calibri"/>
              </a:rPr>
              <a:t>detail disk</a:t>
            </a:r>
            <a:endParaRPr lang="en-US" dirty="0">
              <a:ea typeface="Calibri"/>
            </a:endParaRPr>
          </a:p>
          <a:p>
            <a:pPr lvl="2"/>
            <a:r>
              <a:rPr lang="en-US" dirty="0">
                <a:latin typeface="Calibri"/>
                <a:ea typeface="Calibri"/>
                <a:cs typeface="Calibri"/>
              </a:rPr>
              <a:t>select partition x</a:t>
            </a:r>
          </a:p>
          <a:p>
            <a:pPr lvl="3"/>
            <a:r>
              <a:rPr lang="en-US" dirty="0">
                <a:latin typeface="Calibri"/>
                <a:ea typeface="Calibri"/>
                <a:cs typeface="Calibri"/>
              </a:rPr>
              <a:t>assign, delete, extend</a:t>
            </a:r>
          </a:p>
          <a:p>
            <a:pPr lvl="2"/>
            <a:r>
              <a:rPr lang="en-US" dirty="0">
                <a:latin typeface="Calibri"/>
                <a:ea typeface="Calibri"/>
                <a:cs typeface="Calibri"/>
              </a:rPr>
              <a:t>exit</a:t>
            </a:r>
          </a:p>
          <a:p>
            <a:r>
              <a:rPr lang="en-US" dirty="0">
                <a:latin typeface="Calibri"/>
                <a:ea typeface="Calibri"/>
                <a:cs typeface="Calibri"/>
              </a:rPr>
              <a:t>format </a:t>
            </a:r>
          </a:p>
          <a:p>
            <a:pPr lvl="1"/>
            <a:r>
              <a:rPr lang="en-US" dirty="0">
                <a:latin typeface="Calibri"/>
                <a:ea typeface="Calibri"/>
                <a:cs typeface="Calibri"/>
              </a:rPr>
              <a:t>Erases and reformats the drive </a:t>
            </a:r>
          </a:p>
          <a:p>
            <a:r>
              <a:rPr lang="en-US" dirty="0">
                <a:latin typeface="Calibri"/>
                <a:ea typeface="Calibri"/>
                <a:cs typeface="Calibri"/>
              </a:rPr>
              <a:t>chkdsk</a:t>
            </a:r>
          </a:p>
          <a:p>
            <a:pPr lvl="1"/>
            <a:r>
              <a:rPr lang="en-US" dirty="0">
                <a:latin typeface="Calibri"/>
                <a:ea typeface="Calibri"/>
                <a:cs typeface="Calibri"/>
              </a:rPr>
              <a:t>Scans file system and sectors for faults and attempts to repair</a:t>
            </a:r>
          </a:p>
        </p:txBody>
      </p:sp>
      <p:sp>
        <p:nvSpPr>
          <p:cNvPr id="4" name="Slide Number Placeholder 3">
            <a:extLst>
              <a:ext uri="{FF2B5EF4-FFF2-40B4-BE49-F238E27FC236}">
                <a16:creationId xmlns:a16="http://schemas.microsoft.com/office/drawing/2014/main" id="{4BF08F15-6382-0368-BF78-31420C9B0708}"/>
              </a:ext>
            </a:extLst>
          </p:cNvPr>
          <p:cNvSpPr>
            <a:spLocks noGrp="1"/>
          </p:cNvSpPr>
          <p:nvPr>
            <p:ph type="sldNum" sz="quarter" idx="10"/>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530991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CBD86-8A1A-5CC0-D1EB-E2D38A679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DAE19-DEDB-63BA-B413-7A433D17D13F}"/>
              </a:ext>
            </a:extLst>
          </p:cNvPr>
          <p:cNvSpPr>
            <a:spLocks noGrp="1"/>
          </p:cNvSpPr>
          <p:nvPr>
            <p:ph type="title"/>
          </p:nvPr>
        </p:nvSpPr>
        <p:spPr/>
        <p:txBody>
          <a:bodyPr/>
          <a:lstStyle/>
          <a:p>
            <a:r>
              <a:rPr lang="en-US" b="1" i="0" dirty="0">
                <a:solidFill>
                  <a:srgbClr val="253644"/>
                </a:solidFill>
                <a:effectLst/>
              </a:rPr>
              <a:t>Disk Management Commands </a:t>
            </a:r>
            <a:r>
              <a:rPr lang="en-US" sz="2000" b="1" i="0" dirty="0">
                <a:solidFill>
                  <a:srgbClr val="253644"/>
                </a:solidFill>
                <a:effectLst/>
              </a:rPr>
              <a:t>(Slide 2 of 2)</a:t>
            </a:r>
            <a:endParaRPr lang="en-US" sz="2000" dirty="0"/>
          </a:p>
        </p:txBody>
      </p:sp>
      <p:pic>
        <p:nvPicPr>
          <p:cNvPr id="7" name="Picture 6" descr="A screenshot of the Windows Command Prompt, diskpart.">
            <a:extLst>
              <a:ext uri="{FF2B5EF4-FFF2-40B4-BE49-F238E27FC236}">
                <a16:creationId xmlns:a16="http://schemas.microsoft.com/office/drawing/2014/main" id="{50926E94-086A-D6DD-F3CA-1FAAE6E72FF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537409" y="657907"/>
            <a:ext cx="4069179" cy="4227783"/>
          </a:xfrm>
          <a:prstGeom prst="rect">
            <a:avLst/>
          </a:prstGeom>
        </p:spPr>
      </p:pic>
      <p:sp>
        <p:nvSpPr>
          <p:cNvPr id="4" name="Content Placeholder 11">
            <a:extLst>
              <a:ext uri="{FF2B5EF4-FFF2-40B4-BE49-F238E27FC236}">
                <a16:creationId xmlns:a16="http://schemas.microsoft.com/office/drawing/2014/main" id="{87527144-55B2-5C4D-0018-7303848FDBA3}"/>
              </a:ext>
            </a:extLst>
          </p:cNvPr>
          <p:cNvSpPr txBox="1">
            <a:spLocks/>
          </p:cNvSpPr>
          <p:nvPr/>
        </p:nvSpPr>
        <p:spPr>
          <a:xfrm>
            <a:off x="2505599" y="4885690"/>
            <a:ext cx="413280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9A384A34-3730-B38D-E1DF-60280AD99CE9}"/>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14374901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74D9F-E555-080F-DDF9-AF98B3AF4C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A957F53-172B-98FF-C4E2-BF8735AE4A14}"/>
              </a:ext>
            </a:extLst>
          </p:cNvPr>
          <p:cNvSpPr>
            <a:spLocks noGrp="1"/>
          </p:cNvSpPr>
          <p:nvPr>
            <p:ph type="title"/>
          </p:nvPr>
        </p:nvSpPr>
        <p:spPr/>
        <p:txBody>
          <a:bodyPr/>
          <a:lstStyle/>
          <a:p>
            <a:r>
              <a:rPr lang="en-US" b="1" i="0" dirty="0">
                <a:solidFill>
                  <a:srgbClr val="253644"/>
                </a:solidFill>
                <a:effectLst/>
              </a:rPr>
              <a:t>System Management Commands </a:t>
            </a:r>
            <a:r>
              <a:rPr lang="en-US" sz="2000" b="1" i="0" dirty="0">
                <a:solidFill>
                  <a:srgbClr val="253644"/>
                </a:solidFill>
                <a:effectLst/>
              </a:rPr>
              <a:t>(Slide 1 of 3)</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FF652285-1ED8-E59B-3D8F-BD16A8B75CB3}"/>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
        <p:nvSpPr>
          <p:cNvPr id="3" name="Content Placeholder 2">
            <a:extLst>
              <a:ext uri="{FF2B5EF4-FFF2-40B4-BE49-F238E27FC236}">
                <a16:creationId xmlns:a16="http://schemas.microsoft.com/office/drawing/2014/main" id="{993014FA-1CDF-5633-AFD5-7C12C58944D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shutdown</a:t>
            </a:r>
            <a:endParaRPr lang="en-US" dirty="0">
              <a:ea typeface="Calibri"/>
            </a:endParaRPr>
          </a:p>
          <a:p>
            <a:pPr lvl="1"/>
            <a:r>
              <a:rPr lang="en-US" dirty="0">
                <a:latin typeface="Calibri"/>
                <a:ea typeface="Calibri"/>
                <a:cs typeface="Calibri"/>
              </a:rPr>
              <a:t>/s shutdown</a:t>
            </a:r>
          </a:p>
          <a:p>
            <a:pPr lvl="1"/>
            <a:r>
              <a:rPr lang="en-US" dirty="0">
                <a:latin typeface="Calibri"/>
                <a:ea typeface="Calibri"/>
                <a:cs typeface="Calibri"/>
              </a:rPr>
              <a:t>/h hibernate</a:t>
            </a:r>
            <a:endParaRPr lang="en-US" dirty="0">
              <a:ea typeface="Calibri"/>
            </a:endParaRPr>
          </a:p>
          <a:p>
            <a:pPr lvl="1"/>
            <a:r>
              <a:rPr lang="en-US" dirty="0">
                <a:latin typeface="Calibri"/>
                <a:ea typeface="Calibri"/>
                <a:cs typeface="Calibri"/>
              </a:rPr>
              <a:t>/l log off</a:t>
            </a:r>
          </a:p>
          <a:p>
            <a:pPr lvl="1"/>
            <a:r>
              <a:rPr lang="en-US" dirty="0">
                <a:latin typeface="Calibri"/>
                <a:ea typeface="Calibri"/>
                <a:cs typeface="Calibri"/>
              </a:rPr>
              <a:t>/r restart</a:t>
            </a:r>
          </a:p>
          <a:p>
            <a:pPr lvl="1"/>
            <a:r>
              <a:rPr lang="en-US" dirty="0">
                <a:latin typeface="Calibri"/>
                <a:ea typeface="Calibri"/>
                <a:cs typeface="Calibri"/>
              </a:rPr>
              <a:t>/t assign a delay to the shutdown command execution</a:t>
            </a:r>
            <a:endParaRPr lang="en-US" dirty="0">
              <a:ea typeface="Calibri"/>
            </a:endParaRPr>
          </a:p>
          <a:p>
            <a:pPr lvl="2"/>
            <a:r>
              <a:rPr lang="en-US" dirty="0">
                <a:latin typeface="Calibri"/>
                <a:ea typeface="Calibri"/>
                <a:cs typeface="Calibri"/>
              </a:rPr>
              <a:t>Example: shutdown /r /t 45 will restart the system after 45 seconds</a:t>
            </a:r>
          </a:p>
        </p:txBody>
      </p:sp>
    </p:spTree>
    <p:custDataLst>
      <p:tags r:id="rId1"/>
    </p:custDataLst>
    <p:extLst>
      <p:ext uri="{BB962C8B-B14F-4D97-AF65-F5344CB8AC3E}">
        <p14:creationId xmlns:p14="http://schemas.microsoft.com/office/powerpoint/2010/main" val="2390347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3743-311C-0051-D99B-0A19A83BBD8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984AED5-A3FE-4895-5456-27CD324E6225}"/>
              </a:ext>
            </a:extLst>
          </p:cNvPr>
          <p:cNvSpPr>
            <a:spLocks noGrp="1"/>
          </p:cNvSpPr>
          <p:nvPr>
            <p:ph type="title"/>
          </p:nvPr>
        </p:nvSpPr>
        <p:spPr/>
        <p:txBody>
          <a:bodyPr/>
          <a:lstStyle/>
          <a:p>
            <a:r>
              <a:rPr lang="en-US" b="1" i="0" dirty="0">
                <a:solidFill>
                  <a:srgbClr val="253644"/>
                </a:solidFill>
                <a:effectLst/>
              </a:rPr>
              <a:t>System Management Commands </a:t>
            </a:r>
            <a:r>
              <a:rPr lang="en-US" sz="2000" b="1" i="0" dirty="0">
                <a:solidFill>
                  <a:srgbClr val="253644"/>
                </a:solidFill>
                <a:effectLst/>
              </a:rPr>
              <a:t>(Slide 2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B5462001-A065-0760-A3D0-3F6EE62D039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sfc</a:t>
            </a:r>
          </a:p>
          <a:p>
            <a:pPr lvl="1"/>
            <a:r>
              <a:rPr lang="en-US" dirty="0">
                <a:latin typeface="Calibri"/>
                <a:ea typeface="Calibri"/>
                <a:cs typeface="Calibri"/>
              </a:rPr>
              <a:t>System file checker to fix corrupt or damaged system files</a:t>
            </a:r>
          </a:p>
          <a:p>
            <a:r>
              <a:rPr lang="en-US" dirty="0">
                <a:latin typeface="Calibri"/>
                <a:ea typeface="Calibri"/>
                <a:cs typeface="Calibri"/>
              </a:rPr>
              <a:t>winver </a:t>
            </a:r>
          </a:p>
          <a:p>
            <a:pPr lvl="1"/>
            <a:r>
              <a:rPr lang="en-US" dirty="0">
                <a:latin typeface="Calibri"/>
                <a:ea typeface="Calibri"/>
                <a:cs typeface="Calibri"/>
              </a:rPr>
              <a:t>Displays Windows version information</a:t>
            </a:r>
          </a:p>
          <a:p>
            <a:r>
              <a:rPr lang="en-US" dirty="0">
                <a:latin typeface="Calibri"/>
                <a:ea typeface="Calibri"/>
                <a:cs typeface="Calibri"/>
              </a:rPr>
              <a:t>whoami </a:t>
            </a:r>
          </a:p>
          <a:p>
            <a:pPr lvl="1"/>
            <a:r>
              <a:rPr lang="en-US" dirty="0">
                <a:latin typeface="Calibri"/>
                <a:ea typeface="Calibri"/>
                <a:cs typeface="Calibri"/>
              </a:rPr>
              <a:t>Displays current user who is logged in</a:t>
            </a:r>
            <a:endParaRPr lang="en-US" dirty="0">
              <a:ea typeface="Calibri"/>
            </a:endParaRPr>
          </a:p>
        </p:txBody>
      </p:sp>
      <p:sp>
        <p:nvSpPr>
          <p:cNvPr id="4" name="Slide Number Placeholder 3">
            <a:extLst>
              <a:ext uri="{FF2B5EF4-FFF2-40B4-BE49-F238E27FC236}">
                <a16:creationId xmlns:a16="http://schemas.microsoft.com/office/drawing/2014/main" id="{F44AF7D0-2A3C-0376-6C1C-35A050E1DF78}"/>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Tree>
    <p:custDataLst>
      <p:tags r:id="rId1"/>
    </p:custDataLst>
    <p:extLst>
      <p:ext uri="{BB962C8B-B14F-4D97-AF65-F5344CB8AC3E}">
        <p14:creationId xmlns:p14="http://schemas.microsoft.com/office/powerpoint/2010/main" val="406174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B717-CCFD-A648-EA59-DB228345A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48C12-6E0B-FCD0-7748-0EB1D7D5F88E}"/>
              </a:ext>
            </a:extLst>
          </p:cNvPr>
          <p:cNvSpPr>
            <a:spLocks noGrp="1"/>
          </p:cNvSpPr>
          <p:nvPr>
            <p:ph type="title"/>
          </p:nvPr>
        </p:nvSpPr>
        <p:spPr/>
        <p:txBody>
          <a:bodyPr/>
          <a:lstStyle/>
          <a:p>
            <a:r>
              <a:rPr lang="en-US" b="1" i="0" dirty="0">
                <a:solidFill>
                  <a:srgbClr val="253644"/>
                </a:solidFill>
                <a:effectLst/>
              </a:rPr>
              <a:t>System Management Commands </a:t>
            </a:r>
            <a:r>
              <a:rPr lang="en-US" sz="2000" b="1" i="0" dirty="0">
                <a:solidFill>
                  <a:srgbClr val="253644"/>
                </a:solidFill>
                <a:effectLst/>
              </a:rPr>
              <a:t>(Slide 3 of 3)</a:t>
            </a:r>
            <a:endParaRPr lang="en-US" sz="2000" dirty="0"/>
          </a:p>
        </p:txBody>
      </p:sp>
      <p:pic>
        <p:nvPicPr>
          <p:cNvPr id="6" name="Picture 5" descr="A screenshot of the Windows Command Prompt running as an administrator, displaying the System File Checker (S F C) utility.">
            <a:extLst>
              <a:ext uri="{FF2B5EF4-FFF2-40B4-BE49-F238E27FC236}">
                <a16:creationId xmlns:a16="http://schemas.microsoft.com/office/drawing/2014/main" id="{C452950E-24DC-7877-466D-B7059E90CF18}"/>
              </a:ext>
            </a:extLst>
          </p:cNvPr>
          <p:cNvPicPr>
            <a:picLocks noChangeAspect="1"/>
          </p:cNvPicPr>
          <p:nvPr/>
        </p:nvPicPr>
        <p:blipFill>
          <a:blip r:embed="rId3"/>
          <a:stretch>
            <a:fillRect/>
          </a:stretch>
        </p:blipFill>
        <p:spPr>
          <a:xfrm>
            <a:off x="1943713" y="717421"/>
            <a:ext cx="5256572" cy="4168269"/>
          </a:xfrm>
          <a:prstGeom prst="rect">
            <a:avLst/>
          </a:prstGeom>
          <a:noFill/>
          <a:ln>
            <a:noFill/>
          </a:ln>
        </p:spPr>
      </p:pic>
      <p:sp>
        <p:nvSpPr>
          <p:cNvPr id="4" name="Content Placeholder 11">
            <a:extLst>
              <a:ext uri="{FF2B5EF4-FFF2-40B4-BE49-F238E27FC236}">
                <a16:creationId xmlns:a16="http://schemas.microsoft.com/office/drawing/2014/main" id="{484EFF98-EE28-4BC5-3444-2BE2A272318C}"/>
              </a:ext>
            </a:extLst>
          </p:cNvPr>
          <p:cNvSpPr txBox="1">
            <a:spLocks/>
          </p:cNvSpPr>
          <p:nvPr/>
        </p:nvSpPr>
        <p:spPr>
          <a:xfrm>
            <a:off x="1943713" y="4885690"/>
            <a:ext cx="525657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41274CBD-5722-ACF5-20B9-EC98D84B9C4A}"/>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3065497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DDA2B-4685-FB5E-CBD8-03545F27DD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0A1A2D-7046-62CD-F837-A6B7A89B9986}"/>
              </a:ext>
            </a:extLst>
          </p:cNvPr>
          <p:cNvSpPr>
            <a:spLocks noGrp="1"/>
          </p:cNvSpPr>
          <p:nvPr>
            <p:ph type="sldNum" sz="quarter" idx="13"/>
          </p:nvPr>
        </p:nvSpPr>
        <p:spPr/>
        <p:txBody>
          <a:bodyPr/>
          <a:lstStyle/>
          <a:p>
            <a:fld id="{B7CF8A19-3A9E-4ABC-B336-2FDDE321C72D}" type="slidenum">
              <a:rPr lang="en-US" smtClean="0"/>
              <a:pPr/>
              <a:t>36</a:t>
            </a:fld>
            <a:endParaRPr lang="en-US" dirty="0"/>
          </a:p>
        </p:txBody>
      </p:sp>
      <p:sp>
        <p:nvSpPr>
          <p:cNvPr id="3" name="Content Placeholder 2">
            <a:extLst>
              <a:ext uri="{FF2B5EF4-FFF2-40B4-BE49-F238E27FC236}">
                <a16:creationId xmlns:a16="http://schemas.microsoft.com/office/drawing/2014/main" id="{E3DE0C01-6420-AEC9-3616-91CCFC08DF75}"/>
              </a:ext>
            </a:extLst>
          </p:cNvPr>
          <p:cNvSpPr>
            <a:spLocks noGrp="1"/>
          </p:cNvSpPr>
          <p:nvPr>
            <p:ph sz="quarter" idx="14"/>
          </p:nvPr>
        </p:nvSpPr>
        <p:spPr/>
        <p:txBody>
          <a:bodyPr>
            <a:normAutofit/>
          </a:bodyPr>
          <a:lstStyle/>
          <a:p>
            <a:r>
              <a:rPr lang="en-US" dirty="0"/>
              <a:t>Lab: Manage Files and Folders</a:t>
            </a:r>
            <a:br>
              <a:rPr lang="en-US" dirty="0"/>
            </a:br>
            <a:r>
              <a:rPr lang="en-US" sz="2000" dirty="0"/>
              <a:t>(available in CertMaster Learn and CertMaster Perform)</a:t>
            </a:r>
          </a:p>
          <a:p>
            <a:r>
              <a:rPr lang="en-US" dirty="0"/>
              <a:t>Applied Live Lab: Configure File Storage</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2478040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79C6F-ED69-EB62-CBC3-26C7BC5CA9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FE2B9D-4B39-37C4-0462-81A1AAE14CF8}"/>
              </a:ext>
            </a:extLst>
          </p:cNvPr>
          <p:cNvSpPr>
            <a:spLocks noGrp="1"/>
          </p:cNvSpPr>
          <p:nvPr>
            <p:ph type="title"/>
          </p:nvPr>
        </p:nvSpPr>
        <p:spPr/>
        <p:txBody>
          <a:bodyPr/>
          <a:lstStyle/>
          <a:p>
            <a:r>
              <a:rPr lang="en-US" dirty="0"/>
              <a:t>Command-Line Tools</a:t>
            </a:r>
          </a:p>
        </p:txBody>
      </p:sp>
      <p:sp>
        <p:nvSpPr>
          <p:cNvPr id="2" name="Content Placeholder 1">
            <a:extLst>
              <a:ext uri="{FF2B5EF4-FFF2-40B4-BE49-F238E27FC236}">
                <a16:creationId xmlns:a16="http://schemas.microsoft.com/office/drawing/2014/main" id="{A44B7A9C-2F89-4540-CD80-D3B09EFCE270}"/>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Command Prompt</a:t>
            </a:r>
          </a:p>
          <a:p>
            <a:r>
              <a:rPr lang="en-US" dirty="0"/>
              <a:t>Navigation Commands</a:t>
            </a:r>
          </a:p>
          <a:p>
            <a:r>
              <a:rPr lang="en-US" dirty="0"/>
              <a:t>File Management Commands</a:t>
            </a:r>
          </a:p>
          <a:p>
            <a:r>
              <a:rPr lang="en-US" dirty="0"/>
              <a:t>Disk Management Commands</a:t>
            </a:r>
          </a:p>
          <a:p>
            <a:r>
              <a:rPr lang="en-US" dirty="0"/>
              <a:t>System Management Commands</a:t>
            </a:r>
          </a:p>
        </p:txBody>
      </p:sp>
      <p:sp>
        <p:nvSpPr>
          <p:cNvPr id="4" name="Slide Number Placeholder 3">
            <a:extLst>
              <a:ext uri="{FF2B5EF4-FFF2-40B4-BE49-F238E27FC236}">
                <a16:creationId xmlns:a16="http://schemas.microsoft.com/office/drawing/2014/main" id="{211E02D6-486D-2F39-9F5E-2CB89FD15CDB}"/>
              </a:ext>
            </a:extLst>
          </p:cNvPr>
          <p:cNvSpPr>
            <a:spLocks noGrp="1"/>
          </p:cNvSpPr>
          <p:nvPr>
            <p:ph type="sldNum" sz="quarter" idx="12"/>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2682790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Windows Networking</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13.3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535F-16E9-5422-A5BF-B46895CBFB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AB729BB-31F8-26AC-CE91-E053B58B46C6}"/>
              </a:ext>
            </a:extLst>
          </p:cNvPr>
          <p:cNvSpPr>
            <a:spLocks noGrp="1"/>
          </p:cNvSpPr>
          <p:nvPr>
            <p:ph type="title"/>
          </p:nvPr>
        </p:nvSpPr>
        <p:spPr/>
        <p:txBody>
          <a:bodyPr/>
          <a:lstStyle/>
          <a:p>
            <a:r>
              <a:rPr lang="en-US" b="1" i="0" dirty="0">
                <a:solidFill>
                  <a:srgbClr val="253644"/>
                </a:solidFill>
                <a:effectLst/>
              </a:rPr>
              <a:t>Windows Network Connection Types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CC15CF77-58AA-12C0-D086-B47E0C678AB2}"/>
              </a:ext>
            </a:extLst>
          </p:cNvPr>
          <p:cNvSpPr>
            <a:spLocks noGrp="1"/>
          </p:cNvSpPr>
          <p:nvPr>
            <p:ph idx="1"/>
          </p:nvPr>
        </p:nvSpPr>
        <p:spPr>
          <a:xfrm>
            <a:off x="146050" y="746760"/>
            <a:ext cx="8249805" cy="4046220"/>
          </a:xfrm>
        </p:spPr>
        <p:txBody>
          <a:bodyPr vert="horz" lIns="91440" tIns="45720" rIns="91440" bIns="45720" rtlCol="0" anchor="t">
            <a:normAutofit/>
          </a:bodyPr>
          <a:lstStyle/>
          <a:p>
            <a:r>
              <a:rPr lang="en-US" dirty="0">
                <a:latin typeface="Calibri"/>
                <a:ea typeface="Calibri"/>
                <a:cs typeface="Calibri"/>
              </a:rPr>
              <a:t>Wired</a:t>
            </a:r>
            <a:endParaRPr lang="en-US" dirty="0"/>
          </a:p>
          <a:p>
            <a:pPr lvl="1"/>
            <a:r>
              <a:rPr lang="en-US" dirty="0">
                <a:latin typeface="Calibri"/>
                <a:ea typeface="Calibri"/>
                <a:cs typeface="Calibri"/>
              </a:rPr>
              <a:t>EthernetX, where x is the number of the interface</a:t>
            </a:r>
            <a:endParaRPr lang="en-US" dirty="0"/>
          </a:p>
          <a:p>
            <a:pPr lvl="1"/>
            <a:r>
              <a:rPr lang="en-US" dirty="0">
                <a:latin typeface="Calibri"/>
                <a:ea typeface="Calibri"/>
                <a:cs typeface="Calibri"/>
              </a:rPr>
              <a:t>Configure by navigating to Device Manager &gt; Properties &gt; Advanced tab</a:t>
            </a:r>
          </a:p>
          <a:p>
            <a:r>
              <a:rPr lang="en-US" dirty="0">
                <a:ea typeface="Calibri"/>
              </a:rPr>
              <a:t>Wireless</a:t>
            </a:r>
          </a:p>
          <a:p>
            <a:pPr lvl="1"/>
            <a:r>
              <a:rPr lang="en-US" dirty="0">
                <a:latin typeface="Calibri"/>
                <a:ea typeface="Calibri"/>
                <a:cs typeface="Calibri"/>
              </a:rPr>
              <a:t>Scan for network or enter SSID manually</a:t>
            </a:r>
            <a:endParaRPr lang="en-US" dirty="0">
              <a:ea typeface="Calibri"/>
            </a:endParaRPr>
          </a:p>
          <a:p>
            <a:pPr lvl="1"/>
            <a:r>
              <a:rPr lang="en-US" dirty="0">
                <a:latin typeface="Calibri"/>
                <a:ea typeface="Calibri"/>
                <a:cs typeface="Calibri"/>
              </a:rPr>
              <a:t>Connect automatically selection </a:t>
            </a:r>
          </a:p>
          <a:p>
            <a:pPr lvl="2"/>
            <a:r>
              <a:rPr lang="en-US" dirty="0">
                <a:latin typeface="Calibri"/>
                <a:ea typeface="Calibri"/>
                <a:cs typeface="Calibri"/>
              </a:rPr>
              <a:t>Only for trusted networks</a:t>
            </a:r>
            <a:endParaRPr lang="en-US" dirty="0">
              <a:ea typeface="Calibri"/>
            </a:endParaRPr>
          </a:p>
        </p:txBody>
      </p:sp>
      <p:sp>
        <p:nvSpPr>
          <p:cNvPr id="4" name="Slide Number Placeholder 3">
            <a:extLst>
              <a:ext uri="{FF2B5EF4-FFF2-40B4-BE49-F238E27FC236}">
                <a16:creationId xmlns:a16="http://schemas.microsoft.com/office/drawing/2014/main" id="{D228C452-9063-8981-47CE-A0FEB1BF942B}"/>
              </a:ext>
            </a:extLst>
          </p:cNvPr>
          <p:cNvSpPr>
            <a:spLocks noGrp="1"/>
          </p:cNvSpPr>
          <p:nvPr>
            <p:ph type="sldNum" sz="quarter" idx="10"/>
          </p:nvPr>
        </p:nvSpPr>
        <p:spPr/>
        <p:txBody>
          <a:bodyPr/>
          <a:lstStyle/>
          <a:p>
            <a:fld id="{B7CF8A19-3A9E-4ABC-B336-2FDDE321C72D}" type="slidenum">
              <a:rPr lang="en-US" smtClean="0"/>
              <a:pPr/>
              <a:t>39</a:t>
            </a:fld>
            <a:endParaRPr lang="en-US" dirty="0"/>
          </a:p>
        </p:txBody>
      </p:sp>
    </p:spTree>
    <p:custDataLst>
      <p:tags r:id="rId1"/>
    </p:custDataLst>
    <p:extLst>
      <p:ext uri="{BB962C8B-B14F-4D97-AF65-F5344CB8AC3E}">
        <p14:creationId xmlns:p14="http://schemas.microsoft.com/office/powerpoint/2010/main" val="2279390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0372-A2FC-D0B8-230A-BCFF36CEA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8F21B-E1FB-12C6-EE85-D042683F6099}"/>
              </a:ext>
            </a:extLst>
          </p:cNvPr>
          <p:cNvSpPr>
            <a:spLocks noGrp="1"/>
          </p:cNvSpPr>
          <p:nvPr>
            <p:ph type="title"/>
          </p:nvPr>
        </p:nvSpPr>
        <p:spPr/>
        <p:txBody>
          <a:bodyPr/>
          <a:lstStyle/>
          <a:p>
            <a:r>
              <a:rPr lang="en-US" b="1" i="0" dirty="0">
                <a:solidFill>
                  <a:srgbClr val="253644"/>
                </a:solidFill>
                <a:effectLst/>
              </a:rPr>
              <a:t>Windows Network Connection Types </a:t>
            </a:r>
            <a:r>
              <a:rPr lang="en-US" sz="2000" b="1" i="0" dirty="0">
                <a:solidFill>
                  <a:srgbClr val="253644"/>
                </a:solidFill>
                <a:effectLst/>
              </a:rPr>
              <a:t>(Slide 2 of 3)</a:t>
            </a:r>
            <a:endParaRPr lang="en-US" sz="2000" dirty="0"/>
          </a:p>
        </p:txBody>
      </p:sp>
      <p:pic>
        <p:nvPicPr>
          <p:cNvPr id="9" name="Picture 8" descr="A screenshot of the Windows Settings window displaying the Network and Internet settings.">
            <a:extLst>
              <a:ext uri="{FF2B5EF4-FFF2-40B4-BE49-F238E27FC236}">
                <a16:creationId xmlns:a16="http://schemas.microsoft.com/office/drawing/2014/main" id="{533234E5-E688-F797-0A28-D0E8DD32383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0894" y="713064"/>
            <a:ext cx="3302207" cy="4172626"/>
          </a:xfrm>
          <a:prstGeom prst="rect">
            <a:avLst/>
          </a:prstGeom>
        </p:spPr>
      </p:pic>
      <p:sp>
        <p:nvSpPr>
          <p:cNvPr id="7" name="Content Placeholder 11">
            <a:extLst>
              <a:ext uri="{FF2B5EF4-FFF2-40B4-BE49-F238E27FC236}">
                <a16:creationId xmlns:a16="http://schemas.microsoft.com/office/drawing/2014/main" id="{8BBF22DC-C9BB-F6A5-9F25-E7460AA8F573}"/>
              </a:ext>
            </a:extLst>
          </p:cNvPr>
          <p:cNvSpPr txBox="1">
            <a:spLocks/>
          </p:cNvSpPr>
          <p:nvPr/>
        </p:nvSpPr>
        <p:spPr>
          <a:xfrm>
            <a:off x="2920894" y="4885690"/>
            <a:ext cx="330220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3FF1668C-3F55-2D35-0AD9-E62704E43581}"/>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1664212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E4DEC-D30B-2DF1-C4BC-EC01C5BD6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D1F9A-58C2-C0BB-87F5-ED036A4FE0C2}"/>
              </a:ext>
            </a:extLst>
          </p:cNvPr>
          <p:cNvSpPr>
            <a:spLocks noGrp="1"/>
          </p:cNvSpPr>
          <p:nvPr>
            <p:ph type="title"/>
          </p:nvPr>
        </p:nvSpPr>
        <p:spPr/>
        <p:txBody>
          <a:bodyPr/>
          <a:lstStyle/>
          <a:p>
            <a:r>
              <a:rPr lang="en-US" b="1" i="0" dirty="0">
                <a:solidFill>
                  <a:srgbClr val="253644"/>
                </a:solidFill>
                <a:effectLst/>
              </a:rPr>
              <a:t>Windows Network Connection Types </a:t>
            </a:r>
            <a:r>
              <a:rPr lang="en-US" sz="2000" b="1" i="0" dirty="0">
                <a:solidFill>
                  <a:srgbClr val="253644"/>
                </a:solidFill>
                <a:effectLst/>
              </a:rPr>
              <a:t>(Slide 3 of 3)</a:t>
            </a:r>
            <a:endParaRPr lang="en-US" sz="2000" dirty="0"/>
          </a:p>
        </p:txBody>
      </p:sp>
      <p:pic>
        <p:nvPicPr>
          <p:cNvPr id="6" name="Picture 5" descr="A screenshot of the T P hyphen Link Wireless U S B Adapter Properties window under the Advanced tab.">
            <a:extLst>
              <a:ext uri="{FF2B5EF4-FFF2-40B4-BE49-F238E27FC236}">
                <a16:creationId xmlns:a16="http://schemas.microsoft.com/office/drawing/2014/main" id="{A3A358CE-FAB7-F45F-6633-DABFD4D870C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76990" y="748147"/>
            <a:ext cx="3590014" cy="4083641"/>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4D629B45-22C7-AA43-BE41-225FCBFCCC83}"/>
              </a:ext>
            </a:extLst>
          </p:cNvPr>
          <p:cNvSpPr txBox="1">
            <a:spLocks/>
          </p:cNvSpPr>
          <p:nvPr/>
        </p:nvSpPr>
        <p:spPr>
          <a:xfrm>
            <a:off x="2843173" y="4868732"/>
            <a:ext cx="345764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3096C957-81B5-1B79-37AF-52C9C679D5E3}"/>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18851841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E4D26-2C37-36FF-0926-D7E8EDD33A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C31C94-52A5-DE2C-9A2F-723E4C05E22C}"/>
              </a:ext>
            </a:extLst>
          </p:cNvPr>
          <p:cNvSpPr>
            <a:spLocks noGrp="1"/>
          </p:cNvSpPr>
          <p:nvPr>
            <p:ph type="title"/>
          </p:nvPr>
        </p:nvSpPr>
        <p:spPr/>
        <p:txBody>
          <a:bodyPr/>
          <a:lstStyle/>
          <a:p>
            <a:r>
              <a:rPr lang="en-US" b="1" i="0" dirty="0">
                <a:solidFill>
                  <a:srgbClr val="253644"/>
                </a:solidFill>
                <a:effectLst/>
              </a:rPr>
              <a:t>IP Addressing Schemes</a:t>
            </a:r>
            <a:endParaRPr lang="en-US" sz="2000" dirty="0">
              <a:solidFill>
                <a:srgbClr val="253644"/>
              </a:solidFill>
            </a:endParaRPr>
          </a:p>
        </p:txBody>
      </p:sp>
      <p:sp>
        <p:nvSpPr>
          <p:cNvPr id="3" name="Content Placeholder 2">
            <a:extLst>
              <a:ext uri="{FF2B5EF4-FFF2-40B4-BE49-F238E27FC236}">
                <a16:creationId xmlns:a16="http://schemas.microsoft.com/office/drawing/2014/main" id="{169DC84F-FA05-F988-3793-3955DFD5F569}"/>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Configuration requirements</a:t>
            </a:r>
          </a:p>
          <a:p>
            <a:pPr lvl="1"/>
            <a:r>
              <a:rPr lang="en-US" dirty="0">
                <a:latin typeface="Calibri"/>
                <a:ea typeface="Calibri"/>
                <a:cs typeface="Calibri"/>
              </a:rPr>
              <a:t>IP address</a:t>
            </a:r>
            <a:endParaRPr lang="en-US" dirty="0">
              <a:ea typeface="Calibri" panose="020F0502020204030204" pitchFamily="34" charset="0"/>
            </a:endParaRPr>
          </a:p>
          <a:p>
            <a:pPr lvl="2"/>
            <a:r>
              <a:rPr lang="en-US" dirty="0">
                <a:latin typeface="Calibri"/>
                <a:ea typeface="Calibri"/>
                <a:cs typeface="Calibri"/>
              </a:rPr>
              <a:t>v4- 32-bit address</a:t>
            </a:r>
          </a:p>
          <a:p>
            <a:pPr lvl="3"/>
            <a:r>
              <a:rPr lang="en-US" dirty="0">
                <a:latin typeface="Calibri"/>
                <a:ea typeface="Calibri"/>
                <a:cs typeface="Calibri"/>
              </a:rPr>
              <a:t>dotted decimal</a:t>
            </a:r>
          </a:p>
          <a:p>
            <a:pPr lvl="2"/>
            <a:r>
              <a:rPr lang="en-US" dirty="0">
                <a:latin typeface="Calibri"/>
                <a:ea typeface="Calibri"/>
                <a:cs typeface="Calibri"/>
              </a:rPr>
              <a:t>v6- 128-bit address</a:t>
            </a:r>
          </a:p>
          <a:p>
            <a:pPr lvl="3"/>
            <a:r>
              <a:rPr lang="en-US" dirty="0">
                <a:latin typeface="Calibri"/>
                <a:ea typeface="Calibri"/>
                <a:cs typeface="Calibri"/>
              </a:rPr>
              <a:t>hex notation</a:t>
            </a:r>
          </a:p>
          <a:p>
            <a:pPr lvl="1"/>
            <a:r>
              <a:rPr lang="en-US" dirty="0">
                <a:latin typeface="Calibri"/>
                <a:ea typeface="Calibri"/>
                <a:cs typeface="Calibri"/>
              </a:rPr>
              <a:t>Subnet mask</a:t>
            </a:r>
          </a:p>
          <a:p>
            <a:pPr lvl="1"/>
            <a:r>
              <a:rPr lang="en-US" dirty="0">
                <a:latin typeface="Calibri"/>
                <a:ea typeface="Calibri"/>
                <a:cs typeface="Calibri"/>
              </a:rPr>
              <a:t>Default gateway</a:t>
            </a:r>
          </a:p>
          <a:p>
            <a:pPr lvl="1"/>
            <a:r>
              <a:rPr lang="en-US" dirty="0">
                <a:latin typeface="Calibri"/>
                <a:ea typeface="Calibri"/>
                <a:cs typeface="Calibri"/>
              </a:rPr>
              <a:t>DNS server IP</a:t>
            </a:r>
          </a:p>
          <a:p>
            <a:r>
              <a:rPr lang="en-US" dirty="0">
                <a:latin typeface="Calibri"/>
                <a:ea typeface="Calibri"/>
                <a:cs typeface="Calibri"/>
              </a:rPr>
              <a:t>Static vs dynamic (DHCP)</a:t>
            </a:r>
            <a:endParaRPr lang="en-US" dirty="0">
              <a:ea typeface="Calibri"/>
            </a:endParaRPr>
          </a:p>
        </p:txBody>
      </p:sp>
      <p:sp>
        <p:nvSpPr>
          <p:cNvPr id="4" name="Slide Number Placeholder 3">
            <a:extLst>
              <a:ext uri="{FF2B5EF4-FFF2-40B4-BE49-F238E27FC236}">
                <a16:creationId xmlns:a16="http://schemas.microsoft.com/office/drawing/2014/main" id="{EAA81B4B-05F9-D66A-DFE7-9DEC74E75924}"/>
              </a:ext>
            </a:extLst>
          </p:cNvPr>
          <p:cNvSpPr>
            <a:spLocks noGrp="1"/>
          </p:cNvSpPr>
          <p:nvPr>
            <p:ph type="sldNum" sz="quarter" idx="10"/>
          </p:nvPr>
        </p:nvSpPr>
        <p:spPr/>
        <p:txBody>
          <a:bodyPr/>
          <a:lstStyle/>
          <a:p>
            <a:fld id="{B7CF8A19-3A9E-4ABC-B336-2FDDE321C72D}" type="slidenum">
              <a:rPr lang="en-US" smtClean="0"/>
              <a:pPr/>
              <a:t>42</a:t>
            </a:fld>
            <a:endParaRPr lang="en-US" dirty="0"/>
          </a:p>
        </p:txBody>
      </p:sp>
    </p:spTree>
    <p:custDataLst>
      <p:tags r:id="rId1"/>
    </p:custDataLst>
    <p:extLst>
      <p:ext uri="{BB962C8B-B14F-4D97-AF65-F5344CB8AC3E}">
        <p14:creationId xmlns:p14="http://schemas.microsoft.com/office/powerpoint/2010/main" val="35769747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FD1D6-487D-836C-90AD-3C07DC29F72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27D8186-1559-1809-E7BB-2ADEDDA73CCB}"/>
              </a:ext>
            </a:extLst>
          </p:cNvPr>
          <p:cNvSpPr>
            <a:spLocks noGrp="1"/>
          </p:cNvSpPr>
          <p:nvPr>
            <p:ph type="title"/>
          </p:nvPr>
        </p:nvSpPr>
        <p:spPr/>
        <p:txBody>
          <a:bodyPr/>
          <a:lstStyle/>
          <a:p>
            <a:r>
              <a:rPr lang="en-US" b="1" i="0" dirty="0">
                <a:solidFill>
                  <a:srgbClr val="253644"/>
                </a:solidFill>
                <a:effectLst/>
              </a:rPr>
              <a:t>Windows Client Configuration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4D2B57A6-8466-3AB5-2486-C3ADD7AC0DAA}"/>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Network &amp; Internet settings or Network Connections applet</a:t>
            </a:r>
          </a:p>
          <a:p>
            <a:r>
              <a:rPr lang="en-US" dirty="0">
                <a:latin typeface="Calibri"/>
                <a:ea typeface="Calibri"/>
                <a:cs typeface="Calibri"/>
              </a:rPr>
              <a:t>DHCP is default configuration for adapters</a:t>
            </a:r>
            <a:endParaRPr lang="en-US" dirty="0">
              <a:ea typeface="Calibri"/>
            </a:endParaRPr>
          </a:p>
          <a:p>
            <a:r>
              <a:rPr lang="en-US" dirty="0">
                <a:latin typeface="Calibri"/>
                <a:ea typeface="Calibri"/>
                <a:cs typeface="Calibri"/>
              </a:rPr>
              <a:t>Installed by default</a:t>
            </a:r>
          </a:p>
          <a:p>
            <a:pPr lvl="1"/>
            <a:r>
              <a:rPr lang="en-US" dirty="0">
                <a:latin typeface="Calibri"/>
                <a:ea typeface="Calibri"/>
                <a:cs typeface="Calibri"/>
              </a:rPr>
              <a:t>Microsoft Networks </a:t>
            </a:r>
          </a:p>
          <a:p>
            <a:pPr lvl="1"/>
            <a:r>
              <a:rPr lang="en-US" dirty="0">
                <a:latin typeface="Calibri"/>
                <a:ea typeface="Calibri"/>
                <a:cs typeface="Calibri"/>
              </a:rPr>
              <a:t>File and Printer Sharing for Microsoft Networks </a:t>
            </a:r>
          </a:p>
          <a:p>
            <a:pPr lvl="1"/>
            <a:r>
              <a:rPr lang="en-US" dirty="0">
                <a:latin typeface="Calibri"/>
                <a:ea typeface="Calibri"/>
                <a:cs typeface="Calibri"/>
              </a:rPr>
              <a:t>IPv4 and IPv6</a:t>
            </a:r>
          </a:p>
          <a:p>
            <a:pPr lvl="1"/>
            <a:r>
              <a:rPr lang="en-US" dirty="0">
                <a:latin typeface="Calibri"/>
                <a:ea typeface="Calibri"/>
                <a:cs typeface="Calibri"/>
              </a:rPr>
              <a:t>Link-layer Topology Discovery</a:t>
            </a:r>
            <a:r>
              <a:rPr lang="en-US" baseline="0" dirty="0">
                <a:latin typeface="Calibri"/>
                <a:ea typeface="Calibri"/>
                <a:cs typeface="Calibri"/>
              </a:rPr>
              <a:t> </a:t>
            </a:r>
            <a:endParaRPr lang="en-US" dirty="0">
              <a:latin typeface="Calibri"/>
              <a:ea typeface="Calibri"/>
              <a:cs typeface="Calibri"/>
            </a:endParaRPr>
          </a:p>
          <a:p>
            <a:pPr lvl="2"/>
            <a:r>
              <a:rPr lang="en-US" dirty="0">
                <a:latin typeface="Calibri"/>
                <a:ea typeface="Calibri"/>
                <a:cs typeface="Calibri"/>
              </a:rPr>
              <a:t>Network mapping and discovery function</a:t>
            </a:r>
          </a:p>
        </p:txBody>
      </p:sp>
      <p:sp>
        <p:nvSpPr>
          <p:cNvPr id="4" name="Slide Number Placeholder 3">
            <a:extLst>
              <a:ext uri="{FF2B5EF4-FFF2-40B4-BE49-F238E27FC236}">
                <a16:creationId xmlns:a16="http://schemas.microsoft.com/office/drawing/2014/main" id="{1119530E-A9A2-57DB-04D5-E878CD9F9C1E}"/>
              </a:ext>
            </a:extLst>
          </p:cNvPr>
          <p:cNvSpPr>
            <a:spLocks noGrp="1"/>
          </p:cNvSpPr>
          <p:nvPr>
            <p:ph type="sldNum" sz="quarter" idx="10"/>
          </p:nvPr>
        </p:nvSpPr>
        <p:spPr/>
        <p:txBody>
          <a:bodyPr/>
          <a:lstStyle/>
          <a:p>
            <a:fld id="{B7CF8A19-3A9E-4ABC-B336-2FDDE321C72D}" type="slidenum">
              <a:rPr lang="en-US" smtClean="0"/>
              <a:pPr/>
              <a:t>43</a:t>
            </a:fld>
            <a:endParaRPr lang="en-US" dirty="0"/>
          </a:p>
        </p:txBody>
      </p:sp>
    </p:spTree>
    <p:custDataLst>
      <p:tags r:id="rId1"/>
    </p:custDataLst>
    <p:extLst>
      <p:ext uri="{BB962C8B-B14F-4D97-AF65-F5344CB8AC3E}">
        <p14:creationId xmlns:p14="http://schemas.microsoft.com/office/powerpoint/2010/main" val="873217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864CD-061C-065A-DFB4-3700E4D93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B3363-1FAF-3AE8-AC8F-6EB9E6BFFA03}"/>
              </a:ext>
            </a:extLst>
          </p:cNvPr>
          <p:cNvSpPr>
            <a:spLocks noGrp="1"/>
          </p:cNvSpPr>
          <p:nvPr>
            <p:ph type="title"/>
          </p:nvPr>
        </p:nvSpPr>
        <p:spPr/>
        <p:txBody>
          <a:bodyPr/>
          <a:lstStyle/>
          <a:p>
            <a:r>
              <a:rPr lang="en-US" b="1" i="0" dirty="0">
                <a:solidFill>
                  <a:srgbClr val="253644"/>
                </a:solidFill>
                <a:effectLst/>
              </a:rPr>
              <a:t>Windows Client Configuration </a:t>
            </a:r>
            <a:r>
              <a:rPr lang="en-US" sz="2000" b="1" i="0" dirty="0">
                <a:solidFill>
                  <a:srgbClr val="253644"/>
                </a:solidFill>
                <a:effectLst/>
              </a:rPr>
              <a:t>(Slide 2 of 3)</a:t>
            </a:r>
            <a:endParaRPr lang="en-US" sz="2000" dirty="0"/>
          </a:p>
        </p:txBody>
      </p:sp>
      <p:sp>
        <p:nvSpPr>
          <p:cNvPr id="3" name="Slide Number Placeholder 2">
            <a:extLst>
              <a:ext uri="{FF2B5EF4-FFF2-40B4-BE49-F238E27FC236}">
                <a16:creationId xmlns:a16="http://schemas.microsoft.com/office/drawing/2014/main" id="{5FAF4EFF-0702-EB83-F2C6-AE289AFCD265}"/>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
        <p:nvSpPr>
          <p:cNvPr id="7" name="Content Placeholder 11">
            <a:extLst>
              <a:ext uri="{FF2B5EF4-FFF2-40B4-BE49-F238E27FC236}">
                <a16:creationId xmlns:a16="http://schemas.microsoft.com/office/drawing/2014/main" id="{655BBF50-A9B4-D71E-5757-49998345271E}"/>
              </a:ext>
            </a:extLst>
          </p:cNvPr>
          <p:cNvSpPr txBox="1">
            <a:spLocks/>
          </p:cNvSpPr>
          <p:nvPr/>
        </p:nvSpPr>
        <p:spPr>
          <a:xfrm>
            <a:off x="1259519" y="4715250"/>
            <a:ext cx="662496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screenshot of the Ethernet Properties and Internet Protocol Version 4 (T C P slash I P v 4) properties windows.">
            <a:extLst>
              <a:ext uri="{FF2B5EF4-FFF2-40B4-BE49-F238E27FC236}">
                <a16:creationId xmlns:a16="http://schemas.microsoft.com/office/drawing/2014/main" id="{49847A26-D158-95FA-F135-424B4886368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59517" y="744407"/>
            <a:ext cx="6624964" cy="3924663"/>
          </a:xfrm>
          <a:prstGeom prst="rect">
            <a:avLst/>
          </a:prstGeom>
          <a:ln>
            <a:solidFill>
              <a:schemeClr val="bg1">
                <a:lumMod val="85000"/>
              </a:schemeClr>
            </a:solidFill>
          </a:ln>
        </p:spPr>
      </p:pic>
    </p:spTree>
    <p:extLst>
      <p:ext uri="{BB962C8B-B14F-4D97-AF65-F5344CB8AC3E}">
        <p14:creationId xmlns:p14="http://schemas.microsoft.com/office/powerpoint/2010/main" val="9339995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0EE13-42A1-8748-8E30-7456DD0E0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B6B37-C76B-D1F7-36EA-9CA19A58B7CB}"/>
              </a:ext>
            </a:extLst>
          </p:cNvPr>
          <p:cNvSpPr>
            <a:spLocks noGrp="1"/>
          </p:cNvSpPr>
          <p:nvPr>
            <p:ph type="title"/>
          </p:nvPr>
        </p:nvSpPr>
        <p:spPr/>
        <p:txBody>
          <a:bodyPr/>
          <a:lstStyle/>
          <a:p>
            <a:r>
              <a:rPr lang="en-US" b="1" i="0" dirty="0">
                <a:solidFill>
                  <a:srgbClr val="253644"/>
                </a:solidFill>
                <a:effectLst/>
              </a:rPr>
              <a:t>Windows Client Configuration </a:t>
            </a:r>
            <a:r>
              <a:rPr lang="en-US" sz="2000" b="1" i="0" dirty="0">
                <a:solidFill>
                  <a:srgbClr val="253644"/>
                </a:solidFill>
                <a:effectLst/>
              </a:rPr>
              <a:t>(Slide </a:t>
            </a:r>
            <a:r>
              <a:rPr lang="en-US" sz="2000" dirty="0">
                <a:solidFill>
                  <a:srgbClr val="253644"/>
                </a:solidFill>
              </a:rPr>
              <a:t>3</a:t>
            </a:r>
            <a:r>
              <a:rPr lang="en-US" sz="2000" b="1" i="0" dirty="0">
                <a:solidFill>
                  <a:srgbClr val="253644"/>
                </a:solidFill>
                <a:effectLst/>
              </a:rPr>
              <a:t> of 3)</a:t>
            </a:r>
            <a:endParaRPr lang="en-US" sz="2000" dirty="0"/>
          </a:p>
        </p:txBody>
      </p:sp>
      <p:pic>
        <p:nvPicPr>
          <p:cNvPr id="6" name="Picture 5" descr="A screenshot of the Windows Settings window under the Ethernet section, displaying the Edit I P Settings panel.">
            <a:extLst>
              <a:ext uri="{FF2B5EF4-FFF2-40B4-BE49-F238E27FC236}">
                <a16:creationId xmlns:a16="http://schemas.microsoft.com/office/drawing/2014/main" id="{D503A27A-3972-316E-11B8-44D79C688A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5229" y="648201"/>
            <a:ext cx="3353540" cy="4237489"/>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8A1F5BBF-74D3-1229-AA96-909ADB32AB2F}"/>
              </a:ext>
            </a:extLst>
          </p:cNvPr>
          <p:cNvSpPr txBox="1">
            <a:spLocks/>
          </p:cNvSpPr>
          <p:nvPr/>
        </p:nvSpPr>
        <p:spPr>
          <a:xfrm>
            <a:off x="2895229" y="4885690"/>
            <a:ext cx="335354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A4A8A621-3B7C-0EEB-830E-8D7D13607770}"/>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3351190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B63CD-B430-7986-39EB-0F8BD9B7DE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84D7BBB-82A8-22EC-5B40-12A2E1FBC080}"/>
              </a:ext>
            </a:extLst>
          </p:cNvPr>
          <p:cNvSpPr>
            <a:spLocks noGrp="1"/>
          </p:cNvSpPr>
          <p:nvPr>
            <p:ph type="title"/>
          </p:nvPr>
        </p:nvSpPr>
        <p:spPr/>
        <p:txBody>
          <a:bodyPr/>
          <a:lstStyle/>
          <a:p>
            <a:r>
              <a:rPr lang="en-US" b="1" i="0" dirty="0">
                <a:solidFill>
                  <a:srgbClr val="253644"/>
                </a:solidFill>
                <a:effectLst/>
              </a:rPr>
              <a:t>Network Location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67B7773F-E7A6-747C-02FF-AB033038B547}"/>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Firewall controlled by Windows Defender Firewall</a:t>
            </a:r>
            <a:endParaRPr lang="en-US" dirty="0">
              <a:ea typeface="Calibri" panose="020F0502020204030204" pitchFamily="34" charset="0"/>
            </a:endParaRPr>
          </a:p>
          <a:p>
            <a:pPr lvl="1"/>
            <a:r>
              <a:rPr lang="en-US" dirty="0">
                <a:latin typeface="Calibri"/>
                <a:ea typeface="Calibri"/>
                <a:cs typeface="Calibri"/>
              </a:rPr>
              <a:t>Unless third party firewall is installed</a:t>
            </a:r>
          </a:p>
          <a:p>
            <a:r>
              <a:rPr lang="en-US" dirty="0">
                <a:latin typeface="Calibri"/>
                <a:ea typeface="Calibri"/>
                <a:cs typeface="Calibri"/>
              </a:rPr>
              <a:t>Public, private, domain profiles</a:t>
            </a:r>
          </a:p>
          <a:p>
            <a:pPr lvl="1"/>
            <a:r>
              <a:rPr lang="en-US" dirty="0">
                <a:latin typeface="Calibri"/>
                <a:ea typeface="Calibri"/>
                <a:cs typeface="Calibri"/>
              </a:rPr>
              <a:t>Public system</a:t>
            </a:r>
            <a:endParaRPr lang="en-US" baseline="0" dirty="0">
              <a:latin typeface="Calibri"/>
              <a:ea typeface="Calibri"/>
              <a:cs typeface="Calibri"/>
            </a:endParaRPr>
          </a:p>
          <a:p>
            <a:pPr lvl="2"/>
            <a:r>
              <a:rPr lang="en-US" dirty="0">
                <a:latin typeface="Calibri"/>
                <a:ea typeface="Calibri"/>
                <a:cs typeface="Calibri"/>
              </a:rPr>
              <a:t>Not discoverable on network and sharing disabled</a:t>
            </a:r>
          </a:p>
          <a:p>
            <a:pPr lvl="1"/>
            <a:r>
              <a:rPr lang="en-US" dirty="0">
                <a:latin typeface="Calibri"/>
                <a:ea typeface="Calibri"/>
                <a:cs typeface="Calibri"/>
              </a:rPr>
              <a:t>Private system</a:t>
            </a:r>
          </a:p>
          <a:p>
            <a:pPr lvl="2"/>
            <a:r>
              <a:rPr lang="en-US" dirty="0">
                <a:latin typeface="Calibri"/>
                <a:ea typeface="Calibri"/>
                <a:cs typeface="Calibri"/>
              </a:rPr>
              <a:t>Discoverable on network and file and printer sharing</a:t>
            </a:r>
          </a:p>
          <a:p>
            <a:pPr lvl="1"/>
            <a:r>
              <a:rPr lang="en-US" dirty="0">
                <a:latin typeface="Calibri"/>
                <a:ea typeface="Calibri"/>
                <a:cs typeface="Calibri"/>
              </a:rPr>
              <a:t>Domain</a:t>
            </a:r>
          </a:p>
          <a:p>
            <a:pPr lvl="2"/>
            <a:r>
              <a:rPr lang="en-US" dirty="0">
                <a:latin typeface="Calibri"/>
                <a:ea typeface="Calibri"/>
                <a:cs typeface="Calibri"/>
              </a:rPr>
              <a:t>Used in enterprise environments</a:t>
            </a:r>
          </a:p>
          <a:p>
            <a:pPr lvl="2"/>
            <a:r>
              <a:rPr lang="en-US" dirty="0">
                <a:latin typeface="Calibri"/>
                <a:ea typeface="Calibri"/>
                <a:cs typeface="Calibri"/>
              </a:rPr>
              <a:t>Firewall managed through a group policy</a:t>
            </a:r>
          </a:p>
        </p:txBody>
      </p:sp>
      <p:sp>
        <p:nvSpPr>
          <p:cNvPr id="4" name="Slide Number Placeholder 3">
            <a:extLst>
              <a:ext uri="{FF2B5EF4-FFF2-40B4-BE49-F238E27FC236}">
                <a16:creationId xmlns:a16="http://schemas.microsoft.com/office/drawing/2014/main" id="{399F8AF0-839E-270E-9853-078A83E41CCA}"/>
              </a:ext>
            </a:extLst>
          </p:cNvPr>
          <p:cNvSpPr>
            <a:spLocks noGrp="1"/>
          </p:cNvSpPr>
          <p:nvPr>
            <p:ph type="sldNum" sz="quarter" idx="10"/>
          </p:nvPr>
        </p:nvSpPr>
        <p:spPr/>
        <p:txBody>
          <a:bodyPr/>
          <a:lstStyle/>
          <a:p>
            <a:fld id="{B7CF8A19-3A9E-4ABC-B336-2FDDE321C72D}" type="slidenum">
              <a:rPr lang="en-US" smtClean="0"/>
              <a:pPr/>
              <a:t>46</a:t>
            </a:fld>
            <a:endParaRPr lang="en-US" dirty="0"/>
          </a:p>
        </p:txBody>
      </p:sp>
    </p:spTree>
    <p:custDataLst>
      <p:tags r:id="rId1"/>
    </p:custDataLst>
    <p:extLst>
      <p:ext uri="{BB962C8B-B14F-4D97-AF65-F5344CB8AC3E}">
        <p14:creationId xmlns:p14="http://schemas.microsoft.com/office/powerpoint/2010/main" val="33323522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DC01-EF5D-FBF3-6B0E-2A884A2D8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47535-A9B3-BBB2-5CB9-57C57A5F421D}"/>
              </a:ext>
            </a:extLst>
          </p:cNvPr>
          <p:cNvSpPr>
            <a:spLocks noGrp="1"/>
          </p:cNvSpPr>
          <p:nvPr>
            <p:ph type="title"/>
          </p:nvPr>
        </p:nvSpPr>
        <p:spPr/>
        <p:txBody>
          <a:bodyPr/>
          <a:lstStyle/>
          <a:p>
            <a:r>
              <a:rPr lang="en-US" b="1" i="0" dirty="0">
                <a:solidFill>
                  <a:srgbClr val="253644"/>
                </a:solidFill>
                <a:effectLst/>
              </a:rPr>
              <a:t>Network Location </a:t>
            </a:r>
            <a:r>
              <a:rPr lang="en-US" sz="2000" b="1" i="0" dirty="0">
                <a:solidFill>
                  <a:srgbClr val="253644"/>
                </a:solidFill>
                <a:effectLst/>
              </a:rPr>
              <a:t>(Slide 2 of 3)</a:t>
            </a:r>
            <a:endParaRPr lang="en-US" sz="2000" dirty="0"/>
          </a:p>
        </p:txBody>
      </p:sp>
      <p:sp>
        <p:nvSpPr>
          <p:cNvPr id="7" name="Content Placeholder 11">
            <a:extLst>
              <a:ext uri="{FF2B5EF4-FFF2-40B4-BE49-F238E27FC236}">
                <a16:creationId xmlns:a16="http://schemas.microsoft.com/office/drawing/2014/main" id="{6FAC0B9C-73E7-A539-1496-6E97D4E2F874}"/>
              </a:ext>
            </a:extLst>
          </p:cNvPr>
          <p:cNvSpPr txBox="1">
            <a:spLocks/>
          </p:cNvSpPr>
          <p:nvPr/>
        </p:nvSpPr>
        <p:spPr>
          <a:xfrm>
            <a:off x="1048623" y="4589052"/>
            <a:ext cx="704675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A screenshot of a Windows desktop with a Network prompt on the right side.">
            <a:extLst>
              <a:ext uri="{FF2B5EF4-FFF2-40B4-BE49-F238E27FC236}">
                <a16:creationId xmlns:a16="http://schemas.microsoft.com/office/drawing/2014/main" id="{A7CFC26C-2E46-17DD-DB92-0C711427CA64}"/>
              </a:ext>
            </a:extLst>
          </p:cNvPr>
          <p:cNvPicPr>
            <a:picLocks noChangeAspect="1"/>
          </p:cNvPicPr>
          <p:nvPr/>
        </p:nvPicPr>
        <p:blipFill>
          <a:blip r:embed="rId3"/>
          <a:stretch>
            <a:fillRect/>
          </a:stretch>
        </p:blipFill>
        <p:spPr>
          <a:xfrm>
            <a:off x="1048623" y="954123"/>
            <a:ext cx="7046752" cy="3580694"/>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7D314077-3DAD-C2CE-6F77-B3DC45345C7B}"/>
              </a:ext>
            </a:extLst>
          </p:cNvPr>
          <p:cNvSpPr>
            <a:spLocks noGrp="1"/>
          </p:cNvSpPr>
          <p:nvPr>
            <p:ph type="sldNum" sz="quarter" idx="10"/>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16496556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ADE3C-D3F6-D570-34FD-792A383CA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E7710-8F8A-C5F2-E44C-8352240BD661}"/>
              </a:ext>
            </a:extLst>
          </p:cNvPr>
          <p:cNvSpPr>
            <a:spLocks noGrp="1"/>
          </p:cNvSpPr>
          <p:nvPr>
            <p:ph type="title"/>
          </p:nvPr>
        </p:nvSpPr>
        <p:spPr/>
        <p:txBody>
          <a:bodyPr/>
          <a:lstStyle/>
          <a:p>
            <a:r>
              <a:rPr lang="en-US" b="1" i="0" dirty="0">
                <a:solidFill>
                  <a:srgbClr val="253644"/>
                </a:solidFill>
                <a:effectLst/>
              </a:rPr>
              <a:t>Network Location </a:t>
            </a:r>
            <a:r>
              <a:rPr lang="en-US" sz="2000" b="1" i="0" dirty="0">
                <a:solidFill>
                  <a:srgbClr val="253644"/>
                </a:solidFill>
                <a:effectLst/>
              </a:rPr>
              <a:t>(Slide </a:t>
            </a:r>
            <a:r>
              <a:rPr lang="en-US" sz="2000" dirty="0">
                <a:solidFill>
                  <a:srgbClr val="253644"/>
                </a:solidFill>
              </a:rPr>
              <a:t>3</a:t>
            </a:r>
            <a:r>
              <a:rPr lang="en-US" sz="2000" b="1" i="0" dirty="0">
                <a:solidFill>
                  <a:srgbClr val="253644"/>
                </a:solidFill>
                <a:effectLst/>
              </a:rPr>
              <a:t> of 3)</a:t>
            </a:r>
            <a:endParaRPr lang="en-US" sz="2000" dirty="0"/>
          </a:p>
        </p:txBody>
      </p:sp>
      <p:sp>
        <p:nvSpPr>
          <p:cNvPr id="7" name="Content Placeholder 11">
            <a:extLst>
              <a:ext uri="{FF2B5EF4-FFF2-40B4-BE49-F238E27FC236}">
                <a16:creationId xmlns:a16="http://schemas.microsoft.com/office/drawing/2014/main" id="{ED444B5F-EB2B-1E1D-5C99-FC701EDF14AC}"/>
              </a:ext>
            </a:extLst>
          </p:cNvPr>
          <p:cNvSpPr txBox="1">
            <a:spLocks/>
          </p:cNvSpPr>
          <p:nvPr/>
        </p:nvSpPr>
        <p:spPr>
          <a:xfrm>
            <a:off x="2197916" y="4564742"/>
            <a:ext cx="474816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A screenshot of the Windows Settings window under the Network section, displaying the Network profile options.">
            <a:extLst>
              <a:ext uri="{FF2B5EF4-FFF2-40B4-BE49-F238E27FC236}">
                <a16:creationId xmlns:a16="http://schemas.microsoft.com/office/drawing/2014/main" id="{697F791C-1022-F093-84F2-A36F4BF9C88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97916" y="790385"/>
            <a:ext cx="4748169" cy="3688817"/>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22647096-F3C2-8393-479B-AF0C7D057A44}"/>
              </a:ext>
            </a:extLst>
          </p:cNvPr>
          <p:cNvSpPr>
            <a:spLocks noGrp="1"/>
          </p:cNvSpPr>
          <p:nvPr>
            <p:ph type="sldNum" sz="quarter" idx="10"/>
          </p:nvPr>
        </p:nvSpPr>
        <p:spPr/>
        <p:txBody>
          <a:bodyPr/>
          <a:lstStyle/>
          <a:p>
            <a:fld id="{B7CF8A19-3A9E-4ABC-B336-2FDDE321C72D}" type="slidenum">
              <a:rPr lang="en-US" smtClean="0"/>
              <a:pPr/>
              <a:t>48</a:t>
            </a:fld>
            <a:endParaRPr lang="en-US" dirty="0"/>
          </a:p>
        </p:txBody>
      </p:sp>
    </p:spTree>
    <p:extLst>
      <p:ext uri="{BB962C8B-B14F-4D97-AF65-F5344CB8AC3E}">
        <p14:creationId xmlns:p14="http://schemas.microsoft.com/office/powerpoint/2010/main" val="640934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3875-AA0C-4804-CB62-CBD57E4076D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C61F831-8EE0-9E79-42DF-3E6BF8EC0FAD}"/>
              </a:ext>
            </a:extLst>
          </p:cNvPr>
          <p:cNvSpPr>
            <a:spLocks noGrp="1"/>
          </p:cNvSpPr>
          <p:nvPr>
            <p:ph type="title"/>
          </p:nvPr>
        </p:nvSpPr>
        <p:spPr/>
        <p:txBody>
          <a:bodyPr/>
          <a:lstStyle/>
          <a:p>
            <a:r>
              <a:rPr lang="en-US" b="1" i="0" dirty="0">
                <a:solidFill>
                  <a:srgbClr val="253644"/>
                </a:solidFill>
                <a:effectLst/>
              </a:rPr>
              <a:t>Windows Defender Firewall Configuration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1039439D-A203-2DDA-31A8-57291BBA435A}"/>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Windows Security Center</a:t>
            </a:r>
          </a:p>
          <a:p>
            <a:pPr lvl="1"/>
            <a:r>
              <a:rPr lang="en-US" dirty="0">
                <a:latin typeface="Calibri"/>
                <a:ea typeface="Calibri"/>
                <a:cs typeface="Calibri"/>
              </a:rPr>
              <a:t>Set firewall and network protection</a:t>
            </a:r>
          </a:p>
          <a:p>
            <a:r>
              <a:rPr lang="en-US" dirty="0">
                <a:latin typeface="Calibri"/>
                <a:ea typeface="Calibri"/>
                <a:cs typeface="Calibri"/>
              </a:rPr>
              <a:t>Allow or Block program or communication protocols</a:t>
            </a:r>
            <a:endParaRPr lang="en-US" dirty="0">
              <a:ea typeface="Calibri"/>
            </a:endParaRPr>
          </a:p>
        </p:txBody>
      </p:sp>
      <p:sp>
        <p:nvSpPr>
          <p:cNvPr id="4" name="Slide Number Placeholder 3">
            <a:extLst>
              <a:ext uri="{FF2B5EF4-FFF2-40B4-BE49-F238E27FC236}">
                <a16:creationId xmlns:a16="http://schemas.microsoft.com/office/drawing/2014/main" id="{23FECE6D-0B04-607F-7BD8-186D7C820554}"/>
              </a:ext>
            </a:extLst>
          </p:cNvPr>
          <p:cNvSpPr>
            <a:spLocks noGrp="1"/>
          </p:cNvSpPr>
          <p:nvPr>
            <p:ph type="sldNum" sz="quarter" idx="10"/>
          </p:nvPr>
        </p:nvSpPr>
        <p:spPr/>
        <p:txBody>
          <a:bodyPr/>
          <a:lstStyle/>
          <a:p>
            <a:fld id="{B7CF8A19-3A9E-4ABC-B336-2FDDE321C72D}" type="slidenum">
              <a:rPr lang="en-US" smtClean="0"/>
              <a:pPr/>
              <a:t>49</a:t>
            </a:fld>
            <a:endParaRPr lang="en-US" dirty="0"/>
          </a:p>
        </p:txBody>
      </p:sp>
    </p:spTree>
    <p:custDataLst>
      <p:tags r:id="rId1"/>
    </p:custDataLst>
    <p:extLst>
      <p:ext uri="{BB962C8B-B14F-4D97-AF65-F5344CB8AC3E}">
        <p14:creationId xmlns:p14="http://schemas.microsoft.com/office/powerpoint/2010/main" val="39670566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BD13-D673-BD60-45F0-8D91DFC91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85D26-5D7C-83CC-F24F-7C68646C26D5}"/>
              </a:ext>
            </a:extLst>
          </p:cNvPr>
          <p:cNvSpPr>
            <a:spLocks noGrp="1"/>
          </p:cNvSpPr>
          <p:nvPr>
            <p:ph type="title"/>
          </p:nvPr>
        </p:nvSpPr>
        <p:spPr/>
        <p:txBody>
          <a:bodyPr/>
          <a:lstStyle/>
          <a:p>
            <a:r>
              <a:rPr lang="en-US" b="1" i="0" dirty="0">
                <a:solidFill>
                  <a:srgbClr val="253644"/>
                </a:solidFill>
                <a:effectLst/>
              </a:rPr>
              <a:t>Windows Defender Firewall Configuration </a:t>
            </a:r>
            <a:r>
              <a:rPr lang="en-US" sz="2000" b="1" i="0" dirty="0">
                <a:solidFill>
                  <a:srgbClr val="253644"/>
                </a:solidFill>
                <a:effectLst/>
              </a:rPr>
              <a:t>(Slide 2 of 3)</a:t>
            </a:r>
            <a:endParaRPr lang="en-US" sz="2000" dirty="0"/>
          </a:p>
        </p:txBody>
      </p:sp>
      <p:pic>
        <p:nvPicPr>
          <p:cNvPr id="9" name="Picture 8" descr="A screenshot of the Windows Security settings under Private Network.">
            <a:extLst>
              <a:ext uri="{FF2B5EF4-FFF2-40B4-BE49-F238E27FC236}">
                <a16:creationId xmlns:a16="http://schemas.microsoft.com/office/drawing/2014/main" id="{141359F6-5271-CB41-C08C-7E3283A820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49087" y="697796"/>
            <a:ext cx="3645826" cy="4171116"/>
          </a:xfrm>
          <a:prstGeom prst="rect">
            <a:avLst/>
          </a:prstGeom>
        </p:spPr>
      </p:pic>
      <p:sp>
        <p:nvSpPr>
          <p:cNvPr id="7" name="Content Placeholder 11">
            <a:extLst>
              <a:ext uri="{FF2B5EF4-FFF2-40B4-BE49-F238E27FC236}">
                <a16:creationId xmlns:a16="http://schemas.microsoft.com/office/drawing/2014/main" id="{7893F700-2A6D-D158-BE7D-0B14A6F012C4}"/>
              </a:ext>
            </a:extLst>
          </p:cNvPr>
          <p:cNvSpPr txBox="1">
            <a:spLocks/>
          </p:cNvSpPr>
          <p:nvPr/>
        </p:nvSpPr>
        <p:spPr>
          <a:xfrm>
            <a:off x="2749087" y="4885690"/>
            <a:ext cx="364582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A8B7D479-8514-62FB-C19B-A5AEE1AA9C65}"/>
              </a:ext>
            </a:extLst>
          </p:cNvPr>
          <p:cNvSpPr>
            <a:spLocks noGrp="1"/>
          </p:cNvSpPr>
          <p:nvPr>
            <p:ph type="sldNum" sz="quarter" idx="10"/>
          </p:nvPr>
        </p:nvSpPr>
        <p:spPr/>
        <p:txBody>
          <a:bodyPr/>
          <a:lstStyle/>
          <a:p>
            <a:fld id="{B7CF8A19-3A9E-4ABC-B336-2FDDE321C72D}" type="slidenum">
              <a:rPr lang="en-US" smtClean="0"/>
              <a:pPr/>
              <a:t>50</a:t>
            </a:fld>
            <a:endParaRPr lang="en-US" dirty="0"/>
          </a:p>
        </p:txBody>
      </p:sp>
    </p:spTree>
    <p:extLst>
      <p:ext uri="{BB962C8B-B14F-4D97-AF65-F5344CB8AC3E}">
        <p14:creationId xmlns:p14="http://schemas.microsoft.com/office/powerpoint/2010/main" val="1458741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3FD22-8D01-1AA9-6854-90CCCB331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A6827-A180-AE5C-9CFD-2B83B1BFC7E7}"/>
              </a:ext>
            </a:extLst>
          </p:cNvPr>
          <p:cNvSpPr>
            <a:spLocks noGrp="1"/>
          </p:cNvSpPr>
          <p:nvPr>
            <p:ph type="title"/>
          </p:nvPr>
        </p:nvSpPr>
        <p:spPr/>
        <p:txBody>
          <a:bodyPr/>
          <a:lstStyle/>
          <a:p>
            <a:r>
              <a:rPr lang="en-US" b="1" i="0" dirty="0">
                <a:solidFill>
                  <a:srgbClr val="253644"/>
                </a:solidFill>
                <a:effectLst/>
              </a:rPr>
              <a:t>Windows Defender Firewall Configuration </a:t>
            </a:r>
            <a:r>
              <a:rPr lang="en-US" sz="2000" b="1" i="0" dirty="0">
                <a:solidFill>
                  <a:srgbClr val="253644"/>
                </a:solidFill>
                <a:effectLst/>
              </a:rPr>
              <a:t>(Slide </a:t>
            </a:r>
            <a:r>
              <a:rPr lang="en-US" sz="2000" dirty="0">
                <a:solidFill>
                  <a:srgbClr val="253644"/>
                </a:solidFill>
              </a:rPr>
              <a:t>3</a:t>
            </a:r>
            <a:r>
              <a:rPr lang="en-US" sz="2000" b="1" i="0" dirty="0">
                <a:solidFill>
                  <a:srgbClr val="253644"/>
                </a:solidFill>
                <a:effectLst/>
              </a:rPr>
              <a:t> of 3)</a:t>
            </a:r>
            <a:endParaRPr lang="en-US" sz="2000" dirty="0"/>
          </a:p>
        </p:txBody>
      </p:sp>
      <p:pic>
        <p:nvPicPr>
          <p:cNvPr id="6" name="Picture 5" descr="A screenshot of the Allowed Applications window in Windows Defender Firewall settings.">
            <a:extLst>
              <a:ext uri="{FF2B5EF4-FFF2-40B4-BE49-F238E27FC236}">
                <a16:creationId xmlns:a16="http://schemas.microsoft.com/office/drawing/2014/main" id="{C2AA08F1-68CC-00D8-FACB-4C51DA706C24}"/>
              </a:ext>
            </a:extLst>
          </p:cNvPr>
          <p:cNvPicPr>
            <a:picLocks noChangeAspect="1"/>
          </p:cNvPicPr>
          <p:nvPr/>
        </p:nvPicPr>
        <p:blipFill>
          <a:blip r:embed="rId3"/>
          <a:stretch>
            <a:fillRect/>
          </a:stretch>
        </p:blipFill>
        <p:spPr>
          <a:xfrm>
            <a:off x="2101045" y="654952"/>
            <a:ext cx="4941908" cy="4230738"/>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CD99E6C3-37A9-CBC4-41DB-7D08B33EADC4}"/>
              </a:ext>
            </a:extLst>
          </p:cNvPr>
          <p:cNvSpPr txBox="1">
            <a:spLocks/>
          </p:cNvSpPr>
          <p:nvPr/>
        </p:nvSpPr>
        <p:spPr>
          <a:xfrm>
            <a:off x="2101045" y="4868732"/>
            <a:ext cx="494190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D5E0D38A-09BD-61F1-4A1D-FEB71FC309D9}"/>
              </a:ext>
            </a:extLst>
          </p:cNvPr>
          <p:cNvSpPr>
            <a:spLocks noGrp="1"/>
          </p:cNvSpPr>
          <p:nvPr>
            <p:ph type="sldNum" sz="quarter" idx="10"/>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18985253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91347-CF31-3962-0FAF-DD220BBAD6F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1F00AE0-ED40-5AF1-88F6-F480EBF2D218}"/>
              </a:ext>
            </a:extLst>
          </p:cNvPr>
          <p:cNvSpPr>
            <a:spLocks noGrp="1"/>
          </p:cNvSpPr>
          <p:nvPr>
            <p:ph type="title"/>
          </p:nvPr>
        </p:nvSpPr>
        <p:spPr/>
        <p:txBody>
          <a:bodyPr/>
          <a:lstStyle/>
          <a:p>
            <a:r>
              <a:rPr lang="en-US" b="1" i="0" dirty="0">
                <a:solidFill>
                  <a:srgbClr val="253644"/>
                </a:solidFill>
                <a:effectLst/>
              </a:rPr>
              <a:t>VPN and WWAN Connection Types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AE7991C8-C152-222A-C34C-E151E26341F9}"/>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Connects components together via a secure encrypted connection</a:t>
            </a:r>
          </a:p>
          <a:p>
            <a:r>
              <a:rPr lang="en-US" dirty="0">
                <a:latin typeface="Calibri"/>
                <a:ea typeface="Calibri"/>
                <a:cs typeface="Calibri"/>
              </a:rPr>
              <a:t>Various options are available for VPN type</a:t>
            </a:r>
            <a:endParaRPr lang="en-US" dirty="0">
              <a:ea typeface="Calibri"/>
            </a:endParaRPr>
          </a:p>
          <a:p>
            <a:r>
              <a:rPr lang="en-US" dirty="0">
                <a:latin typeface="Calibri"/>
                <a:ea typeface="Calibri"/>
                <a:cs typeface="Calibri"/>
              </a:rPr>
              <a:t>Third-party VPN apps for specific software</a:t>
            </a:r>
          </a:p>
          <a:p>
            <a:pPr lvl="1"/>
            <a:r>
              <a:rPr lang="en-US" dirty="0">
                <a:latin typeface="Calibri"/>
                <a:ea typeface="Calibri"/>
                <a:cs typeface="Calibri"/>
              </a:rPr>
              <a:t>NordVPN, ExpressVPN, etc.</a:t>
            </a:r>
          </a:p>
          <a:p>
            <a:r>
              <a:rPr lang="en-US" dirty="0">
                <a:latin typeface="Calibri"/>
                <a:ea typeface="Calibri"/>
                <a:cs typeface="Calibri"/>
              </a:rPr>
              <a:t>Wireless wide area networks</a:t>
            </a:r>
            <a:endParaRPr lang="en-US" dirty="0">
              <a:ea typeface="Calibri"/>
            </a:endParaRPr>
          </a:p>
          <a:p>
            <a:pPr lvl="1"/>
            <a:r>
              <a:rPr lang="en-US" dirty="0">
                <a:latin typeface="Calibri"/>
                <a:ea typeface="Calibri"/>
                <a:cs typeface="Calibri"/>
              </a:rPr>
              <a:t>Cellular access card</a:t>
            </a:r>
          </a:p>
          <a:p>
            <a:pPr lvl="1"/>
            <a:r>
              <a:rPr lang="en-US" dirty="0">
                <a:latin typeface="Calibri"/>
                <a:ea typeface="Calibri"/>
                <a:cs typeface="Calibri"/>
              </a:rPr>
              <a:t>Metered connection setting</a:t>
            </a:r>
            <a:endParaRPr lang="en-US" dirty="0">
              <a:ea typeface="Calibri"/>
            </a:endParaRPr>
          </a:p>
        </p:txBody>
      </p:sp>
      <p:sp>
        <p:nvSpPr>
          <p:cNvPr id="4" name="Slide Number Placeholder 3">
            <a:extLst>
              <a:ext uri="{FF2B5EF4-FFF2-40B4-BE49-F238E27FC236}">
                <a16:creationId xmlns:a16="http://schemas.microsoft.com/office/drawing/2014/main" id="{9A86FCD7-6DE0-FD4F-EC88-EB9509A0F8E0}"/>
              </a:ext>
            </a:extLst>
          </p:cNvPr>
          <p:cNvSpPr>
            <a:spLocks noGrp="1"/>
          </p:cNvSpPr>
          <p:nvPr>
            <p:ph type="sldNum" sz="quarter" idx="10"/>
          </p:nvPr>
        </p:nvSpPr>
        <p:spPr/>
        <p:txBody>
          <a:bodyPr/>
          <a:lstStyle/>
          <a:p>
            <a:fld id="{B7CF8A19-3A9E-4ABC-B336-2FDDE321C72D}" type="slidenum">
              <a:rPr lang="en-US" smtClean="0"/>
              <a:pPr/>
              <a:t>52</a:t>
            </a:fld>
            <a:endParaRPr lang="en-US" dirty="0"/>
          </a:p>
        </p:txBody>
      </p:sp>
    </p:spTree>
    <p:custDataLst>
      <p:tags r:id="rId1"/>
    </p:custDataLst>
    <p:extLst>
      <p:ext uri="{BB962C8B-B14F-4D97-AF65-F5344CB8AC3E}">
        <p14:creationId xmlns:p14="http://schemas.microsoft.com/office/powerpoint/2010/main" val="35269103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36770-987A-3F73-714C-5114F2B1E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190E1-5B15-89F1-06DE-73E7F73FB448}"/>
              </a:ext>
            </a:extLst>
          </p:cNvPr>
          <p:cNvSpPr>
            <a:spLocks noGrp="1"/>
          </p:cNvSpPr>
          <p:nvPr>
            <p:ph type="title"/>
          </p:nvPr>
        </p:nvSpPr>
        <p:spPr/>
        <p:txBody>
          <a:bodyPr/>
          <a:lstStyle/>
          <a:p>
            <a:r>
              <a:rPr lang="en-US" b="1" i="0" dirty="0">
                <a:solidFill>
                  <a:srgbClr val="253644"/>
                </a:solidFill>
                <a:effectLst/>
              </a:rPr>
              <a:t>VPN and WWAN Connection Types </a:t>
            </a:r>
            <a:r>
              <a:rPr lang="en-US" sz="2000" b="1" i="0" dirty="0">
                <a:solidFill>
                  <a:srgbClr val="253644"/>
                </a:solidFill>
                <a:effectLst/>
              </a:rPr>
              <a:t>(Slide 2 of 3)</a:t>
            </a:r>
            <a:endParaRPr lang="en-US" sz="2000" dirty="0"/>
          </a:p>
        </p:txBody>
      </p:sp>
      <p:pic>
        <p:nvPicPr>
          <p:cNvPr id="5" name="Picture 4" descr="A screenshot of the Add a V P N Connection window in Windows settings.">
            <a:extLst>
              <a:ext uri="{FF2B5EF4-FFF2-40B4-BE49-F238E27FC236}">
                <a16:creationId xmlns:a16="http://schemas.microsoft.com/office/drawing/2014/main" id="{A7970318-276F-8BBA-0344-DAC7F43596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00019" y="660306"/>
            <a:ext cx="3343960" cy="4225384"/>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FE117DD0-7290-E672-D8D5-95E14763E9A5}"/>
              </a:ext>
            </a:extLst>
          </p:cNvPr>
          <p:cNvSpPr txBox="1">
            <a:spLocks/>
          </p:cNvSpPr>
          <p:nvPr/>
        </p:nvSpPr>
        <p:spPr>
          <a:xfrm>
            <a:off x="2900019" y="4885690"/>
            <a:ext cx="334396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711F53B5-2E86-D664-E29E-5F452C0CC851}"/>
              </a:ext>
            </a:extLst>
          </p:cNvPr>
          <p:cNvSpPr>
            <a:spLocks noGrp="1"/>
          </p:cNvSpPr>
          <p:nvPr>
            <p:ph type="sldNum" sz="quarter" idx="10"/>
          </p:nvPr>
        </p:nvSpPr>
        <p:spPr/>
        <p:txBody>
          <a:bodyPr/>
          <a:lstStyle/>
          <a:p>
            <a:fld id="{B7CF8A19-3A9E-4ABC-B336-2FDDE321C72D}" type="slidenum">
              <a:rPr lang="en-US" smtClean="0"/>
              <a:pPr/>
              <a:t>53</a:t>
            </a:fld>
            <a:endParaRPr lang="en-US" dirty="0"/>
          </a:p>
        </p:txBody>
      </p:sp>
    </p:spTree>
    <p:extLst>
      <p:ext uri="{BB962C8B-B14F-4D97-AF65-F5344CB8AC3E}">
        <p14:creationId xmlns:p14="http://schemas.microsoft.com/office/powerpoint/2010/main" val="456966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29019-7BD2-A3AB-0FD5-E540177F9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B2D5E6-7EE4-54BA-8058-FFFBD59750A0}"/>
              </a:ext>
            </a:extLst>
          </p:cNvPr>
          <p:cNvSpPr>
            <a:spLocks noGrp="1"/>
          </p:cNvSpPr>
          <p:nvPr>
            <p:ph type="title"/>
          </p:nvPr>
        </p:nvSpPr>
        <p:spPr/>
        <p:txBody>
          <a:bodyPr/>
          <a:lstStyle/>
          <a:p>
            <a:r>
              <a:rPr lang="en-US" b="1" i="0" dirty="0">
                <a:solidFill>
                  <a:srgbClr val="253644"/>
                </a:solidFill>
                <a:effectLst/>
              </a:rPr>
              <a:t>VPN and WWAN Connection Types </a:t>
            </a:r>
            <a:r>
              <a:rPr lang="en-US" sz="2000" b="1" i="0" dirty="0">
                <a:solidFill>
                  <a:srgbClr val="253644"/>
                </a:solidFill>
                <a:effectLst/>
              </a:rPr>
              <a:t>(Slide </a:t>
            </a:r>
            <a:r>
              <a:rPr lang="en-US" sz="2000" dirty="0">
                <a:solidFill>
                  <a:srgbClr val="253644"/>
                </a:solidFill>
              </a:rPr>
              <a:t>3</a:t>
            </a:r>
            <a:r>
              <a:rPr lang="en-US" sz="2000" b="1" i="0" dirty="0">
                <a:solidFill>
                  <a:srgbClr val="253644"/>
                </a:solidFill>
                <a:effectLst/>
              </a:rPr>
              <a:t> of 3)</a:t>
            </a:r>
            <a:endParaRPr lang="en-US" sz="2000" dirty="0"/>
          </a:p>
        </p:txBody>
      </p:sp>
      <p:pic>
        <p:nvPicPr>
          <p:cNvPr id="5" name="Picture 4" descr="A windows settings dialog box titled, Set data limit.">
            <a:extLst>
              <a:ext uri="{FF2B5EF4-FFF2-40B4-BE49-F238E27FC236}">
                <a16:creationId xmlns:a16="http://schemas.microsoft.com/office/drawing/2014/main" id="{71F7D813-E803-5FE8-EB8B-FFDAE8D63468}"/>
              </a:ext>
            </a:extLst>
          </p:cNvPr>
          <p:cNvPicPr>
            <a:picLocks noChangeAspect="1"/>
          </p:cNvPicPr>
          <p:nvPr/>
        </p:nvPicPr>
        <p:blipFill>
          <a:blip r:embed="rId3"/>
          <a:stretch>
            <a:fillRect/>
          </a:stretch>
        </p:blipFill>
        <p:spPr>
          <a:xfrm>
            <a:off x="2749079" y="696286"/>
            <a:ext cx="3645842" cy="4189404"/>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8226C311-E2B8-266C-B00F-A902AA208B6D}"/>
              </a:ext>
            </a:extLst>
          </p:cNvPr>
          <p:cNvSpPr txBox="1">
            <a:spLocks/>
          </p:cNvSpPr>
          <p:nvPr/>
        </p:nvSpPr>
        <p:spPr>
          <a:xfrm>
            <a:off x="2749078" y="4885690"/>
            <a:ext cx="364584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CE33975A-DA0A-994F-55D8-9B4E91A7E430}"/>
              </a:ext>
            </a:extLst>
          </p:cNvPr>
          <p:cNvSpPr>
            <a:spLocks noGrp="1"/>
          </p:cNvSpPr>
          <p:nvPr>
            <p:ph type="sldNum" sz="quarter" idx="10"/>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3686832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5525C-8FDD-E613-057A-E7A2CB34C2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379296-B95C-C7A9-9870-05FB83A2CF1E}"/>
              </a:ext>
            </a:extLst>
          </p:cNvPr>
          <p:cNvSpPr>
            <a:spLocks noGrp="1"/>
          </p:cNvSpPr>
          <p:nvPr>
            <p:ph type="title"/>
          </p:nvPr>
        </p:nvSpPr>
        <p:spPr/>
        <p:txBody>
          <a:bodyPr/>
          <a:lstStyle/>
          <a:p>
            <a:r>
              <a:rPr lang="en-US" b="1" i="0" dirty="0">
                <a:solidFill>
                  <a:srgbClr val="253644"/>
                </a:solidFill>
                <a:effectLst/>
              </a:rPr>
              <a:t>Proxy Settings</a:t>
            </a:r>
            <a:endParaRPr lang="en-US" sz="2000" dirty="0">
              <a:solidFill>
                <a:srgbClr val="253644"/>
              </a:solidFill>
            </a:endParaRPr>
          </a:p>
        </p:txBody>
      </p:sp>
      <p:sp>
        <p:nvSpPr>
          <p:cNvPr id="3" name="Content Placeholder 2">
            <a:extLst>
              <a:ext uri="{FF2B5EF4-FFF2-40B4-BE49-F238E27FC236}">
                <a16:creationId xmlns:a16="http://schemas.microsoft.com/office/drawing/2014/main" id="{BF118F52-6837-3E29-D9F4-2CAB1BD16A6A}"/>
              </a:ext>
            </a:extLst>
          </p:cNvPr>
          <p:cNvSpPr>
            <a:spLocks noGrp="1"/>
          </p:cNvSpPr>
          <p:nvPr>
            <p:ph idx="1"/>
          </p:nvPr>
        </p:nvSpPr>
        <p:spPr>
          <a:xfrm>
            <a:off x="159390" y="754652"/>
            <a:ext cx="4291726" cy="4046220"/>
          </a:xfrm>
        </p:spPr>
        <p:txBody>
          <a:bodyPr vert="horz" lIns="91440" tIns="45720" rIns="91440" bIns="45720" rtlCol="0" anchor="t">
            <a:normAutofit/>
          </a:bodyPr>
          <a:lstStyle/>
          <a:p>
            <a:r>
              <a:rPr lang="en-US" dirty="0">
                <a:latin typeface="Calibri"/>
                <a:ea typeface="Calibri"/>
                <a:cs typeface="Calibri"/>
              </a:rPr>
              <a:t>Improves performance and security</a:t>
            </a:r>
            <a:endParaRPr lang="en-US" dirty="0">
              <a:ea typeface="Calibri"/>
            </a:endParaRPr>
          </a:p>
          <a:p>
            <a:r>
              <a:rPr lang="en-US" dirty="0">
                <a:latin typeface="Calibri"/>
                <a:ea typeface="Calibri"/>
                <a:cs typeface="Calibri"/>
              </a:rPr>
              <a:t>Saves bandwidth through local cache of web content</a:t>
            </a:r>
          </a:p>
          <a:p>
            <a:r>
              <a:rPr lang="en-US" dirty="0">
                <a:latin typeface="Calibri"/>
                <a:ea typeface="Calibri"/>
                <a:cs typeface="Calibri"/>
              </a:rPr>
              <a:t>IP and port of proxy server</a:t>
            </a:r>
          </a:p>
          <a:p>
            <a:pPr lvl="1"/>
            <a:r>
              <a:rPr lang="en-US" dirty="0">
                <a:latin typeface="Calibri"/>
                <a:ea typeface="Calibri"/>
                <a:cs typeface="Calibri"/>
              </a:rPr>
              <a:t>Port 8080 is common</a:t>
            </a:r>
            <a:endParaRPr lang="en-US" dirty="0">
              <a:ea typeface="Calibri"/>
            </a:endParaRPr>
          </a:p>
        </p:txBody>
      </p:sp>
      <p:pic>
        <p:nvPicPr>
          <p:cNvPr id="5" name="Picture 4" descr="A Windows settings screen for configuring proxy settings.">
            <a:extLst>
              <a:ext uri="{FF2B5EF4-FFF2-40B4-BE49-F238E27FC236}">
                <a16:creationId xmlns:a16="http://schemas.microsoft.com/office/drawing/2014/main" id="{07B3A012-EA1A-3E08-813D-D38BA5294E3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92885" y="754652"/>
            <a:ext cx="4004016" cy="4046220"/>
          </a:xfrm>
          <a:prstGeom prst="rect">
            <a:avLst/>
          </a:prstGeom>
          <a:ln>
            <a:solidFill>
              <a:schemeClr val="bg1">
                <a:lumMod val="85000"/>
              </a:schemeClr>
            </a:solidFill>
          </a:ln>
        </p:spPr>
      </p:pic>
      <p:sp>
        <p:nvSpPr>
          <p:cNvPr id="6" name="Content Placeholder 11" descr="A Windows settings screen for configuring proxy settings.">
            <a:extLst>
              <a:ext uri="{FF2B5EF4-FFF2-40B4-BE49-F238E27FC236}">
                <a16:creationId xmlns:a16="http://schemas.microsoft.com/office/drawing/2014/main" id="{8868A672-AC60-F35A-C43D-8543B0C6E2A6}"/>
              </a:ext>
            </a:extLst>
          </p:cNvPr>
          <p:cNvSpPr txBox="1">
            <a:spLocks/>
          </p:cNvSpPr>
          <p:nvPr/>
        </p:nvSpPr>
        <p:spPr>
          <a:xfrm>
            <a:off x="4692885" y="4835065"/>
            <a:ext cx="4004016" cy="274768"/>
          </a:xfrm>
          <a:prstGeom prst="rect">
            <a:avLst/>
          </a:prstGeom>
          <a:ln>
            <a:solidFill>
              <a:schemeClr val="bg1">
                <a:lumMod val="85000"/>
              </a:schemeClr>
            </a:solidFill>
          </a:ln>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B5856976-ECF1-93DC-D806-1D7446BFC26C}"/>
              </a:ext>
            </a:extLst>
          </p:cNvPr>
          <p:cNvSpPr>
            <a:spLocks noGrp="1"/>
          </p:cNvSpPr>
          <p:nvPr>
            <p:ph type="sldNum" sz="quarter" idx="10"/>
          </p:nvPr>
        </p:nvSpPr>
        <p:spPr/>
        <p:txBody>
          <a:bodyPr/>
          <a:lstStyle/>
          <a:p>
            <a:fld id="{B7CF8A19-3A9E-4ABC-B336-2FDDE321C72D}" type="slidenum">
              <a:rPr lang="en-US" smtClean="0"/>
              <a:pPr/>
              <a:t>55</a:t>
            </a:fld>
            <a:endParaRPr lang="en-US" dirty="0"/>
          </a:p>
        </p:txBody>
      </p:sp>
    </p:spTree>
    <p:custDataLst>
      <p:tags r:id="rId1"/>
    </p:custDataLst>
    <p:extLst>
      <p:ext uri="{BB962C8B-B14F-4D97-AF65-F5344CB8AC3E}">
        <p14:creationId xmlns:p14="http://schemas.microsoft.com/office/powerpoint/2010/main" val="24768576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C8AD-9A36-28EA-7DC9-5FD3DD1A07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4E8E4-5514-EC8C-C7DA-84B7867D3E36}"/>
              </a:ext>
            </a:extLst>
          </p:cNvPr>
          <p:cNvSpPr>
            <a:spLocks noGrp="1"/>
          </p:cNvSpPr>
          <p:nvPr>
            <p:ph sz="quarter" idx="14"/>
          </p:nvPr>
        </p:nvSpPr>
        <p:spPr>
          <a:xfrm>
            <a:off x="146049" y="748621"/>
            <a:ext cx="8870950" cy="4137069"/>
          </a:xfrm>
        </p:spPr>
        <p:txBody>
          <a:bodyPr>
            <a:normAutofit/>
          </a:bodyPr>
          <a:lstStyle/>
          <a:p>
            <a:r>
              <a:rPr lang="en-US" dirty="0"/>
              <a:t>Lab: Configure a VPN Connection</a:t>
            </a:r>
            <a:br>
              <a:rPr lang="en-US" dirty="0"/>
            </a:br>
            <a:r>
              <a:rPr lang="en-US" sz="2000" dirty="0"/>
              <a:t>(available in CertMaster Learn and CertMaster Perform)</a:t>
            </a:r>
          </a:p>
          <a:p>
            <a:r>
              <a:rPr lang="en-US" dirty="0"/>
              <a:t>Lab: Local Firewall Settings</a:t>
            </a:r>
            <a:br>
              <a:rPr lang="en-US" sz="2000" dirty="0"/>
            </a:br>
            <a:r>
              <a:rPr lang="en-US" sz="2000" dirty="0"/>
              <a:t>(available in CertMaster Learn and CertMaster Perform)</a:t>
            </a:r>
          </a:p>
          <a:p>
            <a:r>
              <a:rPr lang="en-US" dirty="0"/>
              <a:t>Lab: Configure TCP/IP Settings on Windows 10</a:t>
            </a:r>
            <a:br>
              <a:rPr lang="en-US" sz="2000" dirty="0"/>
            </a:br>
            <a:r>
              <a:rPr lang="en-US" sz="2000" dirty="0"/>
              <a:t>(available in CertMaster Learn and CertMaster Perform)</a:t>
            </a:r>
          </a:p>
          <a:p>
            <a:r>
              <a:rPr lang="en-US" dirty="0"/>
              <a:t>Lab: Configure TCP/IP Settings on Windows 11</a:t>
            </a:r>
            <a:br>
              <a:rPr lang="en-US" sz="2000" dirty="0"/>
            </a:br>
            <a:r>
              <a:rPr lang="en-US" sz="2000" dirty="0"/>
              <a:t>(available in CertMaster Learn and CertMaster Perform)</a:t>
            </a:r>
          </a:p>
          <a:p>
            <a:r>
              <a:rPr lang="en-US" dirty="0"/>
              <a:t>Applied Live Lab: Manage Network and Security Settings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B6FDB866-D2D1-FED3-099D-B7177B6DC3B2}"/>
              </a:ext>
            </a:extLst>
          </p:cNvPr>
          <p:cNvSpPr>
            <a:spLocks noGrp="1"/>
          </p:cNvSpPr>
          <p:nvPr>
            <p:ph type="sldNum" sz="quarter" idx="13"/>
          </p:nvPr>
        </p:nvSpPr>
        <p:spPr/>
        <p:txBody>
          <a:bodyPr/>
          <a:lstStyle/>
          <a:p>
            <a:fld id="{B7CF8A19-3A9E-4ABC-B336-2FDDE321C72D}" type="slidenum">
              <a:rPr lang="en-US" smtClean="0"/>
              <a:pPr/>
              <a:t>56</a:t>
            </a:fld>
            <a:endParaRPr lang="en-US" dirty="0"/>
          </a:p>
        </p:txBody>
      </p:sp>
    </p:spTree>
    <p:custDataLst>
      <p:tags r:id="rId1"/>
    </p:custDataLst>
    <p:extLst>
      <p:ext uri="{BB962C8B-B14F-4D97-AF65-F5344CB8AC3E}">
        <p14:creationId xmlns:p14="http://schemas.microsoft.com/office/powerpoint/2010/main" val="16324744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54A4-978E-636F-7C1B-C22F5F1F72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0D395-1153-3156-BB0F-40DC5C1933B9}"/>
              </a:ext>
            </a:extLst>
          </p:cNvPr>
          <p:cNvSpPr>
            <a:spLocks noGrp="1"/>
          </p:cNvSpPr>
          <p:nvPr>
            <p:ph sz="quarter" idx="14"/>
          </p:nvPr>
        </p:nvSpPr>
        <p:spPr>
          <a:xfrm>
            <a:off x="146049" y="748621"/>
            <a:ext cx="8870950" cy="4335744"/>
          </a:xfrm>
        </p:spPr>
        <p:txBody>
          <a:bodyPr>
            <a:normAutofit/>
          </a:bodyPr>
          <a:lstStyle/>
          <a:p>
            <a:r>
              <a:rPr lang="en-US" dirty="0"/>
              <a:t>Challenge Live Lab: Manage Windows Workstations</a:t>
            </a:r>
            <a:br>
              <a:rPr lang="en-US" sz="2400" dirty="0"/>
            </a:br>
            <a:r>
              <a:rPr lang="en-US" sz="2000" dirty="0"/>
              <a:t>(available in CertMaster Perform and CertMaster Labs)</a:t>
            </a:r>
          </a:p>
          <a:p>
            <a:r>
              <a:rPr lang="en-US" dirty="0"/>
              <a:t>Challenge Live Lab: Set Up Windows Workstations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9F1DD181-E6A3-E462-1714-3A23F6A0DC51}"/>
              </a:ext>
            </a:extLst>
          </p:cNvPr>
          <p:cNvSpPr>
            <a:spLocks noGrp="1"/>
          </p:cNvSpPr>
          <p:nvPr>
            <p:ph type="sldNum" sz="quarter" idx="13"/>
          </p:nvPr>
        </p:nvSpPr>
        <p:spPr/>
        <p:txBody>
          <a:bodyPr/>
          <a:lstStyle/>
          <a:p>
            <a:fld id="{B7CF8A19-3A9E-4ABC-B336-2FDDE321C72D}" type="slidenum">
              <a:rPr lang="en-US" smtClean="0"/>
              <a:pPr/>
              <a:t>57</a:t>
            </a:fld>
            <a:endParaRPr lang="en-US" dirty="0"/>
          </a:p>
        </p:txBody>
      </p:sp>
    </p:spTree>
    <p:custDataLst>
      <p:tags r:id="rId1"/>
    </p:custDataLst>
    <p:extLst>
      <p:ext uri="{BB962C8B-B14F-4D97-AF65-F5344CB8AC3E}">
        <p14:creationId xmlns:p14="http://schemas.microsoft.com/office/powerpoint/2010/main" val="3478511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80DEF-1B2A-A2B1-76DC-FA5A052E37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585E70-838C-0A06-A185-2E60FB19AB55}"/>
              </a:ext>
            </a:extLst>
          </p:cNvPr>
          <p:cNvSpPr>
            <a:spLocks noGrp="1"/>
          </p:cNvSpPr>
          <p:nvPr>
            <p:ph type="title"/>
          </p:nvPr>
        </p:nvSpPr>
        <p:spPr/>
        <p:txBody>
          <a:bodyPr/>
          <a:lstStyle/>
          <a:p>
            <a:r>
              <a:rPr lang="en-US" dirty="0"/>
              <a:t>Windows Networking</a:t>
            </a:r>
          </a:p>
        </p:txBody>
      </p:sp>
      <p:sp>
        <p:nvSpPr>
          <p:cNvPr id="2" name="Content Placeholder 1">
            <a:extLst>
              <a:ext uri="{FF2B5EF4-FFF2-40B4-BE49-F238E27FC236}">
                <a16:creationId xmlns:a16="http://schemas.microsoft.com/office/drawing/2014/main" id="{54EAAE87-CBD2-F714-6824-B93C7CAE692E}"/>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Windows Network Connection Types</a:t>
            </a:r>
          </a:p>
          <a:p>
            <a:r>
              <a:rPr lang="en-US" dirty="0"/>
              <a:t>IP Addressing Schemes</a:t>
            </a:r>
          </a:p>
          <a:p>
            <a:r>
              <a:rPr lang="en-US" dirty="0"/>
              <a:t>Windows Client Configuration</a:t>
            </a:r>
          </a:p>
          <a:p>
            <a:r>
              <a:rPr lang="en-US" dirty="0"/>
              <a:t>Network Location</a:t>
            </a:r>
          </a:p>
          <a:p>
            <a:r>
              <a:rPr lang="en-US" dirty="0"/>
              <a:t>Windows Defender Firewall Configuration</a:t>
            </a:r>
          </a:p>
          <a:p>
            <a:r>
              <a:rPr lang="en-US" dirty="0"/>
              <a:t>VPN and WWAN Connection Types</a:t>
            </a:r>
          </a:p>
          <a:p>
            <a:r>
              <a:rPr lang="en-US" dirty="0"/>
              <a:t>Proxy Settings</a:t>
            </a:r>
          </a:p>
        </p:txBody>
      </p:sp>
      <p:sp>
        <p:nvSpPr>
          <p:cNvPr id="4" name="Slide Number Placeholder 3">
            <a:extLst>
              <a:ext uri="{FF2B5EF4-FFF2-40B4-BE49-F238E27FC236}">
                <a16:creationId xmlns:a16="http://schemas.microsoft.com/office/drawing/2014/main" id="{C0B3C39C-0780-C9D1-A0A8-80CCEECFC1A1}"/>
              </a:ext>
            </a:extLst>
          </p:cNvPr>
          <p:cNvSpPr>
            <a:spLocks noGrp="1"/>
          </p:cNvSpPr>
          <p:nvPr>
            <p:ph type="sldNum" sz="quarter" idx="12"/>
          </p:nvPr>
        </p:nvSpPr>
        <p:spPr/>
        <p:txBody>
          <a:bodyPr/>
          <a:lstStyle/>
          <a:p>
            <a:fld id="{B7CF8A19-3A9E-4ABC-B336-2FDDE321C72D}" type="slidenum">
              <a:rPr lang="en-US" smtClean="0"/>
              <a:pPr/>
              <a:t>58</a:t>
            </a:fld>
            <a:endParaRPr lang="en-US" dirty="0"/>
          </a:p>
        </p:txBody>
      </p:sp>
    </p:spTree>
    <p:custDataLst>
      <p:tags r:id="rId1"/>
    </p:custDataLst>
    <p:extLst>
      <p:ext uri="{BB962C8B-B14F-4D97-AF65-F5344CB8AC3E}">
        <p14:creationId xmlns:p14="http://schemas.microsoft.com/office/powerpoint/2010/main" val="32733514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04A4A-BEBA-46F7-8D91-096B77966F98}">
  <ds:schemaRefs>
    <ds:schemaRef ds:uri="http://schemas.microsoft.com/office/2006/documentManagement/types"/>
    <ds:schemaRef ds:uri="95a46270-66ec-4bdf-aabc-d78887d51418"/>
    <ds:schemaRef ds:uri="http://schemas.microsoft.com/office/infopath/2007/PartnerControls"/>
    <ds:schemaRef ds:uri="315eb565-7267-4a95-9087-2f433ded3c8b"/>
    <ds:schemaRef ds:uri="http://purl.org/dc/terms/"/>
    <ds:schemaRef ds:uri="http://purl.org/dc/elements/1.1/"/>
    <ds:schemaRef ds:uri="http://schemas.microsoft.com/sharepoint/v3"/>
    <ds:schemaRef ds:uri="http://www.w3.org/XML/1998/namespace"/>
    <ds:schemaRef ds:uri="http://purl.org/dc/dcmitype/"/>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AC794007-3676-4681-ABEF-75C494F42386}">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61</TotalTime>
  <Words>2580</Words>
  <Application>Microsoft Office PowerPoint</Application>
  <PresentationFormat>On-screen Show (16:9)</PresentationFormat>
  <Paragraphs>425</Paragraphs>
  <Slides>58</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comptia_ov</vt:lpstr>
      <vt:lpstr>Exam 220-1202</vt:lpstr>
      <vt:lpstr>Managing Windows</vt:lpstr>
      <vt:lpstr>Learning Outcomes</vt:lpstr>
      <vt:lpstr>Use Management Consoles</vt:lpstr>
      <vt:lpstr>Device Manager (Slide 1 of 3)</vt:lpstr>
      <vt:lpstr>Device Manager (Slide 2 of 3)</vt:lpstr>
      <vt:lpstr>Device Manager (Slide 3 of 3)</vt:lpstr>
      <vt:lpstr>Disk Management Console (Slide 1 of 2)</vt:lpstr>
      <vt:lpstr>Disk Management Console (Slide 2 of 2)</vt:lpstr>
      <vt:lpstr>Disk Maintenance Tools (Slide 1 of 2)</vt:lpstr>
      <vt:lpstr>Disk Maintenance Tools (Slide 2 of 2)</vt:lpstr>
      <vt:lpstr>Task Scheduler (Slide 1 of 2)</vt:lpstr>
      <vt:lpstr>Task Scheduler (Slide 2 of 2)</vt:lpstr>
      <vt:lpstr>Local Users and Groups Console</vt:lpstr>
      <vt:lpstr>Certificate Manager (Slide 1 of 2)</vt:lpstr>
      <vt:lpstr>Certificate Manager (Slide 2 of 2)</vt:lpstr>
      <vt:lpstr>Group Policy Editor (Slide 1 of 2)</vt:lpstr>
      <vt:lpstr>Group Policy Editor (Slide 2 of 2)</vt:lpstr>
      <vt:lpstr>Registry Editor (Slide 1 of 2)</vt:lpstr>
      <vt:lpstr>Registry Editor (Slide 2 of 2)</vt:lpstr>
      <vt:lpstr>Custom Microsoft Management Consoles (Slide 1 of 2)</vt:lpstr>
      <vt:lpstr>Custom Microsoft Management Consoles (Slide 2 of 2)</vt:lpstr>
      <vt:lpstr>PowerPoint Presentation</vt:lpstr>
      <vt:lpstr>Management Consoles</vt:lpstr>
      <vt:lpstr>Command-Line Tools</vt:lpstr>
      <vt:lpstr>Command Prompt (Slide 1 of 2)</vt:lpstr>
      <vt:lpstr>Command Prompt (Slide 2 of 2)</vt:lpstr>
      <vt:lpstr>Navigation Commands (Slide 1 of 2)</vt:lpstr>
      <vt:lpstr>Navigation Commands (Slide 2 of 2)</vt:lpstr>
      <vt:lpstr>File Management Commands</vt:lpstr>
      <vt:lpstr>Disk Management Commands (Slide 1 of 2)</vt:lpstr>
      <vt:lpstr>Disk Management Commands (Slide 2 of 2)</vt:lpstr>
      <vt:lpstr>System Management Commands (Slide 1 of 3)</vt:lpstr>
      <vt:lpstr>System Management Commands (Slide 2 of 3)</vt:lpstr>
      <vt:lpstr>System Management Commands (Slide 3 of 3)</vt:lpstr>
      <vt:lpstr>PowerPoint Presentation</vt:lpstr>
      <vt:lpstr>Command-Line Tools</vt:lpstr>
      <vt:lpstr>Windows Networking</vt:lpstr>
      <vt:lpstr>Windows Network Connection Types (Slide 1 of 3)</vt:lpstr>
      <vt:lpstr>Windows Network Connection Types (Slide 2 of 3)</vt:lpstr>
      <vt:lpstr>Windows Network Connection Types (Slide 3 of 3)</vt:lpstr>
      <vt:lpstr>IP Addressing Schemes</vt:lpstr>
      <vt:lpstr>Windows Client Configuration (Slide 1 of 3)</vt:lpstr>
      <vt:lpstr>Windows Client Configuration (Slide 2 of 3)</vt:lpstr>
      <vt:lpstr>Windows Client Configuration (Slide 3 of 3)</vt:lpstr>
      <vt:lpstr>Network Location (Slide 1 of 3)</vt:lpstr>
      <vt:lpstr>Network Location (Slide 2 of 3)</vt:lpstr>
      <vt:lpstr>Network Location (Slide 3 of 3)</vt:lpstr>
      <vt:lpstr>Windows Defender Firewall Configuration (Slide 1 of 3)</vt:lpstr>
      <vt:lpstr>Windows Defender Firewall Configuration (Slide 2 of 3)</vt:lpstr>
      <vt:lpstr>Windows Defender Firewall Configuration (Slide 3 of 3)</vt:lpstr>
      <vt:lpstr>VPN and WWAN Connection Types (Slide 1 of 3)</vt:lpstr>
      <vt:lpstr>VPN and WWAN Connection Types (Slide 2 of 3)</vt:lpstr>
      <vt:lpstr>VPN and WWAN Connection Types (Slide 3 of 3)</vt:lpstr>
      <vt:lpstr>Proxy Settings</vt:lpstr>
      <vt:lpstr>PowerPoint Presentation</vt:lpstr>
      <vt:lpstr>PowerPoint Presentation</vt:lpstr>
      <vt:lpstr>Windows Networking</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Amy Glidewell</cp:lastModifiedBy>
  <cp:revision>1</cp:revision>
  <dcterms:created xsi:type="dcterms:W3CDTF">2021-09-20T08:36:44Z</dcterms:created>
  <dcterms:modified xsi:type="dcterms:W3CDTF">2025-06-16T22:26:20Z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