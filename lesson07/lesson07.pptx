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notesSlides/notesSlide1.xml" ContentType="application/vnd.openxmlformats-officedocument.presentationml.notesSlide+xml"/>
  <Override PartName="/ppt/tags/tag32.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33.xml" ContentType="application/vnd.openxmlformats-officedocument.presentationml.tags+xml"/>
  <Override PartName="/ppt/notesSlides/notesSlide4.xml" ContentType="application/vnd.openxmlformats-officedocument.presentationml.notesSlide+xml"/>
  <Override PartName="/ppt/tags/tag34.xml" ContentType="application/vnd.openxmlformats-officedocument.presentationml.tags+xml"/>
  <Override PartName="/ppt/notesSlides/notesSlide5.xml" ContentType="application/vnd.openxmlformats-officedocument.presentationml.notesSlide+xml"/>
  <Override PartName="/ppt/tags/tag35.xml" ContentType="application/vnd.openxmlformats-officedocument.presentationml.tags+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tags/tag36.xml" ContentType="application/vnd.openxmlformats-officedocument.presentationml.tag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tags/tag37.xml" ContentType="application/vnd.openxmlformats-officedocument.presentationml.tags+xml"/>
  <Override PartName="/ppt/notesSlides/notesSlide12.xml" ContentType="application/vnd.openxmlformats-officedocument.presentationml.notesSlide+xml"/>
  <Override PartName="/ppt/tags/tag38.xml" ContentType="application/vnd.openxmlformats-officedocument.presentationml.tags+xml"/>
  <Override PartName="/ppt/notesSlides/notesSlide13.xml" ContentType="application/vnd.openxmlformats-officedocument.presentationml.notesSlide+xml"/>
  <Override PartName="/ppt/tags/tag39.xml" ContentType="application/vnd.openxmlformats-officedocument.presentationml.tags+xml"/>
  <Override PartName="/ppt/notesSlides/notesSlide14.xml" ContentType="application/vnd.openxmlformats-officedocument.presentationml.notesSlide+xml"/>
  <Override PartName="/ppt/tags/tag40.xml" ContentType="application/vnd.openxmlformats-officedocument.presentationml.tags+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tags/tag41.xml" ContentType="application/vnd.openxmlformats-officedocument.presentationml.tags+xml"/>
  <Override PartName="/ppt/tags/tag42.xml" ContentType="application/vnd.openxmlformats-officedocument.presentationml.tags+xml"/>
  <Override PartName="/ppt/notesSlides/notesSlide17.xml" ContentType="application/vnd.openxmlformats-officedocument.presentationml.notesSlide+xml"/>
  <Override PartName="/ppt/tags/tag43.xml" ContentType="application/vnd.openxmlformats-officedocument.presentationml.tags+xml"/>
  <Override PartName="/ppt/notesSlides/notesSlide18.xml" ContentType="application/vnd.openxmlformats-officedocument.presentationml.notesSlide+xml"/>
  <Override PartName="/ppt/tags/tag44.xml" ContentType="application/vnd.openxmlformats-officedocument.presentationml.tags+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tags/tag45.xml" ContentType="application/vnd.openxmlformats-officedocument.presentationml.tags+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tags/tag46.xml" ContentType="application/vnd.openxmlformats-officedocument.presentationml.tags+xml"/>
  <Override PartName="/ppt/notesSlides/notesSlide24.xml" ContentType="application/vnd.openxmlformats-officedocument.presentationml.notesSlide+xml"/>
  <Override PartName="/ppt/tags/tag47.xml" ContentType="application/vnd.openxmlformats-officedocument.presentationml.tags+xml"/>
  <Override PartName="/ppt/notesSlides/notesSlide25.xml" ContentType="application/vnd.openxmlformats-officedocument.presentationml.notesSlide+xml"/>
  <Override PartName="/ppt/tags/tag48.xml" ContentType="application/vnd.openxmlformats-officedocument.presentationml.tags+xml"/>
  <Override PartName="/ppt/notesSlides/notesSlide26.xml" ContentType="application/vnd.openxmlformats-officedocument.presentationml.notesSlide+xml"/>
  <Override PartName="/ppt/tags/tag49.xml" ContentType="application/vnd.openxmlformats-officedocument.presentationml.tags+xml"/>
  <Override PartName="/ppt/tags/tag50.xml" ContentType="application/vnd.openxmlformats-officedocument.presentationml.tags+xml"/>
  <Override PartName="/ppt/notesSlides/notesSlide27.xml" ContentType="application/vnd.openxmlformats-officedocument.presentationml.notesSlide+xml"/>
  <Override PartName="/ppt/tags/tag51.xml" ContentType="application/vnd.openxmlformats-officedocument.presentationml.tags+xml"/>
  <Override PartName="/ppt/notesSlides/notesSlide28.xml" ContentType="application/vnd.openxmlformats-officedocument.presentationml.notesSlide+xml"/>
  <Override PartName="/ppt/tags/tag52.xml" ContentType="application/vnd.openxmlformats-officedocument.presentationml.tags+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tags/tag53.xml" ContentType="application/vnd.openxmlformats-officedocument.presentationml.tags+xml"/>
  <Override PartName="/ppt/notesSlides/notesSlide32.xml" ContentType="application/vnd.openxmlformats-officedocument.presentationml.notesSlide+xml"/>
  <Override PartName="/ppt/tags/tag54.xml" ContentType="application/vnd.openxmlformats-officedocument.presentationml.tags+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tags/tag55.xml" ContentType="application/vnd.openxmlformats-officedocument.presentationml.tags+xml"/>
  <Override PartName="/ppt/notesSlides/notesSlide36.xml" ContentType="application/vnd.openxmlformats-officedocument.presentationml.notesSlide+xml"/>
  <Override PartName="/ppt/tags/tag56.xml" ContentType="application/vnd.openxmlformats-officedocument.presentationml.tags+xml"/>
  <Override PartName="/ppt/notesSlides/notesSlide37.xml" ContentType="application/vnd.openxmlformats-officedocument.presentationml.notesSlide+xml"/>
  <Override PartName="/ppt/tags/tag57.xml" ContentType="application/vnd.openxmlformats-officedocument.presentationml.tags+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tags/tag58.xml" ContentType="application/vnd.openxmlformats-officedocument.presentationml.tags+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tags/tag59.xml" ContentType="application/vnd.openxmlformats-officedocument.presentationml.tags+xml"/>
  <Override PartName="/ppt/notesSlides/notesSlide42.xml" ContentType="application/vnd.openxmlformats-officedocument.presentationml.notesSlide+xml"/>
  <Override PartName="/ppt/tags/tag60.xml" ContentType="application/vnd.openxmlformats-officedocument.presentationml.tags+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tags/tag61.xml" ContentType="application/vnd.openxmlformats-officedocument.presentationml.tags+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tags/tag62.xml" ContentType="application/vnd.openxmlformats-officedocument.presentationml.tags+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tags/tag63.xml" ContentType="application/vnd.openxmlformats-officedocument.presentationml.tags+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tags/tag64.xml" ContentType="application/vnd.openxmlformats-officedocument.presentationml.tags+xml"/>
  <Override PartName="/ppt/tags/tag65.xml" ContentType="application/vnd.openxmlformats-officedocument.presentationml.tags+xml"/>
  <Override PartName="/ppt/notesSlides/notesSlide5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910" r:id="rId4"/>
  </p:sldMasterIdLst>
  <p:notesMasterIdLst>
    <p:notesMasterId r:id="rId63"/>
  </p:notesMasterIdLst>
  <p:handoutMasterIdLst>
    <p:handoutMasterId r:id="rId64"/>
  </p:handoutMasterIdLst>
  <p:sldIdLst>
    <p:sldId id="299" r:id="rId5"/>
    <p:sldId id="465" r:id="rId6"/>
    <p:sldId id="297" r:id="rId7"/>
    <p:sldId id="302" r:id="rId8"/>
    <p:sldId id="569" r:id="rId9"/>
    <p:sldId id="570" r:id="rId10"/>
    <p:sldId id="313" r:id="rId11"/>
    <p:sldId id="626" r:id="rId12"/>
    <p:sldId id="595" r:id="rId13"/>
    <p:sldId id="596" r:id="rId14"/>
    <p:sldId id="597" r:id="rId15"/>
    <p:sldId id="598" r:id="rId16"/>
    <p:sldId id="599" r:id="rId17"/>
    <p:sldId id="600" r:id="rId18"/>
    <p:sldId id="565" r:id="rId19"/>
    <p:sldId id="601" r:id="rId20"/>
    <p:sldId id="602" r:id="rId21"/>
    <p:sldId id="567" r:id="rId22"/>
    <p:sldId id="317" r:id="rId23"/>
    <p:sldId id="310" r:id="rId24"/>
    <p:sldId id="309" r:id="rId25"/>
    <p:sldId id="315" r:id="rId26"/>
    <p:sldId id="500" r:id="rId27"/>
    <p:sldId id="543" r:id="rId28"/>
    <p:sldId id="605" r:id="rId29"/>
    <p:sldId id="606" r:id="rId30"/>
    <p:sldId id="607" r:id="rId31"/>
    <p:sldId id="574" r:id="rId32"/>
    <p:sldId id="627" r:id="rId33"/>
    <p:sldId id="608" r:id="rId34"/>
    <p:sldId id="604" r:id="rId35"/>
    <p:sldId id="603" r:id="rId36"/>
    <p:sldId id="441" r:id="rId37"/>
    <p:sldId id="576" r:id="rId38"/>
    <p:sldId id="575" r:id="rId39"/>
    <p:sldId id="577" r:id="rId40"/>
    <p:sldId id="610" r:id="rId41"/>
    <p:sldId id="578" r:id="rId42"/>
    <p:sldId id="489" r:id="rId43"/>
    <p:sldId id="611" r:id="rId44"/>
    <p:sldId id="612" r:id="rId45"/>
    <p:sldId id="628" r:id="rId46"/>
    <p:sldId id="614" r:id="rId47"/>
    <p:sldId id="615" r:id="rId48"/>
    <p:sldId id="616" r:id="rId49"/>
    <p:sldId id="617" r:id="rId50"/>
    <p:sldId id="629" r:id="rId51"/>
    <p:sldId id="618" r:id="rId52"/>
    <p:sldId id="619" r:id="rId53"/>
    <p:sldId id="488" r:id="rId54"/>
    <p:sldId id="620" r:id="rId55"/>
    <p:sldId id="621" r:id="rId56"/>
    <p:sldId id="622" r:id="rId57"/>
    <p:sldId id="623" r:id="rId58"/>
    <p:sldId id="624" r:id="rId59"/>
    <p:sldId id="625" r:id="rId60"/>
    <p:sldId id="609" r:id="rId61"/>
    <p:sldId id="572" r:id="rId62"/>
  </p:sldIdLst>
  <p:sldSz cx="9144000" cy="5143500" type="screen16x9"/>
  <p:notesSz cx="6858000" cy="9144000"/>
  <p:custDataLst>
    <p:tags r:id="rId65"/>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FE02080-9668-7E2C-D4C1-EC21C276C2AE}" name="Danielle Andries" initials="DA" userId="S::dandries@comptia.org::93d179e4-3c18-40f7-920e-ae80b202540d" providerId="AD"/>
  <p188:author id="{2AB4928F-3885-C63F-F2DF-420967CDD779}" name="Yvette Delim" initials="YD" userId="S::ydelim@comptia.org::1eb1221e-2905-468b-b6ca-e1e332e3c4b6"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Pam Taylor" initials="PT" lastIdx="1" clrIdx="0">
    <p:extLst>
      <p:ext uri="{19B8F6BF-5375-455C-9EA6-DF929625EA0E}">
        <p15:presenceInfo xmlns:p15="http://schemas.microsoft.com/office/powerpoint/2012/main" userId="Pam Taylor" providerId="None"/>
      </p:ext>
    </p:extLst>
  </p:cmAuthor>
  <p:cmAuthor id="2" name="Gail Sandler" initials="GS" lastIdx="4" clrIdx="1">
    <p:extLst>
      <p:ext uri="{19B8F6BF-5375-455C-9EA6-DF929625EA0E}">
        <p15:presenceInfo xmlns:p15="http://schemas.microsoft.com/office/powerpoint/2012/main" userId="2b7e9c3f3530ff22" providerId="Windows Live"/>
      </p:ext>
    </p:extLst>
  </p:cmAuthor>
  <p:cmAuthor id="3" name="James Pengelly" initials="JP" lastIdx="1" clrIdx="2">
    <p:extLst>
      <p:ext uri="{19B8F6BF-5375-455C-9EA6-DF929625EA0E}">
        <p15:presenceInfo xmlns:p15="http://schemas.microsoft.com/office/powerpoint/2012/main" userId="S::jpengelly@comptia.org::d269fecd-a8a2-4e5a-93ae-88bdaab21f51"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53644"/>
    <a:srgbClr val="CF9FDE"/>
    <a:srgbClr val="FEAE62"/>
    <a:srgbClr val="7FC8DD"/>
    <a:srgbClr val="ED6D00"/>
    <a:srgbClr val="44545F"/>
    <a:srgbClr val="B1B7BC"/>
    <a:srgbClr val="0A7DA0"/>
    <a:srgbClr val="007C9E"/>
    <a:srgbClr val="004D72"/>
  </p:clrMru>
  <p:extLst>
    <p:ext uri="{E76CE94A-603C-4142-B9EB-6D1370010A27}">
      <p14:discardImageEditData xmlns:p14="http://schemas.microsoft.com/office/powerpoint/2010/main" val="0"/>
    </p:ext>
    <p:ext uri="{D31A062A-798A-4329-ABDD-BBA856620510}">
      <p14:defaultImageDpi xmlns:p14="http://schemas.microsoft.com/office/powerpoint/2010/main" val="33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87EED45-67CD-4CD0-A153-EB982993B539}" v="39" dt="2025-06-16T23:53:55.08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8015" autoAdjust="0"/>
  </p:normalViewPr>
  <p:slideViewPr>
    <p:cSldViewPr snapToGrid="0">
      <p:cViewPr>
        <p:scale>
          <a:sx n="100" d="100"/>
          <a:sy n="100" d="100"/>
        </p:scale>
        <p:origin x="1176" y="480"/>
      </p:cViewPr>
      <p:guideLst>
        <p:guide orient="horz" pos="1620"/>
        <p:guide pos="288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notesMaster" Target="notesMasters/notesMaster1.xml"/><Relationship Id="rId68"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commentAuthors" Target="commentAuthors.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handoutMaster" Target="handoutMasters/handoutMaster1.xml"/><Relationship Id="rId69" Type="http://schemas.openxmlformats.org/officeDocument/2006/relationships/theme" Target="theme/theme1.xml"/><Relationship Id="rId8" Type="http://schemas.openxmlformats.org/officeDocument/2006/relationships/slide" Target="slides/slide4.xml"/><Relationship Id="rId51" Type="http://schemas.openxmlformats.org/officeDocument/2006/relationships/slide" Target="slides/slide47.xml"/><Relationship Id="rId72" Type="http://schemas.microsoft.com/office/2015/10/relationships/revisionInfo" Target="revisionInfo.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presProps" Target="presProp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tags" Target="tags/tag1.xml"/><Relationship Id="rId73"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 Type="http://schemas.openxmlformats.org/officeDocument/2006/relationships/slide" Target="slides/slide3.xml"/><Relationship Id="rId71"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laine Gustafson" userId="S::egustafson@comptia.org::8e9fbddc-088d-4145-9000-dcad1c3d1481" providerId="AD" clId="Web-{BABAD479-2A11-5FA3-DCEA-31AD3212F40F}"/>
    <pc:docChg chg="modSld">
      <pc:chgData name="Elaine Gustafson" userId="S::egustafson@comptia.org::8e9fbddc-088d-4145-9000-dcad1c3d1481" providerId="AD" clId="Web-{BABAD479-2A11-5FA3-DCEA-31AD3212F40F}" dt="2025-06-12T18:38:07.315" v="67" actId="20577"/>
      <pc:docMkLst>
        <pc:docMk/>
      </pc:docMkLst>
      <pc:sldChg chg="modSp">
        <pc:chgData name="Elaine Gustafson" userId="S::egustafson@comptia.org::8e9fbddc-088d-4145-9000-dcad1c3d1481" providerId="AD" clId="Web-{BABAD479-2A11-5FA3-DCEA-31AD3212F40F}" dt="2025-06-12T18:24:18.962" v="14" actId="20577"/>
        <pc:sldMkLst>
          <pc:docMk/>
          <pc:sldMk cId="57776708" sldId="500"/>
        </pc:sldMkLst>
        <pc:spChg chg="mod">
          <ac:chgData name="Elaine Gustafson" userId="S::egustafson@comptia.org::8e9fbddc-088d-4145-9000-dcad1c3d1481" providerId="AD" clId="Web-{BABAD479-2A11-5FA3-DCEA-31AD3212F40F}" dt="2025-06-12T18:24:18.962" v="14" actId="20577"/>
          <ac:spMkLst>
            <pc:docMk/>
            <pc:sldMk cId="57776708" sldId="500"/>
            <ac:spMk id="3" creationId="{8BE8D574-67F5-4E16-5BD1-2DB5FF1EDD9E}"/>
          </ac:spMkLst>
        </pc:spChg>
      </pc:sldChg>
      <pc:sldChg chg="modNotes">
        <pc:chgData name="Elaine Gustafson" userId="S::egustafson@comptia.org::8e9fbddc-088d-4145-9000-dcad1c3d1481" providerId="AD" clId="Web-{BABAD479-2A11-5FA3-DCEA-31AD3212F40F}" dt="2025-06-12T18:24:37.291" v="15"/>
        <pc:sldMkLst>
          <pc:docMk/>
          <pc:sldMk cId="1961792442" sldId="543"/>
        </pc:sldMkLst>
      </pc:sldChg>
      <pc:sldChg chg="modSp">
        <pc:chgData name="Elaine Gustafson" userId="S::egustafson@comptia.org::8e9fbddc-088d-4145-9000-dcad1c3d1481" providerId="AD" clId="Web-{BABAD479-2A11-5FA3-DCEA-31AD3212F40F}" dt="2025-06-12T18:17:36.169" v="5" actId="20577"/>
        <pc:sldMkLst>
          <pc:docMk/>
          <pc:sldMk cId="3941134522" sldId="565"/>
        </pc:sldMkLst>
        <pc:spChg chg="mod">
          <ac:chgData name="Elaine Gustafson" userId="S::egustafson@comptia.org::8e9fbddc-088d-4145-9000-dcad1c3d1481" providerId="AD" clId="Web-{BABAD479-2A11-5FA3-DCEA-31AD3212F40F}" dt="2025-06-12T18:17:36.169" v="5" actId="20577"/>
          <ac:spMkLst>
            <pc:docMk/>
            <pc:sldMk cId="3941134522" sldId="565"/>
            <ac:spMk id="3" creationId="{BAB06EB0-33B2-B513-6C4B-408F52305AF2}"/>
          </ac:spMkLst>
        </pc:spChg>
      </pc:sldChg>
      <pc:sldChg chg="modSp">
        <pc:chgData name="Elaine Gustafson" userId="S::egustafson@comptia.org::8e9fbddc-088d-4145-9000-dcad1c3d1481" providerId="AD" clId="Web-{BABAD479-2A11-5FA3-DCEA-31AD3212F40F}" dt="2025-06-12T18:21:27.051" v="12" actId="20577"/>
        <pc:sldMkLst>
          <pc:docMk/>
          <pc:sldMk cId="1760471389" sldId="567"/>
        </pc:sldMkLst>
        <pc:spChg chg="mod">
          <ac:chgData name="Elaine Gustafson" userId="S::egustafson@comptia.org::8e9fbddc-088d-4145-9000-dcad1c3d1481" providerId="AD" clId="Web-{BABAD479-2A11-5FA3-DCEA-31AD3212F40F}" dt="2025-06-12T18:21:27.051" v="12" actId="20577"/>
          <ac:spMkLst>
            <pc:docMk/>
            <pc:sldMk cId="1760471389" sldId="567"/>
            <ac:spMk id="3" creationId="{3F9375CA-7E26-5D57-3A32-F6CA6D2D5B06}"/>
          </ac:spMkLst>
        </pc:spChg>
      </pc:sldChg>
      <pc:sldChg chg="modSp">
        <pc:chgData name="Elaine Gustafson" userId="S::egustafson@comptia.org::8e9fbddc-088d-4145-9000-dcad1c3d1481" providerId="AD" clId="Web-{BABAD479-2A11-5FA3-DCEA-31AD3212F40F}" dt="2025-06-12T18:37:24.845" v="65" actId="20577"/>
        <pc:sldMkLst>
          <pc:docMk/>
          <pc:sldMk cId="2244434959" sldId="574"/>
        </pc:sldMkLst>
        <pc:spChg chg="mod">
          <ac:chgData name="Elaine Gustafson" userId="S::egustafson@comptia.org::8e9fbddc-088d-4145-9000-dcad1c3d1481" providerId="AD" clId="Web-{BABAD479-2A11-5FA3-DCEA-31AD3212F40F}" dt="2025-06-12T18:37:24.845" v="65" actId="20577"/>
          <ac:spMkLst>
            <pc:docMk/>
            <pc:sldMk cId="2244434959" sldId="574"/>
            <ac:spMk id="3" creationId="{59EECA1C-48D5-48AC-6120-1FEB34308C39}"/>
          </ac:spMkLst>
        </pc:spChg>
      </pc:sldChg>
      <pc:sldChg chg="modNotes">
        <pc:chgData name="Elaine Gustafson" userId="S::egustafson@comptia.org::8e9fbddc-088d-4145-9000-dcad1c3d1481" providerId="AD" clId="Web-{BABAD479-2A11-5FA3-DCEA-31AD3212F40F}" dt="2025-06-12T18:16:52.480" v="1"/>
        <pc:sldMkLst>
          <pc:docMk/>
          <pc:sldMk cId="393647708" sldId="599"/>
        </pc:sldMkLst>
      </pc:sldChg>
      <pc:sldChg chg="modNotes">
        <pc:chgData name="Elaine Gustafson" userId="S::egustafson@comptia.org::8e9fbddc-088d-4145-9000-dcad1c3d1481" providerId="AD" clId="Web-{BABAD479-2A11-5FA3-DCEA-31AD3212F40F}" dt="2025-06-12T18:16:47.933" v="0"/>
        <pc:sldMkLst>
          <pc:docMk/>
          <pc:sldMk cId="111568438" sldId="600"/>
        </pc:sldMkLst>
      </pc:sldChg>
      <pc:sldChg chg="modSp">
        <pc:chgData name="Elaine Gustafson" userId="S::egustafson@comptia.org::8e9fbddc-088d-4145-9000-dcad1c3d1481" providerId="AD" clId="Web-{BABAD479-2A11-5FA3-DCEA-31AD3212F40F}" dt="2025-06-12T18:17:57.857" v="8" actId="20577"/>
        <pc:sldMkLst>
          <pc:docMk/>
          <pc:sldMk cId="519215427" sldId="601"/>
        </pc:sldMkLst>
        <pc:spChg chg="mod">
          <ac:chgData name="Elaine Gustafson" userId="S::egustafson@comptia.org::8e9fbddc-088d-4145-9000-dcad1c3d1481" providerId="AD" clId="Web-{BABAD479-2A11-5FA3-DCEA-31AD3212F40F}" dt="2025-06-12T18:17:57.857" v="8" actId="20577"/>
          <ac:spMkLst>
            <pc:docMk/>
            <pc:sldMk cId="519215427" sldId="601"/>
            <ac:spMk id="3" creationId="{86FC6A1B-F2AE-A47F-078A-B354D260C59B}"/>
          </ac:spMkLst>
        </pc:spChg>
      </pc:sldChg>
      <pc:sldChg chg="modNotes">
        <pc:chgData name="Elaine Gustafson" userId="S::egustafson@comptia.org::8e9fbddc-088d-4145-9000-dcad1c3d1481" providerId="AD" clId="Web-{BABAD479-2A11-5FA3-DCEA-31AD3212F40F}" dt="2025-06-12T18:25:48.449" v="55"/>
        <pc:sldMkLst>
          <pc:docMk/>
          <pc:sldMk cId="2335324567" sldId="605"/>
        </pc:sldMkLst>
      </pc:sldChg>
      <pc:sldChg chg="modNotes">
        <pc:chgData name="Elaine Gustafson" userId="S::egustafson@comptia.org::8e9fbddc-088d-4145-9000-dcad1c3d1481" providerId="AD" clId="Web-{BABAD479-2A11-5FA3-DCEA-31AD3212F40F}" dt="2025-06-12T18:26:02.012" v="56"/>
        <pc:sldMkLst>
          <pc:docMk/>
          <pc:sldMk cId="775401406" sldId="606"/>
        </pc:sldMkLst>
      </pc:sldChg>
      <pc:sldChg chg="modNotes">
        <pc:chgData name="Elaine Gustafson" userId="S::egustafson@comptia.org::8e9fbddc-088d-4145-9000-dcad1c3d1481" providerId="AD" clId="Web-{BABAD479-2A11-5FA3-DCEA-31AD3212F40F}" dt="2025-06-12T18:26:12.856" v="57"/>
        <pc:sldMkLst>
          <pc:docMk/>
          <pc:sldMk cId="2169897086" sldId="607"/>
        </pc:sldMkLst>
      </pc:sldChg>
      <pc:sldChg chg="modSp">
        <pc:chgData name="Elaine Gustafson" userId="S::egustafson@comptia.org::8e9fbddc-088d-4145-9000-dcad1c3d1481" providerId="AD" clId="Web-{BABAD479-2A11-5FA3-DCEA-31AD3212F40F}" dt="2025-06-12T18:38:07.315" v="67" actId="20577"/>
        <pc:sldMkLst>
          <pc:docMk/>
          <pc:sldMk cId="2646471323" sldId="608"/>
        </pc:sldMkLst>
        <pc:spChg chg="mod">
          <ac:chgData name="Elaine Gustafson" userId="S::egustafson@comptia.org::8e9fbddc-088d-4145-9000-dcad1c3d1481" providerId="AD" clId="Web-{BABAD479-2A11-5FA3-DCEA-31AD3212F40F}" dt="2025-06-12T18:38:07.315" v="67" actId="20577"/>
          <ac:spMkLst>
            <pc:docMk/>
            <pc:sldMk cId="2646471323" sldId="608"/>
            <ac:spMk id="3" creationId="{57C4B166-9F67-4F52-962D-1225107F4175}"/>
          </ac:spMkLst>
        </pc:spChg>
      </pc:sldChg>
    </pc:docChg>
  </pc:docChgLst>
  <pc:docChgLst>
    <pc:chgData name="Nicholas Pierce" userId="S::npierce@comptia.global::ee89543b-d064-42d7-b9d5-60e771afdcba" providerId="AD" clId="Web-{E819D909-3F4F-9E06-C473-B7FE088FFC1F}"/>
    <pc:docChg chg="addSld delSld modSld">
      <pc:chgData name="Nicholas Pierce" userId="S::npierce@comptia.global::ee89543b-d064-42d7-b9d5-60e771afdcba" providerId="AD" clId="Web-{E819D909-3F4F-9E06-C473-B7FE088FFC1F}" dt="2025-06-06T18:42:40.658" v="3851" actId="20577"/>
      <pc:docMkLst>
        <pc:docMk/>
      </pc:docMkLst>
      <pc:sldChg chg="modSp modNotes">
        <pc:chgData name="Nicholas Pierce" userId="S::npierce@comptia.global::ee89543b-d064-42d7-b9d5-60e771afdcba" providerId="AD" clId="Web-{E819D909-3F4F-9E06-C473-B7FE088FFC1F}" dt="2025-06-06T16:32:41.479" v="434" actId="20577"/>
        <pc:sldMkLst>
          <pc:docMk/>
          <pc:sldMk cId="3868167892" sldId="313"/>
        </pc:sldMkLst>
        <pc:spChg chg="mod">
          <ac:chgData name="Nicholas Pierce" userId="S::npierce@comptia.global::ee89543b-d064-42d7-b9d5-60e771afdcba" providerId="AD" clId="Web-{E819D909-3F4F-9E06-C473-B7FE088FFC1F}" dt="2025-06-06T16:32:41.479" v="434" actId="20577"/>
          <ac:spMkLst>
            <pc:docMk/>
            <pc:sldMk cId="3868167892" sldId="313"/>
            <ac:spMk id="3" creationId="{BEF0CD94-701E-BF31-F57D-0F0245971FB7}"/>
          </ac:spMkLst>
        </pc:spChg>
      </pc:sldChg>
      <pc:sldChg chg="modSp">
        <pc:chgData name="Nicholas Pierce" userId="S::npierce@comptia.global::ee89543b-d064-42d7-b9d5-60e771afdcba" providerId="AD" clId="Web-{E819D909-3F4F-9E06-C473-B7FE088FFC1F}" dt="2025-06-06T18:38:00.761" v="3468" actId="20577"/>
        <pc:sldMkLst>
          <pc:docMk/>
          <pc:sldMk cId="2476857650" sldId="488"/>
        </pc:sldMkLst>
        <pc:spChg chg="mod">
          <ac:chgData name="Nicholas Pierce" userId="S::npierce@comptia.global::ee89543b-d064-42d7-b9d5-60e771afdcba" providerId="AD" clId="Web-{E819D909-3F4F-9E06-C473-B7FE088FFC1F}" dt="2025-06-06T18:38:00.761" v="3468" actId="20577"/>
          <ac:spMkLst>
            <pc:docMk/>
            <pc:sldMk cId="2476857650" sldId="488"/>
            <ac:spMk id="3" creationId="{BF118F52-6837-3E29-D9F4-2CAB1BD16A6A}"/>
          </ac:spMkLst>
        </pc:spChg>
      </pc:sldChg>
      <pc:sldChg chg="modSp modNotes">
        <pc:chgData name="Nicholas Pierce" userId="S::npierce@comptia.global::ee89543b-d064-42d7-b9d5-60e771afdcba" providerId="AD" clId="Web-{E819D909-3F4F-9E06-C473-B7FE088FFC1F}" dt="2025-06-06T16:58:22.382" v="1517"/>
        <pc:sldMkLst>
          <pc:docMk/>
          <pc:sldMk cId="57776708" sldId="500"/>
        </pc:sldMkLst>
        <pc:spChg chg="mod">
          <ac:chgData name="Nicholas Pierce" userId="S::npierce@comptia.global::ee89543b-d064-42d7-b9d5-60e771afdcba" providerId="AD" clId="Web-{E819D909-3F4F-9E06-C473-B7FE088FFC1F}" dt="2025-06-06T16:57:40.990" v="1463" actId="20577"/>
          <ac:spMkLst>
            <pc:docMk/>
            <pc:sldMk cId="57776708" sldId="500"/>
            <ac:spMk id="3" creationId="{8BE8D574-67F5-4E16-5BD1-2DB5FF1EDD9E}"/>
          </ac:spMkLst>
        </pc:spChg>
      </pc:sldChg>
      <pc:sldChg chg="modSp modNotes">
        <pc:chgData name="Nicholas Pierce" userId="S::npierce@comptia.global::ee89543b-d064-42d7-b9d5-60e771afdcba" providerId="AD" clId="Web-{E819D909-3F4F-9E06-C473-B7FE088FFC1F}" dt="2025-06-06T16:44:23.178" v="866"/>
        <pc:sldMkLst>
          <pc:docMk/>
          <pc:sldMk cId="3941134522" sldId="565"/>
        </pc:sldMkLst>
        <pc:spChg chg="mod">
          <ac:chgData name="Nicholas Pierce" userId="S::npierce@comptia.global::ee89543b-d064-42d7-b9d5-60e771afdcba" providerId="AD" clId="Web-{E819D909-3F4F-9E06-C473-B7FE088FFC1F}" dt="2025-06-06T16:44:20.881" v="865" actId="20577"/>
          <ac:spMkLst>
            <pc:docMk/>
            <pc:sldMk cId="3941134522" sldId="565"/>
            <ac:spMk id="3" creationId="{BAB06EB0-33B2-B513-6C4B-408F52305AF2}"/>
          </ac:spMkLst>
        </pc:spChg>
      </pc:sldChg>
      <pc:sldChg chg="modSp modNotes">
        <pc:chgData name="Nicholas Pierce" userId="S::npierce@comptia.global::ee89543b-d064-42d7-b9d5-60e771afdcba" providerId="AD" clId="Web-{E819D909-3F4F-9E06-C473-B7FE088FFC1F}" dt="2025-06-06T16:54:03.935" v="1313"/>
        <pc:sldMkLst>
          <pc:docMk/>
          <pc:sldMk cId="1760471389" sldId="567"/>
        </pc:sldMkLst>
        <pc:spChg chg="mod">
          <ac:chgData name="Nicholas Pierce" userId="S::npierce@comptia.global::ee89543b-d064-42d7-b9d5-60e771afdcba" providerId="AD" clId="Web-{E819D909-3F4F-9E06-C473-B7FE088FFC1F}" dt="2025-06-06T16:53:18.667" v="1247" actId="20577"/>
          <ac:spMkLst>
            <pc:docMk/>
            <pc:sldMk cId="1760471389" sldId="567"/>
            <ac:spMk id="3" creationId="{3F9375CA-7E26-5D57-3A32-F6CA6D2D5B06}"/>
          </ac:spMkLst>
        </pc:spChg>
      </pc:sldChg>
      <pc:sldChg chg="modSp modNotes">
        <pc:chgData name="Nicholas Pierce" userId="S::npierce@comptia.global::ee89543b-d064-42d7-b9d5-60e771afdcba" providerId="AD" clId="Web-{E819D909-3F4F-9E06-C473-B7FE088FFC1F}" dt="2025-06-06T16:28:55.798" v="215"/>
        <pc:sldMkLst>
          <pc:docMk/>
          <pc:sldMk cId="2436142003" sldId="569"/>
        </pc:sldMkLst>
        <pc:spChg chg="mod">
          <ac:chgData name="Nicholas Pierce" userId="S::npierce@comptia.global::ee89543b-d064-42d7-b9d5-60e771afdcba" providerId="AD" clId="Web-{E819D909-3F4F-9E06-C473-B7FE088FFC1F}" dt="2025-06-06T16:28:17.406" v="149" actId="20577"/>
          <ac:spMkLst>
            <pc:docMk/>
            <pc:sldMk cId="2436142003" sldId="569"/>
            <ac:spMk id="3" creationId="{C6F96774-36B8-B8FC-7220-DEB733B577E6}"/>
          </ac:spMkLst>
        </pc:spChg>
      </pc:sldChg>
      <pc:sldChg chg="modSp modNotes">
        <pc:chgData name="Nicholas Pierce" userId="S::npierce@comptia.global::ee89543b-d064-42d7-b9d5-60e771afdcba" providerId="AD" clId="Web-{E819D909-3F4F-9E06-C473-B7FE088FFC1F}" dt="2025-06-06T17:04:33.256" v="1912"/>
        <pc:sldMkLst>
          <pc:docMk/>
          <pc:sldMk cId="2244434959" sldId="574"/>
        </pc:sldMkLst>
        <pc:spChg chg="mod">
          <ac:chgData name="Nicholas Pierce" userId="S::npierce@comptia.global::ee89543b-d064-42d7-b9d5-60e771afdcba" providerId="AD" clId="Web-{E819D909-3F4F-9E06-C473-B7FE088FFC1F}" dt="2025-06-06T17:03:24.581" v="1802" actId="20577"/>
          <ac:spMkLst>
            <pc:docMk/>
            <pc:sldMk cId="2244434959" sldId="574"/>
            <ac:spMk id="3" creationId="{59EECA1C-48D5-48AC-6120-1FEB34308C39}"/>
          </ac:spMkLst>
        </pc:spChg>
      </pc:sldChg>
      <pc:sldChg chg="modSp modNotes">
        <pc:chgData name="Nicholas Pierce" userId="S::npierce@comptia.global::ee89543b-d064-42d7-b9d5-60e771afdcba" providerId="AD" clId="Web-{E819D909-3F4F-9E06-C473-B7FE088FFC1F}" dt="2025-06-06T17:56:51.711" v="2285" actId="20577"/>
        <pc:sldMkLst>
          <pc:docMk/>
          <pc:sldMk cId="2216117190" sldId="576"/>
        </pc:sldMkLst>
        <pc:spChg chg="mod">
          <ac:chgData name="Nicholas Pierce" userId="S::npierce@comptia.global::ee89543b-d064-42d7-b9d5-60e771afdcba" providerId="AD" clId="Web-{E819D909-3F4F-9E06-C473-B7FE088FFC1F}" dt="2025-06-06T17:56:51.711" v="2285" actId="20577"/>
          <ac:spMkLst>
            <pc:docMk/>
            <pc:sldMk cId="2216117190" sldId="576"/>
            <ac:spMk id="3" creationId="{6D5A74EA-3ADC-D1D9-D7E4-CED6E293EF4C}"/>
          </ac:spMkLst>
        </pc:spChg>
      </pc:sldChg>
      <pc:sldChg chg="modSp modNotes">
        <pc:chgData name="Nicholas Pierce" userId="S::npierce@comptia.global::ee89543b-d064-42d7-b9d5-60e771afdcba" providerId="AD" clId="Web-{E819D909-3F4F-9E06-C473-B7FE088FFC1F}" dt="2025-06-06T18:02:35.738" v="2575" actId="20577"/>
        <pc:sldMkLst>
          <pc:docMk/>
          <pc:sldMk cId="2078518832" sldId="578"/>
        </pc:sldMkLst>
        <pc:spChg chg="mod">
          <ac:chgData name="Nicholas Pierce" userId="S::npierce@comptia.global::ee89543b-d064-42d7-b9d5-60e771afdcba" providerId="AD" clId="Web-{E819D909-3F4F-9E06-C473-B7FE088FFC1F}" dt="2025-06-06T18:02:35.738" v="2575" actId="20577"/>
          <ac:spMkLst>
            <pc:docMk/>
            <pc:sldMk cId="2078518832" sldId="578"/>
            <ac:spMk id="3" creationId="{0ED57C38-DB4C-2C60-75BB-44DDF418BD92}"/>
          </ac:spMkLst>
        </pc:spChg>
      </pc:sldChg>
      <pc:sldChg chg="modSp modNotes">
        <pc:chgData name="Nicholas Pierce" userId="S::npierce@comptia.global::ee89543b-d064-42d7-b9d5-60e771afdcba" providerId="AD" clId="Web-{E819D909-3F4F-9E06-C473-B7FE088FFC1F}" dt="2025-06-06T16:35:26.657" v="618"/>
        <pc:sldMkLst>
          <pc:docMk/>
          <pc:sldMk cId="3472094641" sldId="595"/>
        </pc:sldMkLst>
        <pc:spChg chg="mod">
          <ac:chgData name="Nicholas Pierce" userId="S::npierce@comptia.global::ee89543b-d064-42d7-b9d5-60e771afdcba" providerId="AD" clId="Web-{E819D909-3F4F-9E06-C473-B7FE088FFC1F}" dt="2025-06-06T16:35:09.860" v="595" actId="20577"/>
          <ac:spMkLst>
            <pc:docMk/>
            <pc:sldMk cId="3472094641" sldId="595"/>
            <ac:spMk id="3" creationId="{A01B904E-8D64-3CE1-1BF8-448762148B0B}"/>
          </ac:spMkLst>
        </pc:spChg>
      </pc:sldChg>
      <pc:sldChg chg="modSp modNotes">
        <pc:chgData name="Nicholas Pierce" userId="S::npierce@comptia.global::ee89543b-d064-42d7-b9d5-60e771afdcba" providerId="AD" clId="Web-{E819D909-3F4F-9E06-C473-B7FE088FFC1F}" dt="2025-06-06T16:38:39.962" v="754"/>
        <pc:sldMkLst>
          <pc:docMk/>
          <pc:sldMk cId="1841601235" sldId="598"/>
        </pc:sldMkLst>
        <pc:spChg chg="mod">
          <ac:chgData name="Nicholas Pierce" userId="S::npierce@comptia.global::ee89543b-d064-42d7-b9d5-60e771afdcba" providerId="AD" clId="Web-{E819D909-3F4F-9E06-C473-B7FE088FFC1F}" dt="2025-06-06T16:38:37.571" v="753" actId="20577"/>
          <ac:spMkLst>
            <pc:docMk/>
            <pc:sldMk cId="1841601235" sldId="598"/>
            <ac:spMk id="3" creationId="{FBF46B8F-65F3-3D74-C918-46A6C98AB08F}"/>
          </ac:spMkLst>
        </pc:spChg>
      </pc:sldChg>
      <pc:sldChg chg="add del modNotes">
        <pc:chgData name="Nicholas Pierce" userId="S::npierce@comptia.global::ee89543b-d064-42d7-b9d5-60e771afdcba" providerId="AD" clId="Web-{E819D909-3F4F-9E06-C473-B7FE088FFC1F}" dt="2025-06-06T16:41:41.703" v="779"/>
        <pc:sldMkLst>
          <pc:docMk/>
          <pc:sldMk cId="393647708" sldId="599"/>
        </pc:sldMkLst>
      </pc:sldChg>
      <pc:sldChg chg="add del modNotes">
        <pc:chgData name="Nicholas Pierce" userId="S::npierce@comptia.global::ee89543b-d064-42d7-b9d5-60e771afdcba" providerId="AD" clId="Web-{E819D909-3F4F-9E06-C473-B7FE088FFC1F}" dt="2025-06-06T16:41:44.422" v="780"/>
        <pc:sldMkLst>
          <pc:docMk/>
          <pc:sldMk cId="111568438" sldId="600"/>
        </pc:sldMkLst>
      </pc:sldChg>
      <pc:sldChg chg="modSp modNotes">
        <pc:chgData name="Nicholas Pierce" userId="S::npierce@comptia.global::ee89543b-d064-42d7-b9d5-60e771afdcba" providerId="AD" clId="Web-{E819D909-3F4F-9E06-C473-B7FE088FFC1F}" dt="2025-06-06T16:47:00.075" v="1006"/>
        <pc:sldMkLst>
          <pc:docMk/>
          <pc:sldMk cId="519215427" sldId="601"/>
        </pc:sldMkLst>
        <pc:spChg chg="mod">
          <ac:chgData name="Nicholas Pierce" userId="S::npierce@comptia.global::ee89543b-d064-42d7-b9d5-60e771afdcba" providerId="AD" clId="Web-{E819D909-3F4F-9E06-C473-B7FE088FFC1F}" dt="2025-06-06T16:45:42.212" v="922" actId="20577"/>
          <ac:spMkLst>
            <pc:docMk/>
            <pc:sldMk cId="519215427" sldId="601"/>
            <ac:spMk id="3" creationId="{86FC6A1B-F2AE-A47F-078A-B354D260C59B}"/>
          </ac:spMkLst>
        </pc:spChg>
      </pc:sldChg>
      <pc:sldChg chg="modSp modNotes">
        <pc:chgData name="Nicholas Pierce" userId="S::npierce@comptia.global::ee89543b-d064-42d7-b9d5-60e771afdcba" providerId="AD" clId="Web-{E819D909-3F4F-9E06-C473-B7FE088FFC1F}" dt="2025-06-06T16:50:35.692" v="1147"/>
        <pc:sldMkLst>
          <pc:docMk/>
          <pc:sldMk cId="3267023205" sldId="602"/>
        </pc:sldMkLst>
        <pc:spChg chg="mod">
          <ac:chgData name="Nicholas Pierce" userId="S::npierce@comptia.global::ee89543b-d064-42d7-b9d5-60e771afdcba" providerId="AD" clId="Web-{E819D909-3F4F-9E06-C473-B7FE088FFC1F}" dt="2025-06-06T16:50:19.786" v="1130" actId="20577"/>
          <ac:spMkLst>
            <pc:docMk/>
            <pc:sldMk cId="3267023205" sldId="602"/>
            <ac:spMk id="3" creationId="{0C280989-8A5F-6341-D80F-E9888A38C368}"/>
          </ac:spMkLst>
        </pc:spChg>
      </pc:sldChg>
      <pc:sldChg chg="modSp modNotes">
        <pc:chgData name="Nicholas Pierce" userId="S::npierce@comptia.global::ee89543b-d064-42d7-b9d5-60e771afdcba" providerId="AD" clId="Web-{E819D909-3F4F-9E06-C473-B7FE088FFC1F}" dt="2025-06-06T17:00:57.951" v="1656"/>
        <pc:sldMkLst>
          <pc:docMk/>
          <pc:sldMk cId="2335324567" sldId="605"/>
        </pc:sldMkLst>
        <pc:spChg chg="mod">
          <ac:chgData name="Nicholas Pierce" userId="S::npierce@comptia.global::ee89543b-d064-42d7-b9d5-60e771afdcba" providerId="AD" clId="Web-{E819D909-3F4F-9E06-C473-B7FE088FFC1F}" dt="2025-06-06T17:00:56.654" v="1655" actId="20577"/>
          <ac:spMkLst>
            <pc:docMk/>
            <pc:sldMk cId="2335324567" sldId="605"/>
            <ac:spMk id="3" creationId="{0FC0DD0D-DD7A-2005-9E07-D1559E9FF3CD}"/>
          </ac:spMkLst>
        </pc:spChg>
      </pc:sldChg>
      <pc:sldChg chg="modSp modNotes">
        <pc:chgData name="Nicholas Pierce" userId="S::npierce@comptia.global::ee89543b-d064-42d7-b9d5-60e771afdcba" providerId="AD" clId="Web-{E819D909-3F4F-9E06-C473-B7FE088FFC1F}" dt="2025-06-06T17:46:41.226" v="2026"/>
        <pc:sldMkLst>
          <pc:docMk/>
          <pc:sldMk cId="2646471323" sldId="608"/>
        </pc:sldMkLst>
        <pc:spChg chg="mod">
          <ac:chgData name="Nicholas Pierce" userId="S::npierce@comptia.global::ee89543b-d064-42d7-b9d5-60e771afdcba" providerId="AD" clId="Web-{E819D909-3F4F-9E06-C473-B7FE088FFC1F}" dt="2025-06-06T17:46:38.461" v="2025" actId="20577"/>
          <ac:spMkLst>
            <pc:docMk/>
            <pc:sldMk cId="2646471323" sldId="608"/>
            <ac:spMk id="3" creationId="{57C4B166-9F67-4F52-962D-1225107F4175}"/>
          </ac:spMkLst>
        </pc:spChg>
      </pc:sldChg>
      <pc:sldChg chg="modSp modNotes">
        <pc:chgData name="Nicholas Pierce" userId="S::npierce@comptia.global::ee89543b-d064-42d7-b9d5-60e771afdcba" providerId="AD" clId="Web-{E819D909-3F4F-9E06-C473-B7FE088FFC1F}" dt="2025-06-06T17:59:30.536" v="2435" actId="20577"/>
        <pc:sldMkLst>
          <pc:docMk/>
          <pc:sldMk cId="1395085934" sldId="610"/>
        </pc:sldMkLst>
        <pc:spChg chg="mod">
          <ac:chgData name="Nicholas Pierce" userId="S::npierce@comptia.global::ee89543b-d064-42d7-b9d5-60e771afdcba" providerId="AD" clId="Web-{E819D909-3F4F-9E06-C473-B7FE088FFC1F}" dt="2025-06-06T17:59:30.536" v="2435" actId="20577"/>
          <ac:spMkLst>
            <pc:docMk/>
            <pc:sldMk cId="1395085934" sldId="610"/>
            <ac:spMk id="3" creationId="{B671A0A3-00E9-C0BD-094E-485B9DBD8B19}"/>
          </ac:spMkLst>
        </pc:spChg>
      </pc:sldChg>
      <pc:sldChg chg="modSp modNotes">
        <pc:chgData name="Nicholas Pierce" userId="S::npierce@comptia.global::ee89543b-d064-42d7-b9d5-60e771afdcba" providerId="AD" clId="Web-{E819D909-3F4F-9E06-C473-B7FE088FFC1F}" dt="2025-06-06T18:16:38.162" v="2745" actId="20577"/>
        <pc:sldMkLst>
          <pc:docMk/>
          <pc:sldMk cId="1330751852" sldId="612"/>
        </pc:sldMkLst>
        <pc:spChg chg="mod">
          <ac:chgData name="Nicholas Pierce" userId="S::npierce@comptia.global::ee89543b-d064-42d7-b9d5-60e771afdcba" providerId="AD" clId="Web-{E819D909-3F4F-9E06-C473-B7FE088FFC1F}" dt="2025-06-06T18:16:38.162" v="2745" actId="20577"/>
          <ac:spMkLst>
            <pc:docMk/>
            <pc:sldMk cId="1330751852" sldId="612"/>
            <ac:spMk id="3" creationId="{9A3C3200-E3C1-9C41-E25A-FD87DD103525}"/>
          </ac:spMkLst>
        </pc:spChg>
      </pc:sldChg>
      <pc:sldChg chg="modSp modNotes">
        <pc:chgData name="Nicholas Pierce" userId="S::npierce@comptia.global::ee89543b-d064-42d7-b9d5-60e771afdcba" providerId="AD" clId="Web-{E819D909-3F4F-9E06-C473-B7FE088FFC1F}" dt="2025-06-06T18:23:56.696" v="2978"/>
        <pc:sldMkLst>
          <pc:docMk/>
          <pc:sldMk cId="1141807311" sldId="614"/>
        </pc:sldMkLst>
        <pc:spChg chg="mod">
          <ac:chgData name="Nicholas Pierce" userId="S::npierce@comptia.global::ee89543b-d064-42d7-b9d5-60e771afdcba" providerId="AD" clId="Web-{E819D909-3F4F-9E06-C473-B7FE088FFC1F}" dt="2025-06-06T18:21:54.858" v="2941" actId="20577"/>
          <ac:spMkLst>
            <pc:docMk/>
            <pc:sldMk cId="1141807311" sldId="614"/>
            <ac:spMk id="3" creationId="{983FF77F-73FE-69B2-6F1C-BB118C0D1A1B}"/>
          </ac:spMkLst>
        </pc:spChg>
      </pc:sldChg>
      <pc:sldChg chg="modSp modNotes">
        <pc:chgData name="Nicholas Pierce" userId="S::npierce@comptia.global::ee89543b-d064-42d7-b9d5-60e771afdcba" providerId="AD" clId="Web-{E819D909-3F4F-9E06-C473-B7FE088FFC1F}" dt="2025-06-06T18:27:51.449" v="3198" actId="20577"/>
        <pc:sldMkLst>
          <pc:docMk/>
          <pc:sldMk cId="3502547714" sldId="616"/>
        </pc:sldMkLst>
        <pc:spChg chg="mod">
          <ac:chgData name="Nicholas Pierce" userId="S::npierce@comptia.global::ee89543b-d064-42d7-b9d5-60e771afdcba" providerId="AD" clId="Web-{E819D909-3F4F-9E06-C473-B7FE088FFC1F}" dt="2025-06-06T18:27:51.449" v="3198" actId="20577"/>
          <ac:spMkLst>
            <pc:docMk/>
            <pc:sldMk cId="3502547714" sldId="616"/>
            <ac:spMk id="3" creationId="{C8C97019-3BD4-7268-8972-A1246A6942CB}"/>
          </ac:spMkLst>
        </pc:spChg>
      </pc:sldChg>
      <pc:sldChg chg="modSp modNotes">
        <pc:chgData name="Nicholas Pierce" userId="S::npierce@comptia.global::ee89543b-d064-42d7-b9d5-60e771afdcba" providerId="AD" clId="Web-{E819D909-3F4F-9E06-C473-B7FE088FFC1F}" dt="2025-06-06T18:36:01.330" v="3374" actId="20577"/>
        <pc:sldMkLst>
          <pc:docMk/>
          <pc:sldMk cId="3752282686" sldId="618"/>
        </pc:sldMkLst>
        <pc:spChg chg="mod">
          <ac:chgData name="Nicholas Pierce" userId="S::npierce@comptia.global::ee89543b-d064-42d7-b9d5-60e771afdcba" providerId="AD" clId="Web-{E819D909-3F4F-9E06-C473-B7FE088FFC1F}" dt="2025-06-06T18:36:01.330" v="3374" actId="20577"/>
          <ac:spMkLst>
            <pc:docMk/>
            <pc:sldMk cId="3752282686" sldId="618"/>
            <ac:spMk id="3" creationId="{A100C87B-CE95-F1F3-A298-C2DABDCCD12D}"/>
          </ac:spMkLst>
        </pc:spChg>
      </pc:sldChg>
      <pc:sldChg chg="modSp modNotes">
        <pc:chgData name="Nicholas Pierce" userId="S::npierce@comptia.global::ee89543b-d064-42d7-b9d5-60e771afdcba" providerId="AD" clId="Web-{E819D909-3F4F-9E06-C473-B7FE088FFC1F}" dt="2025-06-06T18:40:06.162" v="3645"/>
        <pc:sldMkLst>
          <pc:docMk/>
          <pc:sldMk cId="82801170" sldId="622"/>
        </pc:sldMkLst>
        <pc:spChg chg="mod">
          <ac:chgData name="Nicholas Pierce" userId="S::npierce@comptia.global::ee89543b-d064-42d7-b9d5-60e771afdcba" providerId="AD" clId="Web-{E819D909-3F4F-9E06-C473-B7FE088FFC1F}" dt="2025-06-06T18:39:30.018" v="3576" actId="20577"/>
          <ac:spMkLst>
            <pc:docMk/>
            <pc:sldMk cId="82801170" sldId="622"/>
            <ac:spMk id="3" creationId="{AF2834F7-F89E-02B2-9120-58FFA77743DD}"/>
          </ac:spMkLst>
        </pc:spChg>
      </pc:sldChg>
      <pc:sldChg chg="modSp modNotes">
        <pc:chgData name="Nicholas Pierce" userId="S::npierce@comptia.global::ee89543b-d064-42d7-b9d5-60e771afdcba" providerId="AD" clId="Web-{E819D909-3F4F-9E06-C473-B7FE088FFC1F}" dt="2025-06-06T18:42:40.658" v="3851" actId="20577"/>
        <pc:sldMkLst>
          <pc:docMk/>
          <pc:sldMk cId="1293228980" sldId="624"/>
        </pc:sldMkLst>
        <pc:spChg chg="mod">
          <ac:chgData name="Nicholas Pierce" userId="S::npierce@comptia.global::ee89543b-d064-42d7-b9d5-60e771afdcba" providerId="AD" clId="Web-{E819D909-3F4F-9E06-C473-B7FE088FFC1F}" dt="2025-06-06T18:42:40.658" v="3851" actId="20577"/>
          <ac:spMkLst>
            <pc:docMk/>
            <pc:sldMk cId="1293228980" sldId="624"/>
            <ac:spMk id="3" creationId="{113FF7F5-79AC-C21E-9864-480D4DA1E270}"/>
          </ac:spMkLst>
        </pc:spChg>
      </pc:sldChg>
    </pc:docChg>
  </pc:docChgLst>
  <pc:docChgLst>
    <pc:chgData name="Yvette Delim" userId="1eb1221e-2905-468b-b6ca-e1e332e3c4b6" providerId="ADAL" clId="{290F0DBF-B744-4271-9020-6CBFE871C2FA}"/>
    <pc:docChg chg="modSld modMainMaster">
      <pc:chgData name="Yvette Delim" userId="1eb1221e-2905-468b-b6ca-e1e332e3c4b6" providerId="ADAL" clId="{290F0DBF-B744-4271-9020-6CBFE871C2FA}" dt="2025-04-28T18:58:20.197" v="30" actId="1038"/>
      <pc:docMkLst>
        <pc:docMk/>
      </pc:docMkLst>
      <pc:sldMasterChg chg="addSldLayout modSldLayout">
        <pc:chgData name="Yvette Delim" userId="1eb1221e-2905-468b-b6ca-e1e332e3c4b6" providerId="ADAL" clId="{290F0DBF-B744-4271-9020-6CBFE871C2FA}" dt="2025-04-28T18:58:20.197" v="30" actId="1038"/>
        <pc:sldMasterMkLst>
          <pc:docMk/>
          <pc:sldMasterMk cId="58932730" sldId="2147483910"/>
        </pc:sldMasterMkLst>
        <pc:sldLayoutChg chg="modSp add mod modTransition">
          <pc:chgData name="Yvette Delim" userId="1eb1221e-2905-468b-b6ca-e1e332e3c4b6" providerId="ADAL" clId="{290F0DBF-B744-4271-9020-6CBFE871C2FA}" dt="2025-04-28T18:58:20.197" v="30" actId="1038"/>
          <pc:sldLayoutMkLst>
            <pc:docMk/>
            <pc:sldMasterMk cId="58932730" sldId="2147483910"/>
            <pc:sldLayoutMk cId="2790083631" sldId="2147483933"/>
          </pc:sldLayoutMkLst>
          <pc:spChg chg="mod">
            <ac:chgData name="Yvette Delim" userId="1eb1221e-2905-468b-b6ca-e1e332e3c4b6" providerId="ADAL" clId="{290F0DBF-B744-4271-9020-6CBFE871C2FA}" dt="2025-04-28T18:58:11.530" v="1" actId="20577"/>
            <ac:spMkLst>
              <pc:docMk/>
              <pc:sldMasterMk cId="58932730" sldId="2147483910"/>
              <pc:sldLayoutMk cId="2790083631" sldId="2147483933"/>
              <ac:spMk id="12" creationId="{FD74DCED-5B72-479F-BD98-2FB51162CA0F}"/>
            </ac:spMkLst>
          </pc:spChg>
          <pc:picChg chg="mod">
            <ac:chgData name="Yvette Delim" userId="1eb1221e-2905-468b-b6ca-e1e332e3c4b6" providerId="ADAL" clId="{290F0DBF-B744-4271-9020-6CBFE871C2FA}" dt="2025-04-28T18:58:20.197" v="30" actId="1038"/>
            <ac:picMkLst>
              <pc:docMk/>
              <pc:sldMasterMk cId="58932730" sldId="2147483910"/>
              <pc:sldLayoutMk cId="2790083631" sldId="2147483933"/>
              <ac:picMk id="18" creationId="{E69A297E-3486-4729-A525-7D33AFFB3804}"/>
            </ac:picMkLst>
          </pc:picChg>
        </pc:sldLayoutChg>
      </pc:sldMasterChg>
    </pc:docChg>
  </pc:docChgLst>
  <pc:docChgLst>
    <pc:chgData name="Danielle Andries" userId="S::dandries@comptia.org::93d179e4-3c18-40f7-920e-ae80b202540d" providerId="AD" clId="Web-{AC8E4618-5A6C-5465-0377-5338DCC3DDC2}"/>
    <pc:docChg chg="modSld">
      <pc:chgData name="Danielle Andries" userId="S::dandries@comptia.org::93d179e4-3c18-40f7-920e-ae80b202540d" providerId="AD" clId="Web-{AC8E4618-5A6C-5465-0377-5338DCC3DDC2}" dt="2025-05-06T19:28:13" v="27" actId="20577"/>
      <pc:docMkLst>
        <pc:docMk/>
      </pc:docMkLst>
      <pc:sldChg chg="modSp">
        <pc:chgData name="Danielle Andries" userId="S::dandries@comptia.org::93d179e4-3c18-40f7-920e-ae80b202540d" providerId="AD" clId="Web-{AC8E4618-5A6C-5465-0377-5338DCC3DDC2}" dt="2025-05-06T19:28:13" v="27" actId="20577"/>
        <pc:sldMkLst>
          <pc:docMk/>
          <pc:sldMk cId="3250985680" sldId="274"/>
        </pc:sldMkLst>
      </pc:sldChg>
    </pc:docChg>
  </pc:docChgLst>
  <pc:docChgLst>
    <pc:chgData name="Elaine Gustafson" userId="8e9fbddc-088d-4145-9000-dcad1c3d1481" providerId="ADAL" clId="{B14C38E1-7F7D-4535-88D5-CAFF4332153A}"/>
    <pc:docChg chg="undo custSel addSld modSld sldOrd modMainMaster">
      <pc:chgData name="Elaine Gustafson" userId="8e9fbddc-088d-4145-9000-dcad1c3d1481" providerId="ADAL" clId="{B14C38E1-7F7D-4535-88D5-CAFF4332153A}" dt="2025-06-12T19:06:19.337" v="1040"/>
      <pc:docMkLst>
        <pc:docMk/>
      </pc:docMkLst>
      <pc:sldChg chg="modSp">
        <pc:chgData name="Elaine Gustafson" userId="8e9fbddc-088d-4145-9000-dcad1c3d1481" providerId="ADAL" clId="{B14C38E1-7F7D-4535-88D5-CAFF4332153A}" dt="2025-06-11T16:36:45.015" v="107" actId="20577"/>
        <pc:sldMkLst>
          <pc:docMk/>
          <pc:sldMk cId="2615260713" sldId="297"/>
        </pc:sldMkLst>
        <pc:spChg chg="mod">
          <ac:chgData name="Elaine Gustafson" userId="8e9fbddc-088d-4145-9000-dcad1c3d1481" providerId="ADAL" clId="{B14C38E1-7F7D-4535-88D5-CAFF4332153A}" dt="2025-06-11T16:36:45.015" v="107" actId="20577"/>
          <ac:spMkLst>
            <pc:docMk/>
            <pc:sldMk cId="2615260713" sldId="297"/>
            <ac:spMk id="5" creationId="{3F9B06E0-25E2-2207-FA53-43B03A3DD8B6}"/>
          </ac:spMkLst>
        </pc:spChg>
      </pc:sldChg>
      <pc:sldChg chg="modSp mod">
        <pc:chgData name="Elaine Gustafson" userId="8e9fbddc-088d-4145-9000-dcad1c3d1481" providerId="ADAL" clId="{B14C38E1-7F7D-4535-88D5-CAFF4332153A}" dt="2025-06-12T17:49:11.120" v="630"/>
        <pc:sldMkLst>
          <pc:docMk/>
          <pc:sldMk cId="1878458843" sldId="309"/>
        </pc:sldMkLst>
        <pc:spChg chg="ord">
          <ac:chgData name="Elaine Gustafson" userId="8e9fbddc-088d-4145-9000-dcad1c3d1481" providerId="ADAL" clId="{B14C38E1-7F7D-4535-88D5-CAFF4332153A}" dt="2025-06-12T17:49:11.120" v="630"/>
          <ac:spMkLst>
            <pc:docMk/>
            <pc:sldMk cId="1878458843" sldId="309"/>
            <ac:spMk id="3" creationId="{39300C6D-BC0D-637A-EE53-7959660BA3DB}"/>
          </ac:spMkLst>
        </pc:spChg>
      </pc:sldChg>
      <pc:sldChg chg="addSp modSp mod ord">
        <pc:chgData name="Elaine Gustafson" userId="8e9fbddc-088d-4145-9000-dcad1c3d1481" providerId="ADAL" clId="{B14C38E1-7F7D-4535-88D5-CAFF4332153A}" dt="2025-06-12T17:49:06.838" v="629"/>
        <pc:sldMkLst>
          <pc:docMk/>
          <pc:sldMk cId="1169523784" sldId="310"/>
        </pc:sldMkLst>
        <pc:spChg chg="ord">
          <ac:chgData name="Elaine Gustafson" userId="8e9fbddc-088d-4145-9000-dcad1c3d1481" providerId="ADAL" clId="{B14C38E1-7F7D-4535-88D5-CAFF4332153A}" dt="2025-06-12T17:49:06.838" v="629"/>
          <ac:spMkLst>
            <pc:docMk/>
            <pc:sldMk cId="1169523784" sldId="310"/>
            <ac:spMk id="2" creationId="{62C2B34C-E3CA-6FD2-9D6C-111DC9821A98}"/>
          </ac:spMkLst>
        </pc:spChg>
      </pc:sldChg>
      <pc:sldChg chg="modSp mod">
        <pc:chgData name="Elaine Gustafson" userId="8e9fbddc-088d-4145-9000-dcad1c3d1481" providerId="ADAL" clId="{B14C38E1-7F7D-4535-88D5-CAFF4332153A}" dt="2025-06-12T18:01:50.409" v="698" actId="20577"/>
        <pc:sldMkLst>
          <pc:docMk/>
          <pc:sldMk cId="3868167892" sldId="313"/>
        </pc:sldMkLst>
        <pc:spChg chg="mod">
          <ac:chgData name="Elaine Gustafson" userId="8e9fbddc-088d-4145-9000-dcad1c3d1481" providerId="ADAL" clId="{B14C38E1-7F7D-4535-88D5-CAFF4332153A}" dt="2025-06-12T18:01:50.409" v="698" actId="20577"/>
          <ac:spMkLst>
            <pc:docMk/>
            <pc:sldMk cId="3868167892" sldId="313"/>
            <ac:spMk id="3" creationId="{BEF0CD94-701E-BF31-F57D-0F0245971FB7}"/>
          </ac:spMkLst>
        </pc:spChg>
        <pc:spChg chg="mod">
          <ac:chgData name="Elaine Gustafson" userId="8e9fbddc-088d-4145-9000-dcad1c3d1481" providerId="ADAL" clId="{B14C38E1-7F7D-4535-88D5-CAFF4332153A}" dt="2025-06-12T17:54:15.917" v="688" actId="20577"/>
          <ac:spMkLst>
            <pc:docMk/>
            <pc:sldMk cId="3868167892" sldId="313"/>
            <ac:spMk id="8" creationId="{F78C8793-A521-CD6B-30FC-85C8A687D49C}"/>
          </ac:spMkLst>
        </pc:spChg>
      </pc:sldChg>
      <pc:sldChg chg="modSp mod">
        <pc:chgData name="Elaine Gustafson" userId="8e9fbddc-088d-4145-9000-dcad1c3d1481" providerId="ADAL" clId="{B14C38E1-7F7D-4535-88D5-CAFF4332153A}" dt="2025-06-12T17:49:00.147" v="626"/>
        <pc:sldMkLst>
          <pc:docMk/>
          <pc:sldMk cId="52830680" sldId="317"/>
        </pc:sldMkLst>
        <pc:spChg chg="ord">
          <ac:chgData name="Elaine Gustafson" userId="8e9fbddc-088d-4145-9000-dcad1c3d1481" providerId="ADAL" clId="{B14C38E1-7F7D-4535-88D5-CAFF4332153A}" dt="2025-06-12T17:49:00.147" v="626"/>
          <ac:spMkLst>
            <pc:docMk/>
            <pc:sldMk cId="52830680" sldId="317"/>
            <ac:spMk id="3" creationId="{8941DACA-7038-17B6-0AAA-8768E7AF96EB}"/>
          </ac:spMkLst>
        </pc:spChg>
      </pc:sldChg>
      <pc:sldChg chg="modSp mod modNotesTx">
        <pc:chgData name="Elaine Gustafson" userId="8e9fbddc-088d-4145-9000-dcad1c3d1481" providerId="ADAL" clId="{B14C38E1-7F7D-4535-88D5-CAFF4332153A}" dt="2025-06-12T19:04:25.194" v="1037" actId="20577"/>
        <pc:sldMkLst>
          <pc:docMk/>
          <pc:sldMk cId="2476857650" sldId="488"/>
        </pc:sldMkLst>
        <pc:spChg chg="mod">
          <ac:chgData name="Elaine Gustafson" userId="8e9fbddc-088d-4145-9000-dcad1c3d1481" providerId="ADAL" clId="{B14C38E1-7F7D-4535-88D5-CAFF4332153A}" dt="2025-06-12T19:03:51.348" v="974" actId="20577"/>
          <ac:spMkLst>
            <pc:docMk/>
            <pc:sldMk cId="2476857650" sldId="488"/>
            <ac:spMk id="3" creationId="{BF118F52-6837-3E29-D9F4-2CAB1BD16A6A}"/>
          </ac:spMkLst>
        </pc:spChg>
        <pc:spChg chg="ord">
          <ac:chgData name="Elaine Gustafson" userId="8e9fbddc-088d-4145-9000-dcad1c3d1481" providerId="ADAL" clId="{B14C38E1-7F7D-4535-88D5-CAFF4332153A}" dt="2025-06-12T17:51:20.524" v="662"/>
          <ac:spMkLst>
            <pc:docMk/>
            <pc:sldMk cId="2476857650" sldId="488"/>
            <ac:spMk id="4" creationId="{B5856976-ECF1-93DC-D806-1D7446BFC26C}"/>
          </ac:spMkLst>
        </pc:spChg>
        <pc:spChg chg="ord">
          <ac:chgData name="Elaine Gustafson" userId="8e9fbddc-088d-4145-9000-dcad1c3d1481" providerId="ADAL" clId="{B14C38E1-7F7D-4535-88D5-CAFF4332153A}" dt="2025-06-12T17:51:22.763" v="663"/>
          <ac:spMkLst>
            <pc:docMk/>
            <pc:sldMk cId="2476857650" sldId="488"/>
            <ac:spMk id="6" creationId="{8868A672-AC60-F35A-C43D-8543B0C6E2A6}"/>
          </ac:spMkLst>
        </pc:spChg>
      </pc:sldChg>
      <pc:sldChg chg="modSp mod modNotesTx">
        <pc:chgData name="Elaine Gustafson" userId="8e9fbddc-088d-4145-9000-dcad1c3d1481" providerId="ADAL" clId="{B14C38E1-7F7D-4535-88D5-CAFF4332153A}" dt="2025-06-12T18:48:19.287" v="850"/>
        <pc:sldMkLst>
          <pc:docMk/>
          <pc:sldMk cId="1664212164" sldId="489"/>
        </pc:sldMkLst>
        <pc:spChg chg="ord">
          <ac:chgData name="Elaine Gustafson" userId="8e9fbddc-088d-4145-9000-dcad1c3d1481" providerId="ADAL" clId="{B14C38E1-7F7D-4535-88D5-CAFF4332153A}" dt="2025-06-12T17:50:18.825" v="644"/>
          <ac:spMkLst>
            <pc:docMk/>
            <pc:sldMk cId="1664212164" sldId="489"/>
            <ac:spMk id="3" creationId="{3FF1668C-3F55-2D35-0AD9-E62704E43581}"/>
          </ac:spMkLst>
        </pc:spChg>
        <pc:spChg chg="ord">
          <ac:chgData name="Elaine Gustafson" userId="8e9fbddc-088d-4145-9000-dcad1c3d1481" providerId="ADAL" clId="{B14C38E1-7F7D-4535-88D5-CAFF4332153A}" dt="2025-06-12T17:50:23.025" v="645"/>
          <ac:spMkLst>
            <pc:docMk/>
            <pc:sldMk cId="1664212164" sldId="489"/>
            <ac:spMk id="7" creationId="{8BBF22DC-C9BB-F6A5-9F25-E7460AA8F573}"/>
          </ac:spMkLst>
        </pc:spChg>
      </pc:sldChg>
      <pc:sldChg chg="modSp">
        <pc:chgData name="Elaine Gustafson" userId="8e9fbddc-088d-4145-9000-dcad1c3d1481" providerId="ADAL" clId="{B14C38E1-7F7D-4535-88D5-CAFF4332153A}" dt="2025-06-12T17:06:08.990" v="468" actId="20577"/>
        <pc:sldMkLst>
          <pc:docMk/>
          <pc:sldMk cId="57776708" sldId="500"/>
        </pc:sldMkLst>
        <pc:spChg chg="mod">
          <ac:chgData name="Elaine Gustafson" userId="8e9fbddc-088d-4145-9000-dcad1c3d1481" providerId="ADAL" clId="{B14C38E1-7F7D-4535-88D5-CAFF4332153A}" dt="2025-06-12T17:06:08.990" v="468" actId="20577"/>
          <ac:spMkLst>
            <pc:docMk/>
            <pc:sldMk cId="57776708" sldId="500"/>
            <ac:spMk id="3" creationId="{8BE8D574-67F5-4E16-5BD1-2DB5FF1EDD9E}"/>
          </ac:spMkLst>
        </pc:spChg>
      </pc:sldChg>
      <pc:sldChg chg="modSp mod">
        <pc:chgData name="Elaine Gustafson" userId="8e9fbddc-088d-4145-9000-dcad1c3d1481" providerId="ADAL" clId="{B14C38E1-7F7D-4535-88D5-CAFF4332153A}" dt="2025-06-12T17:49:19.972" v="631"/>
        <pc:sldMkLst>
          <pc:docMk/>
          <pc:sldMk cId="1961792442" sldId="543"/>
        </pc:sldMkLst>
        <pc:spChg chg="ord">
          <ac:chgData name="Elaine Gustafson" userId="8e9fbddc-088d-4145-9000-dcad1c3d1481" providerId="ADAL" clId="{B14C38E1-7F7D-4535-88D5-CAFF4332153A}" dt="2025-06-12T17:49:19.972" v="631"/>
          <ac:spMkLst>
            <pc:docMk/>
            <pc:sldMk cId="1961792442" sldId="543"/>
            <ac:spMk id="3" creationId="{FC9D7070-2D7C-D8CE-0235-85E1AF7771B9}"/>
          </ac:spMkLst>
        </pc:spChg>
      </pc:sldChg>
      <pc:sldChg chg="modSp">
        <pc:chgData name="Elaine Gustafson" userId="8e9fbddc-088d-4145-9000-dcad1c3d1481" providerId="ADAL" clId="{B14C38E1-7F7D-4535-88D5-CAFF4332153A}" dt="2025-06-12T17:05:37.598" v="466" actId="15"/>
        <pc:sldMkLst>
          <pc:docMk/>
          <pc:sldMk cId="1760471389" sldId="567"/>
        </pc:sldMkLst>
        <pc:spChg chg="mod">
          <ac:chgData name="Elaine Gustafson" userId="8e9fbddc-088d-4145-9000-dcad1c3d1481" providerId="ADAL" clId="{B14C38E1-7F7D-4535-88D5-CAFF4332153A}" dt="2025-06-12T17:05:37.598" v="466" actId="15"/>
          <ac:spMkLst>
            <pc:docMk/>
            <pc:sldMk cId="1760471389" sldId="567"/>
            <ac:spMk id="3" creationId="{3F9375CA-7E26-5D57-3A32-F6CA6D2D5B06}"/>
          </ac:spMkLst>
        </pc:spChg>
      </pc:sldChg>
      <pc:sldChg chg="modSp">
        <pc:chgData name="Elaine Gustafson" userId="8e9fbddc-088d-4145-9000-dcad1c3d1481" providerId="ADAL" clId="{B14C38E1-7F7D-4535-88D5-CAFF4332153A}" dt="2025-06-12T17:48:10.211" v="621"/>
        <pc:sldMkLst>
          <pc:docMk/>
          <pc:sldMk cId="231484435" sldId="570"/>
        </pc:sldMkLst>
        <pc:spChg chg="mod">
          <ac:chgData name="Elaine Gustafson" userId="8e9fbddc-088d-4145-9000-dcad1c3d1481" providerId="ADAL" clId="{B14C38E1-7F7D-4535-88D5-CAFF4332153A}" dt="2025-06-12T17:48:10.211" v="621"/>
          <ac:spMkLst>
            <pc:docMk/>
            <pc:sldMk cId="231484435" sldId="570"/>
            <ac:spMk id="3" creationId="{FC398259-777A-5465-2F7E-A7C2224B16B6}"/>
          </ac:spMkLst>
        </pc:spChg>
      </pc:sldChg>
      <pc:sldChg chg="modSp mod">
        <pc:chgData name="Elaine Gustafson" userId="8e9fbddc-088d-4145-9000-dcad1c3d1481" providerId="ADAL" clId="{B14C38E1-7F7D-4535-88D5-CAFF4332153A}" dt="2025-06-12T17:52:11.126" v="682"/>
        <pc:sldMkLst>
          <pc:docMk/>
          <pc:sldMk cId="3267495596" sldId="572"/>
        </pc:sldMkLst>
        <pc:spChg chg="ord">
          <ac:chgData name="Elaine Gustafson" userId="8e9fbddc-088d-4145-9000-dcad1c3d1481" providerId="ADAL" clId="{B14C38E1-7F7D-4535-88D5-CAFF4332153A}" dt="2025-06-12T17:52:11.126" v="682"/>
          <ac:spMkLst>
            <pc:docMk/>
            <pc:sldMk cId="3267495596" sldId="572"/>
            <ac:spMk id="3" creationId="{11C662A7-52F3-1865-4DDD-57D5F2D5F1B6}"/>
          </ac:spMkLst>
        </pc:spChg>
      </pc:sldChg>
      <pc:sldChg chg="modSp">
        <pc:chgData name="Elaine Gustafson" userId="8e9fbddc-088d-4145-9000-dcad1c3d1481" providerId="ADAL" clId="{B14C38E1-7F7D-4535-88D5-CAFF4332153A}" dt="2025-06-12T17:13:16.401" v="525" actId="6549"/>
        <pc:sldMkLst>
          <pc:docMk/>
          <pc:sldMk cId="2244434959" sldId="574"/>
        </pc:sldMkLst>
        <pc:spChg chg="mod">
          <ac:chgData name="Elaine Gustafson" userId="8e9fbddc-088d-4145-9000-dcad1c3d1481" providerId="ADAL" clId="{B14C38E1-7F7D-4535-88D5-CAFF4332153A}" dt="2025-06-12T17:13:16.401" v="525" actId="6549"/>
          <ac:spMkLst>
            <pc:docMk/>
            <pc:sldMk cId="2244434959" sldId="574"/>
            <ac:spMk id="3" creationId="{59EECA1C-48D5-48AC-6120-1FEB34308C39}"/>
          </ac:spMkLst>
        </pc:spChg>
      </pc:sldChg>
      <pc:sldChg chg="modSp mod modNotesTx">
        <pc:chgData name="Elaine Gustafson" userId="8e9fbddc-088d-4145-9000-dcad1c3d1481" providerId="ADAL" clId="{B14C38E1-7F7D-4535-88D5-CAFF4332153A}" dt="2025-06-12T18:42:17.247" v="763" actId="20577"/>
        <pc:sldMkLst>
          <pc:docMk/>
          <pc:sldMk cId="2344874781" sldId="575"/>
        </pc:sldMkLst>
        <pc:spChg chg="ord">
          <ac:chgData name="Elaine Gustafson" userId="8e9fbddc-088d-4145-9000-dcad1c3d1481" providerId="ADAL" clId="{B14C38E1-7F7D-4535-88D5-CAFF4332153A}" dt="2025-06-12T17:49:56.461" v="638"/>
          <ac:spMkLst>
            <pc:docMk/>
            <pc:sldMk cId="2344874781" sldId="575"/>
            <ac:spMk id="3" creationId="{84A7FDA7-F3D0-AD72-0A36-FD9D0FF6214C}"/>
          </ac:spMkLst>
        </pc:spChg>
      </pc:sldChg>
      <pc:sldChg chg="modSp mod modNotesTx">
        <pc:chgData name="Elaine Gustafson" userId="8e9fbddc-088d-4145-9000-dcad1c3d1481" providerId="ADAL" clId="{B14C38E1-7F7D-4535-88D5-CAFF4332153A}" dt="2025-06-12T18:41:57.636" v="761" actId="20577"/>
        <pc:sldMkLst>
          <pc:docMk/>
          <pc:sldMk cId="2216117190" sldId="576"/>
        </pc:sldMkLst>
        <pc:spChg chg="mod">
          <ac:chgData name="Elaine Gustafson" userId="8e9fbddc-088d-4145-9000-dcad1c3d1481" providerId="ADAL" clId="{B14C38E1-7F7D-4535-88D5-CAFF4332153A}" dt="2025-06-12T18:41:09.403" v="755" actId="20577"/>
          <ac:spMkLst>
            <pc:docMk/>
            <pc:sldMk cId="2216117190" sldId="576"/>
            <ac:spMk id="3" creationId="{6D5A74EA-3ADC-D1D9-D7E4-CED6E293EF4C}"/>
          </ac:spMkLst>
        </pc:spChg>
      </pc:sldChg>
      <pc:sldChg chg="modSp mod modNotesTx">
        <pc:chgData name="Elaine Gustafson" userId="8e9fbddc-088d-4145-9000-dcad1c3d1481" providerId="ADAL" clId="{B14C38E1-7F7D-4535-88D5-CAFF4332153A}" dt="2025-06-12T18:42:30.604" v="765" actId="20577"/>
        <pc:sldMkLst>
          <pc:docMk/>
          <pc:sldMk cId="1498049252" sldId="577"/>
        </pc:sldMkLst>
        <pc:spChg chg="ord">
          <ac:chgData name="Elaine Gustafson" userId="8e9fbddc-088d-4145-9000-dcad1c3d1481" providerId="ADAL" clId="{B14C38E1-7F7D-4535-88D5-CAFF4332153A}" dt="2025-06-12T17:50:01.776" v="640"/>
          <ac:spMkLst>
            <pc:docMk/>
            <pc:sldMk cId="1498049252" sldId="577"/>
            <ac:spMk id="3" creationId="{2FEAADC2-2FE2-6159-9474-A43BBA3444A0}"/>
          </ac:spMkLst>
        </pc:spChg>
      </pc:sldChg>
      <pc:sldChg chg="modSp mod modNotesTx">
        <pc:chgData name="Elaine Gustafson" userId="8e9fbddc-088d-4145-9000-dcad1c3d1481" providerId="ADAL" clId="{B14C38E1-7F7D-4535-88D5-CAFF4332153A}" dt="2025-06-12T18:47:40.694" v="849" actId="20577"/>
        <pc:sldMkLst>
          <pc:docMk/>
          <pc:sldMk cId="2078518832" sldId="578"/>
        </pc:sldMkLst>
        <pc:spChg chg="mod">
          <ac:chgData name="Elaine Gustafson" userId="8e9fbddc-088d-4145-9000-dcad1c3d1481" providerId="ADAL" clId="{B14C38E1-7F7D-4535-88D5-CAFF4332153A}" dt="2025-06-12T18:46:42.971" v="800" actId="20577"/>
          <ac:spMkLst>
            <pc:docMk/>
            <pc:sldMk cId="2078518832" sldId="578"/>
            <ac:spMk id="3" creationId="{0ED57C38-DB4C-2C60-75BB-44DDF418BD92}"/>
          </ac:spMkLst>
        </pc:spChg>
        <pc:spChg chg="ord">
          <ac:chgData name="Elaine Gustafson" userId="8e9fbddc-088d-4145-9000-dcad1c3d1481" providerId="ADAL" clId="{B14C38E1-7F7D-4535-88D5-CAFF4332153A}" dt="2025-06-12T17:50:09.250" v="642"/>
          <ac:spMkLst>
            <pc:docMk/>
            <pc:sldMk cId="2078518832" sldId="578"/>
            <ac:spMk id="4" creationId="{010967C6-B25C-A28F-651C-C0395EF70A59}"/>
          </ac:spMkLst>
        </pc:spChg>
      </pc:sldChg>
      <pc:sldChg chg="modSp">
        <pc:chgData name="Elaine Gustafson" userId="8e9fbddc-088d-4145-9000-dcad1c3d1481" providerId="ADAL" clId="{B14C38E1-7F7D-4535-88D5-CAFF4332153A}" dt="2025-06-12T18:04:45.311" v="740" actId="6549"/>
        <pc:sldMkLst>
          <pc:docMk/>
          <pc:sldMk cId="3472094641" sldId="595"/>
        </pc:sldMkLst>
        <pc:spChg chg="mod">
          <ac:chgData name="Elaine Gustafson" userId="8e9fbddc-088d-4145-9000-dcad1c3d1481" providerId="ADAL" clId="{B14C38E1-7F7D-4535-88D5-CAFF4332153A}" dt="2025-06-12T18:04:45.311" v="740" actId="6549"/>
          <ac:spMkLst>
            <pc:docMk/>
            <pc:sldMk cId="3472094641" sldId="595"/>
            <ac:spMk id="3" creationId="{A01B904E-8D64-3CE1-1BF8-448762148B0B}"/>
          </ac:spMkLst>
        </pc:spChg>
      </pc:sldChg>
      <pc:sldChg chg="modSp">
        <pc:chgData name="Elaine Gustafson" userId="8e9fbddc-088d-4145-9000-dcad1c3d1481" providerId="ADAL" clId="{B14C38E1-7F7D-4535-88D5-CAFF4332153A}" dt="2025-06-12T17:48:12.479" v="622"/>
        <pc:sldMkLst>
          <pc:docMk/>
          <pc:sldMk cId="529444925" sldId="596"/>
        </pc:sldMkLst>
        <pc:spChg chg="mod">
          <ac:chgData name="Elaine Gustafson" userId="8e9fbddc-088d-4145-9000-dcad1c3d1481" providerId="ADAL" clId="{B14C38E1-7F7D-4535-88D5-CAFF4332153A}" dt="2025-06-12T17:48:12.479" v="622"/>
          <ac:spMkLst>
            <pc:docMk/>
            <pc:sldMk cId="529444925" sldId="596"/>
            <ac:spMk id="3" creationId="{5F5527D0-75B5-234E-DACC-BAA368928248}"/>
          </ac:spMkLst>
        </pc:spChg>
      </pc:sldChg>
      <pc:sldChg chg="modSp">
        <pc:chgData name="Elaine Gustafson" userId="8e9fbddc-088d-4145-9000-dcad1c3d1481" providerId="ADAL" clId="{B14C38E1-7F7D-4535-88D5-CAFF4332153A}" dt="2025-06-12T17:48:30.320" v="623"/>
        <pc:sldMkLst>
          <pc:docMk/>
          <pc:sldMk cId="318138044" sldId="597"/>
        </pc:sldMkLst>
        <pc:spChg chg="mod">
          <ac:chgData name="Elaine Gustafson" userId="8e9fbddc-088d-4145-9000-dcad1c3d1481" providerId="ADAL" clId="{B14C38E1-7F7D-4535-88D5-CAFF4332153A}" dt="2025-06-12T17:48:30.320" v="623"/>
          <ac:spMkLst>
            <pc:docMk/>
            <pc:sldMk cId="318138044" sldId="597"/>
            <ac:spMk id="3" creationId="{3173D397-B6EC-02E0-6B59-23B7D493719F}"/>
          </ac:spMkLst>
        </pc:spChg>
      </pc:sldChg>
      <pc:sldChg chg="modSp">
        <pc:chgData name="Elaine Gustafson" userId="8e9fbddc-088d-4145-9000-dcad1c3d1481" providerId="ADAL" clId="{B14C38E1-7F7D-4535-88D5-CAFF4332153A}" dt="2025-06-11T16:38:39.410" v="181" actId="20577"/>
        <pc:sldMkLst>
          <pc:docMk/>
          <pc:sldMk cId="1841601235" sldId="598"/>
        </pc:sldMkLst>
        <pc:spChg chg="mod">
          <ac:chgData name="Elaine Gustafson" userId="8e9fbddc-088d-4145-9000-dcad1c3d1481" providerId="ADAL" clId="{B14C38E1-7F7D-4535-88D5-CAFF4332153A}" dt="2025-06-11T16:38:39.410" v="181" actId="20577"/>
          <ac:spMkLst>
            <pc:docMk/>
            <pc:sldMk cId="1841601235" sldId="598"/>
            <ac:spMk id="3" creationId="{FBF46B8F-65F3-3D74-C918-46A6C98AB08F}"/>
          </ac:spMkLst>
        </pc:spChg>
      </pc:sldChg>
      <pc:sldChg chg="modSp">
        <pc:chgData name="Elaine Gustafson" userId="8e9fbddc-088d-4145-9000-dcad1c3d1481" providerId="ADAL" clId="{B14C38E1-7F7D-4535-88D5-CAFF4332153A}" dt="2025-06-12T17:48:32.785" v="624"/>
        <pc:sldMkLst>
          <pc:docMk/>
          <pc:sldMk cId="393647708" sldId="599"/>
        </pc:sldMkLst>
        <pc:spChg chg="mod">
          <ac:chgData name="Elaine Gustafson" userId="8e9fbddc-088d-4145-9000-dcad1c3d1481" providerId="ADAL" clId="{B14C38E1-7F7D-4535-88D5-CAFF4332153A}" dt="2025-06-12T17:48:32.785" v="624"/>
          <ac:spMkLst>
            <pc:docMk/>
            <pc:sldMk cId="393647708" sldId="599"/>
            <ac:spMk id="3" creationId="{75278A58-3C72-6065-1560-C841833F76D0}"/>
          </ac:spMkLst>
        </pc:spChg>
      </pc:sldChg>
      <pc:sldChg chg="modSp mod">
        <pc:chgData name="Elaine Gustafson" userId="8e9fbddc-088d-4145-9000-dcad1c3d1481" providerId="ADAL" clId="{B14C38E1-7F7D-4535-88D5-CAFF4332153A}" dt="2025-06-12T17:48:49.689" v="625"/>
        <pc:sldMkLst>
          <pc:docMk/>
          <pc:sldMk cId="111568438" sldId="600"/>
        </pc:sldMkLst>
        <pc:spChg chg="ord">
          <ac:chgData name="Elaine Gustafson" userId="8e9fbddc-088d-4145-9000-dcad1c3d1481" providerId="ADAL" clId="{B14C38E1-7F7D-4535-88D5-CAFF4332153A}" dt="2025-06-12T17:48:49.689" v="625"/>
          <ac:spMkLst>
            <pc:docMk/>
            <pc:sldMk cId="111568438" sldId="600"/>
            <ac:spMk id="3" creationId="{CEA98C36-7A18-0045-2AA1-AB1C51490D48}"/>
          </ac:spMkLst>
        </pc:spChg>
      </pc:sldChg>
      <pc:sldChg chg="modSp">
        <pc:chgData name="Elaine Gustafson" userId="8e9fbddc-088d-4145-9000-dcad1c3d1481" providerId="ADAL" clId="{B14C38E1-7F7D-4535-88D5-CAFF4332153A}" dt="2025-06-11T16:39:51.228" v="256" actId="20577"/>
        <pc:sldMkLst>
          <pc:docMk/>
          <pc:sldMk cId="519215427" sldId="601"/>
        </pc:sldMkLst>
        <pc:spChg chg="mod">
          <ac:chgData name="Elaine Gustafson" userId="8e9fbddc-088d-4145-9000-dcad1c3d1481" providerId="ADAL" clId="{B14C38E1-7F7D-4535-88D5-CAFF4332153A}" dt="2025-06-11T16:39:51.228" v="256" actId="20577"/>
          <ac:spMkLst>
            <pc:docMk/>
            <pc:sldMk cId="519215427" sldId="601"/>
            <ac:spMk id="3" creationId="{86FC6A1B-F2AE-A47F-078A-B354D260C59B}"/>
          </ac:spMkLst>
        </pc:spChg>
      </pc:sldChg>
      <pc:sldChg chg="modSp">
        <pc:chgData name="Elaine Gustafson" userId="8e9fbddc-088d-4145-9000-dcad1c3d1481" providerId="ADAL" clId="{B14C38E1-7F7D-4535-88D5-CAFF4332153A}" dt="2025-06-12T17:04:44.190" v="460" actId="20577"/>
        <pc:sldMkLst>
          <pc:docMk/>
          <pc:sldMk cId="3267023205" sldId="602"/>
        </pc:sldMkLst>
        <pc:spChg chg="mod">
          <ac:chgData name="Elaine Gustafson" userId="8e9fbddc-088d-4145-9000-dcad1c3d1481" providerId="ADAL" clId="{B14C38E1-7F7D-4535-88D5-CAFF4332153A}" dt="2025-06-12T17:04:44.190" v="460" actId="20577"/>
          <ac:spMkLst>
            <pc:docMk/>
            <pc:sldMk cId="3267023205" sldId="602"/>
            <ac:spMk id="3" creationId="{0C280989-8A5F-6341-D80F-E9888A38C368}"/>
          </ac:spMkLst>
        </pc:spChg>
      </pc:sldChg>
      <pc:sldChg chg="addSp modSp mod ord">
        <pc:chgData name="Elaine Gustafson" userId="8e9fbddc-088d-4145-9000-dcad1c3d1481" providerId="ADAL" clId="{B14C38E1-7F7D-4535-88D5-CAFF4332153A}" dt="2025-06-12T17:49:44.352" v="636"/>
        <pc:sldMkLst>
          <pc:docMk/>
          <pc:sldMk cId="1118513344" sldId="604"/>
        </pc:sldMkLst>
        <pc:spChg chg="ord">
          <ac:chgData name="Elaine Gustafson" userId="8e9fbddc-088d-4145-9000-dcad1c3d1481" providerId="ADAL" clId="{B14C38E1-7F7D-4535-88D5-CAFF4332153A}" dt="2025-06-12T17:49:44.352" v="636"/>
          <ac:spMkLst>
            <pc:docMk/>
            <pc:sldMk cId="1118513344" sldId="604"/>
            <ac:spMk id="2" creationId="{FA8720A6-D9F3-BA23-2070-8C8E1ED76A88}"/>
          </ac:spMkLst>
        </pc:spChg>
      </pc:sldChg>
      <pc:sldChg chg="modSp">
        <pc:chgData name="Elaine Gustafson" userId="8e9fbddc-088d-4145-9000-dcad1c3d1481" providerId="ADAL" clId="{B14C38E1-7F7D-4535-88D5-CAFF4332153A}" dt="2025-06-12T17:12:32.787" v="501" actId="20577"/>
        <pc:sldMkLst>
          <pc:docMk/>
          <pc:sldMk cId="2335324567" sldId="605"/>
        </pc:sldMkLst>
        <pc:spChg chg="mod">
          <ac:chgData name="Elaine Gustafson" userId="8e9fbddc-088d-4145-9000-dcad1c3d1481" providerId="ADAL" clId="{B14C38E1-7F7D-4535-88D5-CAFF4332153A}" dt="2025-06-12T17:12:32.787" v="501" actId="20577"/>
          <ac:spMkLst>
            <pc:docMk/>
            <pc:sldMk cId="2335324567" sldId="605"/>
            <ac:spMk id="3" creationId="{0FC0DD0D-DD7A-2005-9E07-D1559E9FF3CD}"/>
          </ac:spMkLst>
        </pc:spChg>
      </pc:sldChg>
      <pc:sldChg chg="modSp mod">
        <pc:chgData name="Elaine Gustafson" userId="8e9fbddc-088d-4145-9000-dcad1c3d1481" providerId="ADAL" clId="{B14C38E1-7F7D-4535-88D5-CAFF4332153A}" dt="2025-06-12T17:49:28.338" v="632"/>
        <pc:sldMkLst>
          <pc:docMk/>
          <pc:sldMk cId="775401406" sldId="606"/>
        </pc:sldMkLst>
        <pc:spChg chg="ord">
          <ac:chgData name="Elaine Gustafson" userId="8e9fbddc-088d-4145-9000-dcad1c3d1481" providerId="ADAL" clId="{B14C38E1-7F7D-4535-88D5-CAFF4332153A}" dt="2025-06-12T17:49:28.338" v="632"/>
          <ac:spMkLst>
            <pc:docMk/>
            <pc:sldMk cId="775401406" sldId="606"/>
            <ac:spMk id="3" creationId="{FACE1E52-67FF-FB37-AD29-EF01FD8C895A}"/>
          </ac:spMkLst>
        </pc:spChg>
      </pc:sldChg>
      <pc:sldChg chg="modSp mod">
        <pc:chgData name="Elaine Gustafson" userId="8e9fbddc-088d-4145-9000-dcad1c3d1481" providerId="ADAL" clId="{B14C38E1-7F7D-4535-88D5-CAFF4332153A}" dt="2025-06-12T17:49:32.677" v="633"/>
        <pc:sldMkLst>
          <pc:docMk/>
          <pc:sldMk cId="2169897086" sldId="607"/>
        </pc:sldMkLst>
        <pc:spChg chg="ord">
          <ac:chgData name="Elaine Gustafson" userId="8e9fbddc-088d-4145-9000-dcad1c3d1481" providerId="ADAL" clId="{B14C38E1-7F7D-4535-88D5-CAFF4332153A}" dt="2025-06-12T17:49:32.677" v="633"/>
          <ac:spMkLst>
            <pc:docMk/>
            <pc:sldMk cId="2169897086" sldId="607"/>
            <ac:spMk id="3" creationId="{457C30AD-0AD5-E116-50BC-1DADEBA3871D}"/>
          </ac:spMkLst>
        </pc:spChg>
      </pc:sldChg>
      <pc:sldChg chg="modSp">
        <pc:chgData name="Elaine Gustafson" userId="8e9fbddc-088d-4145-9000-dcad1c3d1481" providerId="ADAL" clId="{B14C38E1-7F7D-4535-88D5-CAFF4332153A}" dt="2025-06-12T17:15:01.194" v="606" actId="20577"/>
        <pc:sldMkLst>
          <pc:docMk/>
          <pc:sldMk cId="2646471323" sldId="608"/>
        </pc:sldMkLst>
        <pc:spChg chg="mod">
          <ac:chgData name="Elaine Gustafson" userId="8e9fbddc-088d-4145-9000-dcad1c3d1481" providerId="ADAL" clId="{B14C38E1-7F7D-4535-88D5-CAFF4332153A}" dt="2025-06-12T17:15:01.194" v="606" actId="20577"/>
          <ac:spMkLst>
            <pc:docMk/>
            <pc:sldMk cId="2646471323" sldId="608"/>
            <ac:spMk id="3" creationId="{57C4B166-9F67-4F52-962D-1225107F4175}"/>
          </ac:spMkLst>
        </pc:spChg>
      </pc:sldChg>
      <pc:sldChg chg="addSp modSp mod ord">
        <pc:chgData name="Elaine Gustafson" userId="8e9fbddc-088d-4145-9000-dcad1c3d1481" providerId="ADAL" clId="{B14C38E1-7F7D-4535-88D5-CAFF4332153A}" dt="2025-06-12T17:52:06.821" v="681"/>
        <pc:sldMkLst>
          <pc:docMk/>
          <pc:sldMk cId="3546818160" sldId="609"/>
        </pc:sldMkLst>
        <pc:spChg chg="ord">
          <ac:chgData name="Elaine Gustafson" userId="8e9fbddc-088d-4145-9000-dcad1c3d1481" providerId="ADAL" clId="{B14C38E1-7F7D-4535-88D5-CAFF4332153A}" dt="2025-06-12T17:52:06.821" v="681"/>
          <ac:spMkLst>
            <pc:docMk/>
            <pc:sldMk cId="3546818160" sldId="609"/>
            <ac:spMk id="2" creationId="{AA4E954F-51A0-783A-9728-8E9DD5F12CB9}"/>
          </ac:spMkLst>
        </pc:spChg>
      </pc:sldChg>
      <pc:sldChg chg="modSp mod modNotesTx">
        <pc:chgData name="Elaine Gustafson" userId="8e9fbddc-088d-4145-9000-dcad1c3d1481" providerId="ADAL" clId="{B14C38E1-7F7D-4535-88D5-CAFF4332153A}" dt="2025-06-12T18:48:35.976" v="851"/>
        <pc:sldMkLst>
          <pc:docMk/>
          <pc:sldMk cId="3632034651" sldId="611"/>
        </pc:sldMkLst>
        <pc:spChg chg="ord">
          <ac:chgData name="Elaine Gustafson" userId="8e9fbddc-088d-4145-9000-dcad1c3d1481" providerId="ADAL" clId="{B14C38E1-7F7D-4535-88D5-CAFF4332153A}" dt="2025-06-12T17:50:27.562" v="647"/>
          <ac:spMkLst>
            <pc:docMk/>
            <pc:sldMk cId="3632034651" sldId="611"/>
            <ac:spMk id="3" creationId="{1D7739DC-D1A9-5F2E-C414-F751831D9F4B}"/>
          </ac:spMkLst>
        </pc:spChg>
        <pc:spChg chg="ord">
          <ac:chgData name="Elaine Gustafson" userId="8e9fbddc-088d-4145-9000-dcad1c3d1481" providerId="ADAL" clId="{B14C38E1-7F7D-4535-88D5-CAFF4332153A}" dt="2025-06-12T17:50:30.105" v="648"/>
          <ac:spMkLst>
            <pc:docMk/>
            <pc:sldMk cId="3632034651" sldId="611"/>
            <ac:spMk id="7" creationId="{E62FD6B9-EC22-9E0C-A45D-9FA1CD0BA524}"/>
          </ac:spMkLst>
        </pc:spChg>
      </pc:sldChg>
      <pc:sldChg chg="modSp mod">
        <pc:chgData name="Elaine Gustafson" userId="8e9fbddc-088d-4145-9000-dcad1c3d1481" providerId="ADAL" clId="{B14C38E1-7F7D-4535-88D5-CAFF4332153A}" dt="2025-06-12T17:50:38.026" v="651"/>
        <pc:sldMkLst>
          <pc:docMk/>
          <pc:sldMk cId="1330751852" sldId="612"/>
        </pc:sldMkLst>
        <pc:spChg chg="mod">
          <ac:chgData name="Elaine Gustafson" userId="8e9fbddc-088d-4145-9000-dcad1c3d1481" providerId="ADAL" clId="{B14C38E1-7F7D-4535-88D5-CAFF4332153A}" dt="2025-06-11T16:44:37.825" v="271" actId="6549"/>
          <ac:spMkLst>
            <pc:docMk/>
            <pc:sldMk cId="1330751852" sldId="612"/>
            <ac:spMk id="3" creationId="{9A3C3200-E3C1-9C41-E25A-FD87DD103525}"/>
          </ac:spMkLst>
        </pc:spChg>
        <pc:spChg chg="ord">
          <ac:chgData name="Elaine Gustafson" userId="8e9fbddc-088d-4145-9000-dcad1c3d1481" providerId="ADAL" clId="{B14C38E1-7F7D-4535-88D5-CAFF4332153A}" dt="2025-06-12T17:50:36.050" v="650"/>
          <ac:spMkLst>
            <pc:docMk/>
            <pc:sldMk cId="1330751852" sldId="612"/>
            <ac:spMk id="4" creationId="{E66B5B2A-75BC-0C81-6327-2057DB1C9E4B}"/>
          </ac:spMkLst>
        </pc:spChg>
        <pc:spChg chg="ord">
          <ac:chgData name="Elaine Gustafson" userId="8e9fbddc-088d-4145-9000-dcad1c3d1481" providerId="ADAL" clId="{B14C38E1-7F7D-4535-88D5-CAFF4332153A}" dt="2025-06-12T17:50:38.026" v="651"/>
          <ac:spMkLst>
            <pc:docMk/>
            <pc:sldMk cId="1330751852" sldId="612"/>
            <ac:spMk id="6" creationId="{A7BD9EE3-CC69-4FAD-CFFB-887D3A58E89A}"/>
          </ac:spMkLst>
        </pc:spChg>
      </pc:sldChg>
      <pc:sldChg chg="modSp mod">
        <pc:chgData name="Elaine Gustafson" userId="8e9fbddc-088d-4145-9000-dcad1c3d1481" providerId="ADAL" clId="{B14C38E1-7F7D-4535-88D5-CAFF4332153A}" dt="2025-06-12T17:50:45.597" v="654"/>
        <pc:sldMkLst>
          <pc:docMk/>
          <pc:sldMk cId="795051088" sldId="613"/>
        </pc:sldMkLst>
      </pc:sldChg>
      <pc:sldChg chg="modSp mod">
        <pc:chgData name="Elaine Gustafson" userId="8e9fbddc-088d-4145-9000-dcad1c3d1481" providerId="ADAL" clId="{B14C38E1-7F7D-4535-88D5-CAFF4332153A}" dt="2025-06-12T18:52:45.435" v="865" actId="20577"/>
        <pc:sldMkLst>
          <pc:docMk/>
          <pc:sldMk cId="1141807311" sldId="614"/>
        </pc:sldMkLst>
        <pc:spChg chg="mod">
          <ac:chgData name="Elaine Gustafson" userId="8e9fbddc-088d-4145-9000-dcad1c3d1481" providerId="ADAL" clId="{B14C38E1-7F7D-4535-88D5-CAFF4332153A}" dt="2025-06-12T18:52:45.435" v="865" actId="20577"/>
          <ac:spMkLst>
            <pc:docMk/>
            <pc:sldMk cId="1141807311" sldId="614"/>
            <ac:spMk id="3" creationId="{983FF77F-73FE-69B2-6F1C-BB118C0D1A1B}"/>
          </ac:spMkLst>
        </pc:spChg>
      </pc:sldChg>
      <pc:sldChg chg="modSp mod modNotesTx">
        <pc:chgData name="Elaine Gustafson" userId="8e9fbddc-088d-4145-9000-dcad1c3d1481" providerId="ADAL" clId="{B14C38E1-7F7D-4535-88D5-CAFF4332153A}" dt="2025-06-12T18:53:48.036" v="869"/>
        <pc:sldMkLst>
          <pc:docMk/>
          <pc:sldMk cId="2976306996" sldId="615"/>
        </pc:sldMkLst>
        <pc:spChg chg="ord">
          <ac:chgData name="Elaine Gustafson" userId="8e9fbddc-088d-4145-9000-dcad1c3d1481" providerId="ADAL" clId="{B14C38E1-7F7D-4535-88D5-CAFF4332153A}" dt="2025-06-12T18:53:36.072" v="867"/>
          <ac:spMkLst>
            <pc:docMk/>
            <pc:sldMk cId="2976306996" sldId="615"/>
            <ac:spMk id="3" creationId="{44719B57-7AF7-039E-975D-85AE734E24E9}"/>
          </ac:spMkLst>
        </pc:spChg>
        <pc:picChg chg="ord">
          <ac:chgData name="Elaine Gustafson" userId="8e9fbddc-088d-4145-9000-dcad1c3d1481" providerId="ADAL" clId="{B14C38E1-7F7D-4535-88D5-CAFF4332153A}" dt="2025-06-12T18:53:37.899" v="868"/>
          <ac:picMkLst>
            <pc:docMk/>
            <pc:sldMk cId="2976306996" sldId="615"/>
            <ac:picMk id="6" creationId="{6F2B419E-7379-90F8-FBEA-F1D053C490F4}"/>
          </ac:picMkLst>
        </pc:picChg>
      </pc:sldChg>
      <pc:sldChg chg="modSp mod modNotesTx">
        <pc:chgData name="Elaine Gustafson" userId="8e9fbddc-088d-4145-9000-dcad1c3d1481" providerId="ADAL" clId="{B14C38E1-7F7D-4535-88D5-CAFF4332153A}" dt="2025-06-12T18:58:43.499" v="947" actId="20577"/>
        <pc:sldMkLst>
          <pc:docMk/>
          <pc:sldMk cId="3502547714" sldId="616"/>
        </pc:sldMkLst>
        <pc:spChg chg="mod">
          <ac:chgData name="Elaine Gustafson" userId="8e9fbddc-088d-4145-9000-dcad1c3d1481" providerId="ADAL" clId="{B14C38E1-7F7D-4535-88D5-CAFF4332153A}" dt="2025-06-12T18:58:00.891" v="873" actId="20577"/>
          <ac:spMkLst>
            <pc:docMk/>
            <pc:sldMk cId="3502547714" sldId="616"/>
            <ac:spMk id="3" creationId="{C8C97019-3BD4-7268-8972-A1246A6942CB}"/>
          </ac:spMkLst>
        </pc:spChg>
      </pc:sldChg>
      <pc:sldChg chg="modSp mod modNotesTx">
        <pc:chgData name="Elaine Gustafson" userId="8e9fbddc-088d-4145-9000-dcad1c3d1481" providerId="ADAL" clId="{B14C38E1-7F7D-4535-88D5-CAFF4332153A}" dt="2025-06-12T18:59:03.208" v="951" actId="20577"/>
        <pc:sldMkLst>
          <pc:docMk/>
          <pc:sldMk cId="3853155555" sldId="617"/>
        </pc:sldMkLst>
        <pc:spChg chg="ord">
          <ac:chgData name="Elaine Gustafson" userId="8e9fbddc-088d-4145-9000-dcad1c3d1481" providerId="ADAL" clId="{B14C38E1-7F7D-4535-88D5-CAFF4332153A}" dt="2025-06-12T17:51:02.337" v="656"/>
          <ac:spMkLst>
            <pc:docMk/>
            <pc:sldMk cId="3853155555" sldId="617"/>
            <ac:spMk id="3" creationId="{7DC1E88C-E469-183E-0BE2-A207B1C02493}"/>
          </ac:spMkLst>
        </pc:spChg>
        <pc:spChg chg="ord">
          <ac:chgData name="Elaine Gustafson" userId="8e9fbddc-088d-4145-9000-dcad1c3d1481" providerId="ADAL" clId="{B14C38E1-7F7D-4535-88D5-CAFF4332153A}" dt="2025-06-12T17:51:05.441" v="657"/>
          <ac:spMkLst>
            <pc:docMk/>
            <pc:sldMk cId="3853155555" sldId="617"/>
            <ac:spMk id="7" creationId="{66F33255-B1F1-792F-6995-DABE84AE155E}"/>
          </ac:spMkLst>
        </pc:spChg>
      </pc:sldChg>
      <pc:sldChg chg="modSp mod">
        <pc:chgData name="Elaine Gustafson" userId="8e9fbddc-088d-4145-9000-dcad1c3d1481" providerId="ADAL" clId="{B14C38E1-7F7D-4535-88D5-CAFF4332153A}" dt="2025-06-12T19:02:20.974" v="966" actId="20577"/>
        <pc:sldMkLst>
          <pc:docMk/>
          <pc:sldMk cId="3752282686" sldId="618"/>
        </pc:sldMkLst>
        <pc:spChg chg="mod">
          <ac:chgData name="Elaine Gustafson" userId="8e9fbddc-088d-4145-9000-dcad1c3d1481" providerId="ADAL" clId="{B14C38E1-7F7D-4535-88D5-CAFF4332153A}" dt="2025-06-12T19:02:20.974" v="966" actId="20577"/>
          <ac:spMkLst>
            <pc:docMk/>
            <pc:sldMk cId="3752282686" sldId="618"/>
            <ac:spMk id="3" creationId="{A100C87B-CE95-F1F3-A298-C2DABDCCD12D}"/>
          </ac:spMkLst>
        </pc:spChg>
      </pc:sldChg>
      <pc:sldChg chg="modSp mod modNotesTx">
        <pc:chgData name="Elaine Gustafson" userId="8e9fbddc-088d-4145-9000-dcad1c3d1481" providerId="ADAL" clId="{B14C38E1-7F7D-4535-88D5-CAFF4332153A}" dt="2025-06-12T19:02:37.374" v="967"/>
        <pc:sldMkLst>
          <pc:docMk/>
          <pc:sldMk cId="1216587939" sldId="619"/>
        </pc:sldMkLst>
        <pc:spChg chg="ord">
          <ac:chgData name="Elaine Gustafson" userId="8e9fbddc-088d-4145-9000-dcad1c3d1481" providerId="ADAL" clId="{B14C38E1-7F7D-4535-88D5-CAFF4332153A}" dt="2025-06-12T17:51:10.967" v="659"/>
          <ac:spMkLst>
            <pc:docMk/>
            <pc:sldMk cId="1216587939" sldId="619"/>
            <ac:spMk id="3" creationId="{5774AF93-42BD-625C-5069-4ABDC3CCC6DD}"/>
          </ac:spMkLst>
        </pc:spChg>
        <pc:spChg chg="ord">
          <ac:chgData name="Elaine Gustafson" userId="8e9fbddc-088d-4145-9000-dcad1c3d1481" providerId="ADAL" clId="{B14C38E1-7F7D-4535-88D5-CAFF4332153A}" dt="2025-06-12T17:51:16.076" v="660"/>
          <ac:spMkLst>
            <pc:docMk/>
            <pc:sldMk cId="1216587939" sldId="619"/>
            <ac:spMk id="7" creationId="{01FA06F3-65AE-4C15-D184-4558FF9BDE53}"/>
          </ac:spMkLst>
        </pc:spChg>
      </pc:sldChg>
      <pc:sldChg chg="modSp mod modNotesTx">
        <pc:chgData name="Elaine Gustafson" userId="8e9fbddc-088d-4145-9000-dcad1c3d1481" providerId="ADAL" clId="{B14C38E1-7F7D-4535-88D5-CAFF4332153A}" dt="2025-06-12T19:03:30.842" v="969"/>
        <pc:sldMkLst>
          <pc:docMk/>
          <pc:sldMk cId="2877457417" sldId="620"/>
        </pc:sldMkLst>
        <pc:spChg chg="ord">
          <ac:chgData name="Elaine Gustafson" userId="8e9fbddc-088d-4145-9000-dcad1c3d1481" providerId="ADAL" clId="{B14C38E1-7F7D-4535-88D5-CAFF4332153A}" dt="2025-06-12T17:51:26.384" v="665"/>
          <ac:spMkLst>
            <pc:docMk/>
            <pc:sldMk cId="2877457417" sldId="620"/>
            <ac:spMk id="3" creationId="{B6EF7B7A-81F2-31F4-3692-136EE0F46765}"/>
          </ac:spMkLst>
        </pc:spChg>
        <pc:spChg chg="ord">
          <ac:chgData name="Elaine Gustafson" userId="8e9fbddc-088d-4145-9000-dcad1c3d1481" providerId="ADAL" clId="{B14C38E1-7F7D-4535-88D5-CAFF4332153A}" dt="2025-06-12T17:51:28.112" v="666"/>
          <ac:spMkLst>
            <pc:docMk/>
            <pc:sldMk cId="2877457417" sldId="620"/>
            <ac:spMk id="7" creationId="{01D96993-E896-BEF4-E497-B81FBD718549}"/>
          </ac:spMkLst>
        </pc:spChg>
      </pc:sldChg>
      <pc:sldChg chg="modSp mod modNotesTx">
        <pc:chgData name="Elaine Gustafson" userId="8e9fbddc-088d-4145-9000-dcad1c3d1481" providerId="ADAL" clId="{B14C38E1-7F7D-4535-88D5-CAFF4332153A}" dt="2025-06-12T19:03:19.270" v="968"/>
        <pc:sldMkLst>
          <pc:docMk/>
          <pc:sldMk cId="1949655474" sldId="621"/>
        </pc:sldMkLst>
        <pc:spChg chg="ord">
          <ac:chgData name="Elaine Gustafson" userId="8e9fbddc-088d-4145-9000-dcad1c3d1481" providerId="ADAL" clId="{B14C38E1-7F7D-4535-88D5-CAFF4332153A}" dt="2025-06-12T17:51:32.773" v="668"/>
          <ac:spMkLst>
            <pc:docMk/>
            <pc:sldMk cId="1949655474" sldId="621"/>
            <ac:spMk id="3" creationId="{AAFDCC46-D941-D19B-1726-BEC479B8EEF8}"/>
          </ac:spMkLst>
        </pc:spChg>
        <pc:spChg chg="ord">
          <ac:chgData name="Elaine Gustafson" userId="8e9fbddc-088d-4145-9000-dcad1c3d1481" providerId="ADAL" clId="{B14C38E1-7F7D-4535-88D5-CAFF4332153A}" dt="2025-06-12T17:51:34.395" v="669"/>
          <ac:spMkLst>
            <pc:docMk/>
            <pc:sldMk cId="1949655474" sldId="621"/>
            <ac:spMk id="7" creationId="{4682514D-315C-AAE1-A24A-9EED4B8F9BAE}"/>
          </ac:spMkLst>
        </pc:spChg>
      </pc:sldChg>
      <pc:sldChg chg="modSp">
        <pc:chgData name="Elaine Gustafson" userId="8e9fbddc-088d-4145-9000-dcad1c3d1481" providerId="ADAL" clId="{B14C38E1-7F7D-4535-88D5-CAFF4332153A}" dt="2025-06-11T16:53:42.586" v="442" actId="20577"/>
        <pc:sldMkLst>
          <pc:docMk/>
          <pc:sldMk cId="82801170" sldId="622"/>
        </pc:sldMkLst>
        <pc:spChg chg="mod">
          <ac:chgData name="Elaine Gustafson" userId="8e9fbddc-088d-4145-9000-dcad1c3d1481" providerId="ADAL" clId="{B14C38E1-7F7D-4535-88D5-CAFF4332153A}" dt="2025-06-11T16:53:42.586" v="442" actId="20577"/>
          <ac:spMkLst>
            <pc:docMk/>
            <pc:sldMk cId="82801170" sldId="622"/>
            <ac:spMk id="3" creationId="{AF2834F7-F89E-02B2-9120-58FFA77743DD}"/>
          </ac:spMkLst>
        </pc:spChg>
      </pc:sldChg>
      <pc:sldChg chg="modSp mod">
        <pc:chgData name="Elaine Gustafson" userId="8e9fbddc-088d-4145-9000-dcad1c3d1481" providerId="ADAL" clId="{B14C38E1-7F7D-4535-88D5-CAFF4332153A}" dt="2025-06-12T19:05:09.322" v="1039"/>
        <pc:sldMkLst>
          <pc:docMk/>
          <pc:sldMk cId="2907079784" sldId="623"/>
        </pc:sldMkLst>
        <pc:spChg chg="ord">
          <ac:chgData name="Elaine Gustafson" userId="8e9fbddc-088d-4145-9000-dcad1c3d1481" providerId="ADAL" clId="{B14C38E1-7F7D-4535-88D5-CAFF4332153A}" dt="2025-06-12T19:05:07.354" v="1038"/>
          <ac:spMkLst>
            <pc:docMk/>
            <pc:sldMk cId="2907079784" sldId="623"/>
            <ac:spMk id="3" creationId="{9E73244E-B260-19AA-F036-FBE7F76F84B6}"/>
          </ac:spMkLst>
        </pc:spChg>
        <pc:picChg chg="ord">
          <ac:chgData name="Elaine Gustafson" userId="8e9fbddc-088d-4145-9000-dcad1c3d1481" providerId="ADAL" clId="{B14C38E1-7F7D-4535-88D5-CAFF4332153A}" dt="2025-06-12T19:05:09.322" v="1039"/>
          <ac:picMkLst>
            <pc:docMk/>
            <pc:sldMk cId="2907079784" sldId="623"/>
            <ac:picMk id="6" creationId="{7FEC5BAE-1499-F796-2C23-7456AEF8DF17}"/>
          </ac:picMkLst>
        </pc:picChg>
      </pc:sldChg>
      <pc:sldChg chg="modSp mod">
        <pc:chgData name="Elaine Gustafson" userId="8e9fbddc-088d-4145-9000-dcad1c3d1481" providerId="ADAL" clId="{B14C38E1-7F7D-4535-88D5-CAFF4332153A}" dt="2025-06-12T17:51:53.923" v="675"/>
        <pc:sldMkLst>
          <pc:docMk/>
          <pc:sldMk cId="1293228980" sldId="624"/>
        </pc:sldMkLst>
        <pc:spChg chg="ord">
          <ac:chgData name="Elaine Gustafson" userId="8e9fbddc-088d-4145-9000-dcad1c3d1481" providerId="ADAL" clId="{B14C38E1-7F7D-4535-88D5-CAFF4332153A}" dt="2025-06-12T17:51:46.475" v="674"/>
          <ac:spMkLst>
            <pc:docMk/>
            <pc:sldMk cId="1293228980" sldId="624"/>
            <ac:spMk id="4" creationId="{7591EA66-0B74-50DF-70A7-EC1DC8A1E6CF}"/>
          </ac:spMkLst>
        </pc:spChg>
        <pc:spChg chg="ord">
          <ac:chgData name="Elaine Gustafson" userId="8e9fbddc-088d-4145-9000-dcad1c3d1481" providerId="ADAL" clId="{B14C38E1-7F7D-4535-88D5-CAFF4332153A}" dt="2025-06-12T17:51:53.923" v="675"/>
          <ac:spMkLst>
            <pc:docMk/>
            <pc:sldMk cId="1293228980" sldId="624"/>
            <ac:spMk id="6" creationId="{85762F82-FEC0-B4EB-043D-8EE4B51D4FBE}"/>
          </ac:spMkLst>
        </pc:spChg>
      </pc:sldChg>
      <pc:sldChg chg="modSp mod modNotesTx">
        <pc:chgData name="Elaine Gustafson" userId="8e9fbddc-088d-4145-9000-dcad1c3d1481" providerId="ADAL" clId="{B14C38E1-7F7D-4535-88D5-CAFF4332153A}" dt="2025-06-12T19:06:19.337" v="1040"/>
        <pc:sldMkLst>
          <pc:docMk/>
          <pc:sldMk cId="4169050901" sldId="625"/>
        </pc:sldMkLst>
        <pc:spChg chg="ord">
          <ac:chgData name="Elaine Gustafson" userId="8e9fbddc-088d-4145-9000-dcad1c3d1481" providerId="ADAL" clId="{B14C38E1-7F7D-4535-88D5-CAFF4332153A}" dt="2025-06-12T17:51:57.743" v="677"/>
          <ac:spMkLst>
            <pc:docMk/>
            <pc:sldMk cId="4169050901" sldId="625"/>
            <ac:spMk id="3" creationId="{C332544E-52F0-62C5-46D0-8F6272EAC07D}"/>
          </ac:spMkLst>
        </pc:spChg>
        <pc:spChg chg="ord">
          <ac:chgData name="Elaine Gustafson" userId="8e9fbddc-088d-4145-9000-dcad1c3d1481" providerId="ADAL" clId="{B14C38E1-7F7D-4535-88D5-CAFF4332153A}" dt="2025-06-12T17:51:59.501" v="678"/>
          <ac:spMkLst>
            <pc:docMk/>
            <pc:sldMk cId="4169050901" sldId="625"/>
            <ac:spMk id="7" creationId="{A2DD0764-93D1-2040-C708-2057331B82E4}"/>
          </ac:spMkLst>
        </pc:spChg>
      </pc:sldChg>
      <pc:sldChg chg="modSp add mod">
        <pc:chgData name="Elaine Gustafson" userId="8e9fbddc-088d-4145-9000-dcad1c3d1481" providerId="ADAL" clId="{B14C38E1-7F7D-4535-88D5-CAFF4332153A}" dt="2025-06-12T18:02:55.963" v="706" actId="20577"/>
        <pc:sldMkLst>
          <pc:docMk/>
          <pc:sldMk cId="874687617" sldId="626"/>
        </pc:sldMkLst>
        <pc:spChg chg="mod">
          <ac:chgData name="Elaine Gustafson" userId="8e9fbddc-088d-4145-9000-dcad1c3d1481" providerId="ADAL" clId="{B14C38E1-7F7D-4535-88D5-CAFF4332153A}" dt="2025-06-12T18:02:55.963" v="706" actId="20577"/>
          <ac:spMkLst>
            <pc:docMk/>
            <pc:sldMk cId="874687617" sldId="626"/>
            <ac:spMk id="3" creationId="{8F442D44-087D-DB02-2ED9-641D106BF328}"/>
          </ac:spMkLst>
        </pc:spChg>
        <pc:spChg chg="mod">
          <ac:chgData name="Elaine Gustafson" userId="8e9fbddc-088d-4145-9000-dcad1c3d1481" providerId="ADAL" clId="{B14C38E1-7F7D-4535-88D5-CAFF4332153A}" dt="2025-06-12T17:54:12.310" v="686"/>
          <ac:spMkLst>
            <pc:docMk/>
            <pc:sldMk cId="874687617" sldId="626"/>
            <ac:spMk id="8" creationId="{6D171DBB-DE33-B2B9-4419-DE988CCCEEC9}"/>
          </ac:spMkLst>
        </pc:spChg>
      </pc:sldChg>
      <pc:sldMasterChg chg="modSldLayout">
        <pc:chgData name="Elaine Gustafson" userId="8e9fbddc-088d-4145-9000-dcad1c3d1481" providerId="ADAL" clId="{B14C38E1-7F7D-4535-88D5-CAFF4332153A}" dt="2025-06-11T16:32:19.281" v="7" actId="20577"/>
        <pc:sldMasterMkLst>
          <pc:docMk/>
          <pc:sldMasterMk cId="58932730" sldId="2147483910"/>
        </pc:sldMasterMkLst>
        <pc:sldLayoutChg chg="modSp mod">
          <pc:chgData name="Elaine Gustafson" userId="8e9fbddc-088d-4145-9000-dcad1c3d1481" providerId="ADAL" clId="{B14C38E1-7F7D-4535-88D5-CAFF4332153A}" dt="2025-06-11T16:32:19.281" v="7" actId="20577"/>
          <pc:sldLayoutMkLst>
            <pc:docMk/>
            <pc:sldMasterMk cId="58932730" sldId="2147483910"/>
            <pc:sldLayoutMk cId="3198385692" sldId="2147483922"/>
          </pc:sldLayoutMkLst>
          <pc:spChg chg="mod">
            <ac:chgData name="Elaine Gustafson" userId="8e9fbddc-088d-4145-9000-dcad1c3d1481" providerId="ADAL" clId="{B14C38E1-7F7D-4535-88D5-CAFF4332153A}" dt="2025-06-11T16:32:19.281" v="7" actId="20577"/>
            <ac:spMkLst>
              <pc:docMk/>
              <pc:sldMasterMk cId="58932730" sldId="2147483910"/>
              <pc:sldLayoutMk cId="3198385692" sldId="2147483922"/>
              <ac:spMk id="4" creationId="{48DA206A-2516-457B-9C8F-9BDD445DD373}"/>
            </ac:spMkLst>
          </pc:spChg>
        </pc:sldLayoutChg>
      </pc:sldMasterChg>
    </pc:docChg>
  </pc:docChgLst>
  <pc:docChgLst>
    <pc:chgData name="Amy Glidewell" userId="095a4851-014c-47ed-bf1b-0c4b57406e94" providerId="ADAL" clId="{E87EED45-67CD-4CD0-A153-EB982993B539}"/>
    <pc:docChg chg="undo custSel addSld delSld modSld sldOrd">
      <pc:chgData name="Amy Glidewell" userId="095a4851-014c-47ed-bf1b-0c4b57406e94" providerId="ADAL" clId="{E87EED45-67CD-4CD0-A153-EB982993B539}" dt="2025-06-17T00:02:50.357" v="209" actId="20577"/>
      <pc:docMkLst>
        <pc:docMk/>
      </pc:docMkLst>
      <pc:sldChg chg="modNotesTx">
        <pc:chgData name="Amy Glidewell" userId="095a4851-014c-47ed-bf1b-0c4b57406e94" providerId="ADAL" clId="{E87EED45-67CD-4CD0-A153-EB982993B539}" dt="2025-06-16T23:39:18.948" v="0" actId="2711"/>
        <pc:sldMkLst>
          <pc:docMk/>
          <pc:sldMk cId="2349293421" sldId="302"/>
        </pc:sldMkLst>
      </pc:sldChg>
      <pc:sldChg chg="modNotesTx">
        <pc:chgData name="Amy Glidewell" userId="095a4851-014c-47ed-bf1b-0c4b57406e94" providerId="ADAL" clId="{E87EED45-67CD-4CD0-A153-EB982993B539}" dt="2025-06-16T23:40:59.016" v="4" actId="313"/>
        <pc:sldMkLst>
          <pc:docMk/>
          <pc:sldMk cId="1878458843" sldId="309"/>
        </pc:sldMkLst>
      </pc:sldChg>
      <pc:sldChg chg="delSp mod">
        <pc:chgData name="Amy Glidewell" userId="095a4851-014c-47ed-bf1b-0c4b57406e94" providerId="ADAL" clId="{E87EED45-67CD-4CD0-A153-EB982993B539}" dt="2025-06-16T23:39:43.222" v="3" actId="478"/>
        <pc:sldMkLst>
          <pc:docMk/>
          <pc:sldMk cId="1169523784" sldId="310"/>
        </pc:sldMkLst>
        <pc:spChg chg="del">
          <ac:chgData name="Amy Glidewell" userId="095a4851-014c-47ed-bf1b-0c4b57406e94" providerId="ADAL" clId="{E87EED45-67CD-4CD0-A153-EB982993B539}" dt="2025-06-16T23:39:43.222" v="3" actId="478"/>
          <ac:spMkLst>
            <pc:docMk/>
            <pc:sldMk cId="1169523784" sldId="310"/>
            <ac:spMk id="4" creationId="{286B6A67-A606-6493-9386-38EA8F5034D7}"/>
          </ac:spMkLst>
        </pc:spChg>
      </pc:sldChg>
      <pc:sldChg chg="modSp mod">
        <pc:chgData name="Amy Glidewell" userId="095a4851-014c-47ed-bf1b-0c4b57406e94" providerId="ADAL" clId="{E87EED45-67CD-4CD0-A153-EB982993B539}" dt="2025-06-16T23:41:32.480" v="9" actId="27636"/>
        <pc:sldMkLst>
          <pc:docMk/>
          <pc:sldMk cId="3868167892" sldId="313"/>
        </pc:sldMkLst>
        <pc:spChg chg="mod">
          <ac:chgData name="Amy Glidewell" userId="095a4851-014c-47ed-bf1b-0c4b57406e94" providerId="ADAL" clId="{E87EED45-67CD-4CD0-A153-EB982993B539}" dt="2025-06-16T23:41:32.480" v="9" actId="27636"/>
          <ac:spMkLst>
            <pc:docMk/>
            <pc:sldMk cId="3868167892" sldId="313"/>
            <ac:spMk id="3" creationId="{BEF0CD94-701E-BF31-F57D-0F0245971FB7}"/>
          </ac:spMkLst>
        </pc:spChg>
      </pc:sldChg>
      <pc:sldChg chg="modNotesTx">
        <pc:chgData name="Amy Glidewell" userId="095a4851-014c-47ed-bf1b-0c4b57406e94" providerId="ADAL" clId="{E87EED45-67CD-4CD0-A153-EB982993B539}" dt="2025-06-16T23:45:07.940" v="26" actId="2711"/>
        <pc:sldMkLst>
          <pc:docMk/>
          <pc:sldMk cId="1686946997" sldId="315"/>
        </pc:sldMkLst>
      </pc:sldChg>
      <pc:sldChg chg="modSp mod">
        <pc:chgData name="Amy Glidewell" userId="095a4851-014c-47ed-bf1b-0c4b57406e94" providerId="ADAL" clId="{E87EED45-67CD-4CD0-A153-EB982993B539}" dt="2025-06-16T23:43:41.078" v="25" actId="2085"/>
        <pc:sldMkLst>
          <pc:docMk/>
          <pc:sldMk cId="52830680" sldId="317"/>
        </pc:sldMkLst>
        <pc:picChg chg="mod">
          <ac:chgData name="Amy Glidewell" userId="095a4851-014c-47ed-bf1b-0c4b57406e94" providerId="ADAL" clId="{E87EED45-67CD-4CD0-A153-EB982993B539}" dt="2025-06-16T23:43:41.078" v="25" actId="2085"/>
          <ac:picMkLst>
            <pc:docMk/>
            <pc:sldMk cId="52830680" sldId="317"/>
            <ac:picMk id="6" creationId="{AC9AADAD-CDE1-6C32-53CA-E900F8BFDD1C}"/>
          </ac:picMkLst>
        </pc:picChg>
      </pc:sldChg>
      <pc:sldChg chg="modNotesTx">
        <pc:chgData name="Amy Glidewell" userId="095a4851-014c-47ed-bf1b-0c4b57406e94" providerId="ADAL" clId="{E87EED45-67CD-4CD0-A153-EB982993B539}" dt="2025-06-16T23:49:16.117" v="64" actId="2711"/>
        <pc:sldMkLst>
          <pc:docMk/>
          <pc:sldMk cId="3832170073" sldId="441"/>
        </pc:sldMkLst>
      </pc:sldChg>
      <pc:sldChg chg="modNotesTx">
        <pc:chgData name="Amy Glidewell" userId="095a4851-014c-47ed-bf1b-0c4b57406e94" providerId="ADAL" clId="{E87EED45-67CD-4CD0-A153-EB982993B539}" dt="2025-06-17T00:02:50.357" v="209" actId="20577"/>
        <pc:sldMkLst>
          <pc:docMk/>
          <pc:sldMk cId="2476857650" sldId="488"/>
        </pc:sldMkLst>
      </pc:sldChg>
      <pc:sldChg chg="modSp mod">
        <pc:chgData name="Amy Glidewell" userId="095a4851-014c-47ed-bf1b-0c4b57406e94" providerId="ADAL" clId="{E87EED45-67CD-4CD0-A153-EB982993B539}" dt="2025-06-16T23:45:40.380" v="28" actId="1076"/>
        <pc:sldMkLst>
          <pc:docMk/>
          <pc:sldMk cId="1961792442" sldId="543"/>
        </pc:sldMkLst>
        <pc:picChg chg="mod">
          <ac:chgData name="Amy Glidewell" userId="095a4851-014c-47ed-bf1b-0c4b57406e94" providerId="ADAL" clId="{E87EED45-67CD-4CD0-A153-EB982993B539}" dt="2025-06-16T23:45:40.380" v="28" actId="1076"/>
          <ac:picMkLst>
            <pc:docMk/>
            <pc:sldMk cId="1961792442" sldId="543"/>
            <ac:picMk id="6" creationId="{C7C7CACD-B0A7-F40C-C2CF-68872FD88007}"/>
          </ac:picMkLst>
        </pc:picChg>
      </pc:sldChg>
      <pc:sldChg chg="modSp mod">
        <pc:chgData name="Amy Glidewell" userId="095a4851-014c-47ed-bf1b-0c4b57406e94" providerId="ADAL" clId="{E87EED45-67CD-4CD0-A153-EB982993B539}" dt="2025-06-16T23:43:23.093" v="24" actId="14100"/>
        <pc:sldMkLst>
          <pc:docMk/>
          <pc:sldMk cId="1760471389" sldId="567"/>
        </pc:sldMkLst>
        <pc:spChg chg="mod">
          <ac:chgData name="Amy Glidewell" userId="095a4851-014c-47ed-bf1b-0c4b57406e94" providerId="ADAL" clId="{E87EED45-67CD-4CD0-A153-EB982993B539}" dt="2025-06-16T23:43:23.093" v="24" actId="14100"/>
          <ac:spMkLst>
            <pc:docMk/>
            <pc:sldMk cId="1760471389" sldId="567"/>
            <ac:spMk id="3" creationId="{3F9375CA-7E26-5D57-3A32-F6CA6D2D5B06}"/>
          </ac:spMkLst>
        </pc:spChg>
      </pc:sldChg>
      <pc:sldChg chg="modSp mod">
        <pc:chgData name="Amy Glidewell" userId="095a4851-014c-47ed-bf1b-0c4b57406e94" providerId="ADAL" clId="{E87EED45-67CD-4CD0-A153-EB982993B539}" dt="2025-06-16T23:41:18.965" v="7" actId="12"/>
        <pc:sldMkLst>
          <pc:docMk/>
          <pc:sldMk cId="2436142003" sldId="569"/>
        </pc:sldMkLst>
        <pc:spChg chg="mod">
          <ac:chgData name="Amy Glidewell" userId="095a4851-014c-47ed-bf1b-0c4b57406e94" providerId="ADAL" clId="{E87EED45-67CD-4CD0-A153-EB982993B539}" dt="2025-06-16T23:41:18.965" v="7" actId="12"/>
          <ac:spMkLst>
            <pc:docMk/>
            <pc:sldMk cId="2436142003" sldId="569"/>
            <ac:spMk id="3" creationId="{C6F96774-36B8-B8FC-7220-DEB733B577E6}"/>
          </ac:spMkLst>
        </pc:spChg>
      </pc:sldChg>
      <pc:sldChg chg="modNotesTx">
        <pc:chgData name="Amy Glidewell" userId="095a4851-014c-47ed-bf1b-0c4b57406e94" providerId="ADAL" clId="{E87EED45-67CD-4CD0-A153-EB982993B539}" dt="2025-06-16T23:41:00.576" v="6" actId="313"/>
        <pc:sldMkLst>
          <pc:docMk/>
          <pc:sldMk cId="3267495596" sldId="572"/>
        </pc:sldMkLst>
      </pc:sldChg>
      <pc:sldChg chg="modSp mod">
        <pc:chgData name="Amy Glidewell" userId="095a4851-014c-47ed-bf1b-0c4b57406e94" providerId="ADAL" clId="{E87EED45-67CD-4CD0-A153-EB982993B539}" dt="2025-06-16T23:47:48.581" v="61" actId="27636"/>
        <pc:sldMkLst>
          <pc:docMk/>
          <pc:sldMk cId="2244434959" sldId="574"/>
        </pc:sldMkLst>
        <pc:spChg chg="mod">
          <ac:chgData name="Amy Glidewell" userId="095a4851-014c-47ed-bf1b-0c4b57406e94" providerId="ADAL" clId="{E87EED45-67CD-4CD0-A153-EB982993B539}" dt="2025-06-16T23:47:48.581" v="61" actId="27636"/>
          <ac:spMkLst>
            <pc:docMk/>
            <pc:sldMk cId="2244434959" sldId="574"/>
            <ac:spMk id="3" creationId="{59EECA1C-48D5-48AC-6120-1FEB34308C39}"/>
          </ac:spMkLst>
        </pc:spChg>
        <pc:spChg chg="mod">
          <ac:chgData name="Amy Glidewell" userId="095a4851-014c-47ed-bf1b-0c4b57406e94" providerId="ADAL" clId="{E87EED45-67CD-4CD0-A153-EB982993B539}" dt="2025-06-16T23:47:30.267" v="56" actId="255"/>
          <ac:spMkLst>
            <pc:docMk/>
            <pc:sldMk cId="2244434959" sldId="574"/>
            <ac:spMk id="8" creationId="{C66C5317-4290-1E64-35F1-616A29E2B965}"/>
          </ac:spMkLst>
        </pc:spChg>
      </pc:sldChg>
      <pc:sldChg chg="modSp mod">
        <pc:chgData name="Amy Glidewell" userId="095a4851-014c-47ed-bf1b-0c4b57406e94" providerId="ADAL" clId="{E87EED45-67CD-4CD0-A153-EB982993B539}" dt="2025-06-16T23:50:03.129" v="71" actId="1036"/>
        <pc:sldMkLst>
          <pc:docMk/>
          <pc:sldMk cId="2344874781" sldId="575"/>
        </pc:sldMkLst>
        <pc:spChg chg="mod">
          <ac:chgData name="Amy Glidewell" userId="095a4851-014c-47ed-bf1b-0c4b57406e94" providerId="ADAL" clId="{E87EED45-67CD-4CD0-A153-EB982993B539}" dt="2025-06-16T23:50:03.129" v="71" actId="1036"/>
          <ac:spMkLst>
            <pc:docMk/>
            <pc:sldMk cId="2344874781" sldId="575"/>
            <ac:spMk id="4" creationId="{B5F804CF-87B6-FA5F-FA22-4CFF4150068B}"/>
          </ac:spMkLst>
        </pc:spChg>
      </pc:sldChg>
      <pc:sldChg chg="modSp mod">
        <pc:chgData name="Amy Glidewell" userId="095a4851-014c-47ed-bf1b-0c4b57406e94" providerId="ADAL" clId="{E87EED45-67CD-4CD0-A153-EB982993B539}" dt="2025-06-16T23:49:40.813" v="67" actId="27636"/>
        <pc:sldMkLst>
          <pc:docMk/>
          <pc:sldMk cId="2216117190" sldId="576"/>
        </pc:sldMkLst>
        <pc:spChg chg="mod">
          <ac:chgData name="Amy Glidewell" userId="095a4851-014c-47ed-bf1b-0c4b57406e94" providerId="ADAL" clId="{E87EED45-67CD-4CD0-A153-EB982993B539}" dt="2025-06-16T23:49:40.813" v="67" actId="27636"/>
          <ac:spMkLst>
            <pc:docMk/>
            <pc:sldMk cId="2216117190" sldId="576"/>
            <ac:spMk id="3" creationId="{6D5A74EA-3ADC-D1D9-D7E4-CED6E293EF4C}"/>
          </ac:spMkLst>
        </pc:spChg>
      </pc:sldChg>
      <pc:sldChg chg="modSp mod">
        <pc:chgData name="Amy Glidewell" userId="095a4851-014c-47ed-bf1b-0c4b57406e94" providerId="ADAL" clId="{E87EED45-67CD-4CD0-A153-EB982993B539}" dt="2025-06-16T23:50:40.333" v="78" actId="1035"/>
        <pc:sldMkLst>
          <pc:docMk/>
          <pc:sldMk cId="2078518832" sldId="578"/>
        </pc:sldMkLst>
        <pc:spChg chg="mod">
          <ac:chgData name="Amy Glidewell" userId="095a4851-014c-47ed-bf1b-0c4b57406e94" providerId="ADAL" clId="{E87EED45-67CD-4CD0-A153-EB982993B539}" dt="2025-06-16T23:50:26.404" v="72" actId="14100"/>
          <ac:spMkLst>
            <pc:docMk/>
            <pc:sldMk cId="2078518832" sldId="578"/>
            <ac:spMk id="3" creationId="{0ED57C38-DB4C-2C60-75BB-44DDF418BD92}"/>
          </ac:spMkLst>
        </pc:spChg>
        <pc:spChg chg="mod">
          <ac:chgData name="Amy Glidewell" userId="095a4851-014c-47ed-bf1b-0c4b57406e94" providerId="ADAL" clId="{E87EED45-67CD-4CD0-A153-EB982993B539}" dt="2025-06-16T23:50:36.620" v="74" actId="1076"/>
          <ac:spMkLst>
            <pc:docMk/>
            <pc:sldMk cId="2078518832" sldId="578"/>
            <ac:spMk id="6" creationId="{6C24EFBD-69EE-5C2B-C30D-70FF3856F10C}"/>
          </ac:spMkLst>
        </pc:spChg>
        <pc:picChg chg="mod">
          <ac:chgData name="Amy Glidewell" userId="095a4851-014c-47ed-bf1b-0c4b57406e94" providerId="ADAL" clId="{E87EED45-67CD-4CD0-A153-EB982993B539}" dt="2025-06-16T23:50:40.333" v="78" actId="1035"/>
          <ac:picMkLst>
            <pc:docMk/>
            <pc:sldMk cId="2078518832" sldId="578"/>
            <ac:picMk id="5" creationId="{89E054CB-70D1-6C06-BFD0-ACA8A5454A5F}"/>
          </ac:picMkLst>
        </pc:picChg>
      </pc:sldChg>
      <pc:sldChg chg="modSp mod">
        <pc:chgData name="Amy Glidewell" userId="095a4851-014c-47ed-bf1b-0c4b57406e94" providerId="ADAL" clId="{E87EED45-67CD-4CD0-A153-EB982993B539}" dt="2025-06-16T23:41:54.015" v="13" actId="14100"/>
        <pc:sldMkLst>
          <pc:docMk/>
          <pc:sldMk cId="3472094641" sldId="595"/>
        </pc:sldMkLst>
        <pc:spChg chg="mod">
          <ac:chgData name="Amy Glidewell" userId="095a4851-014c-47ed-bf1b-0c4b57406e94" providerId="ADAL" clId="{E87EED45-67CD-4CD0-A153-EB982993B539}" dt="2025-06-16T23:41:54.015" v="13" actId="14100"/>
          <ac:spMkLst>
            <pc:docMk/>
            <pc:sldMk cId="3472094641" sldId="595"/>
            <ac:spMk id="3" creationId="{A01B904E-8D64-3CE1-1BF8-448762148B0B}"/>
          </ac:spMkLst>
        </pc:spChg>
      </pc:sldChg>
      <pc:sldChg chg="modSp mod">
        <pc:chgData name="Amy Glidewell" userId="095a4851-014c-47ed-bf1b-0c4b57406e94" providerId="ADAL" clId="{E87EED45-67CD-4CD0-A153-EB982993B539}" dt="2025-06-16T23:42:24.505" v="17" actId="208"/>
        <pc:sldMkLst>
          <pc:docMk/>
          <pc:sldMk cId="529444925" sldId="596"/>
        </pc:sldMkLst>
        <pc:picChg chg="mod">
          <ac:chgData name="Amy Glidewell" userId="095a4851-014c-47ed-bf1b-0c4b57406e94" providerId="ADAL" clId="{E87EED45-67CD-4CD0-A153-EB982993B539}" dt="2025-06-16T23:42:24.505" v="17" actId="208"/>
          <ac:picMkLst>
            <pc:docMk/>
            <pc:sldMk cId="529444925" sldId="596"/>
            <ac:picMk id="5" creationId="{1E6FD344-BE48-B95D-7A3D-D2B798C3257F}"/>
          </ac:picMkLst>
        </pc:picChg>
      </pc:sldChg>
      <pc:sldChg chg="modSp mod">
        <pc:chgData name="Amy Glidewell" userId="095a4851-014c-47ed-bf1b-0c4b57406e94" providerId="ADAL" clId="{E87EED45-67CD-4CD0-A153-EB982993B539}" dt="2025-06-16T23:43:03.900" v="23" actId="20577"/>
        <pc:sldMkLst>
          <pc:docMk/>
          <pc:sldMk cId="519215427" sldId="601"/>
        </pc:sldMkLst>
        <pc:spChg chg="mod">
          <ac:chgData name="Amy Glidewell" userId="095a4851-014c-47ed-bf1b-0c4b57406e94" providerId="ADAL" clId="{E87EED45-67CD-4CD0-A153-EB982993B539}" dt="2025-06-16T23:43:03.900" v="23" actId="20577"/>
          <ac:spMkLst>
            <pc:docMk/>
            <pc:sldMk cId="519215427" sldId="601"/>
            <ac:spMk id="3" creationId="{86FC6A1B-F2AE-A47F-078A-B354D260C59B}"/>
          </ac:spMkLst>
        </pc:spChg>
      </pc:sldChg>
      <pc:sldChg chg="modNotesTx">
        <pc:chgData name="Amy Glidewell" userId="095a4851-014c-47ed-bf1b-0c4b57406e94" providerId="ADAL" clId="{E87EED45-67CD-4CD0-A153-EB982993B539}" dt="2025-06-16T23:40:59.757" v="5" actId="313"/>
        <pc:sldMkLst>
          <pc:docMk/>
          <pc:sldMk cId="1513034710" sldId="603"/>
        </pc:sldMkLst>
      </pc:sldChg>
      <pc:sldChg chg="delSp mod">
        <pc:chgData name="Amy Glidewell" userId="095a4851-014c-47ed-bf1b-0c4b57406e94" providerId="ADAL" clId="{E87EED45-67CD-4CD0-A153-EB982993B539}" dt="2025-06-16T23:39:36.861" v="2" actId="478"/>
        <pc:sldMkLst>
          <pc:docMk/>
          <pc:sldMk cId="1118513344" sldId="604"/>
        </pc:sldMkLst>
        <pc:spChg chg="del">
          <ac:chgData name="Amy Glidewell" userId="095a4851-014c-47ed-bf1b-0c4b57406e94" providerId="ADAL" clId="{E87EED45-67CD-4CD0-A153-EB982993B539}" dt="2025-06-16T23:39:36.861" v="2" actId="478"/>
          <ac:spMkLst>
            <pc:docMk/>
            <pc:sldMk cId="1118513344" sldId="604"/>
            <ac:spMk id="4" creationId="{E59F27F8-5385-2A0E-C618-C99F9FC98FE6}"/>
          </ac:spMkLst>
        </pc:spChg>
      </pc:sldChg>
      <pc:sldChg chg="modSp mod">
        <pc:chgData name="Amy Glidewell" userId="095a4851-014c-47ed-bf1b-0c4b57406e94" providerId="ADAL" clId="{E87EED45-67CD-4CD0-A153-EB982993B539}" dt="2025-06-16T23:46:16.175" v="30" actId="20577"/>
        <pc:sldMkLst>
          <pc:docMk/>
          <pc:sldMk cId="2335324567" sldId="605"/>
        </pc:sldMkLst>
        <pc:spChg chg="mod">
          <ac:chgData name="Amy Glidewell" userId="095a4851-014c-47ed-bf1b-0c4b57406e94" providerId="ADAL" clId="{E87EED45-67CD-4CD0-A153-EB982993B539}" dt="2025-06-16T23:46:16.175" v="30" actId="20577"/>
          <ac:spMkLst>
            <pc:docMk/>
            <pc:sldMk cId="2335324567" sldId="605"/>
            <ac:spMk id="3" creationId="{0FC0DD0D-DD7A-2005-9E07-D1559E9FF3CD}"/>
          </ac:spMkLst>
        </pc:spChg>
      </pc:sldChg>
      <pc:sldChg chg="modSp mod">
        <pc:chgData name="Amy Glidewell" userId="095a4851-014c-47ed-bf1b-0c4b57406e94" providerId="ADAL" clId="{E87EED45-67CD-4CD0-A153-EB982993B539}" dt="2025-06-16T23:46:36.679" v="34" actId="1076"/>
        <pc:sldMkLst>
          <pc:docMk/>
          <pc:sldMk cId="775401406" sldId="606"/>
        </pc:sldMkLst>
        <pc:picChg chg="mod">
          <ac:chgData name="Amy Glidewell" userId="095a4851-014c-47ed-bf1b-0c4b57406e94" providerId="ADAL" clId="{E87EED45-67CD-4CD0-A153-EB982993B539}" dt="2025-06-16T23:46:36.679" v="34" actId="1076"/>
          <ac:picMkLst>
            <pc:docMk/>
            <pc:sldMk cId="775401406" sldId="606"/>
            <ac:picMk id="5" creationId="{F8B08D9E-68F2-D9D8-7E7B-97475D5A7B90}"/>
          </ac:picMkLst>
        </pc:picChg>
      </pc:sldChg>
      <pc:sldChg chg="modSp mod">
        <pc:chgData name="Amy Glidewell" userId="095a4851-014c-47ed-bf1b-0c4b57406e94" providerId="ADAL" clId="{E87EED45-67CD-4CD0-A153-EB982993B539}" dt="2025-06-16T23:47:02.137" v="38" actId="1076"/>
        <pc:sldMkLst>
          <pc:docMk/>
          <pc:sldMk cId="2169897086" sldId="607"/>
        </pc:sldMkLst>
        <pc:picChg chg="mod">
          <ac:chgData name="Amy Glidewell" userId="095a4851-014c-47ed-bf1b-0c4b57406e94" providerId="ADAL" clId="{E87EED45-67CD-4CD0-A153-EB982993B539}" dt="2025-06-16T23:47:02.137" v="38" actId="1076"/>
          <ac:picMkLst>
            <pc:docMk/>
            <pc:sldMk cId="2169897086" sldId="607"/>
            <ac:picMk id="5" creationId="{8A5E19F3-1B55-69CE-F3F4-0CADC2EC44BD}"/>
          </ac:picMkLst>
        </pc:picChg>
      </pc:sldChg>
      <pc:sldChg chg="delSp mod">
        <pc:chgData name="Amy Glidewell" userId="095a4851-014c-47ed-bf1b-0c4b57406e94" providerId="ADAL" clId="{E87EED45-67CD-4CD0-A153-EB982993B539}" dt="2025-06-16T23:39:26.922" v="1" actId="478"/>
        <pc:sldMkLst>
          <pc:docMk/>
          <pc:sldMk cId="3546818160" sldId="609"/>
        </pc:sldMkLst>
        <pc:spChg chg="del">
          <ac:chgData name="Amy Glidewell" userId="095a4851-014c-47ed-bf1b-0c4b57406e94" providerId="ADAL" clId="{E87EED45-67CD-4CD0-A153-EB982993B539}" dt="2025-06-16T23:39:26.922" v="1" actId="478"/>
          <ac:spMkLst>
            <pc:docMk/>
            <pc:sldMk cId="3546818160" sldId="609"/>
            <ac:spMk id="4" creationId="{1A0C1440-2B8A-5ACE-CB88-5FF3EFA16EF6}"/>
          </ac:spMkLst>
        </pc:spChg>
      </pc:sldChg>
      <pc:sldChg chg="modSp mod">
        <pc:chgData name="Amy Glidewell" userId="095a4851-014c-47ed-bf1b-0c4b57406e94" providerId="ADAL" clId="{E87EED45-67CD-4CD0-A153-EB982993B539}" dt="2025-06-16T23:55:07.194" v="137" actId="20577"/>
        <pc:sldMkLst>
          <pc:docMk/>
          <pc:sldMk cId="1330751852" sldId="612"/>
        </pc:sldMkLst>
        <pc:spChg chg="mod">
          <ac:chgData name="Amy Glidewell" userId="095a4851-014c-47ed-bf1b-0c4b57406e94" providerId="ADAL" clId="{E87EED45-67CD-4CD0-A153-EB982993B539}" dt="2025-06-16T23:52:34.051" v="97" actId="255"/>
          <ac:spMkLst>
            <pc:docMk/>
            <pc:sldMk cId="1330751852" sldId="612"/>
            <ac:spMk id="3" creationId="{9A3C3200-E3C1-9C41-E25A-FD87DD103525}"/>
          </ac:spMkLst>
        </pc:spChg>
        <pc:spChg chg="mod">
          <ac:chgData name="Amy Glidewell" userId="095a4851-014c-47ed-bf1b-0c4b57406e94" providerId="ADAL" clId="{E87EED45-67CD-4CD0-A153-EB982993B539}" dt="2025-06-16T23:55:07.194" v="137" actId="20577"/>
          <ac:spMkLst>
            <pc:docMk/>
            <pc:sldMk cId="1330751852" sldId="612"/>
            <ac:spMk id="8" creationId="{3EDDB001-DD2D-4773-72C2-27105B9DE73B}"/>
          </ac:spMkLst>
        </pc:spChg>
      </pc:sldChg>
      <pc:sldChg chg="delSp modSp add del mod">
        <pc:chgData name="Amy Glidewell" userId="095a4851-014c-47ed-bf1b-0c4b57406e94" providerId="ADAL" clId="{E87EED45-67CD-4CD0-A153-EB982993B539}" dt="2025-06-16T23:54:58.294" v="135" actId="2696"/>
        <pc:sldMkLst>
          <pc:docMk/>
          <pc:sldMk cId="795051088" sldId="613"/>
        </pc:sldMkLst>
        <pc:spChg chg="mod">
          <ac:chgData name="Amy Glidewell" userId="095a4851-014c-47ed-bf1b-0c4b57406e94" providerId="ADAL" clId="{E87EED45-67CD-4CD0-A153-EB982993B539}" dt="2025-06-16T23:53:30.590" v="117" actId="20577"/>
          <ac:spMkLst>
            <pc:docMk/>
            <pc:sldMk cId="795051088" sldId="613"/>
            <ac:spMk id="2" creationId="{DA1941AD-E2CE-91B1-9157-E289B7AAD260}"/>
          </ac:spMkLst>
        </pc:spChg>
        <pc:picChg chg="del">
          <ac:chgData name="Amy Glidewell" userId="095a4851-014c-47ed-bf1b-0c4b57406e94" providerId="ADAL" clId="{E87EED45-67CD-4CD0-A153-EB982993B539}" dt="2025-06-16T23:53:40.502" v="118" actId="21"/>
          <ac:picMkLst>
            <pc:docMk/>
            <pc:sldMk cId="795051088" sldId="613"/>
            <ac:picMk id="5" creationId="{EE47D37F-794E-A571-8F88-583B9635EE90}"/>
          </ac:picMkLst>
        </pc:picChg>
      </pc:sldChg>
      <pc:sldChg chg="modSp mod">
        <pc:chgData name="Amy Glidewell" userId="095a4851-014c-47ed-bf1b-0c4b57406e94" providerId="ADAL" clId="{E87EED45-67CD-4CD0-A153-EB982993B539}" dt="2025-06-16T23:56:13.435" v="155" actId="255"/>
        <pc:sldMkLst>
          <pc:docMk/>
          <pc:sldMk cId="1141807311" sldId="614"/>
        </pc:sldMkLst>
        <pc:spChg chg="mod">
          <ac:chgData name="Amy Glidewell" userId="095a4851-014c-47ed-bf1b-0c4b57406e94" providerId="ADAL" clId="{E87EED45-67CD-4CD0-A153-EB982993B539}" dt="2025-06-16T23:56:13.435" v="155" actId="255"/>
          <ac:spMkLst>
            <pc:docMk/>
            <pc:sldMk cId="1141807311" sldId="614"/>
            <ac:spMk id="3" creationId="{983FF77F-73FE-69B2-6F1C-BB118C0D1A1B}"/>
          </ac:spMkLst>
        </pc:spChg>
      </pc:sldChg>
      <pc:sldChg chg="modSp mod ord">
        <pc:chgData name="Amy Glidewell" userId="095a4851-014c-47ed-bf1b-0c4b57406e94" providerId="ADAL" clId="{E87EED45-67CD-4CD0-A153-EB982993B539}" dt="2025-06-17T00:00:48.772" v="195" actId="20577"/>
        <pc:sldMkLst>
          <pc:docMk/>
          <pc:sldMk cId="2976306996" sldId="615"/>
        </pc:sldMkLst>
        <pc:spChg chg="mod">
          <ac:chgData name="Amy Glidewell" userId="095a4851-014c-47ed-bf1b-0c4b57406e94" providerId="ADAL" clId="{E87EED45-67CD-4CD0-A153-EB982993B539}" dt="2025-06-17T00:00:48.772" v="195" actId="20577"/>
          <ac:spMkLst>
            <pc:docMk/>
            <pc:sldMk cId="2976306996" sldId="615"/>
            <ac:spMk id="2" creationId="{9A5733A4-C561-1F06-3D08-A20666403565}"/>
          </ac:spMkLst>
        </pc:spChg>
      </pc:sldChg>
      <pc:sldChg chg="modSp mod modNotesTx">
        <pc:chgData name="Amy Glidewell" userId="095a4851-014c-47ed-bf1b-0c4b57406e94" providerId="ADAL" clId="{E87EED45-67CD-4CD0-A153-EB982993B539}" dt="2025-06-17T00:00:12.001" v="189" actId="6549"/>
        <pc:sldMkLst>
          <pc:docMk/>
          <pc:sldMk cId="3502547714" sldId="616"/>
        </pc:sldMkLst>
        <pc:spChg chg="mod">
          <ac:chgData name="Amy Glidewell" userId="095a4851-014c-47ed-bf1b-0c4b57406e94" providerId="ADAL" clId="{E87EED45-67CD-4CD0-A153-EB982993B539}" dt="2025-06-16T23:59:32.568" v="186" actId="255"/>
          <ac:spMkLst>
            <pc:docMk/>
            <pc:sldMk cId="3502547714" sldId="616"/>
            <ac:spMk id="3" creationId="{C8C97019-3BD4-7268-8972-A1246A6942CB}"/>
          </ac:spMkLst>
        </pc:spChg>
        <pc:spChg chg="mod">
          <ac:chgData name="Amy Glidewell" userId="095a4851-014c-47ed-bf1b-0c4b57406e94" providerId="ADAL" clId="{E87EED45-67CD-4CD0-A153-EB982993B539}" dt="2025-06-16T23:58:43.080" v="167" actId="20577"/>
          <ac:spMkLst>
            <pc:docMk/>
            <pc:sldMk cId="3502547714" sldId="616"/>
            <ac:spMk id="8" creationId="{C4294381-2BDE-7D68-8325-99381737A712}"/>
          </ac:spMkLst>
        </pc:spChg>
      </pc:sldChg>
      <pc:sldChg chg="modSp mod ord">
        <pc:chgData name="Amy Glidewell" userId="095a4851-014c-47ed-bf1b-0c4b57406e94" providerId="ADAL" clId="{E87EED45-67CD-4CD0-A153-EB982993B539}" dt="2025-06-17T00:01:01.291" v="199" actId="20577"/>
        <pc:sldMkLst>
          <pc:docMk/>
          <pc:sldMk cId="3853155555" sldId="617"/>
        </pc:sldMkLst>
        <pc:spChg chg="mod">
          <ac:chgData name="Amy Glidewell" userId="095a4851-014c-47ed-bf1b-0c4b57406e94" providerId="ADAL" clId="{E87EED45-67CD-4CD0-A153-EB982993B539}" dt="2025-06-17T00:01:01.291" v="199" actId="20577"/>
          <ac:spMkLst>
            <pc:docMk/>
            <pc:sldMk cId="3853155555" sldId="617"/>
            <ac:spMk id="2" creationId="{3689400F-5181-AAB2-8F12-480E95DD146D}"/>
          </ac:spMkLst>
        </pc:spChg>
      </pc:sldChg>
      <pc:sldChg chg="modSp mod">
        <pc:chgData name="Amy Glidewell" userId="095a4851-014c-47ed-bf1b-0c4b57406e94" providerId="ADAL" clId="{E87EED45-67CD-4CD0-A153-EB982993B539}" dt="2025-06-17T00:02:07.940" v="201" actId="2085"/>
        <pc:sldMkLst>
          <pc:docMk/>
          <pc:sldMk cId="1949655474" sldId="621"/>
        </pc:sldMkLst>
        <pc:picChg chg="mod">
          <ac:chgData name="Amy Glidewell" userId="095a4851-014c-47ed-bf1b-0c4b57406e94" providerId="ADAL" clId="{E87EED45-67CD-4CD0-A153-EB982993B539}" dt="2025-06-17T00:02:07.940" v="201" actId="2085"/>
          <ac:picMkLst>
            <pc:docMk/>
            <pc:sldMk cId="1949655474" sldId="621"/>
            <ac:picMk id="5" creationId="{E95E1A34-F0AB-0A38-7BF0-248782765F64}"/>
          </ac:picMkLst>
        </pc:picChg>
      </pc:sldChg>
      <pc:sldChg chg="modSp add mod">
        <pc:chgData name="Amy Glidewell" userId="095a4851-014c-47ed-bf1b-0c4b57406e94" providerId="ADAL" clId="{E87EED45-67CD-4CD0-A153-EB982993B539}" dt="2025-06-16T23:48:00.283" v="63" actId="27636"/>
        <pc:sldMkLst>
          <pc:docMk/>
          <pc:sldMk cId="1690577273" sldId="627"/>
        </pc:sldMkLst>
        <pc:spChg chg="mod">
          <ac:chgData name="Amy Glidewell" userId="095a4851-014c-47ed-bf1b-0c4b57406e94" providerId="ADAL" clId="{E87EED45-67CD-4CD0-A153-EB982993B539}" dt="2025-06-16T23:48:00.283" v="63" actId="27636"/>
          <ac:spMkLst>
            <pc:docMk/>
            <pc:sldMk cId="1690577273" sldId="627"/>
            <ac:spMk id="3" creationId="{41E920BC-3941-F41C-0D22-0881B4BF4C6B}"/>
          </ac:spMkLst>
        </pc:spChg>
        <pc:spChg chg="mod">
          <ac:chgData name="Amy Glidewell" userId="095a4851-014c-47ed-bf1b-0c4b57406e94" providerId="ADAL" clId="{E87EED45-67CD-4CD0-A153-EB982993B539}" dt="2025-06-16T23:47:37.125" v="59" actId="20577"/>
          <ac:spMkLst>
            <pc:docMk/>
            <pc:sldMk cId="1690577273" sldId="627"/>
            <ac:spMk id="8" creationId="{426A0C5E-E83F-A31B-A0E6-65EC0FCCAFE8}"/>
          </ac:spMkLst>
        </pc:spChg>
      </pc:sldChg>
      <pc:sldChg chg="addSp delSp modSp add mod modNotesTx">
        <pc:chgData name="Amy Glidewell" userId="095a4851-014c-47ed-bf1b-0c4b57406e94" providerId="ADAL" clId="{E87EED45-67CD-4CD0-A153-EB982993B539}" dt="2025-06-16T23:56:51.473" v="156" actId="6549"/>
        <pc:sldMkLst>
          <pc:docMk/>
          <pc:sldMk cId="1843190816" sldId="628"/>
        </pc:sldMkLst>
        <pc:spChg chg="add mod">
          <ac:chgData name="Amy Glidewell" userId="095a4851-014c-47ed-bf1b-0c4b57406e94" providerId="ADAL" clId="{E87EED45-67CD-4CD0-A153-EB982993B539}" dt="2025-06-16T23:54:32.385" v="131" actId="1076"/>
          <ac:spMkLst>
            <pc:docMk/>
            <pc:sldMk cId="1843190816" sldId="628"/>
            <ac:spMk id="2" creationId="{9AEE8F0B-19EA-480E-719E-DB377599104A}"/>
          </ac:spMkLst>
        </pc:spChg>
        <pc:spChg chg="mod">
          <ac:chgData name="Amy Glidewell" userId="095a4851-014c-47ed-bf1b-0c4b57406e94" providerId="ADAL" clId="{E87EED45-67CD-4CD0-A153-EB982993B539}" dt="2025-06-16T23:54:40.902" v="132" actId="1076"/>
          <ac:spMkLst>
            <pc:docMk/>
            <pc:sldMk cId="1843190816" sldId="628"/>
            <ac:spMk id="3" creationId="{148B2BFE-70D9-DD82-0EB1-CF6045F6F06F}"/>
          </ac:spMkLst>
        </pc:spChg>
        <pc:spChg chg="del">
          <ac:chgData name="Amy Glidewell" userId="095a4851-014c-47ed-bf1b-0c4b57406e94" providerId="ADAL" clId="{E87EED45-67CD-4CD0-A153-EB982993B539}" dt="2025-06-16T23:52:45.430" v="101" actId="478"/>
          <ac:spMkLst>
            <pc:docMk/>
            <pc:sldMk cId="1843190816" sldId="628"/>
            <ac:spMk id="6" creationId="{64EF53CF-146F-422E-07A6-09E429E90EE8}"/>
          </ac:spMkLst>
        </pc:spChg>
        <pc:spChg chg="mod">
          <ac:chgData name="Amy Glidewell" userId="095a4851-014c-47ed-bf1b-0c4b57406e94" providerId="ADAL" clId="{E87EED45-67CD-4CD0-A153-EB982993B539}" dt="2025-06-16T23:55:10.570" v="139" actId="20577"/>
          <ac:spMkLst>
            <pc:docMk/>
            <pc:sldMk cId="1843190816" sldId="628"/>
            <ac:spMk id="8" creationId="{6A8087E0-979B-ED58-5810-918B01778642}"/>
          </ac:spMkLst>
        </pc:spChg>
        <pc:picChg chg="add mod">
          <ac:chgData name="Amy Glidewell" userId="095a4851-014c-47ed-bf1b-0c4b57406e94" providerId="ADAL" clId="{E87EED45-67CD-4CD0-A153-EB982993B539}" dt="2025-06-16T23:55:15.855" v="143" actId="1036"/>
          <ac:picMkLst>
            <pc:docMk/>
            <pc:sldMk cId="1843190816" sldId="628"/>
            <ac:picMk id="5" creationId="{EE47D37F-794E-A571-8F88-583B9635EE90}"/>
          </ac:picMkLst>
        </pc:picChg>
        <pc:picChg chg="del">
          <ac:chgData name="Amy Glidewell" userId="095a4851-014c-47ed-bf1b-0c4b57406e94" providerId="ADAL" clId="{E87EED45-67CD-4CD0-A153-EB982993B539}" dt="2025-06-16T23:52:42.167" v="100" actId="478"/>
          <ac:picMkLst>
            <pc:docMk/>
            <pc:sldMk cId="1843190816" sldId="628"/>
            <ac:picMk id="7" creationId="{14D0605E-1F39-D41B-9EF9-0D2B709EE9D7}"/>
          </ac:picMkLst>
        </pc:picChg>
      </pc:sldChg>
      <pc:sldChg chg="modSp add mod">
        <pc:chgData name="Amy Glidewell" userId="095a4851-014c-47ed-bf1b-0c4b57406e94" providerId="ADAL" clId="{E87EED45-67CD-4CD0-A153-EB982993B539}" dt="2025-06-17T00:00:03.615" v="188" actId="255"/>
        <pc:sldMkLst>
          <pc:docMk/>
          <pc:sldMk cId="4116902155" sldId="629"/>
        </pc:sldMkLst>
        <pc:spChg chg="mod">
          <ac:chgData name="Amy Glidewell" userId="095a4851-014c-47ed-bf1b-0c4b57406e94" providerId="ADAL" clId="{E87EED45-67CD-4CD0-A153-EB982993B539}" dt="2025-06-17T00:00:03.615" v="188" actId="255"/>
          <ac:spMkLst>
            <pc:docMk/>
            <pc:sldMk cId="4116902155" sldId="629"/>
            <ac:spMk id="3" creationId="{1F7C8231-02D5-D0DE-094F-2C2C9EC7FFD8}"/>
          </ac:spMkLst>
        </pc:spChg>
        <pc:spChg chg="mod">
          <ac:chgData name="Amy Glidewell" userId="095a4851-014c-47ed-bf1b-0c4b57406e94" providerId="ADAL" clId="{E87EED45-67CD-4CD0-A153-EB982993B539}" dt="2025-06-16T23:58:54.905" v="174" actId="20577"/>
          <ac:spMkLst>
            <pc:docMk/>
            <pc:sldMk cId="4116902155" sldId="629"/>
            <ac:spMk id="8" creationId="{E1F967D2-693E-FB74-1BD0-3B4A0C5818F7}"/>
          </ac:spMkLst>
        </pc:spChg>
      </pc:sldChg>
    </pc:docChg>
  </pc:docChgLst>
  <pc:docChgLst>
    <pc:chgData name="Katherine Keyes" userId="2cd50168-9358-44e7-b3b2-0786b2b8ee66" providerId="ADAL" clId="{389E2D1B-3571-4453-9F32-EC2942C1FF95}"/>
    <pc:docChg chg="modMainMaster">
      <pc:chgData name="Katherine Keyes" userId="2cd50168-9358-44e7-b3b2-0786b2b8ee66" providerId="ADAL" clId="{389E2D1B-3571-4453-9F32-EC2942C1FF95}" dt="2021-11-02T15:05:59.203" v="1" actId="20578"/>
      <pc:docMkLst>
        <pc:docMk/>
      </pc:docMkLst>
      <pc:sldMasterChg chg="modSldLayout sldLayoutOrd">
        <pc:chgData name="Katherine Keyes" userId="2cd50168-9358-44e7-b3b2-0786b2b8ee66" providerId="ADAL" clId="{389E2D1B-3571-4453-9F32-EC2942C1FF95}" dt="2021-11-02T15:05:59.203" v="1" actId="20578"/>
        <pc:sldMasterMkLst>
          <pc:docMk/>
          <pc:sldMasterMk cId="58932730" sldId="2147483910"/>
        </pc:sldMasterMkLst>
        <pc:sldLayoutChg chg="ord">
          <pc:chgData name="Katherine Keyes" userId="2cd50168-9358-44e7-b3b2-0786b2b8ee66" providerId="ADAL" clId="{389E2D1B-3571-4453-9F32-EC2942C1FF95}" dt="2021-11-02T15:05:59.203" v="1" actId="20578"/>
          <pc:sldLayoutMkLst>
            <pc:docMk/>
            <pc:sldMasterMk cId="58932730" sldId="2147483910"/>
            <pc:sldLayoutMk cId="137773212" sldId="2147483914"/>
          </pc:sldLayoutMkLst>
        </pc:sldLayoutChg>
      </pc:sldMasterChg>
    </pc:docChg>
  </pc:docChgLst>
  <pc:docChgLst>
    <pc:chgData name="Danielle Andries" userId="93d179e4-3c18-40f7-920e-ae80b202540d" providerId="ADAL" clId="{E9C614E3-A1EE-4D1E-84D8-8FC9F0171C92}"/>
    <pc:docChg chg="undo custSel addSld delSld modSld sldOrd">
      <pc:chgData name="Danielle Andries" userId="93d179e4-3c18-40f7-920e-ae80b202540d" providerId="ADAL" clId="{E9C614E3-A1EE-4D1E-84D8-8FC9F0171C92}" dt="2022-05-03T20:11:34.298" v="394" actId="20577"/>
      <pc:docMkLst>
        <pc:docMk/>
      </pc:docMkLst>
      <pc:sldChg chg="new del">
        <pc:chgData name="Danielle Andries" userId="93d179e4-3c18-40f7-920e-ae80b202540d" providerId="ADAL" clId="{E9C614E3-A1EE-4D1E-84D8-8FC9F0171C92}" dt="2022-05-03T19:49:33.597" v="3" actId="2696"/>
        <pc:sldMkLst>
          <pc:docMk/>
          <pc:sldMk cId="3809199461" sldId="256"/>
        </pc:sldMkLst>
      </pc:sldChg>
      <pc:sldChg chg="new">
        <pc:chgData name="Danielle Andries" userId="93d179e4-3c18-40f7-920e-ae80b202540d" providerId="ADAL" clId="{E9C614E3-A1EE-4D1E-84D8-8FC9F0171C92}" dt="2022-05-03T19:42:20.472" v="1" actId="680"/>
        <pc:sldMkLst>
          <pc:docMk/>
          <pc:sldMk cId="3995608643" sldId="257"/>
        </pc:sldMkLst>
      </pc:sldChg>
      <pc:sldChg chg="new">
        <pc:chgData name="Danielle Andries" userId="93d179e4-3c18-40f7-920e-ae80b202540d" providerId="ADAL" clId="{E9C614E3-A1EE-4D1E-84D8-8FC9F0171C92}" dt="2022-05-03T19:42:25.033" v="2" actId="680"/>
        <pc:sldMkLst>
          <pc:docMk/>
          <pc:sldMk cId="2170154808" sldId="258"/>
        </pc:sldMkLst>
      </pc:sldChg>
      <pc:sldChg chg="addSp modSp new mod">
        <pc:chgData name="Danielle Andries" userId="93d179e4-3c18-40f7-920e-ae80b202540d" providerId="ADAL" clId="{E9C614E3-A1EE-4D1E-84D8-8FC9F0171C92}" dt="2022-05-03T19:51:04.298" v="60" actId="1076"/>
        <pc:sldMkLst>
          <pc:docMk/>
          <pc:sldMk cId="3549381897" sldId="259"/>
        </pc:sldMkLst>
      </pc:sldChg>
      <pc:sldChg chg="addSp delSp modSp new mod">
        <pc:chgData name="Danielle Andries" userId="93d179e4-3c18-40f7-920e-ae80b202540d" providerId="ADAL" clId="{E9C614E3-A1EE-4D1E-84D8-8FC9F0171C92}" dt="2022-05-03T20:04:27.208" v="141" actId="20577"/>
        <pc:sldMkLst>
          <pc:docMk/>
          <pc:sldMk cId="1702716025" sldId="260"/>
        </pc:sldMkLst>
      </pc:sldChg>
      <pc:sldChg chg="addSp modSp new mod">
        <pc:chgData name="Danielle Andries" userId="93d179e4-3c18-40f7-920e-ae80b202540d" providerId="ADAL" clId="{E9C614E3-A1EE-4D1E-84D8-8FC9F0171C92}" dt="2022-05-03T20:06:51.826" v="152" actId="14100"/>
        <pc:sldMkLst>
          <pc:docMk/>
          <pc:sldMk cId="1821724871" sldId="261"/>
        </pc:sldMkLst>
      </pc:sldChg>
      <pc:sldChg chg="addSp delSp modSp new mod">
        <pc:chgData name="Danielle Andries" userId="93d179e4-3c18-40f7-920e-ae80b202540d" providerId="ADAL" clId="{E9C614E3-A1EE-4D1E-84D8-8FC9F0171C92}" dt="2022-05-03T20:09:02.426" v="205"/>
        <pc:sldMkLst>
          <pc:docMk/>
          <pc:sldMk cId="2298346470" sldId="262"/>
        </pc:sldMkLst>
      </pc:sldChg>
      <pc:sldChg chg="modSp add del mod ord">
        <pc:chgData name="Danielle Andries" userId="93d179e4-3c18-40f7-920e-ae80b202540d" providerId="ADAL" clId="{E9C614E3-A1EE-4D1E-84D8-8FC9F0171C92}" dt="2022-05-03T20:09:58.168" v="258" actId="2696"/>
        <pc:sldMkLst>
          <pc:docMk/>
          <pc:sldMk cId="695845461" sldId="263"/>
        </pc:sldMkLst>
      </pc:sldChg>
      <pc:sldChg chg="modSp new mod modNotesTx">
        <pc:chgData name="Danielle Andries" userId="93d179e4-3c18-40f7-920e-ae80b202540d" providerId="ADAL" clId="{E9C614E3-A1EE-4D1E-84D8-8FC9F0171C92}" dt="2022-05-03T20:11:19.569" v="371"/>
        <pc:sldMkLst>
          <pc:docMk/>
          <pc:sldMk cId="2631819795" sldId="263"/>
        </pc:sldMkLst>
      </pc:sldChg>
      <pc:sldChg chg="modSp new mod">
        <pc:chgData name="Danielle Andries" userId="93d179e4-3c18-40f7-920e-ae80b202540d" providerId="ADAL" clId="{E9C614E3-A1EE-4D1E-84D8-8FC9F0171C92}" dt="2022-05-03T20:11:34.298" v="394" actId="20577"/>
        <pc:sldMkLst>
          <pc:docMk/>
          <pc:sldMk cId="3051765853" sldId="264"/>
        </pc:sldMkLst>
      </pc:sldChg>
    </pc:docChg>
  </pc:docChgLst>
  <pc:docChgLst>
    <pc:chgData name="Yvette Delim" userId="S::ydelim@comptia.org::1eb1221e-2905-468b-b6ca-e1e332e3c4b6" providerId="AD" clId="Web-{C113A6AE-3E14-CFD0-4D1D-B1BDC3661C6F}"/>
    <pc:docChg chg="delSld modSld">
      <pc:chgData name="Yvette Delim" userId="S::ydelim@comptia.org::1eb1221e-2905-468b-b6ca-e1e332e3c4b6" providerId="AD" clId="Web-{C113A6AE-3E14-CFD0-4D1D-B1BDC3661C6F}" dt="2025-05-07T21:44:57.002" v="9"/>
      <pc:docMkLst>
        <pc:docMk/>
      </pc:docMkLst>
      <pc:sldChg chg="del">
        <pc:chgData name="Yvette Delim" userId="S::ydelim@comptia.org::1eb1221e-2905-468b-b6ca-e1e332e3c4b6" providerId="AD" clId="Web-{C113A6AE-3E14-CFD0-4D1D-B1BDC3661C6F}" dt="2025-05-07T21:44:57.002" v="9"/>
        <pc:sldMkLst>
          <pc:docMk/>
          <pc:sldMk cId="3678982506" sldId="278"/>
        </pc:sldMkLst>
      </pc:sldChg>
      <pc:sldChg chg="modSp">
        <pc:chgData name="Yvette Delim" userId="S::ydelim@comptia.org::1eb1221e-2905-468b-b6ca-e1e332e3c4b6" providerId="AD" clId="Web-{C113A6AE-3E14-CFD0-4D1D-B1BDC3661C6F}" dt="2025-05-07T21:44:46.143" v="8" actId="20577"/>
        <pc:sldMkLst>
          <pc:docMk/>
          <pc:sldMk cId="1878458843" sldId="309"/>
        </pc:sldMkLst>
        <pc:spChg chg="mod">
          <ac:chgData name="Yvette Delim" userId="S::ydelim@comptia.org::1eb1221e-2905-468b-b6ca-e1e332e3c4b6" providerId="AD" clId="Web-{C113A6AE-3E14-CFD0-4D1D-B1BDC3661C6F}" dt="2025-05-07T21:44:46.143" v="8" actId="20577"/>
          <ac:spMkLst>
            <pc:docMk/>
            <pc:sldMk cId="1878458843" sldId="309"/>
            <ac:spMk id="2" creationId="{CC05FF38-6BD6-38E2-A21F-D565CE8948E1}"/>
          </ac:spMkLst>
        </pc:spChg>
      </pc:sldChg>
    </pc:docChg>
  </pc:docChgLst>
  <pc:docChgLst>
    <pc:chgData name="Amy Glidewell" userId="095a4851-014c-47ed-bf1b-0c4b57406e94" providerId="ADAL" clId="{DE8602E1-C0B3-4C47-883B-C82D0474D809}"/>
    <pc:docChg chg="undo custSel modSld">
      <pc:chgData name="Amy Glidewell" userId="095a4851-014c-47ed-bf1b-0c4b57406e94" providerId="ADAL" clId="{DE8602E1-C0B3-4C47-883B-C82D0474D809}" dt="2025-05-13T18:29:56.851" v="23" actId="1076"/>
      <pc:docMkLst>
        <pc:docMk/>
      </pc:docMkLst>
      <pc:sldChg chg="modSp mod">
        <pc:chgData name="Amy Glidewell" userId="095a4851-014c-47ed-bf1b-0c4b57406e94" providerId="ADAL" clId="{DE8602E1-C0B3-4C47-883B-C82D0474D809}" dt="2025-05-13T18:09:13.364" v="3"/>
        <pc:sldMkLst>
          <pc:docMk/>
          <pc:sldMk cId="590793581" sldId="314"/>
        </pc:sldMkLst>
      </pc:sldChg>
      <pc:sldChg chg="modSp mod">
        <pc:chgData name="Amy Glidewell" userId="095a4851-014c-47ed-bf1b-0c4b57406e94" providerId="ADAL" clId="{DE8602E1-C0B3-4C47-883B-C82D0474D809}" dt="2025-05-13T18:08:13.207" v="0" actId="208"/>
        <pc:sldMkLst>
          <pc:docMk/>
          <pc:sldMk cId="52830680" sldId="317"/>
        </pc:sldMkLst>
      </pc:sldChg>
      <pc:sldChg chg="modSp mod">
        <pc:chgData name="Amy Glidewell" userId="095a4851-014c-47ed-bf1b-0c4b57406e94" providerId="ADAL" clId="{DE8602E1-C0B3-4C47-883B-C82D0474D809}" dt="2025-05-13T18:27:47.725" v="21" actId="962"/>
        <pc:sldMkLst>
          <pc:docMk/>
          <pc:sldMk cId="3518303122" sldId="328"/>
        </pc:sldMkLst>
      </pc:sldChg>
      <pc:sldChg chg="modSp mod">
        <pc:chgData name="Amy Glidewell" userId="095a4851-014c-47ed-bf1b-0c4b57406e94" providerId="ADAL" clId="{DE8602E1-C0B3-4C47-883B-C82D0474D809}" dt="2025-05-13T18:29:20.788" v="22" actId="208"/>
        <pc:sldMkLst>
          <pc:docMk/>
          <pc:sldMk cId="3239892951" sldId="331"/>
        </pc:sldMkLst>
      </pc:sldChg>
      <pc:sldChg chg="modSp mod">
        <pc:chgData name="Amy Glidewell" userId="095a4851-014c-47ed-bf1b-0c4b57406e94" providerId="ADAL" clId="{DE8602E1-C0B3-4C47-883B-C82D0474D809}" dt="2025-05-13T18:15:36.547" v="11" actId="2711"/>
        <pc:sldMkLst>
          <pc:docMk/>
          <pc:sldMk cId="61153059" sldId="366"/>
        </pc:sldMkLst>
      </pc:sldChg>
      <pc:sldChg chg="modSp mod">
        <pc:chgData name="Amy Glidewell" userId="095a4851-014c-47ed-bf1b-0c4b57406e94" providerId="ADAL" clId="{DE8602E1-C0B3-4C47-883B-C82D0474D809}" dt="2025-05-13T18:15:00.840" v="10" actId="14100"/>
        <pc:sldMkLst>
          <pc:docMk/>
          <pc:sldMk cId="2734452679" sldId="367"/>
        </pc:sldMkLst>
      </pc:sldChg>
      <pc:sldChg chg="modSp mod">
        <pc:chgData name="Amy Glidewell" userId="095a4851-014c-47ed-bf1b-0c4b57406e94" providerId="ADAL" clId="{DE8602E1-C0B3-4C47-883B-C82D0474D809}" dt="2025-05-13T18:25:47.419" v="13" actId="962"/>
        <pc:sldMkLst>
          <pc:docMk/>
          <pc:sldMk cId="3337312230" sldId="385"/>
        </pc:sldMkLst>
      </pc:sldChg>
      <pc:sldChg chg="modSp mod">
        <pc:chgData name="Amy Glidewell" userId="095a4851-014c-47ed-bf1b-0c4b57406e94" providerId="ADAL" clId="{DE8602E1-C0B3-4C47-883B-C82D0474D809}" dt="2025-05-13T18:27:27.113" v="17" actId="208"/>
        <pc:sldMkLst>
          <pc:docMk/>
          <pc:sldMk cId="1679106911" sldId="388"/>
        </pc:sldMkLst>
      </pc:sldChg>
      <pc:sldChg chg="modSp mod">
        <pc:chgData name="Amy Glidewell" userId="095a4851-014c-47ed-bf1b-0c4b57406e94" providerId="ADAL" clId="{DE8602E1-C0B3-4C47-883B-C82D0474D809}" dt="2025-05-13T18:29:56.851" v="23" actId="1076"/>
        <pc:sldMkLst>
          <pc:docMk/>
          <pc:sldMk cId="2428098006" sldId="393"/>
        </pc:sldMkLst>
      </pc:sldChg>
    </pc:docChg>
  </pc:docChgLst>
  <pc:docChgLst>
    <pc:chgData name="Danielle Andries" userId="93d179e4-3c18-40f7-920e-ae80b202540d" providerId="ADAL" clId="{9BEE7BE4-3064-428B-B611-24EC7FACCC97}"/>
    <pc:docChg chg="custSel modSld modMainMaster">
      <pc:chgData name="Danielle Andries" userId="93d179e4-3c18-40f7-920e-ae80b202540d" providerId="ADAL" clId="{9BEE7BE4-3064-428B-B611-24EC7FACCC97}" dt="2025-04-24T19:15:51.219" v="57" actId="20577"/>
      <pc:docMkLst>
        <pc:docMk/>
      </pc:docMkLst>
      <pc:sldChg chg="delSp mod">
        <pc:chgData name="Danielle Andries" userId="93d179e4-3c18-40f7-920e-ae80b202540d" providerId="ADAL" clId="{9BEE7BE4-3064-428B-B611-24EC7FACCC97}" dt="2025-04-24T19:13:53.437" v="56" actId="478"/>
        <pc:sldMkLst>
          <pc:docMk/>
          <pc:sldMk cId="2170154808" sldId="258"/>
        </pc:sldMkLst>
      </pc:sldChg>
      <pc:sldChg chg="modSp mod">
        <pc:chgData name="Danielle Andries" userId="93d179e4-3c18-40f7-920e-ae80b202540d" providerId="ADAL" clId="{9BEE7BE4-3064-428B-B611-24EC7FACCC97}" dt="2025-04-24T19:15:51.219" v="57" actId="20577"/>
        <pc:sldMkLst>
          <pc:docMk/>
          <pc:sldMk cId="3549381897" sldId="259"/>
        </pc:sldMkLst>
      </pc:sldChg>
      <pc:sldMasterChg chg="modSldLayout">
        <pc:chgData name="Danielle Andries" userId="93d179e4-3c18-40f7-920e-ae80b202540d" providerId="ADAL" clId="{9BEE7BE4-3064-428B-B611-24EC7FACCC97}" dt="2025-04-24T15:25:18.702" v="35" actId="478"/>
        <pc:sldMasterMkLst>
          <pc:docMk/>
          <pc:sldMasterMk cId="58932730" sldId="2147483910"/>
        </pc:sldMasterMkLst>
        <pc:sldLayoutChg chg="delSp modSp mod">
          <pc:chgData name="Danielle Andries" userId="93d179e4-3c18-40f7-920e-ae80b202540d" providerId="ADAL" clId="{9BEE7BE4-3064-428B-B611-24EC7FACCC97}" dt="2025-04-24T15:25:18.702" v="35" actId="478"/>
          <pc:sldLayoutMkLst>
            <pc:docMk/>
            <pc:sldMasterMk cId="58932730" sldId="2147483910"/>
            <pc:sldLayoutMk cId="4084809213" sldId="2147483911"/>
          </pc:sldLayoutMkLst>
          <pc:spChg chg="mod">
            <ac:chgData name="Danielle Andries" userId="93d179e4-3c18-40f7-920e-ae80b202540d" providerId="ADAL" clId="{9BEE7BE4-3064-428B-B611-24EC7FACCC97}" dt="2025-04-24T14:58:56.325" v="32" actId="20577"/>
            <ac:spMkLst>
              <pc:docMk/>
              <pc:sldMasterMk cId="58932730" sldId="2147483910"/>
              <pc:sldLayoutMk cId="4084809213" sldId="2147483911"/>
              <ac:spMk id="8" creationId="{85CB60B9-005C-47AF-9FB6-D41274CD49DC}"/>
            </ac:spMkLst>
          </pc:spChg>
          <pc:spChg chg="mod">
            <ac:chgData name="Danielle Andries" userId="93d179e4-3c18-40f7-920e-ae80b202540d" providerId="ADAL" clId="{9BEE7BE4-3064-428B-B611-24EC7FACCC97}" dt="2025-04-24T14:52:18.744" v="26" actId="20577"/>
            <ac:spMkLst>
              <pc:docMk/>
              <pc:sldMasterMk cId="58932730" sldId="2147483910"/>
              <pc:sldLayoutMk cId="4084809213" sldId="2147483911"/>
              <ac:spMk id="13" creationId="{B2FEEEDD-0751-854A-9852-93F3EA02290E}"/>
            </ac:spMkLst>
          </pc:spChg>
          <pc:spChg chg="mod">
            <ac:chgData name="Danielle Andries" userId="93d179e4-3c18-40f7-920e-ae80b202540d" providerId="ADAL" clId="{9BEE7BE4-3064-428B-B611-24EC7FACCC97}" dt="2025-04-24T14:52:10.913" v="19" actId="20577"/>
            <ac:spMkLst>
              <pc:docMk/>
              <pc:sldMasterMk cId="58932730" sldId="2147483910"/>
              <pc:sldLayoutMk cId="4084809213" sldId="2147483911"/>
              <ac:spMk id="14" creationId="{658038CC-5DF0-1545-A424-EA63B177F16F}"/>
            </ac:spMkLst>
          </pc:spChg>
        </pc:sldLayoutChg>
        <pc:sldLayoutChg chg="modSp mod">
          <pc:chgData name="Danielle Andries" userId="93d179e4-3c18-40f7-920e-ae80b202540d" providerId="ADAL" clId="{9BEE7BE4-3064-428B-B611-24EC7FACCC97}" dt="2025-04-24T14:58:52.368" v="31" actId="20577"/>
          <pc:sldLayoutMkLst>
            <pc:docMk/>
            <pc:sldMasterMk cId="58932730" sldId="2147483910"/>
            <pc:sldLayoutMk cId="1974321300" sldId="2147483912"/>
          </pc:sldLayoutMkLst>
          <pc:spChg chg="mod">
            <ac:chgData name="Danielle Andries" userId="93d179e4-3c18-40f7-920e-ae80b202540d" providerId="ADAL" clId="{9BEE7BE4-3064-428B-B611-24EC7FACCC97}" dt="2025-04-24T14:51:53.797" v="13" actId="20577"/>
            <ac:spMkLst>
              <pc:docMk/>
              <pc:sldMasterMk cId="58932730" sldId="2147483910"/>
              <pc:sldLayoutMk cId="1974321300" sldId="2147483912"/>
              <ac:spMk id="11" creationId="{7711F5D9-3DD6-474B-AB29-EB60551B8787}"/>
            </ac:spMkLst>
          </pc:spChg>
          <pc:spChg chg="mod">
            <ac:chgData name="Danielle Andries" userId="93d179e4-3c18-40f7-920e-ae80b202540d" providerId="ADAL" clId="{9BEE7BE4-3064-428B-B611-24EC7FACCC97}" dt="2025-04-24T14:51:27.646" v="7" actId="20577"/>
            <ac:spMkLst>
              <pc:docMk/>
              <pc:sldMasterMk cId="58932730" sldId="2147483910"/>
              <pc:sldLayoutMk cId="1974321300" sldId="2147483912"/>
              <ac:spMk id="12" creationId="{FD74DCED-5B72-479F-BD98-2FB51162CA0F}"/>
            </ac:spMkLst>
          </pc:spChg>
          <pc:spChg chg="mod">
            <ac:chgData name="Danielle Andries" userId="93d179e4-3c18-40f7-920e-ae80b202540d" providerId="ADAL" clId="{9BEE7BE4-3064-428B-B611-24EC7FACCC97}" dt="2025-04-24T14:58:52.368" v="31" actId="20577"/>
            <ac:spMkLst>
              <pc:docMk/>
              <pc:sldMasterMk cId="58932730" sldId="2147483910"/>
              <pc:sldLayoutMk cId="1974321300" sldId="2147483912"/>
              <ac:spMk id="14" creationId="{DC95779D-C23F-4838-A4E9-42CBBB5D9F56}"/>
            </ac:spMkLst>
          </pc:spChg>
        </pc:sldLayoutChg>
        <pc:sldLayoutChg chg="modSp mod">
          <pc:chgData name="Danielle Andries" userId="93d179e4-3c18-40f7-920e-ae80b202540d" providerId="ADAL" clId="{9BEE7BE4-3064-428B-B611-24EC7FACCC97}" dt="2025-04-24T14:58:59.876" v="33" actId="20577"/>
          <pc:sldLayoutMkLst>
            <pc:docMk/>
            <pc:sldMasterMk cId="58932730" sldId="2147483910"/>
            <pc:sldLayoutMk cId="4111725238" sldId="2147483926"/>
          </pc:sldLayoutMkLst>
          <pc:spChg chg="mod">
            <ac:chgData name="Danielle Andries" userId="93d179e4-3c18-40f7-920e-ae80b202540d" providerId="ADAL" clId="{9BEE7BE4-3064-428B-B611-24EC7FACCC97}" dt="2025-04-24T14:58:59.876" v="33" actId="20577"/>
            <ac:spMkLst>
              <pc:docMk/>
              <pc:sldMasterMk cId="58932730" sldId="2147483910"/>
              <pc:sldLayoutMk cId="4111725238" sldId="2147483926"/>
              <ac:spMk id="14" creationId="{A81A1DFC-41A7-4E3E-A038-1E4DC1D675D6}"/>
            </ac:spMkLst>
          </pc:spChg>
        </pc:sldLayoutChg>
        <pc:sldLayoutChg chg="modSp mod">
          <pc:chgData name="Danielle Andries" userId="93d179e4-3c18-40f7-920e-ae80b202540d" providerId="ADAL" clId="{9BEE7BE4-3064-428B-B611-24EC7FACCC97}" dt="2025-04-24T14:58:49.128" v="30" actId="20577"/>
          <pc:sldLayoutMkLst>
            <pc:docMk/>
            <pc:sldMasterMk cId="58932730" sldId="2147483910"/>
            <pc:sldLayoutMk cId="2001968655" sldId="2147483932"/>
          </pc:sldLayoutMkLst>
          <pc:spChg chg="mod">
            <ac:chgData name="Danielle Andries" userId="93d179e4-3c18-40f7-920e-ae80b202540d" providerId="ADAL" clId="{9BEE7BE4-3064-428B-B611-24EC7FACCC97}" dt="2025-04-24T14:58:49.128" v="30" actId="20577"/>
            <ac:spMkLst>
              <pc:docMk/>
              <pc:sldMasterMk cId="58932730" sldId="2147483910"/>
              <pc:sldLayoutMk cId="2001968655" sldId="2147483932"/>
              <ac:spMk id="14" creationId="{DC95779D-C23F-4838-A4E9-42CBBB5D9F56}"/>
            </ac:spMkLst>
          </pc:spChg>
        </pc:sldLayoutChg>
      </pc:sldMasterChg>
    </pc:docChg>
  </pc:docChgLst>
  <pc:docChgLst>
    <pc:chgData name="Yvette Delim" userId="1eb1221e-2905-468b-b6ca-e1e332e3c4b6" providerId="ADAL" clId="{D6B9B1E0-642D-4D7B-AFA0-008ADE2C67F0}"/>
    <pc:docChg chg="undo custSel addSld delSld modSld modMainMaster">
      <pc:chgData name="Yvette Delim" userId="1eb1221e-2905-468b-b6ca-e1e332e3c4b6" providerId="ADAL" clId="{D6B9B1E0-642D-4D7B-AFA0-008ADE2C67F0}" dt="2025-05-09T17:18:13.779" v="3159" actId="27636"/>
      <pc:docMkLst>
        <pc:docMk/>
      </pc:docMkLst>
      <pc:sldChg chg="del">
        <pc:chgData name="Yvette Delim" userId="1eb1221e-2905-468b-b6ca-e1e332e3c4b6" providerId="ADAL" clId="{D6B9B1E0-642D-4D7B-AFA0-008ADE2C67F0}" dt="2025-05-06T22:53:01.224" v="3" actId="47"/>
        <pc:sldMkLst>
          <pc:docMk/>
          <pc:sldMk cId="3995608643" sldId="257"/>
        </pc:sldMkLst>
      </pc:sldChg>
      <pc:sldChg chg="del">
        <pc:chgData name="Yvette Delim" userId="1eb1221e-2905-468b-b6ca-e1e332e3c4b6" providerId="ADAL" clId="{D6B9B1E0-642D-4D7B-AFA0-008ADE2C67F0}" dt="2025-05-06T23:20:09.762" v="901" actId="47"/>
        <pc:sldMkLst>
          <pc:docMk/>
          <pc:sldMk cId="2170154808" sldId="258"/>
        </pc:sldMkLst>
      </pc:sldChg>
      <pc:sldChg chg="del">
        <pc:chgData name="Yvette Delim" userId="1eb1221e-2905-468b-b6ca-e1e332e3c4b6" providerId="ADAL" clId="{D6B9B1E0-642D-4D7B-AFA0-008ADE2C67F0}" dt="2025-05-06T23:20:09.762" v="901" actId="47"/>
        <pc:sldMkLst>
          <pc:docMk/>
          <pc:sldMk cId="1702716025" sldId="260"/>
        </pc:sldMkLst>
      </pc:sldChg>
      <pc:sldChg chg="del">
        <pc:chgData name="Yvette Delim" userId="1eb1221e-2905-468b-b6ca-e1e332e3c4b6" providerId="ADAL" clId="{D6B9B1E0-642D-4D7B-AFA0-008ADE2C67F0}" dt="2025-05-07T21:04:04.652" v="2684" actId="47"/>
        <pc:sldMkLst>
          <pc:docMk/>
          <pc:sldMk cId="1821724871" sldId="261"/>
        </pc:sldMkLst>
      </pc:sldChg>
      <pc:sldChg chg="del">
        <pc:chgData name="Yvette Delim" userId="1eb1221e-2905-468b-b6ca-e1e332e3c4b6" providerId="ADAL" clId="{D6B9B1E0-642D-4D7B-AFA0-008ADE2C67F0}" dt="2025-05-07T21:04:04.652" v="2684" actId="47"/>
        <pc:sldMkLst>
          <pc:docMk/>
          <pc:sldMk cId="3051765853" sldId="264"/>
        </pc:sldMkLst>
      </pc:sldChg>
      <pc:sldChg chg="del">
        <pc:chgData name="Yvette Delim" userId="1eb1221e-2905-468b-b6ca-e1e332e3c4b6" providerId="ADAL" clId="{D6B9B1E0-642D-4D7B-AFA0-008ADE2C67F0}" dt="2025-05-06T23:20:09.762" v="901" actId="47"/>
        <pc:sldMkLst>
          <pc:docMk/>
          <pc:sldMk cId="768759039" sldId="266"/>
        </pc:sldMkLst>
      </pc:sldChg>
      <pc:sldChg chg="del">
        <pc:chgData name="Yvette Delim" userId="1eb1221e-2905-468b-b6ca-e1e332e3c4b6" providerId="ADAL" clId="{D6B9B1E0-642D-4D7B-AFA0-008ADE2C67F0}" dt="2025-05-06T23:20:09.762" v="901" actId="47"/>
        <pc:sldMkLst>
          <pc:docMk/>
          <pc:sldMk cId="118820383" sldId="267"/>
        </pc:sldMkLst>
      </pc:sldChg>
      <pc:sldChg chg="del">
        <pc:chgData name="Yvette Delim" userId="1eb1221e-2905-468b-b6ca-e1e332e3c4b6" providerId="ADAL" clId="{D6B9B1E0-642D-4D7B-AFA0-008ADE2C67F0}" dt="2025-05-06T23:20:09.762" v="901" actId="47"/>
        <pc:sldMkLst>
          <pc:docMk/>
          <pc:sldMk cId="4018795062" sldId="268"/>
        </pc:sldMkLst>
      </pc:sldChg>
      <pc:sldChg chg="del">
        <pc:chgData name="Yvette Delim" userId="1eb1221e-2905-468b-b6ca-e1e332e3c4b6" providerId="ADAL" clId="{D6B9B1E0-642D-4D7B-AFA0-008ADE2C67F0}" dt="2025-05-06T23:20:09.762" v="901" actId="47"/>
        <pc:sldMkLst>
          <pc:docMk/>
          <pc:sldMk cId="854937935" sldId="271"/>
        </pc:sldMkLst>
      </pc:sldChg>
      <pc:sldChg chg="del">
        <pc:chgData name="Yvette Delim" userId="1eb1221e-2905-468b-b6ca-e1e332e3c4b6" providerId="ADAL" clId="{D6B9B1E0-642D-4D7B-AFA0-008ADE2C67F0}" dt="2025-05-06T23:20:09.762" v="901" actId="47"/>
        <pc:sldMkLst>
          <pc:docMk/>
          <pc:sldMk cId="1181436222" sldId="273"/>
        </pc:sldMkLst>
      </pc:sldChg>
      <pc:sldChg chg="del">
        <pc:chgData name="Yvette Delim" userId="1eb1221e-2905-468b-b6ca-e1e332e3c4b6" providerId="ADAL" clId="{D6B9B1E0-642D-4D7B-AFA0-008ADE2C67F0}" dt="2025-05-06T23:20:09.762" v="901" actId="47"/>
        <pc:sldMkLst>
          <pc:docMk/>
          <pc:sldMk cId="3250985680" sldId="274"/>
        </pc:sldMkLst>
      </pc:sldChg>
      <pc:sldChg chg="del">
        <pc:chgData name="Yvette Delim" userId="1eb1221e-2905-468b-b6ca-e1e332e3c4b6" providerId="ADAL" clId="{D6B9B1E0-642D-4D7B-AFA0-008ADE2C67F0}" dt="2025-05-06T23:20:09.762" v="901" actId="47"/>
        <pc:sldMkLst>
          <pc:docMk/>
          <pc:sldMk cId="475225693" sldId="275"/>
        </pc:sldMkLst>
      </pc:sldChg>
      <pc:sldChg chg="del">
        <pc:chgData name="Yvette Delim" userId="1eb1221e-2905-468b-b6ca-e1e332e3c4b6" providerId="ADAL" clId="{D6B9B1E0-642D-4D7B-AFA0-008ADE2C67F0}" dt="2025-05-06T23:20:09.762" v="901" actId="47"/>
        <pc:sldMkLst>
          <pc:docMk/>
          <pc:sldMk cId="622141998" sldId="276"/>
        </pc:sldMkLst>
      </pc:sldChg>
      <pc:sldChg chg="del">
        <pc:chgData name="Yvette Delim" userId="1eb1221e-2905-468b-b6ca-e1e332e3c4b6" providerId="ADAL" clId="{D6B9B1E0-642D-4D7B-AFA0-008ADE2C67F0}" dt="2025-05-06T23:20:09.762" v="901" actId="47"/>
        <pc:sldMkLst>
          <pc:docMk/>
          <pc:sldMk cId="3762045304" sldId="277"/>
        </pc:sldMkLst>
      </pc:sldChg>
      <pc:sldChg chg="modSp mod">
        <pc:chgData name="Yvette Delim" userId="1eb1221e-2905-468b-b6ca-e1e332e3c4b6" providerId="ADAL" clId="{D6B9B1E0-642D-4D7B-AFA0-008ADE2C67F0}" dt="2025-05-07T18:22:47.197" v="2242" actId="6549"/>
        <pc:sldMkLst>
          <pc:docMk/>
          <pc:sldMk cId="3678982506" sldId="278"/>
        </pc:sldMkLst>
      </pc:sldChg>
      <pc:sldChg chg="del">
        <pc:chgData name="Yvette Delim" userId="1eb1221e-2905-468b-b6ca-e1e332e3c4b6" providerId="ADAL" clId="{D6B9B1E0-642D-4D7B-AFA0-008ADE2C67F0}" dt="2025-05-07T21:04:04.652" v="2684" actId="47"/>
        <pc:sldMkLst>
          <pc:docMk/>
          <pc:sldMk cId="2327471343" sldId="279"/>
        </pc:sldMkLst>
      </pc:sldChg>
      <pc:sldChg chg="del">
        <pc:chgData name="Yvette Delim" userId="1eb1221e-2905-468b-b6ca-e1e332e3c4b6" providerId="ADAL" clId="{D6B9B1E0-642D-4D7B-AFA0-008ADE2C67F0}" dt="2025-05-07T21:04:04.652" v="2684" actId="47"/>
        <pc:sldMkLst>
          <pc:docMk/>
          <pc:sldMk cId="3682215070" sldId="280"/>
        </pc:sldMkLst>
      </pc:sldChg>
      <pc:sldChg chg="del">
        <pc:chgData name="Yvette Delim" userId="1eb1221e-2905-468b-b6ca-e1e332e3c4b6" providerId="ADAL" clId="{D6B9B1E0-642D-4D7B-AFA0-008ADE2C67F0}" dt="2025-05-07T21:04:04.652" v="2684" actId="47"/>
        <pc:sldMkLst>
          <pc:docMk/>
          <pc:sldMk cId="3564386640" sldId="281"/>
        </pc:sldMkLst>
      </pc:sldChg>
      <pc:sldChg chg="del">
        <pc:chgData name="Yvette Delim" userId="1eb1221e-2905-468b-b6ca-e1e332e3c4b6" providerId="ADAL" clId="{D6B9B1E0-642D-4D7B-AFA0-008ADE2C67F0}" dt="2025-05-07T21:04:04.652" v="2684" actId="47"/>
        <pc:sldMkLst>
          <pc:docMk/>
          <pc:sldMk cId="3550209258" sldId="282"/>
        </pc:sldMkLst>
      </pc:sldChg>
      <pc:sldChg chg="del">
        <pc:chgData name="Yvette Delim" userId="1eb1221e-2905-468b-b6ca-e1e332e3c4b6" providerId="ADAL" clId="{D6B9B1E0-642D-4D7B-AFA0-008ADE2C67F0}" dt="2025-05-07T21:04:04.652" v="2684" actId="47"/>
        <pc:sldMkLst>
          <pc:docMk/>
          <pc:sldMk cId="96460123" sldId="283"/>
        </pc:sldMkLst>
      </pc:sldChg>
      <pc:sldChg chg="del">
        <pc:chgData name="Yvette Delim" userId="1eb1221e-2905-468b-b6ca-e1e332e3c4b6" providerId="ADAL" clId="{D6B9B1E0-642D-4D7B-AFA0-008ADE2C67F0}" dt="2025-05-07T21:04:04.652" v="2684" actId="47"/>
        <pc:sldMkLst>
          <pc:docMk/>
          <pc:sldMk cId="2676566542" sldId="284"/>
        </pc:sldMkLst>
      </pc:sldChg>
      <pc:sldChg chg="del">
        <pc:chgData name="Yvette Delim" userId="1eb1221e-2905-468b-b6ca-e1e332e3c4b6" providerId="ADAL" clId="{D6B9B1E0-642D-4D7B-AFA0-008ADE2C67F0}" dt="2025-05-07T21:04:04.652" v="2684" actId="47"/>
        <pc:sldMkLst>
          <pc:docMk/>
          <pc:sldMk cId="2259825047" sldId="285"/>
        </pc:sldMkLst>
      </pc:sldChg>
      <pc:sldChg chg="del">
        <pc:chgData name="Yvette Delim" userId="1eb1221e-2905-468b-b6ca-e1e332e3c4b6" providerId="ADAL" clId="{D6B9B1E0-642D-4D7B-AFA0-008ADE2C67F0}" dt="2025-05-07T21:04:04.652" v="2684" actId="47"/>
        <pc:sldMkLst>
          <pc:docMk/>
          <pc:sldMk cId="2704407885" sldId="286"/>
        </pc:sldMkLst>
      </pc:sldChg>
      <pc:sldChg chg="del">
        <pc:chgData name="Yvette Delim" userId="1eb1221e-2905-468b-b6ca-e1e332e3c4b6" providerId="ADAL" clId="{D6B9B1E0-642D-4D7B-AFA0-008ADE2C67F0}" dt="2025-05-07T21:04:04.652" v="2684" actId="47"/>
        <pc:sldMkLst>
          <pc:docMk/>
          <pc:sldMk cId="2656989860" sldId="287"/>
        </pc:sldMkLst>
      </pc:sldChg>
      <pc:sldChg chg="del">
        <pc:chgData name="Yvette Delim" userId="1eb1221e-2905-468b-b6ca-e1e332e3c4b6" providerId="ADAL" clId="{D6B9B1E0-642D-4D7B-AFA0-008ADE2C67F0}" dt="2025-05-07T21:04:04.652" v="2684" actId="47"/>
        <pc:sldMkLst>
          <pc:docMk/>
          <pc:sldMk cId="3131101751" sldId="288"/>
        </pc:sldMkLst>
      </pc:sldChg>
      <pc:sldChg chg="del">
        <pc:chgData name="Yvette Delim" userId="1eb1221e-2905-468b-b6ca-e1e332e3c4b6" providerId="ADAL" clId="{D6B9B1E0-642D-4D7B-AFA0-008ADE2C67F0}" dt="2025-05-07T21:04:04.652" v="2684" actId="47"/>
        <pc:sldMkLst>
          <pc:docMk/>
          <pc:sldMk cId="1325574624" sldId="289"/>
        </pc:sldMkLst>
      </pc:sldChg>
      <pc:sldChg chg="del">
        <pc:chgData name="Yvette Delim" userId="1eb1221e-2905-468b-b6ca-e1e332e3c4b6" providerId="ADAL" clId="{D6B9B1E0-642D-4D7B-AFA0-008ADE2C67F0}" dt="2025-05-07T21:04:04.652" v="2684" actId="47"/>
        <pc:sldMkLst>
          <pc:docMk/>
          <pc:sldMk cId="4182089878" sldId="290"/>
        </pc:sldMkLst>
      </pc:sldChg>
      <pc:sldChg chg="del">
        <pc:chgData name="Yvette Delim" userId="1eb1221e-2905-468b-b6ca-e1e332e3c4b6" providerId="ADAL" clId="{D6B9B1E0-642D-4D7B-AFA0-008ADE2C67F0}" dt="2025-05-07T21:04:04.652" v="2684" actId="47"/>
        <pc:sldMkLst>
          <pc:docMk/>
          <pc:sldMk cId="3863939650" sldId="291"/>
        </pc:sldMkLst>
      </pc:sldChg>
      <pc:sldChg chg="del">
        <pc:chgData name="Yvette Delim" userId="1eb1221e-2905-468b-b6ca-e1e332e3c4b6" providerId="ADAL" clId="{D6B9B1E0-642D-4D7B-AFA0-008ADE2C67F0}" dt="2025-05-07T21:04:04.652" v="2684" actId="47"/>
        <pc:sldMkLst>
          <pc:docMk/>
          <pc:sldMk cId="956317542" sldId="292"/>
        </pc:sldMkLst>
      </pc:sldChg>
      <pc:sldChg chg="del">
        <pc:chgData name="Yvette Delim" userId="1eb1221e-2905-468b-b6ca-e1e332e3c4b6" providerId="ADAL" clId="{D6B9B1E0-642D-4D7B-AFA0-008ADE2C67F0}" dt="2025-05-07T21:04:04.652" v="2684" actId="47"/>
        <pc:sldMkLst>
          <pc:docMk/>
          <pc:sldMk cId="3235051181" sldId="293"/>
        </pc:sldMkLst>
      </pc:sldChg>
      <pc:sldChg chg="del">
        <pc:chgData name="Yvette Delim" userId="1eb1221e-2905-468b-b6ca-e1e332e3c4b6" providerId="ADAL" clId="{D6B9B1E0-642D-4D7B-AFA0-008ADE2C67F0}" dt="2025-05-07T21:04:04.652" v="2684" actId="47"/>
        <pc:sldMkLst>
          <pc:docMk/>
          <pc:sldMk cId="3019627366" sldId="294"/>
        </pc:sldMkLst>
      </pc:sldChg>
      <pc:sldChg chg="del">
        <pc:chgData name="Yvette Delim" userId="1eb1221e-2905-468b-b6ca-e1e332e3c4b6" providerId="ADAL" clId="{D6B9B1E0-642D-4D7B-AFA0-008ADE2C67F0}" dt="2025-05-07T21:04:04.652" v="2684" actId="47"/>
        <pc:sldMkLst>
          <pc:docMk/>
          <pc:sldMk cId="4204280167" sldId="295"/>
        </pc:sldMkLst>
      </pc:sldChg>
      <pc:sldChg chg="modSp mod modCm">
        <pc:chgData name="Yvette Delim" userId="1eb1221e-2905-468b-b6ca-e1e332e3c4b6" providerId="ADAL" clId="{D6B9B1E0-642D-4D7B-AFA0-008ADE2C67F0}" dt="2025-05-06T22:55:29.271" v="144" actId="27636"/>
        <pc:sldMkLst>
          <pc:docMk/>
          <pc:sldMk cId="2615260713" sldId="297"/>
        </pc:sldMkLst>
        <pc:spChg chg="mod">
          <ac:chgData name="Yvette Delim" userId="1eb1221e-2905-468b-b6ca-e1e332e3c4b6" providerId="ADAL" clId="{D6B9B1E0-642D-4D7B-AFA0-008ADE2C67F0}" dt="2025-05-06T22:55:29.271" v="144" actId="27636"/>
          <ac:spMkLst>
            <pc:docMk/>
            <pc:sldMk cId="2615260713" sldId="297"/>
            <ac:spMk id="3" creationId="{E02E4B53-B7C6-1D08-F07F-C168A65984CB}"/>
          </ac:spMkLst>
        </pc:spChg>
        <pc:extLst>
          <p:ext xmlns:p="http://schemas.openxmlformats.org/presentationml/2006/main" uri="{D6D511B9-2390-475A-947B-AFAB55BFBCF1}">
            <pc226:cmChg xmlns:pc226="http://schemas.microsoft.com/office/powerpoint/2022/06/main/command" chg="mod">
              <pc226:chgData name="Yvette Delim" userId="1eb1221e-2905-468b-b6ca-e1e332e3c4b6" providerId="ADAL" clId="{D6B9B1E0-642D-4D7B-AFA0-008ADE2C67F0}" dt="2025-05-06T22:55:29.202" v="143" actId="20577"/>
              <pc2:cmMkLst xmlns:pc2="http://schemas.microsoft.com/office/powerpoint/2019/9/main/command">
                <pc:docMk/>
                <pc:sldMk cId="2615260713" sldId="297"/>
                <pc2:cmMk id="{D8D993E4-77AF-4D0A-97FF-48DF9FAE016C}"/>
              </pc2:cmMkLst>
            </pc226:cmChg>
          </p:ext>
        </pc:extLst>
      </pc:sldChg>
      <pc:sldChg chg="del">
        <pc:chgData name="Yvette Delim" userId="1eb1221e-2905-468b-b6ca-e1e332e3c4b6" providerId="ADAL" clId="{D6B9B1E0-642D-4D7B-AFA0-008ADE2C67F0}" dt="2025-05-06T22:45:37.325" v="1" actId="47"/>
        <pc:sldMkLst>
          <pc:docMk/>
          <pc:sldMk cId="1768159664" sldId="298"/>
        </pc:sldMkLst>
      </pc:sldChg>
      <pc:sldChg chg="new">
        <pc:chgData name="Yvette Delim" userId="1eb1221e-2905-468b-b6ca-e1e332e3c4b6" providerId="ADAL" clId="{D6B9B1E0-642D-4D7B-AFA0-008ADE2C67F0}" dt="2025-05-06T22:45:33.780" v="0" actId="680"/>
        <pc:sldMkLst>
          <pc:docMk/>
          <pc:sldMk cId="3004902157" sldId="299"/>
        </pc:sldMkLst>
      </pc:sldChg>
      <pc:sldChg chg="new modNotes">
        <pc:chgData name="Yvette Delim" userId="1eb1221e-2905-468b-b6ca-e1e332e3c4b6" providerId="ADAL" clId="{D6B9B1E0-642D-4D7B-AFA0-008ADE2C67F0}" dt="2025-05-07T15:59:45.762" v="1660"/>
        <pc:sldMkLst>
          <pc:docMk/>
          <pc:sldMk cId="532328398" sldId="300"/>
        </pc:sldMkLst>
      </pc:sldChg>
      <pc:sldChg chg="new del">
        <pc:chgData name="Yvette Delim" userId="1eb1221e-2905-468b-b6ca-e1e332e3c4b6" providerId="ADAL" clId="{D6B9B1E0-642D-4D7B-AFA0-008ADE2C67F0}" dt="2025-05-06T23:20:09.762" v="901" actId="47"/>
        <pc:sldMkLst>
          <pc:docMk/>
          <pc:sldMk cId="1751708094" sldId="301"/>
        </pc:sldMkLst>
      </pc:sldChg>
      <pc:sldChg chg="new modNotes modNotesTx">
        <pc:chgData name="Yvette Delim" userId="1eb1221e-2905-468b-b6ca-e1e332e3c4b6" providerId="ADAL" clId="{D6B9B1E0-642D-4D7B-AFA0-008ADE2C67F0}" dt="2025-05-06T22:59:47.770" v="244" actId="5793"/>
        <pc:sldMkLst>
          <pc:docMk/>
          <pc:sldMk cId="2349293421" sldId="302"/>
        </pc:sldMkLst>
      </pc:sldChg>
      <pc:sldChg chg="addSp delSp modSp new mod modClrScheme chgLayout modNotes modNotesTx">
        <pc:chgData name="Yvette Delim" userId="1eb1221e-2905-468b-b6ca-e1e332e3c4b6" providerId="ADAL" clId="{D6B9B1E0-642D-4D7B-AFA0-008ADE2C67F0}" dt="2025-05-09T17:18:13.676" v="3158" actId="27636"/>
        <pc:sldMkLst>
          <pc:docMk/>
          <pc:sldMk cId="151209867" sldId="303"/>
        </pc:sldMkLst>
      </pc:sldChg>
      <pc:sldChg chg="modSp add mod modNotes modNotesTx">
        <pc:chgData name="Yvette Delim" userId="1eb1221e-2905-468b-b6ca-e1e332e3c4b6" providerId="ADAL" clId="{D6B9B1E0-642D-4D7B-AFA0-008ADE2C67F0}" dt="2025-05-07T21:22:04.799" v="2988" actId="20577"/>
        <pc:sldMkLst>
          <pc:docMk/>
          <pc:sldMk cId="1142814001" sldId="304"/>
        </pc:sldMkLst>
      </pc:sldChg>
      <pc:sldChg chg="modSp new mod modNotes modNotesTx">
        <pc:chgData name="Yvette Delim" userId="1eb1221e-2905-468b-b6ca-e1e332e3c4b6" providerId="ADAL" clId="{D6B9B1E0-642D-4D7B-AFA0-008ADE2C67F0}" dt="2025-05-07T21:22:25.588" v="2991"/>
        <pc:sldMkLst>
          <pc:docMk/>
          <pc:sldMk cId="730319496" sldId="305"/>
        </pc:sldMkLst>
      </pc:sldChg>
      <pc:sldChg chg="addSp delSp modSp new mod chgLayout modNotes modNotesTx">
        <pc:chgData name="Yvette Delim" userId="1eb1221e-2905-468b-b6ca-e1e332e3c4b6" providerId="ADAL" clId="{D6B9B1E0-642D-4D7B-AFA0-008ADE2C67F0}" dt="2025-05-07T21:22:30.897" v="2992"/>
        <pc:sldMkLst>
          <pc:docMk/>
          <pc:sldMk cId="2970511930" sldId="306"/>
        </pc:sldMkLst>
      </pc:sldChg>
      <pc:sldChg chg="modSp new mod modNotes modNotesTx">
        <pc:chgData name="Yvette Delim" userId="1eb1221e-2905-468b-b6ca-e1e332e3c4b6" providerId="ADAL" clId="{D6B9B1E0-642D-4D7B-AFA0-008ADE2C67F0}" dt="2025-05-07T21:22:35.767" v="2993"/>
        <pc:sldMkLst>
          <pc:docMk/>
          <pc:sldMk cId="1750846455" sldId="307"/>
        </pc:sldMkLst>
      </pc:sldChg>
      <pc:sldChg chg="addSp delSp modSp new mod modClrScheme chgLayout modNotes modNotesTx">
        <pc:chgData name="Yvette Delim" userId="1eb1221e-2905-468b-b6ca-e1e332e3c4b6" providerId="ADAL" clId="{D6B9B1E0-642D-4D7B-AFA0-008ADE2C67F0}" dt="2025-05-07T21:22:40.004" v="2994"/>
        <pc:sldMkLst>
          <pc:docMk/>
          <pc:sldMk cId="1096898488" sldId="308"/>
        </pc:sldMkLst>
      </pc:sldChg>
      <pc:sldChg chg="modSp new mod modNotes modNotesTx">
        <pc:chgData name="Yvette Delim" userId="1eb1221e-2905-468b-b6ca-e1e332e3c4b6" providerId="ADAL" clId="{D6B9B1E0-642D-4D7B-AFA0-008ADE2C67F0}" dt="2025-05-09T17:18:13.779" v="3159" actId="27636"/>
        <pc:sldMkLst>
          <pc:docMk/>
          <pc:sldMk cId="1878458843" sldId="309"/>
        </pc:sldMkLst>
        <pc:spChg chg="mod">
          <ac:chgData name="Yvette Delim" userId="1eb1221e-2905-468b-b6ca-e1e332e3c4b6" providerId="ADAL" clId="{D6B9B1E0-642D-4D7B-AFA0-008ADE2C67F0}" dt="2025-05-09T17:18:13.779" v="3159" actId="27636"/>
          <ac:spMkLst>
            <pc:docMk/>
            <pc:sldMk cId="1878458843" sldId="309"/>
            <ac:spMk id="2" creationId="{CC05FF38-6BD6-38E2-A21F-D565CE8948E1}"/>
          </ac:spMkLst>
        </pc:spChg>
      </pc:sldChg>
      <pc:sldChg chg="modSp add mod">
        <pc:chgData name="Yvette Delim" userId="1eb1221e-2905-468b-b6ca-e1e332e3c4b6" providerId="ADAL" clId="{D6B9B1E0-642D-4D7B-AFA0-008ADE2C67F0}" dt="2025-05-08T18:23:15.546" v="3146" actId="20577"/>
        <pc:sldMkLst>
          <pc:docMk/>
          <pc:sldMk cId="1169523784" sldId="310"/>
        </pc:sldMkLst>
        <pc:spChg chg="mod">
          <ac:chgData name="Yvette Delim" userId="1eb1221e-2905-468b-b6ca-e1e332e3c4b6" providerId="ADAL" clId="{D6B9B1E0-642D-4D7B-AFA0-008ADE2C67F0}" dt="2025-05-08T18:23:15.546" v="3146" actId="20577"/>
          <ac:spMkLst>
            <pc:docMk/>
            <pc:sldMk cId="1169523784" sldId="310"/>
            <ac:spMk id="3" creationId="{97B1D7C6-6A50-5E9C-3F50-A9E46AEF1132}"/>
          </ac:spMkLst>
        </pc:spChg>
      </pc:sldChg>
      <pc:sldChg chg="modSp new mod modNotes modNotesTx">
        <pc:chgData name="Yvette Delim" userId="1eb1221e-2905-468b-b6ca-e1e332e3c4b6" providerId="ADAL" clId="{D6B9B1E0-642D-4D7B-AFA0-008ADE2C67F0}" dt="2025-05-08T17:24:28.909" v="3048" actId="20577"/>
        <pc:sldMkLst>
          <pc:docMk/>
          <pc:sldMk cId="2476667439" sldId="311"/>
        </pc:sldMkLst>
      </pc:sldChg>
      <pc:sldChg chg="new modNotes modNotesTx">
        <pc:chgData name="Yvette Delim" userId="1eb1221e-2905-468b-b6ca-e1e332e3c4b6" providerId="ADAL" clId="{D6B9B1E0-642D-4D7B-AFA0-008ADE2C67F0}" dt="2025-05-07T21:03:41.703" v="2683" actId="20577"/>
        <pc:sldMkLst>
          <pc:docMk/>
          <pc:sldMk cId="343299899" sldId="312"/>
        </pc:sldMkLst>
      </pc:sldChg>
      <pc:sldMasterChg chg="modSp addSldLayout modSldLayout">
        <pc:chgData name="Yvette Delim" userId="1eb1221e-2905-468b-b6ca-e1e332e3c4b6" providerId="ADAL" clId="{D6B9B1E0-642D-4D7B-AFA0-008ADE2C67F0}" dt="2025-05-09T17:17:54.415" v="3157" actId="179"/>
        <pc:sldMasterMkLst>
          <pc:docMk/>
          <pc:sldMasterMk cId="58932730" sldId="2147483910"/>
        </pc:sldMasterMkLst>
        <pc:spChg chg="mod">
          <ac:chgData name="Yvette Delim" userId="1eb1221e-2905-468b-b6ca-e1e332e3c4b6" providerId="ADAL" clId="{D6B9B1E0-642D-4D7B-AFA0-008ADE2C67F0}" dt="2025-05-09T17:17:54.415" v="3157" actId="179"/>
          <ac:spMkLst>
            <pc:docMk/>
            <pc:sldMasterMk cId="58932730" sldId="2147483910"/>
            <ac:spMk id="8" creationId="{12D1C9D9-BB2F-4CEE-AB77-E7FB81417221}"/>
          </ac:spMkLst>
        </pc:spChg>
        <pc:sldLayoutChg chg="modSp">
          <pc:chgData name="Yvette Delim" userId="1eb1221e-2905-468b-b6ca-e1e332e3c4b6" providerId="ADAL" clId="{D6B9B1E0-642D-4D7B-AFA0-008ADE2C67F0}" dt="2025-05-07T20:57:49.141" v="2548" actId="20577"/>
          <pc:sldLayoutMkLst>
            <pc:docMk/>
            <pc:sldMasterMk cId="58932730" sldId="2147483910"/>
            <pc:sldLayoutMk cId="4111725238" sldId="2147483926"/>
          </pc:sldLayoutMkLst>
          <pc:spChg chg="mod">
            <ac:chgData name="Yvette Delim" userId="1eb1221e-2905-468b-b6ca-e1e332e3c4b6" providerId="ADAL" clId="{D6B9B1E0-642D-4D7B-AFA0-008ADE2C67F0}" dt="2025-05-07T20:57:49.141" v="2548" actId="20577"/>
            <ac:spMkLst>
              <pc:docMk/>
              <pc:sldMasterMk cId="58932730" sldId="2147483910"/>
              <pc:sldLayoutMk cId="4111725238" sldId="2147483926"/>
              <ac:spMk id="11" creationId="{077B2DE0-D1DB-4EE0-B864-29DFD9293408}"/>
            </ac:spMkLst>
          </pc:spChg>
        </pc:sldLayoutChg>
        <pc:sldLayoutChg chg="modSp add mod modTransition">
          <pc:chgData name="Yvette Delim" userId="1eb1221e-2905-468b-b6ca-e1e332e3c4b6" providerId="ADAL" clId="{D6B9B1E0-642D-4D7B-AFA0-008ADE2C67F0}" dt="2025-05-07T20:58:34.328" v="2575" actId="1038"/>
          <pc:sldLayoutMkLst>
            <pc:docMk/>
            <pc:sldMasterMk cId="58932730" sldId="2147483910"/>
            <pc:sldLayoutMk cId="2570707714" sldId="2147483946"/>
          </pc:sldLayoutMkLst>
          <pc:spChg chg="mod">
            <ac:chgData name="Yvette Delim" userId="1eb1221e-2905-468b-b6ca-e1e332e3c4b6" providerId="ADAL" clId="{D6B9B1E0-642D-4D7B-AFA0-008ADE2C67F0}" dt="2025-05-07T20:58:28.488" v="2550" actId="20577"/>
            <ac:spMkLst>
              <pc:docMk/>
              <pc:sldMasterMk cId="58932730" sldId="2147483910"/>
              <pc:sldLayoutMk cId="2570707714" sldId="2147483946"/>
              <ac:spMk id="11" creationId="{077B2DE0-D1DB-4EE0-B864-29DFD9293408}"/>
            </ac:spMkLst>
          </pc:spChg>
          <pc:picChg chg="mod">
            <ac:chgData name="Yvette Delim" userId="1eb1221e-2905-468b-b6ca-e1e332e3c4b6" providerId="ADAL" clId="{D6B9B1E0-642D-4D7B-AFA0-008ADE2C67F0}" dt="2025-05-07T20:58:34.328" v="2575" actId="1038"/>
            <ac:picMkLst>
              <pc:docMk/>
              <pc:sldMasterMk cId="58932730" sldId="2147483910"/>
              <pc:sldLayoutMk cId="2570707714" sldId="2147483946"/>
              <ac:picMk id="18" creationId="{7F806275-D0BB-4D90-A9D5-E13362DDB248}"/>
            </ac:picMkLst>
          </pc:picChg>
        </pc:sldLayoutChg>
      </pc:sldMasterChg>
    </pc:docChg>
  </pc:docChgLst>
  <pc:docChgLst>
    <pc:chgData name="Amanda Kissinger" userId="0440470d-4bd8-4812-9337-f95059fb652d" providerId="ADAL" clId="{A96C30A4-1B3D-49AA-9C2D-0FBBA264ADFA}"/>
    <pc:docChg chg="undo custSel modMainMaster">
      <pc:chgData name="Amanda Kissinger" userId="0440470d-4bd8-4812-9337-f95059fb652d" providerId="ADAL" clId="{A96C30A4-1B3D-49AA-9C2D-0FBBA264ADFA}" dt="2025-05-08T18:01:32.294" v="1" actId="21"/>
      <pc:docMkLst>
        <pc:docMk/>
      </pc:docMkLst>
      <pc:sldMasterChg chg="modSldLayout">
        <pc:chgData name="Amanda Kissinger" userId="0440470d-4bd8-4812-9337-f95059fb652d" providerId="ADAL" clId="{A96C30A4-1B3D-49AA-9C2D-0FBBA264ADFA}" dt="2025-05-08T18:01:32.294" v="1" actId="21"/>
        <pc:sldMasterMkLst>
          <pc:docMk/>
          <pc:sldMasterMk cId="58932730" sldId="2147483910"/>
        </pc:sldMasterMkLst>
        <pc:sldLayoutChg chg="addSp delSp mod">
          <pc:chgData name="Amanda Kissinger" userId="0440470d-4bd8-4812-9337-f95059fb652d" providerId="ADAL" clId="{A96C30A4-1B3D-49AA-9C2D-0FBBA264ADFA}" dt="2025-05-08T18:01:32.294" v="1" actId="21"/>
          <pc:sldLayoutMkLst>
            <pc:docMk/>
            <pc:sldMasterMk cId="58932730" sldId="2147483910"/>
            <pc:sldLayoutMk cId="2001968655" sldId="2147483932"/>
          </pc:sldLayoutMkLst>
          <pc:spChg chg="add del">
            <ac:chgData name="Amanda Kissinger" userId="0440470d-4bd8-4812-9337-f95059fb652d" providerId="ADAL" clId="{A96C30A4-1B3D-49AA-9C2D-0FBBA264ADFA}" dt="2025-05-08T18:01:32.294" v="1" actId="21"/>
            <ac:spMkLst>
              <pc:docMk/>
              <pc:sldMasterMk cId="58932730" sldId="2147483910"/>
              <pc:sldLayoutMk cId="2001968655" sldId="2147483932"/>
              <ac:spMk id="14" creationId="{DC95779D-C23F-4838-A4E9-42CBBB5D9F56}"/>
            </ac:spMkLst>
          </pc:spChg>
        </pc:sldLayoutChg>
      </pc:sldMasterChg>
    </pc:docChg>
  </pc:docChgLst>
  <pc:docChgLst>
    <pc:chgData name="Yvette Delim" userId="1eb1221e-2905-468b-b6ca-e1e332e3c4b6" providerId="ADAL" clId="{DA7A546E-94E1-4582-8A10-7F7943C9DA93}"/>
    <pc:docChg chg="undo custSel addSld delSld modSld modMainMaster">
      <pc:chgData name="Yvette Delim" userId="1eb1221e-2905-468b-b6ca-e1e332e3c4b6" providerId="ADAL" clId="{DA7A546E-94E1-4582-8A10-7F7943C9DA93}" dt="2025-05-06T20:56:06.876" v="418" actId="47"/>
      <pc:docMkLst>
        <pc:docMk/>
      </pc:docMkLst>
      <pc:sldChg chg="modNotesTx">
        <pc:chgData name="Yvette Delim" userId="1eb1221e-2905-468b-b6ca-e1e332e3c4b6" providerId="ADAL" clId="{DA7A546E-94E1-4582-8A10-7F7943C9DA93}" dt="2025-05-06T20:54:10.927" v="417" actId="20577"/>
        <pc:sldMkLst>
          <pc:docMk/>
          <pc:sldMk cId="2170154808" sldId="258"/>
        </pc:sldMkLst>
      </pc:sldChg>
      <pc:sldChg chg="del">
        <pc:chgData name="Yvette Delim" userId="1eb1221e-2905-468b-b6ca-e1e332e3c4b6" providerId="ADAL" clId="{DA7A546E-94E1-4582-8A10-7F7943C9DA93}" dt="2025-05-06T20:56:06.876" v="418" actId="47"/>
        <pc:sldMkLst>
          <pc:docMk/>
          <pc:sldMk cId="3549381897" sldId="259"/>
        </pc:sldMkLst>
      </pc:sldChg>
      <pc:sldChg chg="del">
        <pc:chgData name="Yvette Delim" userId="1eb1221e-2905-468b-b6ca-e1e332e3c4b6" providerId="ADAL" clId="{DA7A546E-94E1-4582-8A10-7F7943C9DA93}" dt="2025-05-06T20:56:06.876" v="418" actId="47"/>
        <pc:sldMkLst>
          <pc:docMk/>
          <pc:sldMk cId="2295165259" sldId="265"/>
        </pc:sldMkLst>
      </pc:sldChg>
      <pc:sldChg chg="addSp delSp modSp del mod modCm">
        <pc:chgData name="Yvette Delim" userId="1eb1221e-2905-468b-b6ca-e1e332e3c4b6" providerId="ADAL" clId="{DA7A546E-94E1-4582-8A10-7F7943C9DA93}" dt="2025-05-06T20:50:24.514" v="368" actId="47"/>
        <pc:sldMkLst>
          <pc:docMk/>
          <pc:sldMk cId="629264104" sldId="296"/>
        </pc:sldMkLst>
        <pc:extLst>
          <p:ext xmlns:p="http://schemas.openxmlformats.org/presentationml/2006/main" uri="{D6D511B9-2390-475A-947B-AFAB55BFBCF1}">
            <pc226:cmChg xmlns:pc226="http://schemas.microsoft.com/office/powerpoint/2022/06/main/command" chg="mod">
              <pc226:chgData name="Yvette Delim" userId="1eb1221e-2905-468b-b6ca-e1e332e3c4b6" providerId="ADAL" clId="{DA7A546E-94E1-4582-8A10-7F7943C9DA93}" dt="2025-05-06T20:47:52.254" v="366" actId="478"/>
              <pc2:cmMkLst xmlns:pc2="http://schemas.microsoft.com/office/powerpoint/2019/9/main/command">
                <pc:docMk/>
                <pc:sldMk cId="629264104" sldId="296"/>
                <pc2:cmMk id="{A50ABA80-35E4-46EC-AFBE-6B2B6A4F8A99}"/>
              </pc2:cmMkLst>
            </pc226:cmChg>
          </p:ext>
        </pc:extLst>
      </pc:sldChg>
      <pc:sldChg chg="addSp delSp modSp mod modClrScheme chgLayout">
        <pc:chgData name="Yvette Delim" userId="1eb1221e-2905-468b-b6ca-e1e332e3c4b6" providerId="ADAL" clId="{DA7A546E-94E1-4582-8A10-7F7943C9DA93}" dt="2025-05-06T20:50:11.984" v="367" actId="700"/>
        <pc:sldMkLst>
          <pc:docMk/>
          <pc:sldMk cId="2615260713" sldId="297"/>
        </pc:sldMkLst>
        <pc:spChg chg="mod ord">
          <ac:chgData name="Yvette Delim" userId="1eb1221e-2905-468b-b6ca-e1e332e3c4b6" providerId="ADAL" clId="{DA7A546E-94E1-4582-8A10-7F7943C9DA93}" dt="2025-05-06T20:50:11.984" v="367" actId="700"/>
          <ac:spMkLst>
            <pc:docMk/>
            <pc:sldMk cId="2615260713" sldId="297"/>
            <ac:spMk id="3" creationId="{E02E4B53-B7C6-1D08-F07F-C168A65984CB}"/>
          </ac:spMkLst>
        </pc:spChg>
        <pc:spChg chg="mod ord">
          <ac:chgData name="Yvette Delim" userId="1eb1221e-2905-468b-b6ca-e1e332e3c4b6" providerId="ADAL" clId="{DA7A546E-94E1-4582-8A10-7F7943C9DA93}" dt="2025-05-06T20:50:11.984" v="367" actId="700"/>
          <ac:spMkLst>
            <pc:docMk/>
            <pc:sldMk cId="2615260713" sldId="297"/>
            <ac:spMk id="4" creationId="{C090C768-1FA1-220C-8EB0-02B46B3FAF18}"/>
          </ac:spMkLst>
        </pc:spChg>
        <pc:spChg chg="add mod ord">
          <ac:chgData name="Yvette Delim" userId="1eb1221e-2905-468b-b6ca-e1e332e3c4b6" providerId="ADAL" clId="{DA7A546E-94E1-4582-8A10-7F7943C9DA93}" dt="2025-05-06T20:50:11.984" v="367" actId="700"/>
          <ac:spMkLst>
            <pc:docMk/>
            <pc:sldMk cId="2615260713" sldId="297"/>
            <ac:spMk id="5" creationId="{3F9B06E0-25E2-2207-FA53-43B03A3DD8B6}"/>
          </ac:spMkLst>
        </pc:spChg>
      </pc:sldChg>
      <pc:sldChg chg="modSp new mod">
        <pc:chgData name="Yvette Delim" userId="1eb1221e-2905-468b-b6ca-e1e332e3c4b6" providerId="ADAL" clId="{DA7A546E-94E1-4582-8A10-7F7943C9DA93}" dt="2025-05-06T20:47:03.274" v="364" actId="20577"/>
        <pc:sldMkLst>
          <pc:docMk/>
          <pc:sldMk cId="1768159664" sldId="298"/>
        </pc:sldMkLst>
      </pc:sldChg>
      <pc:sldMasterChg chg="addSldLayout modSldLayout sldLayoutOrd">
        <pc:chgData name="Yvette Delim" userId="1eb1221e-2905-468b-b6ca-e1e332e3c4b6" providerId="ADAL" clId="{DA7A546E-94E1-4582-8A10-7F7943C9DA93}" dt="2025-05-06T20:41:38.065" v="346" actId="255"/>
        <pc:sldMasterMkLst>
          <pc:docMk/>
          <pc:sldMasterMk cId="58932730" sldId="2147483910"/>
        </pc:sldMasterMkLst>
        <pc:sldLayoutChg chg="ord">
          <pc:chgData name="Yvette Delim" userId="1eb1221e-2905-468b-b6ca-e1e332e3c4b6" providerId="ADAL" clId="{DA7A546E-94E1-4582-8A10-7F7943C9DA93}" dt="2025-05-06T20:21:48.999" v="229" actId="20578"/>
          <pc:sldLayoutMkLst>
            <pc:docMk/>
            <pc:sldMasterMk cId="58932730" sldId="2147483910"/>
            <pc:sldLayoutMk cId="4084809213" sldId="2147483911"/>
          </pc:sldLayoutMkLst>
        </pc:sldLayoutChg>
        <pc:sldLayoutChg chg="ord">
          <pc:chgData name="Yvette Delim" userId="1eb1221e-2905-468b-b6ca-e1e332e3c4b6" providerId="ADAL" clId="{DA7A546E-94E1-4582-8A10-7F7943C9DA93}" dt="2025-05-06T20:22:05.817" v="230" actId="20578"/>
          <pc:sldLayoutMkLst>
            <pc:docMk/>
            <pc:sldMasterMk cId="58932730" sldId="2147483910"/>
            <pc:sldLayoutMk cId="1974321300" sldId="2147483912"/>
          </pc:sldLayoutMkLst>
        </pc:sldLayoutChg>
        <pc:sldLayoutChg chg="addSp modSp">
          <pc:chgData name="Yvette Delim" userId="1eb1221e-2905-468b-b6ca-e1e332e3c4b6" providerId="ADAL" clId="{DA7A546E-94E1-4582-8A10-7F7943C9DA93}" dt="2025-05-06T20:19:19.894" v="216"/>
          <pc:sldLayoutMkLst>
            <pc:docMk/>
            <pc:sldMasterMk cId="58932730" sldId="2147483910"/>
            <pc:sldLayoutMk cId="137773212" sldId="2147483914"/>
          </pc:sldLayoutMkLst>
          <pc:spChg chg="mod">
            <ac:chgData name="Yvette Delim" userId="1eb1221e-2905-468b-b6ca-e1e332e3c4b6" providerId="ADAL" clId="{DA7A546E-94E1-4582-8A10-7F7943C9DA93}" dt="2025-05-06T20:12:09.321" v="85" actId="20577"/>
            <ac:spMkLst>
              <pc:docMk/>
              <pc:sldMasterMk cId="58932730" sldId="2147483910"/>
              <pc:sldLayoutMk cId="137773212" sldId="2147483914"/>
              <ac:spMk id="2" creationId="{FEEC7DB1-AF77-4C23-97D2-AB7420353204}"/>
            </ac:spMkLst>
          </pc:spChg>
        </pc:sldLayoutChg>
        <pc:sldLayoutChg chg="modSp">
          <pc:chgData name="Yvette Delim" userId="1eb1221e-2905-468b-b6ca-e1e332e3c4b6" providerId="ADAL" clId="{DA7A546E-94E1-4582-8A10-7F7943C9DA93}" dt="2025-05-06T20:15:49.603" v="194" actId="20577"/>
          <pc:sldLayoutMkLst>
            <pc:docMk/>
            <pc:sldMasterMk cId="58932730" sldId="2147483910"/>
            <pc:sldLayoutMk cId="3853961223" sldId="2147483917"/>
          </pc:sldLayoutMkLst>
          <pc:spChg chg="mod">
            <ac:chgData name="Yvette Delim" userId="1eb1221e-2905-468b-b6ca-e1e332e3c4b6" providerId="ADAL" clId="{DA7A546E-94E1-4582-8A10-7F7943C9DA93}" dt="2025-05-06T20:15:49.603" v="194" actId="20577"/>
            <ac:spMkLst>
              <pc:docMk/>
              <pc:sldMasterMk cId="58932730" sldId="2147483910"/>
              <pc:sldLayoutMk cId="3853961223" sldId="2147483917"/>
              <ac:spMk id="5" creationId="{FC333B3E-5BEA-4514-BC19-7601420AECFA}"/>
            </ac:spMkLst>
          </pc:spChg>
        </pc:sldLayoutChg>
        <pc:sldLayoutChg chg="modSp">
          <pc:chgData name="Yvette Delim" userId="1eb1221e-2905-468b-b6ca-e1e332e3c4b6" providerId="ADAL" clId="{DA7A546E-94E1-4582-8A10-7F7943C9DA93}" dt="2025-05-06T20:17:59.600" v="210" actId="20577"/>
          <pc:sldLayoutMkLst>
            <pc:docMk/>
            <pc:sldMasterMk cId="58932730" sldId="2147483910"/>
            <pc:sldLayoutMk cId="4103617856" sldId="2147483918"/>
          </pc:sldLayoutMkLst>
          <pc:spChg chg="mod">
            <ac:chgData name="Yvette Delim" userId="1eb1221e-2905-468b-b6ca-e1e332e3c4b6" providerId="ADAL" clId="{DA7A546E-94E1-4582-8A10-7F7943C9DA93}" dt="2025-05-06T20:17:59.600" v="210" actId="20577"/>
            <ac:spMkLst>
              <pc:docMk/>
              <pc:sldMasterMk cId="58932730" sldId="2147483910"/>
              <pc:sldLayoutMk cId="4103617856" sldId="2147483918"/>
              <ac:spMk id="2" creationId="{CBD8AA6A-10F2-4CA6-8925-E15CCE24451A}"/>
            </ac:spMkLst>
          </pc:spChg>
        </pc:sldLayoutChg>
        <pc:sldLayoutChg chg="modSp mod ord">
          <pc:chgData name="Yvette Delim" userId="1eb1221e-2905-468b-b6ca-e1e332e3c4b6" providerId="ADAL" clId="{DA7A546E-94E1-4582-8A10-7F7943C9DA93}" dt="2025-05-06T20:18:30.962" v="213" actId="20578"/>
          <pc:sldLayoutMkLst>
            <pc:docMk/>
            <pc:sldMasterMk cId="58932730" sldId="2147483910"/>
            <pc:sldLayoutMk cId="3198385692" sldId="2147483922"/>
          </pc:sldLayoutMkLst>
          <pc:spChg chg="mod">
            <ac:chgData name="Yvette Delim" userId="1eb1221e-2905-468b-b6ca-e1e332e3c4b6" providerId="ADAL" clId="{DA7A546E-94E1-4582-8A10-7F7943C9DA93}" dt="2025-05-06T20:04:45.645" v="11" actId="20577"/>
            <ac:spMkLst>
              <pc:docMk/>
              <pc:sldMasterMk cId="58932730" sldId="2147483910"/>
              <pc:sldLayoutMk cId="3198385692" sldId="2147483922"/>
              <ac:spMk id="3" creationId="{755610DE-03A3-4171-87CD-CB837BA3D0EB}"/>
            </ac:spMkLst>
          </pc:spChg>
          <pc:spChg chg="mod">
            <ac:chgData name="Yvette Delim" userId="1eb1221e-2905-468b-b6ca-e1e332e3c4b6" providerId="ADAL" clId="{DA7A546E-94E1-4582-8A10-7F7943C9DA93}" dt="2025-05-06T20:05:04.247" v="12" actId="20577"/>
            <ac:spMkLst>
              <pc:docMk/>
              <pc:sldMasterMk cId="58932730" sldId="2147483910"/>
              <pc:sldLayoutMk cId="3198385692" sldId="2147483922"/>
              <ac:spMk id="7" creationId="{C20DDD6C-AB38-440E-A2B7-E3AD1F167ED5}"/>
            </ac:spMkLst>
          </pc:spChg>
        </pc:sldLayoutChg>
        <pc:sldLayoutChg chg="modSp mod ord">
          <pc:chgData name="Yvette Delim" userId="1eb1221e-2905-468b-b6ca-e1e332e3c4b6" providerId="ADAL" clId="{DA7A546E-94E1-4582-8A10-7F7943C9DA93}" dt="2025-05-06T20:19:59.361" v="218" actId="108"/>
          <pc:sldLayoutMkLst>
            <pc:docMk/>
            <pc:sldMasterMk cId="58932730" sldId="2147483910"/>
            <pc:sldLayoutMk cId="3241009506" sldId="2147483924"/>
          </pc:sldLayoutMkLst>
          <pc:spChg chg="mod">
            <ac:chgData name="Yvette Delim" userId="1eb1221e-2905-468b-b6ca-e1e332e3c4b6" providerId="ADAL" clId="{DA7A546E-94E1-4582-8A10-7F7943C9DA93}" dt="2025-05-06T20:19:59.361" v="218" actId="108"/>
            <ac:spMkLst>
              <pc:docMk/>
              <pc:sldMasterMk cId="58932730" sldId="2147483910"/>
              <pc:sldLayoutMk cId="3241009506" sldId="2147483924"/>
              <ac:spMk id="4" creationId="{F14BCB8D-8BA4-4A40-81CF-DAD00077BF4C}"/>
            </ac:spMkLst>
          </pc:spChg>
        </pc:sldLayoutChg>
        <pc:sldLayoutChg chg="ord">
          <pc:chgData name="Yvette Delim" userId="1eb1221e-2905-468b-b6ca-e1e332e3c4b6" providerId="ADAL" clId="{DA7A546E-94E1-4582-8A10-7F7943C9DA93}" dt="2025-05-06T20:20:36.352" v="221" actId="20578"/>
          <pc:sldLayoutMkLst>
            <pc:docMk/>
            <pc:sldMasterMk cId="58932730" sldId="2147483910"/>
            <pc:sldLayoutMk cId="2001968655" sldId="2147483932"/>
          </pc:sldLayoutMkLst>
        </pc:sldLayoutChg>
        <pc:sldLayoutChg chg="ord">
          <pc:chgData name="Yvette Delim" userId="1eb1221e-2905-468b-b6ca-e1e332e3c4b6" providerId="ADAL" clId="{DA7A546E-94E1-4582-8A10-7F7943C9DA93}" dt="2025-05-06T20:22:08.110" v="231" actId="20578"/>
          <pc:sldLayoutMkLst>
            <pc:docMk/>
            <pc:sldMasterMk cId="58932730" sldId="2147483910"/>
            <pc:sldLayoutMk cId="2790083631" sldId="2147483933"/>
          </pc:sldLayoutMkLst>
        </pc:sldLayoutChg>
        <pc:sldLayoutChg chg="modSp add mod ord modTransition">
          <pc:chgData name="Yvette Delim" userId="1eb1221e-2905-468b-b6ca-e1e332e3c4b6" providerId="ADAL" clId="{DA7A546E-94E1-4582-8A10-7F7943C9DA93}" dt="2025-05-06T20:17:42.559" v="199" actId="20578"/>
          <pc:sldLayoutMkLst>
            <pc:docMk/>
            <pc:sldMasterMk cId="58932730" sldId="2147483910"/>
            <pc:sldLayoutMk cId="4052621465" sldId="2147483934"/>
          </pc:sldLayoutMkLst>
          <pc:spChg chg="mod">
            <ac:chgData name="Yvette Delim" userId="1eb1221e-2905-468b-b6ca-e1e332e3c4b6" providerId="ADAL" clId="{DA7A546E-94E1-4582-8A10-7F7943C9DA93}" dt="2025-05-06T20:10:49.155" v="73" actId="20577"/>
            <ac:spMkLst>
              <pc:docMk/>
              <pc:sldMasterMk cId="58932730" sldId="2147483910"/>
              <pc:sldLayoutMk cId="4052621465" sldId="2147483934"/>
              <ac:spMk id="2" creationId="{FEEC7DB1-AF77-4C23-97D2-AB7420353204}"/>
            </ac:spMkLst>
          </pc:spChg>
          <pc:spChg chg="mod">
            <ac:chgData name="Yvette Delim" userId="1eb1221e-2905-468b-b6ca-e1e332e3c4b6" providerId="ADAL" clId="{DA7A546E-94E1-4582-8A10-7F7943C9DA93}" dt="2025-05-06T20:10:54.452" v="74" actId="20577"/>
            <ac:spMkLst>
              <pc:docMk/>
              <pc:sldMasterMk cId="58932730" sldId="2147483910"/>
              <pc:sldLayoutMk cId="4052621465" sldId="2147483934"/>
              <ac:spMk id="10" creationId="{9133DACF-FEBA-45AC-9EB7-694DBCD1BE0F}"/>
            </ac:spMkLst>
          </pc:spChg>
        </pc:sldLayoutChg>
        <pc:sldLayoutChg chg="modSp add mod modTransition">
          <pc:chgData name="Yvette Delim" userId="1eb1221e-2905-468b-b6ca-e1e332e3c4b6" providerId="ADAL" clId="{DA7A546E-94E1-4582-8A10-7F7943C9DA93}" dt="2025-05-06T20:14:46.185" v="182" actId="255"/>
          <pc:sldLayoutMkLst>
            <pc:docMk/>
            <pc:sldMasterMk cId="58932730" sldId="2147483910"/>
            <pc:sldLayoutMk cId="2985914211" sldId="2147483935"/>
          </pc:sldLayoutMkLst>
          <pc:spChg chg="mod">
            <ac:chgData name="Yvette Delim" userId="1eb1221e-2905-468b-b6ca-e1e332e3c4b6" providerId="ADAL" clId="{DA7A546E-94E1-4582-8A10-7F7943C9DA93}" dt="2025-05-06T20:14:46.185" v="182" actId="255"/>
            <ac:spMkLst>
              <pc:docMk/>
              <pc:sldMasterMk cId="58932730" sldId="2147483910"/>
              <pc:sldLayoutMk cId="2985914211" sldId="2147483935"/>
              <ac:spMk id="2" creationId="{FEEC7DB1-AF77-4C23-97D2-AB7420353204}"/>
            </ac:spMkLst>
          </pc:spChg>
        </pc:sldLayoutChg>
        <pc:sldLayoutChg chg="modSp add mod modTransition">
          <pc:chgData name="Yvette Delim" userId="1eb1221e-2905-468b-b6ca-e1e332e3c4b6" providerId="ADAL" clId="{DA7A546E-94E1-4582-8A10-7F7943C9DA93}" dt="2025-05-06T20:17:03.327" v="198" actId="255"/>
          <pc:sldLayoutMkLst>
            <pc:docMk/>
            <pc:sldMasterMk cId="58932730" sldId="2147483910"/>
            <pc:sldLayoutMk cId="1517090647" sldId="2147483936"/>
          </pc:sldLayoutMkLst>
          <pc:spChg chg="mod">
            <ac:chgData name="Yvette Delim" userId="1eb1221e-2905-468b-b6ca-e1e332e3c4b6" providerId="ADAL" clId="{DA7A546E-94E1-4582-8A10-7F7943C9DA93}" dt="2025-05-06T20:17:03.327" v="198" actId="255"/>
            <ac:spMkLst>
              <pc:docMk/>
              <pc:sldMasterMk cId="58932730" sldId="2147483910"/>
              <pc:sldLayoutMk cId="1517090647" sldId="2147483936"/>
              <ac:spMk id="5" creationId="{FC333B3E-5BEA-4514-BC19-7601420AECFA}"/>
            </ac:spMkLst>
          </pc:spChg>
        </pc:sldLayoutChg>
        <pc:sldLayoutChg chg="modSp add mod modTransition">
          <pc:chgData name="Yvette Delim" userId="1eb1221e-2905-468b-b6ca-e1e332e3c4b6" providerId="ADAL" clId="{DA7A546E-94E1-4582-8A10-7F7943C9DA93}" dt="2025-05-06T20:35:16.559" v="317" actId="255"/>
          <pc:sldLayoutMkLst>
            <pc:docMk/>
            <pc:sldMasterMk cId="58932730" sldId="2147483910"/>
            <pc:sldLayoutMk cId="583458851" sldId="2147483937"/>
          </pc:sldLayoutMkLst>
          <pc:spChg chg="mod">
            <ac:chgData name="Yvette Delim" userId="1eb1221e-2905-468b-b6ca-e1e332e3c4b6" providerId="ADAL" clId="{DA7A546E-94E1-4582-8A10-7F7943C9DA93}" dt="2025-05-06T20:35:16.559" v="317" actId="255"/>
            <ac:spMkLst>
              <pc:docMk/>
              <pc:sldMasterMk cId="58932730" sldId="2147483910"/>
              <pc:sldLayoutMk cId="583458851" sldId="2147483937"/>
              <ac:spMk id="2" creationId="{CBD8AA6A-10F2-4CA6-8925-E15CCE24451A}"/>
            </ac:spMkLst>
          </pc:spChg>
        </pc:sldLayoutChg>
        <pc:sldLayoutChg chg="addSp delSp modSp add mod ord modTransition">
          <pc:chgData name="Yvette Delim" userId="1eb1221e-2905-468b-b6ca-e1e332e3c4b6" providerId="ADAL" clId="{DA7A546E-94E1-4582-8A10-7F7943C9DA93}" dt="2025-05-06T20:30:22.079" v="289" actId="14100"/>
          <pc:sldLayoutMkLst>
            <pc:docMk/>
            <pc:sldMasterMk cId="58932730" sldId="2147483910"/>
            <pc:sldLayoutMk cId="927130793" sldId="2147483938"/>
          </pc:sldLayoutMkLst>
          <pc:spChg chg="add mod">
            <ac:chgData name="Yvette Delim" userId="1eb1221e-2905-468b-b6ca-e1e332e3c4b6" providerId="ADAL" clId="{DA7A546E-94E1-4582-8A10-7F7943C9DA93}" dt="2025-05-06T20:29:52.524" v="285" actId="14100"/>
            <ac:spMkLst>
              <pc:docMk/>
              <pc:sldMasterMk cId="58932730" sldId="2147483910"/>
              <pc:sldLayoutMk cId="927130793" sldId="2147483938"/>
              <ac:spMk id="4" creationId="{14133404-1EF1-C64B-A104-2BC02D120C37}"/>
            </ac:spMkLst>
          </pc:spChg>
          <pc:spChg chg="add mod">
            <ac:chgData name="Yvette Delim" userId="1eb1221e-2905-468b-b6ca-e1e332e3c4b6" providerId="ADAL" clId="{DA7A546E-94E1-4582-8A10-7F7943C9DA93}" dt="2025-05-06T20:30:22.079" v="289" actId="14100"/>
            <ac:spMkLst>
              <pc:docMk/>
              <pc:sldMasterMk cId="58932730" sldId="2147483910"/>
              <pc:sldLayoutMk cId="927130793" sldId="2147483938"/>
              <ac:spMk id="6" creationId="{B60091C6-A4E2-7816-56F7-8B21A97E0C14}"/>
            </ac:spMkLst>
          </pc:spChg>
        </pc:sldLayoutChg>
        <pc:sldLayoutChg chg="addSp delSp modSp">
          <pc:chgData name="Yvette Delim" userId="1eb1221e-2905-468b-b6ca-e1e332e3c4b6" providerId="ADAL" clId="{DA7A546E-94E1-4582-8A10-7F7943C9DA93}" dt="2025-05-06T20:24:46.497" v="235" actId="11529"/>
          <pc:sldLayoutMkLst>
            <pc:docMk/>
            <pc:sldMasterMk cId="58932730" sldId="2147483910"/>
            <pc:sldLayoutMk cId="688228703" sldId="2147483939"/>
          </pc:sldLayoutMkLst>
        </pc:sldLayoutChg>
        <pc:sldLayoutChg chg="addSp delSp modSp add mod modTransition">
          <pc:chgData name="Yvette Delim" userId="1eb1221e-2905-468b-b6ca-e1e332e3c4b6" providerId="ADAL" clId="{DA7A546E-94E1-4582-8A10-7F7943C9DA93}" dt="2025-05-06T20:38:22.527" v="334" actId="1076"/>
          <pc:sldLayoutMkLst>
            <pc:docMk/>
            <pc:sldMasterMk cId="58932730" sldId="2147483910"/>
            <pc:sldLayoutMk cId="1673279809" sldId="2147483939"/>
          </pc:sldLayoutMkLst>
          <pc:spChg chg="add mod">
            <ac:chgData name="Yvette Delim" userId="1eb1221e-2905-468b-b6ca-e1e332e3c4b6" providerId="ADAL" clId="{DA7A546E-94E1-4582-8A10-7F7943C9DA93}" dt="2025-05-06T20:38:09.631" v="332" actId="1076"/>
            <ac:spMkLst>
              <pc:docMk/>
              <pc:sldMasterMk cId="58932730" sldId="2147483910"/>
              <pc:sldLayoutMk cId="1673279809" sldId="2147483939"/>
              <ac:spMk id="4" creationId="{EC59B256-B3DA-F502-7D0F-6BD97C0C8446}"/>
            </ac:spMkLst>
          </pc:spChg>
          <pc:spChg chg="mod">
            <ac:chgData name="Yvette Delim" userId="1eb1221e-2905-468b-b6ca-e1e332e3c4b6" providerId="ADAL" clId="{DA7A546E-94E1-4582-8A10-7F7943C9DA93}" dt="2025-05-06T20:38:22.527" v="334" actId="1076"/>
            <ac:spMkLst>
              <pc:docMk/>
              <pc:sldMasterMk cId="58932730" sldId="2147483910"/>
              <pc:sldLayoutMk cId="1673279809" sldId="2147483939"/>
              <ac:spMk id="11" creationId="{5E22AB62-0F44-4520-87A4-B6F4E29936B4}"/>
            </ac:spMkLst>
          </pc:spChg>
        </pc:sldLayoutChg>
        <pc:sldLayoutChg chg="modSp add mod ord modTransition">
          <pc:chgData name="Yvette Delim" userId="1eb1221e-2905-468b-b6ca-e1e332e3c4b6" providerId="ADAL" clId="{DA7A546E-94E1-4582-8A10-7F7943C9DA93}" dt="2025-05-06T20:40:29.163" v="343" actId="14100"/>
          <pc:sldLayoutMkLst>
            <pc:docMk/>
            <pc:sldMasterMk cId="58932730" sldId="2147483910"/>
            <pc:sldLayoutMk cId="956967912" sldId="2147483940"/>
          </pc:sldLayoutMkLst>
          <pc:spChg chg="mod">
            <ac:chgData name="Yvette Delim" userId="1eb1221e-2905-468b-b6ca-e1e332e3c4b6" providerId="ADAL" clId="{DA7A546E-94E1-4582-8A10-7F7943C9DA93}" dt="2025-05-06T20:40:29.163" v="343" actId="14100"/>
            <ac:spMkLst>
              <pc:docMk/>
              <pc:sldMasterMk cId="58932730" sldId="2147483910"/>
              <pc:sldLayoutMk cId="956967912" sldId="2147483940"/>
              <ac:spMk id="4" creationId="{EC59B256-B3DA-F502-7D0F-6BD97C0C8446}"/>
            </ac:spMkLst>
          </pc:spChg>
          <pc:spChg chg="mod">
            <ac:chgData name="Yvette Delim" userId="1eb1221e-2905-468b-b6ca-e1e332e3c4b6" providerId="ADAL" clId="{DA7A546E-94E1-4582-8A10-7F7943C9DA93}" dt="2025-05-06T20:28:53.942" v="282" actId="255"/>
            <ac:spMkLst>
              <pc:docMk/>
              <pc:sldMasterMk cId="58932730" sldId="2147483910"/>
              <pc:sldLayoutMk cId="956967912" sldId="2147483940"/>
              <ac:spMk id="5" creationId="{FC333B3E-5BEA-4514-BC19-7601420AECFA}"/>
            </ac:spMkLst>
          </pc:spChg>
        </pc:sldLayoutChg>
        <pc:sldLayoutChg chg="modSp add mod modTransition">
          <pc:chgData name="Yvette Delim" userId="1eb1221e-2905-468b-b6ca-e1e332e3c4b6" providerId="ADAL" clId="{DA7A546E-94E1-4582-8A10-7F7943C9DA93}" dt="2025-05-06T20:31:28.992" v="295"/>
          <pc:sldLayoutMkLst>
            <pc:docMk/>
            <pc:sldMasterMk cId="58932730" sldId="2147483910"/>
            <pc:sldLayoutMk cId="4018889132" sldId="2147483941"/>
          </pc:sldLayoutMkLst>
          <pc:spChg chg="mod">
            <ac:chgData name="Yvette Delim" userId="1eb1221e-2905-468b-b6ca-e1e332e3c4b6" providerId="ADAL" clId="{DA7A546E-94E1-4582-8A10-7F7943C9DA93}" dt="2025-05-06T20:31:28.992" v="295"/>
            <ac:spMkLst>
              <pc:docMk/>
              <pc:sldMasterMk cId="58932730" sldId="2147483910"/>
              <pc:sldLayoutMk cId="4018889132" sldId="2147483941"/>
              <ac:spMk id="2" creationId="{FEEC7DB1-AF77-4C23-97D2-AB7420353204}"/>
            </ac:spMkLst>
          </pc:spChg>
        </pc:sldLayoutChg>
        <pc:sldLayoutChg chg="addSp delSp modSp add mod ord modTransition">
          <pc:chgData name="Yvette Delim" userId="1eb1221e-2905-468b-b6ca-e1e332e3c4b6" providerId="ADAL" clId="{DA7A546E-94E1-4582-8A10-7F7943C9DA93}" dt="2025-05-06T20:34:45.152" v="315" actId="1076"/>
          <pc:sldLayoutMkLst>
            <pc:docMk/>
            <pc:sldMasterMk cId="58932730" sldId="2147483910"/>
            <pc:sldLayoutMk cId="242110922" sldId="2147483942"/>
          </pc:sldLayoutMkLst>
          <pc:spChg chg="add mod">
            <ac:chgData name="Yvette Delim" userId="1eb1221e-2905-468b-b6ca-e1e332e3c4b6" providerId="ADAL" clId="{DA7A546E-94E1-4582-8A10-7F7943C9DA93}" dt="2025-05-06T20:33:10.263" v="301"/>
            <ac:spMkLst>
              <pc:docMk/>
              <pc:sldMasterMk cId="58932730" sldId="2147483910"/>
              <pc:sldLayoutMk cId="242110922" sldId="2147483942"/>
              <ac:spMk id="5" creationId="{6C8108A7-CF6A-E45E-3271-AD5F0CCCBD35}"/>
            </ac:spMkLst>
          </pc:spChg>
          <pc:spChg chg="add mod">
            <ac:chgData name="Yvette Delim" userId="1eb1221e-2905-468b-b6ca-e1e332e3c4b6" providerId="ADAL" clId="{DA7A546E-94E1-4582-8A10-7F7943C9DA93}" dt="2025-05-06T20:33:41.342" v="305" actId="1076"/>
            <ac:spMkLst>
              <pc:docMk/>
              <pc:sldMasterMk cId="58932730" sldId="2147483910"/>
              <pc:sldLayoutMk cId="242110922" sldId="2147483942"/>
              <ac:spMk id="6" creationId="{37ECB071-96AD-8795-C8D4-9A81241975C8}"/>
            </ac:spMkLst>
          </pc:spChg>
          <pc:spChg chg="add mod">
            <ac:chgData name="Yvette Delim" userId="1eb1221e-2905-468b-b6ca-e1e332e3c4b6" providerId="ADAL" clId="{DA7A546E-94E1-4582-8A10-7F7943C9DA93}" dt="2025-05-06T20:34:22.566" v="312" actId="1076"/>
            <ac:spMkLst>
              <pc:docMk/>
              <pc:sldMasterMk cId="58932730" sldId="2147483910"/>
              <pc:sldLayoutMk cId="242110922" sldId="2147483942"/>
              <ac:spMk id="8" creationId="{DE1A393B-AED2-4359-5564-F91E33B7D820}"/>
            </ac:spMkLst>
          </pc:spChg>
          <pc:spChg chg="add mod">
            <ac:chgData name="Yvette Delim" userId="1eb1221e-2905-468b-b6ca-e1e332e3c4b6" providerId="ADAL" clId="{DA7A546E-94E1-4582-8A10-7F7943C9DA93}" dt="2025-05-06T20:34:45.152" v="315" actId="1076"/>
            <ac:spMkLst>
              <pc:docMk/>
              <pc:sldMasterMk cId="58932730" sldId="2147483910"/>
              <pc:sldLayoutMk cId="242110922" sldId="2147483942"/>
              <ac:spMk id="9" creationId="{207D2617-5664-6F18-3225-0FCA4E33CFC3}"/>
            </ac:spMkLst>
          </pc:spChg>
        </pc:sldLayoutChg>
        <pc:sldLayoutChg chg="modSp add mod modTransition">
          <pc:chgData name="Yvette Delim" userId="1eb1221e-2905-468b-b6ca-e1e332e3c4b6" providerId="ADAL" clId="{DA7A546E-94E1-4582-8A10-7F7943C9DA93}" dt="2025-05-06T20:35:31.604" v="319" actId="255"/>
          <pc:sldLayoutMkLst>
            <pc:docMk/>
            <pc:sldMasterMk cId="58932730" sldId="2147483910"/>
            <pc:sldLayoutMk cId="1064194118" sldId="2147483943"/>
          </pc:sldLayoutMkLst>
          <pc:spChg chg="mod">
            <ac:chgData name="Yvette Delim" userId="1eb1221e-2905-468b-b6ca-e1e332e3c4b6" providerId="ADAL" clId="{DA7A546E-94E1-4582-8A10-7F7943C9DA93}" dt="2025-05-06T20:35:31.604" v="319" actId="255"/>
            <ac:spMkLst>
              <pc:docMk/>
              <pc:sldMasterMk cId="58932730" sldId="2147483910"/>
              <pc:sldLayoutMk cId="1064194118" sldId="2147483943"/>
              <ac:spMk id="2" creationId="{CBD8AA6A-10F2-4CA6-8925-E15CCE24451A}"/>
            </ac:spMkLst>
          </pc:spChg>
        </pc:sldLayoutChg>
        <pc:sldLayoutChg chg="modSp add mod ord modTransition">
          <pc:chgData name="Yvette Delim" userId="1eb1221e-2905-468b-b6ca-e1e332e3c4b6" providerId="ADAL" clId="{DA7A546E-94E1-4582-8A10-7F7943C9DA93}" dt="2025-05-06T20:39:28.826" v="339" actId="1076"/>
          <pc:sldLayoutMkLst>
            <pc:docMk/>
            <pc:sldMasterMk cId="58932730" sldId="2147483910"/>
            <pc:sldLayoutMk cId="623132797" sldId="2147483944"/>
          </pc:sldLayoutMkLst>
          <pc:spChg chg="mod">
            <ac:chgData name="Yvette Delim" userId="1eb1221e-2905-468b-b6ca-e1e332e3c4b6" providerId="ADAL" clId="{DA7A546E-94E1-4582-8A10-7F7943C9DA93}" dt="2025-05-06T20:39:28.826" v="339" actId="1076"/>
            <ac:spMkLst>
              <pc:docMk/>
              <pc:sldMasterMk cId="58932730" sldId="2147483910"/>
              <pc:sldLayoutMk cId="623132797" sldId="2147483944"/>
              <ac:spMk id="4" creationId="{EC59B256-B3DA-F502-7D0F-6BD97C0C8446}"/>
            </ac:spMkLst>
          </pc:spChg>
          <pc:spChg chg="mod">
            <ac:chgData name="Yvette Delim" userId="1eb1221e-2905-468b-b6ca-e1e332e3c4b6" providerId="ADAL" clId="{DA7A546E-94E1-4582-8A10-7F7943C9DA93}" dt="2025-05-06T20:37:22.688" v="329" actId="1076"/>
            <ac:spMkLst>
              <pc:docMk/>
              <pc:sldMasterMk cId="58932730" sldId="2147483910"/>
              <pc:sldLayoutMk cId="623132797" sldId="2147483944"/>
              <ac:spMk id="11" creationId="{5E22AB62-0F44-4520-87A4-B6F4E29936B4}"/>
            </ac:spMkLst>
          </pc:spChg>
          <pc:spChg chg="mod">
            <ac:chgData name="Yvette Delim" userId="1eb1221e-2905-468b-b6ca-e1e332e3c4b6" providerId="ADAL" clId="{DA7A546E-94E1-4582-8A10-7F7943C9DA93}" dt="2025-05-06T20:38:53.276" v="337" actId="1076"/>
            <ac:spMkLst>
              <pc:docMk/>
              <pc:sldMasterMk cId="58932730" sldId="2147483910"/>
              <pc:sldLayoutMk cId="623132797" sldId="2147483944"/>
              <ac:spMk id="13" creationId="{0FCEDE76-6906-4DE3-843C-BBB6CA5A2170}"/>
            </ac:spMkLst>
          </pc:spChg>
        </pc:sldLayoutChg>
        <pc:sldLayoutChg chg="modSp add mod modTransition">
          <pc:chgData name="Yvette Delim" userId="1eb1221e-2905-468b-b6ca-e1e332e3c4b6" providerId="ADAL" clId="{DA7A546E-94E1-4582-8A10-7F7943C9DA93}" dt="2025-05-06T20:41:38.065" v="346" actId="255"/>
          <pc:sldLayoutMkLst>
            <pc:docMk/>
            <pc:sldMasterMk cId="58932730" sldId="2147483910"/>
            <pc:sldLayoutMk cId="1915926914" sldId="2147483945"/>
          </pc:sldLayoutMkLst>
          <pc:spChg chg="mod">
            <ac:chgData name="Yvette Delim" userId="1eb1221e-2905-468b-b6ca-e1e332e3c4b6" providerId="ADAL" clId="{DA7A546E-94E1-4582-8A10-7F7943C9DA93}" dt="2025-05-06T20:41:38.065" v="346" actId="255"/>
            <ac:spMkLst>
              <pc:docMk/>
              <pc:sldMasterMk cId="58932730" sldId="2147483910"/>
              <pc:sldLayoutMk cId="1915926914" sldId="2147483945"/>
              <ac:spMk id="5" creationId="{FC333B3E-5BEA-4514-BC19-7601420AECFA}"/>
            </ac:spMkLst>
          </pc:spChg>
        </pc:sldLayoutChg>
      </pc:sldMasterChg>
    </pc:docChg>
  </pc:docChgLst>
  <pc:docChgLst>
    <pc:chgData name="Yvette Delim" userId="1eb1221e-2905-468b-b6ca-e1e332e3c4b6" providerId="ADAL" clId="{F6F4A0A2-F8AA-43F0-ABFB-1FEA641C4432}"/>
    <pc:docChg chg="undo custSel addSld delSld modSld sldOrd">
      <pc:chgData name="Yvette Delim" userId="1eb1221e-2905-468b-b6ca-e1e332e3c4b6" providerId="ADAL" clId="{F6F4A0A2-F8AA-43F0-ABFB-1FEA641C4432}" dt="2025-05-06T19:02:14.440" v="1588" actId="20577"/>
      <pc:docMkLst>
        <pc:docMk/>
      </pc:docMkLst>
      <pc:sldChg chg="modSp mod">
        <pc:chgData name="Yvette Delim" userId="1eb1221e-2905-468b-b6ca-e1e332e3c4b6" providerId="ADAL" clId="{F6F4A0A2-F8AA-43F0-ABFB-1FEA641C4432}" dt="2025-04-28T19:47:22.270" v="13" actId="139"/>
        <pc:sldMkLst>
          <pc:docMk/>
          <pc:sldMk cId="3995608643" sldId="257"/>
        </pc:sldMkLst>
      </pc:sldChg>
      <pc:sldChg chg="modSp mod ord modNotes modNotesTx">
        <pc:chgData name="Yvette Delim" userId="1eb1221e-2905-468b-b6ca-e1e332e3c4b6" providerId="ADAL" clId="{F6F4A0A2-F8AA-43F0-ABFB-1FEA641C4432}" dt="2025-05-06T18:46:46.258" v="1580" actId="5793"/>
        <pc:sldMkLst>
          <pc:docMk/>
          <pc:sldMk cId="2170154808" sldId="258"/>
        </pc:sldMkLst>
      </pc:sldChg>
      <pc:sldChg chg="modSp mod">
        <pc:chgData name="Yvette Delim" userId="1eb1221e-2905-468b-b6ca-e1e332e3c4b6" providerId="ADAL" clId="{F6F4A0A2-F8AA-43F0-ABFB-1FEA641C4432}" dt="2025-04-28T19:51:47.631" v="71" actId="255"/>
        <pc:sldMkLst>
          <pc:docMk/>
          <pc:sldMk cId="3549381897" sldId="259"/>
        </pc:sldMkLst>
      </pc:sldChg>
      <pc:sldChg chg="addSp delSp modSp mod modClrScheme chgLayout">
        <pc:chgData name="Yvette Delim" userId="1eb1221e-2905-468b-b6ca-e1e332e3c4b6" providerId="ADAL" clId="{F6F4A0A2-F8AA-43F0-ABFB-1FEA641C4432}" dt="2025-05-01T20:48:46.770" v="460" actId="20577"/>
        <pc:sldMkLst>
          <pc:docMk/>
          <pc:sldMk cId="1702716025" sldId="260"/>
        </pc:sldMkLst>
      </pc:sldChg>
      <pc:sldChg chg="del">
        <pc:chgData name="Yvette Delim" userId="1eb1221e-2905-468b-b6ca-e1e332e3c4b6" providerId="ADAL" clId="{F6F4A0A2-F8AA-43F0-ABFB-1FEA641C4432}" dt="2025-05-02T01:13:17.522" v="1448" actId="47"/>
        <pc:sldMkLst>
          <pc:docMk/>
          <pc:sldMk cId="2298346470" sldId="262"/>
        </pc:sldMkLst>
      </pc:sldChg>
      <pc:sldChg chg="del">
        <pc:chgData name="Yvette Delim" userId="1eb1221e-2905-468b-b6ca-e1e332e3c4b6" providerId="ADAL" clId="{F6F4A0A2-F8AA-43F0-ABFB-1FEA641C4432}" dt="2025-05-02T01:13:22.300" v="1449" actId="47"/>
        <pc:sldMkLst>
          <pc:docMk/>
          <pc:sldMk cId="2631819795" sldId="263"/>
        </pc:sldMkLst>
      </pc:sldChg>
      <pc:sldChg chg="new del">
        <pc:chgData name="Yvette Delim" userId="1eb1221e-2905-468b-b6ca-e1e332e3c4b6" providerId="ADAL" clId="{F6F4A0A2-F8AA-43F0-ABFB-1FEA641C4432}" dt="2025-04-28T19:48:16.105" v="17" actId="47"/>
        <pc:sldMkLst>
          <pc:docMk/>
          <pc:sldMk cId="1401178164" sldId="265"/>
        </pc:sldMkLst>
      </pc:sldChg>
      <pc:sldChg chg="modSp add mod">
        <pc:chgData name="Yvette Delim" userId="1eb1221e-2905-468b-b6ca-e1e332e3c4b6" providerId="ADAL" clId="{F6F4A0A2-F8AA-43F0-ABFB-1FEA641C4432}" dt="2025-04-28T19:54:03.166" v="72" actId="6549"/>
        <pc:sldMkLst>
          <pc:docMk/>
          <pc:sldMk cId="2295165259" sldId="265"/>
        </pc:sldMkLst>
      </pc:sldChg>
      <pc:sldChg chg="new del">
        <pc:chgData name="Yvette Delim" userId="1eb1221e-2905-468b-b6ca-e1e332e3c4b6" providerId="ADAL" clId="{F6F4A0A2-F8AA-43F0-ABFB-1FEA641C4432}" dt="2025-04-28T19:48:33.796" v="19" actId="47"/>
        <pc:sldMkLst>
          <pc:docMk/>
          <pc:sldMk cId="3644299184" sldId="265"/>
        </pc:sldMkLst>
      </pc:sldChg>
      <pc:sldChg chg="modSp new mod">
        <pc:chgData name="Yvette Delim" userId="1eb1221e-2905-468b-b6ca-e1e332e3c4b6" providerId="ADAL" clId="{F6F4A0A2-F8AA-43F0-ABFB-1FEA641C4432}" dt="2025-05-05T17:42:59.413" v="1552" actId="6549"/>
        <pc:sldMkLst>
          <pc:docMk/>
          <pc:sldMk cId="768759039" sldId="266"/>
        </pc:sldMkLst>
      </pc:sldChg>
      <pc:sldChg chg="addSp delSp modSp new mod">
        <pc:chgData name="Yvette Delim" userId="1eb1221e-2905-468b-b6ca-e1e332e3c4b6" providerId="ADAL" clId="{F6F4A0A2-F8AA-43F0-ABFB-1FEA641C4432}" dt="2025-05-02T01:04:50.833" v="1418" actId="1076"/>
        <pc:sldMkLst>
          <pc:docMk/>
          <pc:sldMk cId="118820383" sldId="267"/>
        </pc:sldMkLst>
      </pc:sldChg>
      <pc:sldChg chg="addSp delSp modSp add mod">
        <pc:chgData name="Yvette Delim" userId="1eb1221e-2905-468b-b6ca-e1e332e3c4b6" providerId="ADAL" clId="{F6F4A0A2-F8AA-43F0-ABFB-1FEA641C4432}" dt="2025-05-02T01:04:37.258" v="1417" actId="1076"/>
        <pc:sldMkLst>
          <pc:docMk/>
          <pc:sldMk cId="4018795062" sldId="268"/>
        </pc:sldMkLst>
      </pc:sldChg>
      <pc:sldChg chg="modSp new del mod ord">
        <pc:chgData name="Yvette Delim" userId="1eb1221e-2905-468b-b6ca-e1e332e3c4b6" providerId="ADAL" clId="{F6F4A0A2-F8AA-43F0-ABFB-1FEA641C4432}" dt="2025-05-01T18:33:46.013" v="441" actId="2696"/>
        <pc:sldMkLst>
          <pc:docMk/>
          <pc:sldMk cId="1112699275" sldId="269"/>
        </pc:sldMkLst>
      </pc:sldChg>
      <pc:sldChg chg="add del">
        <pc:chgData name="Yvette Delim" userId="1eb1221e-2905-468b-b6ca-e1e332e3c4b6" providerId="ADAL" clId="{F6F4A0A2-F8AA-43F0-ABFB-1FEA641C4432}" dt="2025-05-01T18:33:40.788" v="440" actId="2696"/>
        <pc:sldMkLst>
          <pc:docMk/>
          <pc:sldMk cId="2791046347" sldId="270"/>
        </pc:sldMkLst>
      </pc:sldChg>
      <pc:sldChg chg="modSp new mod">
        <pc:chgData name="Yvette Delim" userId="1eb1221e-2905-468b-b6ca-e1e332e3c4b6" providerId="ADAL" clId="{F6F4A0A2-F8AA-43F0-ABFB-1FEA641C4432}" dt="2025-05-05T17:23:48.907" v="1551" actId="14"/>
        <pc:sldMkLst>
          <pc:docMk/>
          <pc:sldMk cId="854937935" sldId="271"/>
        </pc:sldMkLst>
      </pc:sldChg>
      <pc:sldChg chg="modSp add del mod ord">
        <pc:chgData name="Yvette Delim" userId="1eb1221e-2905-468b-b6ca-e1e332e3c4b6" providerId="ADAL" clId="{F6F4A0A2-F8AA-43F0-ABFB-1FEA641C4432}" dt="2025-05-01T18:33:59.369" v="442" actId="2696"/>
        <pc:sldMkLst>
          <pc:docMk/>
          <pc:sldMk cId="3145964520" sldId="272"/>
        </pc:sldMkLst>
      </pc:sldChg>
      <pc:sldChg chg="addSp delSp modSp new mod">
        <pc:chgData name="Yvette Delim" userId="1eb1221e-2905-468b-b6ca-e1e332e3c4b6" providerId="ADAL" clId="{F6F4A0A2-F8AA-43F0-ABFB-1FEA641C4432}" dt="2025-05-02T16:38:30.511" v="1498" actId="20577"/>
        <pc:sldMkLst>
          <pc:docMk/>
          <pc:sldMk cId="1181436222" sldId="273"/>
        </pc:sldMkLst>
      </pc:sldChg>
      <pc:sldChg chg="addSp delSp modSp new mod modClrScheme chgLayout">
        <pc:chgData name="Yvette Delim" userId="1eb1221e-2905-468b-b6ca-e1e332e3c4b6" providerId="ADAL" clId="{F6F4A0A2-F8AA-43F0-ABFB-1FEA641C4432}" dt="2025-05-06T19:02:14.440" v="1588" actId="20577"/>
        <pc:sldMkLst>
          <pc:docMk/>
          <pc:sldMk cId="3250985680" sldId="274"/>
        </pc:sldMkLst>
      </pc:sldChg>
      <pc:sldChg chg="addSp delSp modSp add mod">
        <pc:chgData name="Yvette Delim" userId="1eb1221e-2905-468b-b6ca-e1e332e3c4b6" providerId="ADAL" clId="{F6F4A0A2-F8AA-43F0-ABFB-1FEA641C4432}" dt="2025-05-02T16:38:39.635" v="1502" actId="20577"/>
        <pc:sldMkLst>
          <pc:docMk/>
          <pc:sldMk cId="475225693" sldId="275"/>
        </pc:sldMkLst>
      </pc:sldChg>
      <pc:sldChg chg="addSp modSp new mod modClrScheme chgLayout">
        <pc:chgData name="Yvette Delim" userId="1eb1221e-2905-468b-b6ca-e1e332e3c4b6" providerId="ADAL" clId="{F6F4A0A2-F8AA-43F0-ABFB-1FEA641C4432}" dt="2025-05-02T16:38:46.579" v="1504" actId="20577"/>
        <pc:sldMkLst>
          <pc:docMk/>
          <pc:sldMk cId="622141998" sldId="276"/>
        </pc:sldMkLst>
      </pc:sldChg>
      <pc:sldChg chg="addSp delSp modSp new del mod modClrScheme chgLayout">
        <pc:chgData name="Yvette Delim" userId="1eb1221e-2905-468b-b6ca-e1e332e3c4b6" providerId="ADAL" clId="{F6F4A0A2-F8AA-43F0-ABFB-1FEA641C4432}" dt="2025-05-01T23:06:09.241" v="624" actId="47"/>
        <pc:sldMkLst>
          <pc:docMk/>
          <pc:sldMk cId="800978551" sldId="277"/>
        </pc:sldMkLst>
      </pc:sldChg>
      <pc:sldChg chg="addSp delSp modSp new mod">
        <pc:chgData name="Yvette Delim" userId="1eb1221e-2905-468b-b6ca-e1e332e3c4b6" providerId="ADAL" clId="{F6F4A0A2-F8AA-43F0-ABFB-1FEA641C4432}" dt="2025-05-01T23:19:22.206" v="758" actId="20577"/>
        <pc:sldMkLst>
          <pc:docMk/>
          <pc:sldMk cId="3762045304" sldId="277"/>
        </pc:sldMkLst>
      </pc:sldChg>
      <pc:sldChg chg="modSp new mod">
        <pc:chgData name="Yvette Delim" userId="1eb1221e-2905-468b-b6ca-e1e332e3c4b6" providerId="ADAL" clId="{F6F4A0A2-F8AA-43F0-ABFB-1FEA641C4432}" dt="2025-05-02T16:28:02.620" v="1482" actId="20577"/>
        <pc:sldMkLst>
          <pc:docMk/>
          <pc:sldMk cId="3678982506" sldId="278"/>
        </pc:sldMkLst>
      </pc:sldChg>
      <pc:sldChg chg="addSp delSp modSp new mod chgLayout">
        <pc:chgData name="Yvette Delim" userId="1eb1221e-2905-468b-b6ca-e1e332e3c4b6" providerId="ADAL" clId="{F6F4A0A2-F8AA-43F0-ABFB-1FEA641C4432}" dt="2025-05-01T23:27:14.079" v="788" actId="20577"/>
        <pc:sldMkLst>
          <pc:docMk/>
          <pc:sldMk cId="2327471343" sldId="279"/>
        </pc:sldMkLst>
      </pc:sldChg>
      <pc:sldChg chg="addSp delSp modSp add mod modClrScheme chgLayout">
        <pc:chgData name="Yvette Delim" userId="1eb1221e-2905-468b-b6ca-e1e332e3c4b6" providerId="ADAL" clId="{F6F4A0A2-F8AA-43F0-ABFB-1FEA641C4432}" dt="2025-05-01T23:37:39.272" v="865"/>
        <pc:sldMkLst>
          <pc:docMk/>
          <pc:sldMk cId="3682215070" sldId="280"/>
        </pc:sldMkLst>
      </pc:sldChg>
      <pc:sldChg chg="delSp modSp new mod modClrScheme chgLayout">
        <pc:chgData name="Yvette Delim" userId="1eb1221e-2905-468b-b6ca-e1e332e3c4b6" providerId="ADAL" clId="{F6F4A0A2-F8AA-43F0-ABFB-1FEA641C4432}" dt="2025-05-01T23:54:04.742" v="942" actId="255"/>
        <pc:sldMkLst>
          <pc:docMk/>
          <pc:sldMk cId="3564386640" sldId="281"/>
        </pc:sldMkLst>
      </pc:sldChg>
      <pc:sldChg chg="addSp delSp modSp add mod modClrScheme chgLayout">
        <pc:chgData name="Yvette Delim" userId="1eb1221e-2905-468b-b6ca-e1e332e3c4b6" providerId="ADAL" clId="{F6F4A0A2-F8AA-43F0-ABFB-1FEA641C4432}" dt="2025-05-01T23:54:29.508" v="946" actId="20577"/>
        <pc:sldMkLst>
          <pc:docMk/>
          <pc:sldMk cId="3550209258" sldId="282"/>
        </pc:sldMkLst>
      </pc:sldChg>
      <pc:sldChg chg="addSp delSp modSp add mod modClrScheme chgLayout">
        <pc:chgData name="Yvette Delim" userId="1eb1221e-2905-468b-b6ca-e1e332e3c4b6" providerId="ADAL" clId="{F6F4A0A2-F8AA-43F0-ABFB-1FEA641C4432}" dt="2025-05-01T23:54:39.593" v="950" actId="20577"/>
        <pc:sldMkLst>
          <pc:docMk/>
          <pc:sldMk cId="96460123" sldId="283"/>
        </pc:sldMkLst>
      </pc:sldChg>
      <pc:sldChg chg="modSp new mod">
        <pc:chgData name="Yvette Delim" userId="1eb1221e-2905-468b-b6ca-e1e332e3c4b6" providerId="ADAL" clId="{F6F4A0A2-F8AA-43F0-ABFB-1FEA641C4432}" dt="2025-05-02T00:10:54.361" v="1062" actId="20577"/>
        <pc:sldMkLst>
          <pc:docMk/>
          <pc:sldMk cId="2676566542" sldId="284"/>
        </pc:sldMkLst>
      </pc:sldChg>
      <pc:sldChg chg="modSp add mod">
        <pc:chgData name="Yvette Delim" userId="1eb1221e-2905-468b-b6ca-e1e332e3c4b6" providerId="ADAL" clId="{F6F4A0A2-F8AA-43F0-ABFB-1FEA641C4432}" dt="2025-05-02T00:11:12.264" v="1065" actId="20577"/>
        <pc:sldMkLst>
          <pc:docMk/>
          <pc:sldMk cId="2259825047" sldId="285"/>
        </pc:sldMkLst>
      </pc:sldChg>
      <pc:sldChg chg="modSp new mod">
        <pc:chgData name="Yvette Delim" userId="1eb1221e-2905-468b-b6ca-e1e332e3c4b6" providerId="ADAL" clId="{F6F4A0A2-F8AA-43F0-ABFB-1FEA641C4432}" dt="2025-05-02T00:11:20.446" v="1067"/>
        <pc:sldMkLst>
          <pc:docMk/>
          <pc:sldMk cId="2704407885" sldId="286"/>
        </pc:sldMkLst>
      </pc:sldChg>
      <pc:sldChg chg="addSp delSp modSp new mod modClrScheme chgLayout">
        <pc:chgData name="Yvette Delim" userId="1eb1221e-2905-468b-b6ca-e1e332e3c4b6" providerId="ADAL" clId="{F6F4A0A2-F8AA-43F0-ABFB-1FEA641C4432}" dt="2025-05-02T00:40:01.735" v="1246" actId="20577"/>
        <pc:sldMkLst>
          <pc:docMk/>
          <pc:sldMk cId="2656989860" sldId="287"/>
        </pc:sldMkLst>
      </pc:sldChg>
      <pc:sldChg chg="modSp new mod">
        <pc:chgData name="Yvette Delim" userId="1eb1221e-2905-468b-b6ca-e1e332e3c4b6" providerId="ADAL" clId="{F6F4A0A2-F8AA-43F0-ABFB-1FEA641C4432}" dt="2025-05-02T00:40:36.497" v="1251" actId="21"/>
        <pc:sldMkLst>
          <pc:docMk/>
          <pc:sldMk cId="3131101751" sldId="288"/>
        </pc:sldMkLst>
      </pc:sldChg>
      <pc:sldChg chg="addSp delSp modSp add mod ord modClrScheme chgLayout">
        <pc:chgData name="Yvette Delim" userId="1eb1221e-2905-468b-b6ca-e1e332e3c4b6" providerId="ADAL" clId="{F6F4A0A2-F8AA-43F0-ABFB-1FEA641C4432}" dt="2025-05-02T01:02:59.154" v="1352" actId="1076"/>
        <pc:sldMkLst>
          <pc:docMk/>
          <pc:sldMk cId="1325574624" sldId="289"/>
        </pc:sldMkLst>
      </pc:sldChg>
      <pc:sldChg chg="addSp delSp modSp add mod modClrScheme chgLayout">
        <pc:chgData name="Yvette Delim" userId="1eb1221e-2905-468b-b6ca-e1e332e3c4b6" providerId="ADAL" clId="{F6F4A0A2-F8AA-43F0-ABFB-1FEA641C4432}" dt="2025-05-02T16:40:02.292" v="1506" actId="20577"/>
        <pc:sldMkLst>
          <pc:docMk/>
          <pc:sldMk cId="4182089878" sldId="290"/>
        </pc:sldMkLst>
      </pc:sldChg>
      <pc:sldChg chg="addSp delSp modSp add mod modClrScheme chgLayout">
        <pc:chgData name="Yvette Delim" userId="1eb1221e-2905-468b-b6ca-e1e332e3c4b6" providerId="ADAL" clId="{F6F4A0A2-F8AA-43F0-ABFB-1FEA641C4432}" dt="2025-05-02T00:57:36.935" v="1329" actId="12788"/>
        <pc:sldMkLst>
          <pc:docMk/>
          <pc:sldMk cId="3863939650" sldId="291"/>
        </pc:sldMkLst>
      </pc:sldChg>
      <pc:sldChg chg="addSp delSp modSp new mod modClrScheme chgLayout">
        <pc:chgData name="Yvette Delim" userId="1eb1221e-2905-468b-b6ca-e1e332e3c4b6" providerId="ADAL" clId="{F6F4A0A2-F8AA-43F0-ABFB-1FEA641C4432}" dt="2025-05-02T01:02:34.752" v="1351" actId="1076"/>
        <pc:sldMkLst>
          <pc:docMk/>
          <pc:sldMk cId="956317542" sldId="292"/>
        </pc:sldMkLst>
      </pc:sldChg>
      <pc:sldChg chg="modSp new mod">
        <pc:chgData name="Yvette Delim" userId="1eb1221e-2905-468b-b6ca-e1e332e3c4b6" providerId="ADAL" clId="{F6F4A0A2-F8AA-43F0-ABFB-1FEA641C4432}" dt="2025-05-02T01:06:24.247" v="1422"/>
        <pc:sldMkLst>
          <pc:docMk/>
          <pc:sldMk cId="3235051181" sldId="293"/>
        </pc:sldMkLst>
      </pc:sldChg>
      <pc:sldChg chg="modSp new mod">
        <pc:chgData name="Yvette Delim" userId="1eb1221e-2905-468b-b6ca-e1e332e3c4b6" providerId="ADAL" clId="{F6F4A0A2-F8AA-43F0-ABFB-1FEA641C4432}" dt="2025-05-02T16:28:32.792" v="1496" actId="20577"/>
        <pc:sldMkLst>
          <pc:docMk/>
          <pc:sldMk cId="3019627366" sldId="294"/>
        </pc:sldMkLst>
      </pc:sldChg>
      <pc:sldChg chg="addSp modSp new mod modClrScheme chgLayout modNotes modNotesTx">
        <pc:chgData name="Yvette Delim" userId="1eb1221e-2905-468b-b6ca-e1e332e3c4b6" providerId="ADAL" clId="{F6F4A0A2-F8AA-43F0-ABFB-1FEA641C4432}" dt="2025-05-02T01:14:00.291" v="1454" actId="700"/>
        <pc:sldMkLst>
          <pc:docMk/>
          <pc:sldMk cId="4204280167" sldId="295"/>
        </pc:sldMkLst>
      </pc:sldChg>
      <pc:sldChg chg="addSp delSp modSp new mod chgLayout modNotes">
        <pc:chgData name="Yvette Delim" userId="1eb1221e-2905-468b-b6ca-e1e332e3c4b6" providerId="ADAL" clId="{F6F4A0A2-F8AA-43F0-ABFB-1FEA641C4432}" dt="2025-05-06T18:43:59.897" v="1556" actId="12"/>
        <pc:sldMkLst>
          <pc:docMk/>
          <pc:sldMk cId="629264104" sldId="296"/>
        </pc:sldMkLst>
      </pc:sldChg>
      <pc:sldChg chg="new del">
        <pc:chgData name="Yvette Delim" userId="1eb1221e-2905-468b-b6ca-e1e332e3c4b6" providerId="ADAL" clId="{F6F4A0A2-F8AA-43F0-ABFB-1FEA641C4432}" dt="2025-05-06T18:42:24.109" v="1554" actId="47"/>
        <pc:sldMkLst>
          <pc:docMk/>
          <pc:sldMk cId="1236886220" sldId="297"/>
        </pc:sldMkLst>
      </pc:sldChg>
      <pc:sldChg chg="modSp new mod">
        <pc:chgData name="Yvette Delim" userId="1eb1221e-2905-468b-b6ca-e1e332e3c4b6" providerId="ADAL" clId="{F6F4A0A2-F8AA-43F0-ABFB-1FEA641C4432}" dt="2025-05-06T18:44:26.525" v="1558"/>
        <pc:sldMkLst>
          <pc:docMk/>
          <pc:sldMk cId="2615260713" sldId="297"/>
        </pc:sldMkLst>
        <pc:spChg chg="mod">
          <ac:chgData name="Yvette Delim" userId="1eb1221e-2905-468b-b6ca-e1e332e3c4b6" providerId="ADAL" clId="{F6F4A0A2-F8AA-43F0-ABFB-1FEA641C4432}" dt="2025-05-06T18:44:26.525" v="1558"/>
          <ac:spMkLst>
            <pc:docMk/>
            <pc:sldMk cId="2615260713" sldId="297"/>
            <ac:spMk id="3" creationId="{E02E4B53-B7C6-1D08-F07F-C168A65984CB}"/>
          </ac:spMkLst>
        </pc:spChg>
      </pc:sldChg>
    </pc:docChg>
  </pc:docChgLst>
</pc:chgInfo>
</file>

<file path=ppt/handoutMasters/_rels/handoutMaster1.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tags" Target="../tags/tag28.xml"/><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Footer Placeholder 3">
            <a:extLst>
              <a:ext uri="{FF2B5EF4-FFF2-40B4-BE49-F238E27FC236}">
                <a16:creationId xmlns:a16="http://schemas.microsoft.com/office/drawing/2014/main" id="{B06D6A9A-E421-49E1-95E3-28D4C7B9C8A6}"/>
              </a:ext>
            </a:extLst>
          </p:cNvPr>
          <p:cNvSpPr>
            <a:spLocks noGrp="1"/>
          </p:cNvSpPr>
          <p:nvPr>
            <p:ph type="ftr" sz="quarter" idx="2"/>
          </p:nvPr>
        </p:nvSpPr>
        <p:spPr>
          <a:xfrm>
            <a:off x="11017" y="8846898"/>
            <a:ext cx="6195600" cy="155489"/>
          </a:xfrm>
          <a:prstGeom prst="rect">
            <a:avLst/>
          </a:prstGeom>
        </p:spPr>
        <p:txBody>
          <a:bodyPr vert="horz" lIns="91440" tIns="45720" rIns="91440" bIns="45720" rtlCol="0" anchor="ctr"/>
          <a:lstStyle>
            <a:lvl1pPr algn="r">
              <a:defRPr sz="600" i="0" u="none">
                <a:solidFill>
                  <a:schemeClr val="accent4"/>
                </a:solidFill>
              </a:defRPr>
            </a:lvl1pPr>
          </a:lstStyle>
          <a:p>
            <a:pPr algn="l"/>
            <a:endParaRPr lang="en-US" dirty="0"/>
          </a:p>
        </p:txBody>
      </p:sp>
      <p:sp>
        <p:nvSpPr>
          <p:cNvPr id="7" name="Slide Number Placeholder 4">
            <a:extLst>
              <a:ext uri="{FF2B5EF4-FFF2-40B4-BE49-F238E27FC236}">
                <a16:creationId xmlns:a16="http://schemas.microsoft.com/office/drawing/2014/main" id="{159ABDE6-7738-416A-B4E7-0C3C017A5174}"/>
              </a:ext>
            </a:extLst>
          </p:cNvPr>
          <p:cNvSpPr>
            <a:spLocks noGrp="1"/>
          </p:cNvSpPr>
          <p:nvPr>
            <p:ph type="sldNum" sz="quarter" idx="3"/>
          </p:nvPr>
        </p:nvSpPr>
        <p:spPr>
          <a:xfrm>
            <a:off x="6391349" y="8747560"/>
            <a:ext cx="479184" cy="198675"/>
          </a:xfrm>
          <a:prstGeom prst="rect">
            <a:avLst/>
          </a:prstGeom>
        </p:spPr>
        <p:txBody>
          <a:bodyPr vert="horz" lIns="91440" tIns="45720" rIns="91440" bIns="45720" rtlCol="0" anchor="ctr"/>
          <a:lstStyle>
            <a:lvl1pPr algn="r">
              <a:defRPr sz="700">
                <a:solidFill>
                  <a:schemeClr val="tx1"/>
                </a:solidFill>
              </a:defRPr>
            </a:lvl1pPr>
          </a:lstStyle>
          <a:p>
            <a:fld id="{B7CF8A19-3A9E-4ABC-B336-2FDDE321C72D}" type="slidenum">
              <a:rPr lang="en-US" smtClean="0"/>
              <a:pPr/>
              <a:t>‹#›</a:t>
            </a:fld>
            <a:endParaRPr lang="en-US" dirty="0"/>
          </a:p>
        </p:txBody>
      </p:sp>
      <p:pic>
        <p:nvPicPr>
          <p:cNvPr id="8" name="Picture 7" descr="CompTIA_logo.wmf">
            <a:extLst>
              <a:ext uri="{FF2B5EF4-FFF2-40B4-BE49-F238E27FC236}">
                <a16:creationId xmlns:a16="http://schemas.microsoft.com/office/drawing/2014/main" id="{C687E238-29FD-442E-B707-9D78F681F08D}"/>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76587" y="8742059"/>
            <a:ext cx="612648" cy="131064"/>
          </a:xfrm>
          <a:prstGeom prst="rect">
            <a:avLst/>
          </a:prstGeom>
        </p:spPr>
      </p:pic>
    </p:spTree>
    <p:custDataLst>
      <p:tags r:id="rId2"/>
    </p:custDataLst>
    <p:extLst>
      <p:ext uri="{BB962C8B-B14F-4D97-AF65-F5344CB8AC3E}">
        <p14:creationId xmlns:p14="http://schemas.microsoft.com/office/powerpoint/2010/main" val="5385469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2" Type="http://schemas.openxmlformats.org/officeDocument/2006/relationships/image" Target="../media/image13.wmf"/><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381000" y="311223"/>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381000" y="3845062"/>
            <a:ext cx="6096000" cy="46131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3">
            <a:extLst>
              <a:ext uri="{FF2B5EF4-FFF2-40B4-BE49-F238E27FC236}">
                <a16:creationId xmlns:a16="http://schemas.microsoft.com/office/drawing/2014/main" id="{7E08E5ED-27EB-4222-8673-ABB6E7176760}"/>
              </a:ext>
            </a:extLst>
          </p:cNvPr>
          <p:cNvSpPr>
            <a:spLocks noGrp="1"/>
          </p:cNvSpPr>
          <p:nvPr>
            <p:ph type="ftr" sz="quarter" idx="4"/>
          </p:nvPr>
        </p:nvSpPr>
        <p:spPr>
          <a:xfrm>
            <a:off x="77118" y="8868932"/>
            <a:ext cx="6195600" cy="155489"/>
          </a:xfrm>
          <a:prstGeom prst="rect">
            <a:avLst/>
          </a:prstGeom>
        </p:spPr>
        <p:txBody>
          <a:bodyPr vert="horz" lIns="91440" tIns="45720" rIns="91440" bIns="45720" rtlCol="0" anchor="ctr"/>
          <a:lstStyle>
            <a:lvl1pPr algn="r">
              <a:defRPr sz="600" i="0" u="none">
                <a:solidFill>
                  <a:schemeClr val="accent4"/>
                </a:solidFill>
              </a:defRPr>
            </a:lvl1pPr>
          </a:lstStyle>
          <a:p>
            <a:pPr algn="l"/>
            <a:endParaRPr lang="en-US" dirty="0"/>
          </a:p>
        </p:txBody>
      </p:sp>
      <p:sp>
        <p:nvSpPr>
          <p:cNvPr id="9" name="Slide Number Placeholder 4">
            <a:extLst>
              <a:ext uri="{FF2B5EF4-FFF2-40B4-BE49-F238E27FC236}">
                <a16:creationId xmlns:a16="http://schemas.microsoft.com/office/drawing/2014/main" id="{3F69D4DB-2CA4-4812-B085-993471451111}"/>
              </a:ext>
            </a:extLst>
          </p:cNvPr>
          <p:cNvSpPr>
            <a:spLocks noGrp="1"/>
          </p:cNvSpPr>
          <p:nvPr>
            <p:ph type="sldNum" sz="quarter" idx="5"/>
          </p:nvPr>
        </p:nvSpPr>
        <p:spPr>
          <a:xfrm>
            <a:off x="6336264" y="8769594"/>
            <a:ext cx="479184" cy="198675"/>
          </a:xfrm>
          <a:prstGeom prst="rect">
            <a:avLst/>
          </a:prstGeom>
        </p:spPr>
        <p:txBody>
          <a:bodyPr vert="horz" lIns="91440" tIns="45720" rIns="91440" bIns="45720" rtlCol="0" anchor="ctr"/>
          <a:lstStyle>
            <a:lvl1pPr algn="r">
              <a:defRPr sz="700">
                <a:solidFill>
                  <a:schemeClr val="tx1"/>
                </a:solidFill>
              </a:defRPr>
            </a:lvl1pPr>
          </a:lstStyle>
          <a:p>
            <a:fld id="{B7CF8A19-3A9E-4ABC-B336-2FDDE321C72D}" type="slidenum">
              <a:rPr lang="en-US" smtClean="0"/>
              <a:pPr/>
              <a:t>‹#›</a:t>
            </a:fld>
            <a:endParaRPr lang="en-US" dirty="0"/>
          </a:p>
        </p:txBody>
      </p:sp>
      <p:pic>
        <p:nvPicPr>
          <p:cNvPr id="10" name="Picture 9" descr="CompTIA_logo.wmf">
            <a:extLst>
              <a:ext uri="{FF2B5EF4-FFF2-40B4-BE49-F238E27FC236}">
                <a16:creationId xmlns:a16="http://schemas.microsoft.com/office/drawing/2014/main" id="{94795792-6EB9-40B5-B9EB-C67D5E9BEC1D}"/>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42688" y="8764093"/>
            <a:ext cx="612648" cy="131064"/>
          </a:xfrm>
          <a:prstGeom prst="rect">
            <a:avLst/>
          </a:prstGeom>
        </p:spPr>
      </p:pic>
    </p:spTree>
    <p:extLst>
      <p:ext uri="{BB962C8B-B14F-4D97-AF65-F5344CB8AC3E}">
        <p14:creationId xmlns:p14="http://schemas.microsoft.com/office/powerpoint/2010/main" val="2690310159"/>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latin typeface="+mn-lt"/>
              </a:rPr>
              <a:t>Core 2 Exam Objectives</a:t>
            </a:r>
          </a:p>
          <a:p>
            <a:pPr marL="171450" indent="-171450" algn="l">
              <a:buFont typeface="Arial" panose="020B0604020202020204" pitchFamily="34" charset="0"/>
              <a:buChar char="•"/>
            </a:pPr>
            <a:r>
              <a:rPr lang="en-US" b="0" i="0" dirty="0">
                <a:solidFill>
                  <a:srgbClr val="191D1F"/>
                </a:solidFill>
                <a:effectLst/>
                <a:latin typeface="+mn-lt"/>
              </a:rPr>
              <a:t>1.9 Identify common features and tools of the Linux client/desktop operating system.</a:t>
            </a:r>
          </a:p>
          <a:p>
            <a:pPr marL="0" indent="0">
              <a:buFont typeface="Arial" panose="020B0604020202020204" pitchFamily="34" charset="0"/>
              <a:buNone/>
            </a:pPr>
            <a:endParaRPr lang="en-US" dirty="0">
              <a:latin typeface="+mn-lt"/>
            </a:endParaRPr>
          </a:p>
          <a:p>
            <a:r>
              <a:rPr lang="en-US" dirty="0">
                <a:latin typeface="+mn-lt"/>
              </a:rPr>
              <a:t>Learning Outcomes</a:t>
            </a:r>
          </a:p>
          <a:p>
            <a:pPr marL="171450" indent="-171450" algn="l">
              <a:buFont typeface="Arial" panose="020B0604020202020204" pitchFamily="34" charset="0"/>
              <a:buChar char="•"/>
            </a:pPr>
            <a:r>
              <a:rPr lang="en-US" b="0" i="0" dirty="0">
                <a:solidFill>
                  <a:srgbClr val="191D1F"/>
                </a:solidFill>
                <a:effectLst/>
                <a:latin typeface="+mn-lt"/>
              </a:rPr>
              <a:t>What are the differences between interactive and non-interactive shell usage, and how can you switch between different shell environments?</a:t>
            </a:r>
          </a:p>
          <a:p>
            <a:pPr marL="171450" indent="-171450" algn="l">
              <a:buFont typeface="Arial" panose="020B0604020202020204" pitchFamily="34" charset="0"/>
              <a:buChar char="•"/>
            </a:pPr>
            <a:r>
              <a:rPr lang="en-US" b="0" i="0" dirty="0">
                <a:solidFill>
                  <a:srgbClr val="191D1F"/>
                </a:solidFill>
                <a:effectLst/>
                <a:latin typeface="+mn-lt"/>
              </a:rPr>
              <a:t>How can you configure multiple desktops in a Linux environment to optimize workspace for different tasks?</a:t>
            </a:r>
          </a:p>
          <a:p>
            <a:pPr marL="171450" indent="-171450" algn="l">
              <a:buFont typeface="Arial" panose="020B0604020202020204" pitchFamily="34" charset="0"/>
              <a:buChar char="•"/>
            </a:pPr>
            <a:r>
              <a:rPr lang="en-US" b="0" i="0" dirty="0">
                <a:solidFill>
                  <a:srgbClr val="191D1F"/>
                </a:solidFill>
                <a:effectLst/>
                <a:latin typeface="+mn-lt"/>
              </a:rPr>
              <a:t>How do you use the cd command to navigate between directories, and what is the significance of the root directory in Linux?</a:t>
            </a:r>
          </a:p>
          <a:p>
            <a:pPr marL="171450" indent="-171450" algn="l">
              <a:buFont typeface="Arial" panose="020B0604020202020204" pitchFamily="34" charset="0"/>
              <a:buChar char="•"/>
            </a:pPr>
            <a:r>
              <a:rPr lang="en-US" b="0" i="0" dirty="0">
                <a:solidFill>
                  <a:srgbClr val="191D1F"/>
                </a:solidFill>
                <a:effectLst/>
                <a:latin typeface="+mn-lt"/>
              </a:rPr>
              <a:t>How do you mount a filesystem in Linux, and what role does the /etc/fstab file play in this process?</a:t>
            </a:r>
          </a:p>
          <a:p>
            <a:pPr marL="171450" indent="-171450" algn="l">
              <a:buFont typeface="Arial" panose="020B0604020202020204" pitchFamily="34" charset="0"/>
              <a:buChar char="•"/>
            </a:pPr>
            <a:r>
              <a:rPr lang="en-US" b="0" i="0" dirty="0">
                <a:solidFill>
                  <a:srgbClr val="191D1F"/>
                </a:solidFill>
                <a:effectLst/>
                <a:latin typeface="+mn-lt"/>
              </a:rPr>
              <a:t>How do you use the cp and mv commands to manage files, and what precautions should be taken when using the rm command?</a:t>
            </a:r>
          </a:p>
          <a:p>
            <a:endParaRPr lang="en-US" dirty="0"/>
          </a:p>
        </p:txBody>
      </p:sp>
      <p:sp>
        <p:nvSpPr>
          <p:cNvPr id="4" name="Slide Number Placeholder 3"/>
          <p:cNvSpPr>
            <a:spLocks noGrp="1"/>
          </p:cNvSpPr>
          <p:nvPr>
            <p:ph type="sldNum" sz="quarter" idx="5"/>
          </p:nvPr>
        </p:nvSpPr>
        <p:spPr/>
        <p:txBody>
          <a:bodyPr/>
          <a:lstStyle/>
          <a:p>
            <a:fld id="{B7CF8A19-3A9E-4ABC-B336-2FDDE321C72D}" type="slidenum">
              <a:rPr lang="en-US" smtClean="0"/>
              <a:pPr/>
              <a:t>4</a:t>
            </a:fld>
            <a:endParaRPr lang="en-US" dirty="0"/>
          </a:p>
        </p:txBody>
      </p:sp>
    </p:spTree>
    <p:extLst>
      <p:ext uri="{BB962C8B-B14F-4D97-AF65-F5344CB8AC3E}">
        <p14:creationId xmlns:p14="http://schemas.microsoft.com/office/powerpoint/2010/main" val="1156758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122627-DAE7-AE7A-C052-A33DE50B36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31782C-288F-7742-83C2-363A80428F33}"/>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FEAF4E2A-8B75-0F46-462A-9C31EA016D58}"/>
              </a:ext>
            </a:extLst>
          </p:cNvPr>
          <p:cNvSpPr>
            <a:spLocks noGrp="1"/>
          </p:cNvSpPr>
          <p:nvPr>
            <p:ph type="body" idx="1"/>
          </p:nvPr>
        </p:nvSpPr>
        <p:spPr/>
        <p:txBody>
          <a:bodyPr/>
          <a:lstStyle/>
          <a:p>
            <a:pPr>
              <a:defRPr/>
            </a:pPr>
            <a:r>
              <a:rPr lang="en-US" dirty="0">
                <a:ea typeface="Calibri"/>
                <a:cs typeface="Calibri"/>
              </a:rPr>
              <a:t>Learners will need to be familiar with the Linux environment and be able to provide basic support to its users.</a:t>
            </a:r>
          </a:p>
        </p:txBody>
      </p:sp>
      <p:sp>
        <p:nvSpPr>
          <p:cNvPr id="4" name="Slide Number Placeholder 3">
            <a:extLst>
              <a:ext uri="{FF2B5EF4-FFF2-40B4-BE49-F238E27FC236}">
                <a16:creationId xmlns:a16="http://schemas.microsoft.com/office/drawing/2014/main" id="{417D10C3-35A5-7185-4DE2-C7791D1D941C}"/>
              </a:ext>
            </a:extLst>
          </p:cNvPr>
          <p:cNvSpPr>
            <a:spLocks noGrp="1"/>
          </p:cNvSpPr>
          <p:nvPr>
            <p:ph type="sldNum" sz="quarter" idx="5"/>
          </p:nvPr>
        </p:nvSpPr>
        <p:spPr/>
        <p:txBody>
          <a:bodyPr/>
          <a:lstStyle/>
          <a:p>
            <a:fld id="{B7CF8A19-3A9E-4ABC-B336-2FDDE321C72D}" type="slidenum">
              <a:rPr lang="en-US" smtClean="0"/>
              <a:pPr/>
              <a:t>5</a:t>
            </a:fld>
            <a:endParaRPr lang="en-US" dirty="0"/>
          </a:p>
        </p:txBody>
      </p:sp>
    </p:spTree>
    <p:extLst>
      <p:ext uri="{BB962C8B-B14F-4D97-AF65-F5344CB8AC3E}">
        <p14:creationId xmlns:p14="http://schemas.microsoft.com/office/powerpoint/2010/main" val="28466178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F1E0A0-21D9-1A1B-4DB9-D3EA81F8C5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74AD7C-8802-D2AC-CEFE-0EF4BE6E489B}"/>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92F48CA3-A2BA-D900-D4E3-A9D52A693DB0}"/>
              </a:ext>
            </a:extLst>
          </p:cNvPr>
          <p:cNvSpPr>
            <a:spLocks noGrp="1"/>
          </p:cNvSpPr>
          <p:nvPr>
            <p:ph type="body" idx="1"/>
          </p:nvPr>
        </p:nvSpPr>
        <p:spPr/>
        <p:txBody>
          <a:bodyPr/>
          <a:lstStyle/>
          <a:p>
            <a:r>
              <a:rPr lang="en-US" dirty="0"/>
              <a:t>Ubuntu 20 running the GNOME desktop with a virtual terminal window open to run commands in the Bash command environment</a:t>
            </a:r>
          </a:p>
        </p:txBody>
      </p:sp>
      <p:sp>
        <p:nvSpPr>
          <p:cNvPr id="4" name="Slide Number Placeholder 3">
            <a:extLst>
              <a:ext uri="{FF2B5EF4-FFF2-40B4-BE49-F238E27FC236}">
                <a16:creationId xmlns:a16="http://schemas.microsoft.com/office/drawing/2014/main" id="{3981BED8-B147-86ED-A24C-1CF298BD51AA}"/>
              </a:ext>
            </a:extLst>
          </p:cNvPr>
          <p:cNvSpPr>
            <a:spLocks noGrp="1"/>
          </p:cNvSpPr>
          <p:nvPr>
            <p:ph type="sldNum" sz="quarter" idx="5"/>
          </p:nvPr>
        </p:nvSpPr>
        <p:spPr/>
        <p:txBody>
          <a:bodyPr/>
          <a:lstStyle/>
          <a:p>
            <a:fld id="{B7CF8A19-3A9E-4ABC-B336-2FDDE321C72D}" type="slidenum">
              <a:rPr lang="en-US" smtClean="0"/>
              <a:pPr/>
              <a:t>6</a:t>
            </a:fld>
            <a:endParaRPr lang="en-US" dirty="0"/>
          </a:p>
        </p:txBody>
      </p:sp>
    </p:spTree>
    <p:extLst>
      <p:ext uri="{BB962C8B-B14F-4D97-AF65-F5344CB8AC3E}">
        <p14:creationId xmlns:p14="http://schemas.microsoft.com/office/powerpoint/2010/main" val="21603309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9E0849-F706-3FAE-D2BD-9C2EE7B480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97A530-14CE-A32F-53C1-B8DABDC80B12}"/>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78AB86FD-1C91-71EB-2502-10BEA4D448F3}"/>
              </a:ext>
            </a:extLst>
          </p:cNvPr>
          <p:cNvSpPr>
            <a:spLocks noGrp="1"/>
          </p:cNvSpPr>
          <p:nvPr>
            <p:ph type="body" idx="1"/>
          </p:nvPr>
        </p:nvSpPr>
        <p:spPr/>
        <p:txBody>
          <a:bodyPr/>
          <a:lstStyle/>
          <a:p>
            <a:pPr>
              <a:defRPr/>
            </a:pPr>
            <a:r>
              <a:rPr lang="en-US" dirty="0">
                <a:ea typeface="Calibri"/>
                <a:cs typeface="Calibri"/>
              </a:rPr>
              <a:t>Learners should focus on attention to detail when it comes to Linux. Consider showing</a:t>
            </a:r>
            <a:r>
              <a:rPr lang="en-US" baseline="0" dirty="0">
                <a:ea typeface="Calibri"/>
                <a:cs typeface="Calibri"/>
              </a:rPr>
              <a:t> the video Command Interface. </a:t>
            </a:r>
            <a:endParaRPr lang="en-US" dirty="0">
              <a:ea typeface="Calibri"/>
              <a:cs typeface="Calibri"/>
            </a:endParaRPr>
          </a:p>
        </p:txBody>
      </p:sp>
      <p:sp>
        <p:nvSpPr>
          <p:cNvPr id="4" name="Slide Number Placeholder 3">
            <a:extLst>
              <a:ext uri="{FF2B5EF4-FFF2-40B4-BE49-F238E27FC236}">
                <a16:creationId xmlns:a16="http://schemas.microsoft.com/office/drawing/2014/main" id="{8184AB86-ACF4-2C6A-3BC4-EE2F01C0729B}"/>
              </a:ext>
            </a:extLst>
          </p:cNvPr>
          <p:cNvSpPr>
            <a:spLocks noGrp="1"/>
          </p:cNvSpPr>
          <p:nvPr>
            <p:ph type="sldNum" sz="quarter" idx="5"/>
          </p:nvPr>
        </p:nvSpPr>
        <p:spPr/>
        <p:txBody>
          <a:bodyPr/>
          <a:lstStyle/>
          <a:p>
            <a:fld id="{B7CF8A19-3A9E-4ABC-B336-2FDDE321C72D}" type="slidenum">
              <a:rPr lang="en-US" smtClean="0"/>
              <a:pPr/>
              <a:t>7</a:t>
            </a:fld>
            <a:endParaRPr lang="en-US" dirty="0"/>
          </a:p>
        </p:txBody>
      </p:sp>
    </p:spTree>
    <p:extLst>
      <p:ext uri="{BB962C8B-B14F-4D97-AF65-F5344CB8AC3E}">
        <p14:creationId xmlns:p14="http://schemas.microsoft.com/office/powerpoint/2010/main" val="178032694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B6F26B-8739-DA47-C7EE-B457986605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21835F-7915-68F7-8E22-A0D70A194147}"/>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947D61CD-9182-A108-4B80-41BA87FBC179}"/>
              </a:ext>
            </a:extLst>
          </p:cNvPr>
          <p:cNvSpPr>
            <a:spLocks noGrp="1"/>
          </p:cNvSpPr>
          <p:nvPr>
            <p:ph type="body" idx="1"/>
          </p:nvPr>
        </p:nvSpPr>
        <p:spPr/>
        <p:txBody>
          <a:bodyPr/>
          <a:lstStyle/>
          <a:p>
            <a:pPr>
              <a:defRPr/>
            </a:pPr>
            <a:r>
              <a:rPr lang="en-US" dirty="0">
                <a:ea typeface="Calibri"/>
                <a:cs typeface="Calibri"/>
              </a:rPr>
              <a:t>Case sensitivity and syntax errors are very common for beginners.</a:t>
            </a:r>
          </a:p>
        </p:txBody>
      </p:sp>
      <p:sp>
        <p:nvSpPr>
          <p:cNvPr id="4" name="Slide Number Placeholder 3">
            <a:extLst>
              <a:ext uri="{FF2B5EF4-FFF2-40B4-BE49-F238E27FC236}">
                <a16:creationId xmlns:a16="http://schemas.microsoft.com/office/drawing/2014/main" id="{68F88359-75F1-CB07-73CF-BACC6F0BB8FE}"/>
              </a:ext>
            </a:extLst>
          </p:cNvPr>
          <p:cNvSpPr>
            <a:spLocks noGrp="1"/>
          </p:cNvSpPr>
          <p:nvPr>
            <p:ph type="sldNum" sz="quarter" idx="5"/>
          </p:nvPr>
        </p:nvSpPr>
        <p:spPr/>
        <p:txBody>
          <a:bodyPr/>
          <a:lstStyle/>
          <a:p>
            <a:fld id="{B7CF8A19-3A9E-4ABC-B336-2FDDE321C72D}" type="slidenum">
              <a:rPr lang="en-US" smtClean="0"/>
              <a:pPr/>
              <a:t>8</a:t>
            </a:fld>
            <a:endParaRPr lang="en-US" dirty="0"/>
          </a:p>
        </p:txBody>
      </p:sp>
    </p:spTree>
    <p:extLst>
      <p:ext uri="{BB962C8B-B14F-4D97-AF65-F5344CB8AC3E}">
        <p14:creationId xmlns:p14="http://schemas.microsoft.com/office/powerpoint/2010/main" val="41383599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52A771-0D60-ADA6-ED34-CB5B9D1396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74DD11-31A8-5E6D-87DB-F1D318E9BF44}"/>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A2ECEFCC-1715-4D7B-DB3D-6CA3DC3DD442}"/>
              </a:ext>
            </a:extLst>
          </p:cNvPr>
          <p:cNvSpPr>
            <a:spLocks noGrp="1"/>
          </p:cNvSpPr>
          <p:nvPr>
            <p:ph type="body" idx="1"/>
          </p:nvPr>
        </p:nvSpPr>
        <p:spPr/>
        <p:txBody>
          <a:bodyPr/>
          <a:lstStyle/>
          <a:p>
            <a:pPr>
              <a:defRPr/>
            </a:pPr>
            <a:r>
              <a:rPr lang="en-US" dirty="0">
                <a:ea typeface="Calibri"/>
                <a:cs typeface="Calibri"/>
              </a:rPr>
              <a:t>Commands should be practiced by learners.</a:t>
            </a:r>
          </a:p>
        </p:txBody>
      </p:sp>
      <p:sp>
        <p:nvSpPr>
          <p:cNvPr id="4" name="Slide Number Placeholder 3">
            <a:extLst>
              <a:ext uri="{FF2B5EF4-FFF2-40B4-BE49-F238E27FC236}">
                <a16:creationId xmlns:a16="http://schemas.microsoft.com/office/drawing/2014/main" id="{133166CB-3B7B-ECE2-B409-F1AF4B0CD5DF}"/>
              </a:ext>
            </a:extLst>
          </p:cNvPr>
          <p:cNvSpPr>
            <a:spLocks noGrp="1"/>
          </p:cNvSpPr>
          <p:nvPr>
            <p:ph type="sldNum" sz="quarter" idx="5"/>
          </p:nvPr>
        </p:nvSpPr>
        <p:spPr/>
        <p:txBody>
          <a:bodyPr/>
          <a:lstStyle/>
          <a:p>
            <a:fld id="{B7CF8A19-3A9E-4ABC-B336-2FDDE321C72D}" type="slidenum">
              <a:rPr lang="en-US" smtClean="0"/>
              <a:pPr/>
              <a:t>9</a:t>
            </a:fld>
            <a:endParaRPr lang="en-US" dirty="0"/>
          </a:p>
        </p:txBody>
      </p:sp>
    </p:spTree>
    <p:extLst>
      <p:ext uri="{BB962C8B-B14F-4D97-AF65-F5344CB8AC3E}">
        <p14:creationId xmlns:p14="http://schemas.microsoft.com/office/powerpoint/2010/main" val="478296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954A40-FE32-2015-BD9A-1392F4D8A4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951C4F-6F94-0B0F-0CC6-0CA1718A3554}"/>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7B66BAB2-EF10-14A0-A7DE-A5983AEFEF0D}"/>
              </a:ext>
            </a:extLst>
          </p:cNvPr>
          <p:cNvSpPr>
            <a:spLocks noGrp="1"/>
          </p:cNvSpPr>
          <p:nvPr>
            <p:ph type="body" idx="1"/>
          </p:nvPr>
        </p:nvSpPr>
        <p:spPr/>
        <p:txBody>
          <a:bodyPr/>
          <a:lstStyle/>
          <a:p>
            <a:r>
              <a:rPr lang="en-US" dirty="0"/>
              <a:t>Viewing the root directory and file system hierarchy standard (FHS) subdirectories in Ubuntu Linux</a:t>
            </a:r>
          </a:p>
        </p:txBody>
      </p:sp>
      <p:sp>
        <p:nvSpPr>
          <p:cNvPr id="4" name="Slide Number Placeholder 3">
            <a:extLst>
              <a:ext uri="{FF2B5EF4-FFF2-40B4-BE49-F238E27FC236}">
                <a16:creationId xmlns:a16="http://schemas.microsoft.com/office/drawing/2014/main" id="{A334F68F-6498-26C6-FE9C-42D2A2A47929}"/>
              </a:ext>
            </a:extLst>
          </p:cNvPr>
          <p:cNvSpPr>
            <a:spLocks noGrp="1"/>
          </p:cNvSpPr>
          <p:nvPr>
            <p:ph type="sldNum" sz="quarter" idx="5"/>
          </p:nvPr>
        </p:nvSpPr>
        <p:spPr/>
        <p:txBody>
          <a:bodyPr/>
          <a:lstStyle/>
          <a:p>
            <a:fld id="{B7CF8A19-3A9E-4ABC-B336-2FDDE321C72D}" type="slidenum">
              <a:rPr lang="en-US" smtClean="0"/>
              <a:pPr/>
              <a:t>10</a:t>
            </a:fld>
            <a:endParaRPr lang="en-US" dirty="0"/>
          </a:p>
        </p:txBody>
      </p:sp>
    </p:spTree>
    <p:extLst>
      <p:ext uri="{BB962C8B-B14F-4D97-AF65-F5344CB8AC3E}">
        <p14:creationId xmlns:p14="http://schemas.microsoft.com/office/powerpoint/2010/main" val="22672454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DB1CFF-FA12-918A-B510-FE08A092C0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053E7A-5F14-CC12-4BAA-9FC76AAA943A}"/>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774499B6-D7CF-661D-173D-77F77ED7A38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BEB134C-6EDC-3C78-8EA6-21CDC4CBAF1C}"/>
              </a:ext>
            </a:extLst>
          </p:cNvPr>
          <p:cNvSpPr>
            <a:spLocks noGrp="1"/>
          </p:cNvSpPr>
          <p:nvPr>
            <p:ph type="sldNum" sz="quarter" idx="5"/>
          </p:nvPr>
        </p:nvSpPr>
        <p:spPr/>
        <p:txBody>
          <a:bodyPr/>
          <a:lstStyle/>
          <a:p>
            <a:fld id="{B7CF8A19-3A9E-4ABC-B336-2FDDE321C72D}" type="slidenum">
              <a:rPr lang="en-US" smtClean="0"/>
              <a:pPr/>
              <a:t>11</a:t>
            </a:fld>
            <a:endParaRPr lang="en-US" dirty="0"/>
          </a:p>
        </p:txBody>
      </p:sp>
    </p:spTree>
    <p:extLst>
      <p:ext uri="{BB962C8B-B14F-4D97-AF65-F5344CB8AC3E}">
        <p14:creationId xmlns:p14="http://schemas.microsoft.com/office/powerpoint/2010/main" val="12864776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D3CE23-8C5B-CEF4-1E7E-1AB2CE89C5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47ADE1-149E-DA67-4503-095F38B8348A}"/>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54AC1F19-9D5D-07DC-E225-84D0408CFA60}"/>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ea typeface="Calibri"/>
              <a:cs typeface="Calibri"/>
            </a:endParaRPr>
          </a:p>
        </p:txBody>
      </p:sp>
      <p:sp>
        <p:nvSpPr>
          <p:cNvPr id="4" name="Slide Number Placeholder 3">
            <a:extLst>
              <a:ext uri="{FF2B5EF4-FFF2-40B4-BE49-F238E27FC236}">
                <a16:creationId xmlns:a16="http://schemas.microsoft.com/office/drawing/2014/main" id="{9817CC27-AC10-5900-3486-8D4CC12A2524}"/>
              </a:ext>
            </a:extLst>
          </p:cNvPr>
          <p:cNvSpPr>
            <a:spLocks noGrp="1"/>
          </p:cNvSpPr>
          <p:nvPr>
            <p:ph type="sldNum" sz="quarter" idx="5"/>
          </p:nvPr>
        </p:nvSpPr>
        <p:spPr/>
        <p:txBody>
          <a:bodyPr/>
          <a:lstStyle/>
          <a:p>
            <a:fld id="{B7CF8A19-3A9E-4ABC-B336-2FDDE321C72D}" type="slidenum">
              <a:rPr lang="en-US" smtClean="0"/>
              <a:pPr/>
              <a:t>12</a:t>
            </a:fld>
            <a:endParaRPr lang="en-US" dirty="0"/>
          </a:p>
        </p:txBody>
      </p:sp>
    </p:spTree>
    <p:extLst>
      <p:ext uri="{BB962C8B-B14F-4D97-AF65-F5344CB8AC3E}">
        <p14:creationId xmlns:p14="http://schemas.microsoft.com/office/powerpoint/2010/main" val="167308505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D976A8-DB9D-6F64-95DD-1465E7CD21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DAC0EA-4AAA-E7A7-1532-0EB459F96BCF}"/>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098D99E7-494C-D011-7BAD-FAAEEDCCB69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BC9C9C4-E7DC-E54A-E840-921903A1A7A5}"/>
              </a:ext>
            </a:extLst>
          </p:cNvPr>
          <p:cNvSpPr>
            <a:spLocks noGrp="1"/>
          </p:cNvSpPr>
          <p:nvPr>
            <p:ph type="sldNum" sz="quarter" idx="5"/>
          </p:nvPr>
        </p:nvSpPr>
        <p:spPr/>
        <p:txBody>
          <a:bodyPr/>
          <a:lstStyle/>
          <a:p>
            <a:fld id="{B7CF8A19-3A9E-4ABC-B336-2FDDE321C72D}" type="slidenum">
              <a:rPr lang="en-US" smtClean="0"/>
              <a:pPr/>
              <a:t>13</a:t>
            </a:fld>
            <a:endParaRPr lang="en-US" dirty="0"/>
          </a:p>
        </p:txBody>
      </p:sp>
    </p:spTree>
    <p:extLst>
      <p:ext uri="{BB962C8B-B14F-4D97-AF65-F5344CB8AC3E}">
        <p14:creationId xmlns:p14="http://schemas.microsoft.com/office/powerpoint/2010/main" val="258413110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421760-9E06-4CE4-4CFF-BD19434666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590A30-EC20-7B58-55A1-E4D54FB99D06}"/>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FF4A8452-4EC6-E5CE-F005-E0F4E57106D0}"/>
              </a:ext>
            </a:extLst>
          </p:cNvPr>
          <p:cNvSpPr>
            <a:spLocks noGrp="1"/>
          </p:cNvSpPr>
          <p:nvPr>
            <p:ph type="body" idx="1"/>
          </p:nvPr>
        </p:nvSpPr>
        <p:spPr/>
        <p:txBody>
          <a:bodyPr/>
          <a:lstStyle/>
          <a:p>
            <a:endParaRPr lang="en-US" dirty="0">
              <a:solidFill>
                <a:srgbClr val="253644"/>
              </a:solidFill>
              <a:ea typeface="Calibri"/>
              <a:cs typeface="Calibri"/>
            </a:endParaRPr>
          </a:p>
          <a:p>
            <a:endParaRPr lang="en-US" dirty="0">
              <a:ea typeface="Calibri"/>
              <a:cs typeface="Calibri"/>
            </a:endParaRPr>
          </a:p>
        </p:txBody>
      </p:sp>
      <p:sp>
        <p:nvSpPr>
          <p:cNvPr id="4" name="Slide Number Placeholder 3">
            <a:extLst>
              <a:ext uri="{FF2B5EF4-FFF2-40B4-BE49-F238E27FC236}">
                <a16:creationId xmlns:a16="http://schemas.microsoft.com/office/drawing/2014/main" id="{6DFC6F9D-08F7-9E8E-BB33-A457F158F350}"/>
              </a:ext>
            </a:extLst>
          </p:cNvPr>
          <p:cNvSpPr>
            <a:spLocks noGrp="1"/>
          </p:cNvSpPr>
          <p:nvPr>
            <p:ph type="sldNum" sz="quarter" idx="5"/>
          </p:nvPr>
        </p:nvSpPr>
        <p:spPr/>
        <p:txBody>
          <a:bodyPr/>
          <a:lstStyle/>
          <a:p>
            <a:fld id="{B7CF8A19-3A9E-4ABC-B336-2FDDE321C72D}" type="slidenum">
              <a:rPr lang="en-US" smtClean="0"/>
              <a:pPr/>
              <a:t>14</a:t>
            </a:fld>
            <a:endParaRPr lang="en-US" dirty="0"/>
          </a:p>
        </p:txBody>
      </p:sp>
    </p:spTree>
    <p:extLst>
      <p:ext uri="{BB962C8B-B14F-4D97-AF65-F5344CB8AC3E}">
        <p14:creationId xmlns:p14="http://schemas.microsoft.com/office/powerpoint/2010/main" val="346191630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819045-BA13-5940-B570-089F91CC2E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FB5F40-83A7-D1CA-CBAE-8DB41CED2716}"/>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AB286344-1892-A65D-6403-961D92921C80}"/>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ea typeface="Calibri"/>
              <a:cs typeface="Calibri"/>
            </a:endParaRPr>
          </a:p>
        </p:txBody>
      </p:sp>
      <p:sp>
        <p:nvSpPr>
          <p:cNvPr id="4" name="Slide Number Placeholder 3">
            <a:extLst>
              <a:ext uri="{FF2B5EF4-FFF2-40B4-BE49-F238E27FC236}">
                <a16:creationId xmlns:a16="http://schemas.microsoft.com/office/drawing/2014/main" id="{86E88D0E-41AB-4012-1764-A483F9B70819}"/>
              </a:ext>
            </a:extLst>
          </p:cNvPr>
          <p:cNvSpPr>
            <a:spLocks noGrp="1"/>
          </p:cNvSpPr>
          <p:nvPr>
            <p:ph type="sldNum" sz="quarter" idx="5"/>
          </p:nvPr>
        </p:nvSpPr>
        <p:spPr/>
        <p:txBody>
          <a:bodyPr/>
          <a:lstStyle/>
          <a:p>
            <a:fld id="{B7CF8A19-3A9E-4ABC-B336-2FDDE321C72D}" type="slidenum">
              <a:rPr lang="en-US" smtClean="0"/>
              <a:pPr/>
              <a:t>15</a:t>
            </a:fld>
            <a:endParaRPr lang="en-US" dirty="0"/>
          </a:p>
        </p:txBody>
      </p:sp>
    </p:spTree>
    <p:extLst>
      <p:ext uri="{BB962C8B-B14F-4D97-AF65-F5344CB8AC3E}">
        <p14:creationId xmlns:p14="http://schemas.microsoft.com/office/powerpoint/2010/main" val="139031528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A07C5C-EA7F-5876-D07E-D4F7BB21F3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9A902D-DF93-F5EF-6593-B8F0D1F7A6C5}"/>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7B4BA589-8244-EC17-CEB4-C5D0A52FD759}"/>
              </a:ext>
            </a:extLst>
          </p:cNvPr>
          <p:cNvSpPr>
            <a:spLocks noGrp="1"/>
          </p:cNvSpPr>
          <p:nvPr>
            <p:ph type="body" idx="1"/>
          </p:nvPr>
        </p:nvSpPr>
        <p:spPr/>
        <p:txBody>
          <a:bodyPr/>
          <a:lstStyle/>
          <a:p>
            <a:pPr>
              <a:defRPr/>
            </a:pPr>
            <a:r>
              <a:rPr lang="en-US" dirty="0">
                <a:ea typeface="Calibri"/>
                <a:cs typeface="Calibri"/>
              </a:rPr>
              <a:t>Learners should practice these commands and understand their output. If they do not have access to a Linux system, the Lab: File Management  can be used to practice.</a:t>
            </a:r>
          </a:p>
        </p:txBody>
      </p:sp>
      <p:sp>
        <p:nvSpPr>
          <p:cNvPr id="4" name="Slide Number Placeholder 3">
            <a:extLst>
              <a:ext uri="{FF2B5EF4-FFF2-40B4-BE49-F238E27FC236}">
                <a16:creationId xmlns:a16="http://schemas.microsoft.com/office/drawing/2014/main" id="{00B99DEC-A7F6-6C36-8097-327E5FF5DBC0}"/>
              </a:ext>
            </a:extLst>
          </p:cNvPr>
          <p:cNvSpPr>
            <a:spLocks noGrp="1"/>
          </p:cNvSpPr>
          <p:nvPr>
            <p:ph type="sldNum" sz="quarter" idx="5"/>
          </p:nvPr>
        </p:nvSpPr>
        <p:spPr/>
        <p:txBody>
          <a:bodyPr/>
          <a:lstStyle/>
          <a:p>
            <a:fld id="{B7CF8A19-3A9E-4ABC-B336-2FDDE321C72D}" type="slidenum">
              <a:rPr lang="en-US" smtClean="0"/>
              <a:pPr/>
              <a:t>16</a:t>
            </a:fld>
            <a:endParaRPr lang="en-US" dirty="0"/>
          </a:p>
        </p:txBody>
      </p:sp>
    </p:spTree>
    <p:extLst>
      <p:ext uri="{BB962C8B-B14F-4D97-AF65-F5344CB8AC3E}">
        <p14:creationId xmlns:p14="http://schemas.microsoft.com/office/powerpoint/2010/main" val="180626553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B914A4-CEE8-A4CB-B25A-F9C9C7439B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253590-A8E1-45AB-F8AF-BB381FFD201E}"/>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257D1379-1A8E-5941-01CF-624CC20A9DB9}"/>
              </a:ext>
            </a:extLst>
          </p:cNvPr>
          <p:cNvSpPr>
            <a:spLocks noGrp="1"/>
          </p:cNvSpPr>
          <p:nvPr>
            <p:ph type="body" idx="1"/>
          </p:nvPr>
        </p:nvSpPr>
        <p:spPr/>
        <p:txBody>
          <a:bodyPr/>
          <a:lstStyle/>
          <a:p>
            <a:pPr>
              <a:defRPr/>
            </a:pPr>
            <a:r>
              <a:rPr lang="en-US" dirty="0">
                <a:ea typeface="Calibri"/>
                <a:cs typeface="Calibri"/>
              </a:rPr>
              <a:t>Instructors should demonstrate these command to learners. </a:t>
            </a:r>
          </a:p>
        </p:txBody>
      </p:sp>
      <p:sp>
        <p:nvSpPr>
          <p:cNvPr id="4" name="Slide Number Placeholder 3">
            <a:extLst>
              <a:ext uri="{FF2B5EF4-FFF2-40B4-BE49-F238E27FC236}">
                <a16:creationId xmlns:a16="http://schemas.microsoft.com/office/drawing/2014/main" id="{FD812E32-97C6-741E-E785-B7A781236BE8}"/>
              </a:ext>
            </a:extLst>
          </p:cNvPr>
          <p:cNvSpPr>
            <a:spLocks noGrp="1"/>
          </p:cNvSpPr>
          <p:nvPr>
            <p:ph type="sldNum" sz="quarter" idx="5"/>
          </p:nvPr>
        </p:nvSpPr>
        <p:spPr/>
        <p:txBody>
          <a:bodyPr/>
          <a:lstStyle/>
          <a:p>
            <a:fld id="{B7CF8A19-3A9E-4ABC-B336-2FDDE321C72D}" type="slidenum">
              <a:rPr lang="en-US" smtClean="0"/>
              <a:pPr/>
              <a:t>17</a:t>
            </a:fld>
            <a:endParaRPr lang="en-US" dirty="0"/>
          </a:p>
        </p:txBody>
      </p:sp>
    </p:spTree>
    <p:extLst>
      <p:ext uri="{BB962C8B-B14F-4D97-AF65-F5344CB8AC3E}">
        <p14:creationId xmlns:p14="http://schemas.microsoft.com/office/powerpoint/2010/main" val="146274883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5D5039-E74D-F384-5673-032BB717FE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3AFCCB-E267-1287-358F-CD9D64E427C9}"/>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E9B6E75A-22ED-02D7-9192-AF4901DF2F41}"/>
              </a:ext>
            </a:extLst>
          </p:cNvPr>
          <p:cNvSpPr>
            <a:spLocks noGrp="1"/>
          </p:cNvSpPr>
          <p:nvPr>
            <p:ph type="body" idx="1"/>
          </p:nvPr>
        </p:nvSpPr>
        <p:spPr/>
        <p:txBody>
          <a:bodyPr/>
          <a:lstStyle/>
          <a:p>
            <a:pPr>
              <a:defRPr/>
            </a:pPr>
            <a:r>
              <a:rPr lang="en-US" dirty="0">
                <a:ea typeface="Calibri"/>
                <a:cs typeface="Calibri"/>
              </a:rPr>
              <a:t>Instructors should demonstrate the use of these commands while also using ls –l to show the changes being made.</a:t>
            </a:r>
          </a:p>
        </p:txBody>
      </p:sp>
      <p:sp>
        <p:nvSpPr>
          <p:cNvPr id="4" name="Slide Number Placeholder 3">
            <a:extLst>
              <a:ext uri="{FF2B5EF4-FFF2-40B4-BE49-F238E27FC236}">
                <a16:creationId xmlns:a16="http://schemas.microsoft.com/office/drawing/2014/main" id="{455DB894-84D3-6C3B-7223-B024C768ABE0}"/>
              </a:ext>
            </a:extLst>
          </p:cNvPr>
          <p:cNvSpPr>
            <a:spLocks noGrp="1"/>
          </p:cNvSpPr>
          <p:nvPr>
            <p:ph type="sldNum" sz="quarter" idx="5"/>
          </p:nvPr>
        </p:nvSpPr>
        <p:spPr/>
        <p:txBody>
          <a:bodyPr/>
          <a:lstStyle/>
          <a:p>
            <a:fld id="{B7CF8A19-3A9E-4ABC-B336-2FDDE321C72D}" type="slidenum">
              <a:rPr lang="en-US" smtClean="0"/>
              <a:pPr/>
              <a:t>18</a:t>
            </a:fld>
            <a:endParaRPr lang="en-US" dirty="0"/>
          </a:p>
        </p:txBody>
      </p:sp>
    </p:spTree>
    <p:extLst>
      <p:ext uri="{BB962C8B-B14F-4D97-AF65-F5344CB8AC3E}">
        <p14:creationId xmlns:p14="http://schemas.microsoft.com/office/powerpoint/2010/main" val="189950513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7CF8A19-3A9E-4ABC-B336-2FDDE321C72D}" type="slidenum">
              <a:rPr lang="en-US" smtClean="0"/>
              <a:pPr/>
              <a:t>19</a:t>
            </a:fld>
            <a:endParaRPr lang="en-US" dirty="0"/>
          </a:p>
        </p:txBody>
      </p:sp>
    </p:spTree>
    <p:extLst>
      <p:ext uri="{BB962C8B-B14F-4D97-AF65-F5344CB8AC3E}">
        <p14:creationId xmlns:p14="http://schemas.microsoft.com/office/powerpoint/2010/main" val="116438656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Take some time at the end of each topic to answer questions. You can use the Lesson Review questions for discussion in class or set them for learners to complete individually during or after class.</a:t>
            </a:r>
          </a:p>
        </p:txBody>
      </p:sp>
      <p:sp>
        <p:nvSpPr>
          <p:cNvPr id="4" name="Slide Number Placeholder 3"/>
          <p:cNvSpPr>
            <a:spLocks noGrp="1"/>
          </p:cNvSpPr>
          <p:nvPr>
            <p:ph type="sldNum" sz="quarter" idx="5"/>
          </p:nvPr>
        </p:nvSpPr>
        <p:spPr/>
        <p:txBody>
          <a:bodyPr/>
          <a:lstStyle/>
          <a:p>
            <a:fld id="{B7CF8A19-3A9E-4ABC-B336-2FDDE321C72D}" type="slidenum">
              <a:rPr lang="en-US" smtClean="0"/>
              <a:pPr/>
              <a:t>21</a:t>
            </a:fld>
            <a:endParaRPr lang="en-US" dirty="0"/>
          </a:p>
        </p:txBody>
      </p:sp>
    </p:spTree>
    <p:extLst>
      <p:ext uri="{BB962C8B-B14F-4D97-AF65-F5344CB8AC3E}">
        <p14:creationId xmlns:p14="http://schemas.microsoft.com/office/powerpoint/2010/main" val="86282708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1D919F-A6D9-4169-751F-6F247476B3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A88F3F-5702-FFBA-C741-CDA5258AA5C9}"/>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3ADF51A8-3EA7-8623-5DEA-A064FFB0DA45}"/>
              </a:ext>
            </a:extLst>
          </p:cNvPr>
          <p:cNvSpPr>
            <a:spLocks noGrp="1"/>
          </p:cNvSpPr>
          <p:nvPr>
            <p:ph type="body" idx="1"/>
          </p:nvPr>
        </p:nvSpPr>
        <p:spPr/>
        <p:txBody>
          <a:bodyPr/>
          <a:lstStyle/>
          <a:p>
            <a:r>
              <a:rPr lang="en-US" dirty="0">
                <a:latin typeface="+mn-lt"/>
              </a:rPr>
              <a:t>Core 2 Exam Objectives</a:t>
            </a:r>
          </a:p>
          <a:p>
            <a:pPr marL="171450" indent="-171450" algn="l">
              <a:buFont typeface="Arial" panose="020B0604020202020204" pitchFamily="34" charset="0"/>
              <a:buChar char="•"/>
            </a:pPr>
            <a:r>
              <a:rPr lang="en-US" b="0" i="0" dirty="0">
                <a:solidFill>
                  <a:srgbClr val="191D1F"/>
                </a:solidFill>
                <a:effectLst/>
                <a:latin typeface="+mn-lt"/>
              </a:rPr>
              <a:t>1.9 Identify common features and tools of the Linux client/desktop operating system.</a:t>
            </a:r>
          </a:p>
          <a:p>
            <a:pPr marL="0" indent="0">
              <a:buFont typeface="Arial" panose="020B0604020202020204" pitchFamily="34" charset="0"/>
              <a:buNone/>
            </a:pPr>
            <a:endParaRPr lang="en-US" dirty="0">
              <a:latin typeface="+mn-lt"/>
            </a:endParaRPr>
          </a:p>
          <a:p>
            <a:r>
              <a:rPr lang="en-US" dirty="0">
                <a:latin typeface="+mn-lt"/>
              </a:rPr>
              <a:t>Learning Outcomes</a:t>
            </a:r>
          </a:p>
          <a:p>
            <a:pPr marL="171450" indent="-171450" algn="l">
              <a:buFont typeface="Arial" panose="020B0604020202020204" pitchFamily="34" charset="0"/>
              <a:buChar char="•"/>
            </a:pPr>
            <a:r>
              <a:rPr lang="en-US" b="0" i="0" dirty="0">
                <a:solidFill>
                  <a:srgbClr val="191D1F"/>
                </a:solidFill>
                <a:effectLst/>
                <a:latin typeface="+mn-lt"/>
              </a:rPr>
              <a:t>How do the apt and dnf commands differ in managing software packages, and what are their basic functions?</a:t>
            </a:r>
          </a:p>
          <a:p>
            <a:pPr marL="171450" indent="-171450" algn="l">
              <a:buFont typeface="Arial" panose="020B0604020202020204" pitchFamily="34" charset="0"/>
              <a:buChar char="•"/>
            </a:pPr>
            <a:r>
              <a:rPr lang="en-US" b="0" i="0" dirty="0">
                <a:solidFill>
                  <a:srgbClr val="191D1F"/>
                </a:solidFill>
                <a:effectLst/>
                <a:latin typeface="+mn-lt"/>
              </a:rPr>
              <a:t>How do you configure a package manager to access specific software repositories, and why is this important for system updates?</a:t>
            </a:r>
          </a:p>
          <a:p>
            <a:pPr marL="171450" indent="-171450" algn="l">
              <a:buFont typeface="Arial" panose="020B0604020202020204" pitchFamily="34" charset="0"/>
              <a:buChar char="•"/>
            </a:pPr>
            <a:r>
              <a:rPr lang="en-US" b="0" i="0" dirty="0">
                <a:solidFill>
                  <a:srgbClr val="191D1F"/>
                </a:solidFill>
                <a:effectLst/>
                <a:latin typeface="+mn-lt"/>
              </a:rPr>
              <a:t>How do the ps and top commands help in monitoring system processes, and what information do they provide?</a:t>
            </a:r>
          </a:p>
          <a:p>
            <a:pPr marL="171450" indent="-171450" algn="l">
              <a:buFont typeface="Arial" panose="020B0604020202020204" pitchFamily="34" charset="0"/>
              <a:buChar char="•"/>
            </a:pPr>
            <a:r>
              <a:rPr lang="en-US" b="0" i="0" dirty="0">
                <a:solidFill>
                  <a:srgbClr val="191D1F"/>
                </a:solidFill>
                <a:effectLst/>
                <a:latin typeface="+mn-lt"/>
              </a:rPr>
              <a:t>How do you configure persistent network settings using NetworkManager or systemd-networkd?</a:t>
            </a:r>
          </a:p>
          <a:p>
            <a:endParaRPr lang="en-US" dirty="0"/>
          </a:p>
        </p:txBody>
      </p:sp>
      <p:sp>
        <p:nvSpPr>
          <p:cNvPr id="4" name="Slide Number Placeholder 3">
            <a:extLst>
              <a:ext uri="{FF2B5EF4-FFF2-40B4-BE49-F238E27FC236}">
                <a16:creationId xmlns:a16="http://schemas.microsoft.com/office/drawing/2014/main" id="{66760CDF-3BCC-60D7-7E27-A691915A1EDE}"/>
              </a:ext>
            </a:extLst>
          </p:cNvPr>
          <p:cNvSpPr>
            <a:spLocks noGrp="1"/>
          </p:cNvSpPr>
          <p:nvPr>
            <p:ph type="sldNum" sz="quarter" idx="5"/>
          </p:nvPr>
        </p:nvSpPr>
        <p:spPr/>
        <p:txBody>
          <a:bodyPr/>
          <a:lstStyle/>
          <a:p>
            <a:fld id="{B7CF8A19-3A9E-4ABC-B336-2FDDE321C72D}" type="slidenum">
              <a:rPr lang="en-US" smtClean="0"/>
              <a:pPr/>
              <a:t>22</a:t>
            </a:fld>
            <a:endParaRPr lang="en-US" dirty="0"/>
          </a:p>
        </p:txBody>
      </p:sp>
    </p:spTree>
    <p:extLst>
      <p:ext uri="{BB962C8B-B14F-4D97-AF65-F5344CB8AC3E}">
        <p14:creationId xmlns:p14="http://schemas.microsoft.com/office/powerpoint/2010/main" val="258233033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BB4531-807F-F0D3-1AC3-6F410360C9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79B92F-83FF-43F3-F461-B7206502FC2D}"/>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DD146D52-9E09-2923-DC11-CC590D31B734}"/>
              </a:ext>
            </a:extLst>
          </p:cNvPr>
          <p:cNvSpPr>
            <a:spLocks noGrp="1"/>
          </p:cNvSpPr>
          <p:nvPr>
            <p:ph type="body" idx="1"/>
          </p:nvPr>
        </p:nvSpPr>
        <p:spPr/>
        <p:txBody>
          <a:bodyPr/>
          <a:lstStyle/>
          <a:p>
            <a:pPr>
              <a:defRPr/>
            </a:pPr>
            <a:r>
              <a:rPr lang="en-US" dirty="0">
                <a:ea typeface="Calibri"/>
                <a:cs typeface="Calibri"/>
              </a:rPr>
              <a:t>Learners should routinely practice using the Terminal to update and upgrade the Linux distribution.</a:t>
            </a:r>
          </a:p>
        </p:txBody>
      </p:sp>
      <p:sp>
        <p:nvSpPr>
          <p:cNvPr id="4" name="Slide Number Placeholder 3">
            <a:extLst>
              <a:ext uri="{FF2B5EF4-FFF2-40B4-BE49-F238E27FC236}">
                <a16:creationId xmlns:a16="http://schemas.microsoft.com/office/drawing/2014/main" id="{CCE67785-D33B-EEB9-6C7D-796BE3BFC393}"/>
              </a:ext>
            </a:extLst>
          </p:cNvPr>
          <p:cNvSpPr>
            <a:spLocks noGrp="1"/>
          </p:cNvSpPr>
          <p:nvPr>
            <p:ph type="sldNum" sz="quarter" idx="5"/>
          </p:nvPr>
        </p:nvSpPr>
        <p:spPr/>
        <p:txBody>
          <a:bodyPr/>
          <a:lstStyle/>
          <a:p>
            <a:fld id="{B7CF8A19-3A9E-4ABC-B336-2FDDE321C72D}" type="slidenum">
              <a:rPr lang="en-US" smtClean="0"/>
              <a:pPr/>
              <a:t>23</a:t>
            </a:fld>
            <a:endParaRPr lang="en-US" dirty="0"/>
          </a:p>
        </p:txBody>
      </p:sp>
    </p:spTree>
    <p:extLst>
      <p:ext uri="{BB962C8B-B14F-4D97-AF65-F5344CB8AC3E}">
        <p14:creationId xmlns:p14="http://schemas.microsoft.com/office/powerpoint/2010/main" val="83084688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37B7C1-3444-E849-69FB-C132F79D08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F451B8-F0BA-16FA-5916-D1B373FCC696}"/>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C6033672-CF74-AB8A-496F-183BB1353FCD}"/>
              </a:ext>
            </a:extLst>
          </p:cNvPr>
          <p:cNvSpPr>
            <a:spLocks noGrp="1"/>
          </p:cNvSpPr>
          <p:nvPr>
            <p:ph type="body" idx="1"/>
          </p:nvPr>
        </p:nvSpPr>
        <p:spPr/>
        <p:txBody>
          <a:bodyPr/>
          <a:lstStyle/>
          <a:p>
            <a:r>
              <a:rPr lang="en-US" dirty="0"/>
              <a:t>Listing package manager sources in Ubuntu Linux</a:t>
            </a:r>
          </a:p>
        </p:txBody>
      </p:sp>
      <p:sp>
        <p:nvSpPr>
          <p:cNvPr id="4" name="Slide Number Placeholder 3">
            <a:extLst>
              <a:ext uri="{FF2B5EF4-FFF2-40B4-BE49-F238E27FC236}">
                <a16:creationId xmlns:a16="http://schemas.microsoft.com/office/drawing/2014/main" id="{BC46C72C-CB15-8BBB-3199-A65476B3197C}"/>
              </a:ext>
            </a:extLst>
          </p:cNvPr>
          <p:cNvSpPr>
            <a:spLocks noGrp="1"/>
          </p:cNvSpPr>
          <p:nvPr>
            <p:ph type="sldNum" sz="quarter" idx="5"/>
          </p:nvPr>
        </p:nvSpPr>
        <p:spPr/>
        <p:txBody>
          <a:bodyPr/>
          <a:lstStyle/>
          <a:p>
            <a:fld id="{B7CF8A19-3A9E-4ABC-B336-2FDDE321C72D}" type="slidenum">
              <a:rPr lang="en-US" smtClean="0"/>
              <a:pPr/>
              <a:t>24</a:t>
            </a:fld>
            <a:endParaRPr lang="en-US" dirty="0"/>
          </a:p>
        </p:txBody>
      </p:sp>
    </p:spTree>
    <p:extLst>
      <p:ext uri="{BB962C8B-B14F-4D97-AF65-F5344CB8AC3E}">
        <p14:creationId xmlns:p14="http://schemas.microsoft.com/office/powerpoint/2010/main" val="295309011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40A74E-69E4-E7D1-D93A-128CDEEC96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AB3FFA-9C28-4489-1C46-FFC53F41F1C3}"/>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744E4F13-B1ED-8611-9E79-1E91E9A7544E}"/>
              </a:ext>
            </a:extLst>
          </p:cNvPr>
          <p:cNvSpPr>
            <a:spLocks noGrp="1"/>
          </p:cNvSpPr>
          <p:nvPr>
            <p:ph type="body" idx="1"/>
          </p:nvPr>
        </p:nvSpPr>
        <p:spPr/>
        <p:txBody>
          <a:bodyPr/>
          <a:lstStyle/>
          <a:p>
            <a:pPr>
              <a:defRPr/>
            </a:pPr>
            <a:r>
              <a:rPr lang="en-US" dirty="0">
                <a:ea typeface="Calibri"/>
                <a:cs typeface="Calibri"/>
              </a:rPr>
              <a:t>Consider showing the video Process Monitoring Commands.</a:t>
            </a:r>
          </a:p>
        </p:txBody>
      </p:sp>
      <p:sp>
        <p:nvSpPr>
          <p:cNvPr id="4" name="Slide Number Placeholder 3">
            <a:extLst>
              <a:ext uri="{FF2B5EF4-FFF2-40B4-BE49-F238E27FC236}">
                <a16:creationId xmlns:a16="http://schemas.microsoft.com/office/drawing/2014/main" id="{A2418588-EE68-630B-A6C8-A06D08EB5851}"/>
              </a:ext>
            </a:extLst>
          </p:cNvPr>
          <p:cNvSpPr>
            <a:spLocks noGrp="1"/>
          </p:cNvSpPr>
          <p:nvPr>
            <p:ph type="sldNum" sz="quarter" idx="5"/>
          </p:nvPr>
        </p:nvSpPr>
        <p:spPr/>
        <p:txBody>
          <a:bodyPr/>
          <a:lstStyle/>
          <a:p>
            <a:fld id="{B7CF8A19-3A9E-4ABC-B336-2FDDE321C72D}" type="slidenum">
              <a:rPr lang="en-US" smtClean="0"/>
              <a:pPr/>
              <a:t>25</a:t>
            </a:fld>
            <a:endParaRPr lang="en-US" dirty="0"/>
          </a:p>
        </p:txBody>
      </p:sp>
    </p:spTree>
    <p:extLst>
      <p:ext uri="{BB962C8B-B14F-4D97-AF65-F5344CB8AC3E}">
        <p14:creationId xmlns:p14="http://schemas.microsoft.com/office/powerpoint/2010/main" val="293795844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A78C10-D4CC-CB4F-6505-60DB2C5253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42FD10-73F5-2BD9-6ACD-F4B6B3A64423}"/>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2660DEA4-63E4-8FA4-7684-B40AAC08EED7}"/>
              </a:ext>
            </a:extLst>
          </p:cNvPr>
          <p:cNvSpPr>
            <a:spLocks noGrp="1"/>
          </p:cNvSpPr>
          <p:nvPr>
            <p:ph type="body" idx="1"/>
          </p:nvPr>
        </p:nvSpPr>
        <p:spPr/>
        <p:txBody>
          <a:bodyPr/>
          <a:lstStyle/>
          <a:p>
            <a:r>
              <a:rPr lang="en-US" dirty="0"/>
              <a:t>Listing all processes on the system. Note that a question mark indicates that a process has no controlling terminal.</a:t>
            </a:r>
          </a:p>
        </p:txBody>
      </p:sp>
      <p:sp>
        <p:nvSpPr>
          <p:cNvPr id="4" name="Slide Number Placeholder 3">
            <a:extLst>
              <a:ext uri="{FF2B5EF4-FFF2-40B4-BE49-F238E27FC236}">
                <a16:creationId xmlns:a16="http://schemas.microsoft.com/office/drawing/2014/main" id="{5CB73947-78AD-9692-6811-87748597EC6A}"/>
              </a:ext>
            </a:extLst>
          </p:cNvPr>
          <p:cNvSpPr>
            <a:spLocks noGrp="1"/>
          </p:cNvSpPr>
          <p:nvPr>
            <p:ph type="sldNum" sz="quarter" idx="5"/>
          </p:nvPr>
        </p:nvSpPr>
        <p:spPr/>
        <p:txBody>
          <a:bodyPr/>
          <a:lstStyle/>
          <a:p>
            <a:fld id="{B7CF8A19-3A9E-4ABC-B336-2FDDE321C72D}" type="slidenum">
              <a:rPr lang="en-US" smtClean="0"/>
              <a:pPr/>
              <a:t>26</a:t>
            </a:fld>
            <a:endParaRPr lang="en-US" dirty="0"/>
          </a:p>
        </p:txBody>
      </p:sp>
    </p:spTree>
    <p:extLst>
      <p:ext uri="{BB962C8B-B14F-4D97-AF65-F5344CB8AC3E}">
        <p14:creationId xmlns:p14="http://schemas.microsoft.com/office/powerpoint/2010/main" val="50971014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BEB820-E5B9-540F-A8B1-542902A2C4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AB234A-6268-7818-37ED-BB8CF73C441E}"/>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A9E22941-5B9A-9472-A4FC-D94A3015737A}"/>
              </a:ext>
            </a:extLst>
          </p:cNvPr>
          <p:cNvSpPr>
            <a:spLocks noGrp="1"/>
          </p:cNvSpPr>
          <p:nvPr>
            <p:ph type="body" idx="1"/>
          </p:nvPr>
        </p:nvSpPr>
        <p:spPr/>
        <p:txBody>
          <a:bodyPr/>
          <a:lstStyle/>
          <a:p>
            <a:r>
              <a:rPr lang="en-US" dirty="0"/>
              <a:t>Listing the state of running processes</a:t>
            </a:r>
          </a:p>
        </p:txBody>
      </p:sp>
      <p:sp>
        <p:nvSpPr>
          <p:cNvPr id="4" name="Slide Number Placeholder 3">
            <a:extLst>
              <a:ext uri="{FF2B5EF4-FFF2-40B4-BE49-F238E27FC236}">
                <a16:creationId xmlns:a16="http://schemas.microsoft.com/office/drawing/2014/main" id="{4B0E7CD3-920E-880A-8628-672C7E34C508}"/>
              </a:ext>
            </a:extLst>
          </p:cNvPr>
          <p:cNvSpPr>
            <a:spLocks noGrp="1"/>
          </p:cNvSpPr>
          <p:nvPr>
            <p:ph type="sldNum" sz="quarter" idx="5"/>
          </p:nvPr>
        </p:nvSpPr>
        <p:spPr/>
        <p:txBody>
          <a:bodyPr/>
          <a:lstStyle/>
          <a:p>
            <a:fld id="{B7CF8A19-3A9E-4ABC-B336-2FDDE321C72D}" type="slidenum">
              <a:rPr lang="en-US" smtClean="0"/>
              <a:pPr/>
              <a:t>27</a:t>
            </a:fld>
            <a:endParaRPr lang="en-US" dirty="0"/>
          </a:p>
        </p:txBody>
      </p:sp>
    </p:spTree>
    <p:extLst>
      <p:ext uri="{BB962C8B-B14F-4D97-AF65-F5344CB8AC3E}">
        <p14:creationId xmlns:p14="http://schemas.microsoft.com/office/powerpoint/2010/main" val="345268306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07EF92-BAE0-8C8B-30B9-E641FB989F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75DE34-F223-8369-E7EE-60083E707094}"/>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1B69AB15-FCBF-0BAC-FEFF-83815DF218E7}"/>
              </a:ext>
            </a:extLst>
          </p:cNvPr>
          <p:cNvSpPr>
            <a:spLocks noGrp="1"/>
          </p:cNvSpPr>
          <p:nvPr>
            <p:ph type="body" idx="1"/>
          </p:nvPr>
        </p:nvSpPr>
        <p:spPr/>
        <p:txBody>
          <a:bodyPr/>
          <a:lstStyle/>
          <a:p>
            <a:pPr>
              <a:defRPr/>
            </a:pPr>
            <a:r>
              <a:rPr lang="en-US" dirty="0">
                <a:ea typeface="Calibri"/>
                <a:cs typeface="Calibri"/>
              </a:rPr>
              <a:t>Practice, Practice, Practice! Learners need to practice commands and be confident in using them to troubleshoot network issues.</a:t>
            </a:r>
          </a:p>
        </p:txBody>
      </p:sp>
      <p:sp>
        <p:nvSpPr>
          <p:cNvPr id="4" name="Slide Number Placeholder 3">
            <a:extLst>
              <a:ext uri="{FF2B5EF4-FFF2-40B4-BE49-F238E27FC236}">
                <a16:creationId xmlns:a16="http://schemas.microsoft.com/office/drawing/2014/main" id="{FADC43FB-5710-F30C-B5F6-122345D04C3A}"/>
              </a:ext>
            </a:extLst>
          </p:cNvPr>
          <p:cNvSpPr>
            <a:spLocks noGrp="1"/>
          </p:cNvSpPr>
          <p:nvPr>
            <p:ph type="sldNum" sz="quarter" idx="5"/>
          </p:nvPr>
        </p:nvSpPr>
        <p:spPr/>
        <p:txBody>
          <a:bodyPr/>
          <a:lstStyle/>
          <a:p>
            <a:fld id="{B7CF8A19-3A9E-4ABC-B336-2FDDE321C72D}" type="slidenum">
              <a:rPr lang="en-US" smtClean="0"/>
              <a:pPr/>
              <a:t>28</a:t>
            </a:fld>
            <a:endParaRPr lang="en-US" dirty="0"/>
          </a:p>
        </p:txBody>
      </p:sp>
    </p:spTree>
    <p:extLst>
      <p:ext uri="{BB962C8B-B14F-4D97-AF65-F5344CB8AC3E}">
        <p14:creationId xmlns:p14="http://schemas.microsoft.com/office/powerpoint/2010/main" val="223739609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34DD09-84A3-E069-85D5-542B2515A6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1A5F06-2FB4-4825-00CE-0C1B417719C7}"/>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6543C3E3-43D2-0784-CA3A-39D6CFF6EF57}"/>
              </a:ext>
            </a:extLst>
          </p:cNvPr>
          <p:cNvSpPr>
            <a:spLocks noGrp="1"/>
          </p:cNvSpPr>
          <p:nvPr>
            <p:ph type="body" idx="1"/>
          </p:nvPr>
        </p:nvSpPr>
        <p:spPr/>
        <p:txBody>
          <a:bodyPr/>
          <a:lstStyle/>
          <a:p>
            <a:pPr>
              <a:defRPr/>
            </a:pPr>
            <a:r>
              <a:rPr lang="en-US" dirty="0">
                <a:ea typeface="Calibri"/>
                <a:cs typeface="Calibri"/>
              </a:rPr>
              <a:t>Practice, Practice, Practice! Learners need to practice commands and be confident in using them to troubleshoot network issues.</a:t>
            </a:r>
          </a:p>
        </p:txBody>
      </p:sp>
      <p:sp>
        <p:nvSpPr>
          <p:cNvPr id="4" name="Slide Number Placeholder 3">
            <a:extLst>
              <a:ext uri="{FF2B5EF4-FFF2-40B4-BE49-F238E27FC236}">
                <a16:creationId xmlns:a16="http://schemas.microsoft.com/office/drawing/2014/main" id="{0BAE4616-58D6-4C1B-2BCB-6D4ABAC7459D}"/>
              </a:ext>
            </a:extLst>
          </p:cNvPr>
          <p:cNvSpPr>
            <a:spLocks noGrp="1"/>
          </p:cNvSpPr>
          <p:nvPr>
            <p:ph type="sldNum" sz="quarter" idx="5"/>
          </p:nvPr>
        </p:nvSpPr>
        <p:spPr/>
        <p:txBody>
          <a:bodyPr/>
          <a:lstStyle/>
          <a:p>
            <a:fld id="{B7CF8A19-3A9E-4ABC-B336-2FDDE321C72D}" type="slidenum">
              <a:rPr lang="en-US" smtClean="0"/>
              <a:pPr/>
              <a:t>29</a:t>
            </a:fld>
            <a:endParaRPr lang="en-US" dirty="0"/>
          </a:p>
        </p:txBody>
      </p:sp>
    </p:spTree>
    <p:extLst>
      <p:ext uri="{BB962C8B-B14F-4D97-AF65-F5344CB8AC3E}">
        <p14:creationId xmlns:p14="http://schemas.microsoft.com/office/powerpoint/2010/main" val="293523920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57DB71-8B82-1AFB-5FDC-AB8A320760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A7C473-8AFC-ADEF-C91F-98635A2A9DFD}"/>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0A842493-A7BD-1409-518A-139C278A3CA5}"/>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ea typeface="Calibri"/>
              <a:cs typeface="Calibri"/>
            </a:endParaRPr>
          </a:p>
        </p:txBody>
      </p:sp>
      <p:sp>
        <p:nvSpPr>
          <p:cNvPr id="4" name="Slide Number Placeholder 3">
            <a:extLst>
              <a:ext uri="{FF2B5EF4-FFF2-40B4-BE49-F238E27FC236}">
                <a16:creationId xmlns:a16="http://schemas.microsoft.com/office/drawing/2014/main" id="{5EE6B043-FBD6-6545-B171-C2A2F9F0B2A6}"/>
              </a:ext>
            </a:extLst>
          </p:cNvPr>
          <p:cNvSpPr>
            <a:spLocks noGrp="1"/>
          </p:cNvSpPr>
          <p:nvPr>
            <p:ph type="sldNum" sz="quarter" idx="5"/>
          </p:nvPr>
        </p:nvSpPr>
        <p:spPr/>
        <p:txBody>
          <a:bodyPr/>
          <a:lstStyle/>
          <a:p>
            <a:fld id="{B7CF8A19-3A9E-4ABC-B336-2FDDE321C72D}" type="slidenum">
              <a:rPr lang="en-US" smtClean="0"/>
              <a:pPr/>
              <a:t>30</a:t>
            </a:fld>
            <a:endParaRPr lang="en-US" dirty="0"/>
          </a:p>
        </p:txBody>
      </p:sp>
    </p:spTree>
    <p:extLst>
      <p:ext uri="{BB962C8B-B14F-4D97-AF65-F5344CB8AC3E}">
        <p14:creationId xmlns:p14="http://schemas.microsoft.com/office/powerpoint/2010/main" val="31138958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3B3BEB-BC9E-14D7-539D-A43D51D0ED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3C3494-7724-A496-20F5-40F6CBB15B1F}"/>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99E298EE-C49A-F3C3-00B8-43490043F7BD}"/>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Take some time at the end of each topic to answer questions. You can use the Lesson Review questions for discussion in class or set them for learners to complete individually during or after class.</a:t>
            </a:r>
          </a:p>
        </p:txBody>
      </p:sp>
      <p:sp>
        <p:nvSpPr>
          <p:cNvPr id="4" name="Slide Number Placeholder 3">
            <a:extLst>
              <a:ext uri="{FF2B5EF4-FFF2-40B4-BE49-F238E27FC236}">
                <a16:creationId xmlns:a16="http://schemas.microsoft.com/office/drawing/2014/main" id="{0A0863A2-714A-1290-FC4B-6C2A97122EC6}"/>
              </a:ext>
            </a:extLst>
          </p:cNvPr>
          <p:cNvSpPr>
            <a:spLocks noGrp="1"/>
          </p:cNvSpPr>
          <p:nvPr>
            <p:ph type="sldNum" sz="quarter" idx="5"/>
          </p:nvPr>
        </p:nvSpPr>
        <p:spPr/>
        <p:txBody>
          <a:bodyPr/>
          <a:lstStyle/>
          <a:p>
            <a:fld id="{B7CF8A19-3A9E-4ABC-B336-2FDDE321C72D}" type="slidenum">
              <a:rPr lang="en-US" smtClean="0"/>
              <a:pPr/>
              <a:t>32</a:t>
            </a:fld>
            <a:endParaRPr lang="en-US" dirty="0"/>
          </a:p>
        </p:txBody>
      </p:sp>
    </p:spTree>
    <p:extLst>
      <p:ext uri="{BB962C8B-B14F-4D97-AF65-F5344CB8AC3E}">
        <p14:creationId xmlns:p14="http://schemas.microsoft.com/office/powerpoint/2010/main" val="377403598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689D60-AB46-447A-D6A6-5C5409C039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2D5CB4-3A51-6302-2CC0-5CDDFD832E1F}"/>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E90F7F92-4B0A-F7DF-AC90-7ACACE72B058}"/>
              </a:ext>
            </a:extLst>
          </p:cNvPr>
          <p:cNvSpPr>
            <a:spLocks noGrp="1"/>
          </p:cNvSpPr>
          <p:nvPr>
            <p:ph type="body" idx="1"/>
          </p:nvPr>
        </p:nvSpPr>
        <p:spPr/>
        <p:txBody>
          <a:bodyPr/>
          <a:lstStyle/>
          <a:p>
            <a:r>
              <a:rPr lang="en-US" dirty="0">
                <a:latin typeface="+mn-lt"/>
              </a:rPr>
              <a:t>Core 2 Exam Objectives</a:t>
            </a:r>
          </a:p>
          <a:p>
            <a:pPr marL="171450" indent="-171450" algn="l">
              <a:buFont typeface="Arial" panose="020B0604020202020204" pitchFamily="34" charset="0"/>
              <a:buChar char="•"/>
            </a:pPr>
            <a:r>
              <a:rPr lang="en-US" b="0" i="0" dirty="0">
                <a:solidFill>
                  <a:srgbClr val="191D1F"/>
                </a:solidFill>
                <a:effectLst/>
                <a:latin typeface="+mn-lt"/>
              </a:rPr>
              <a:t>1.8 Explain common features and tools of the macOS/desktop operating system.</a:t>
            </a:r>
          </a:p>
          <a:p>
            <a:pPr marL="0" indent="0">
              <a:buFont typeface="Arial" panose="020B0604020202020204" pitchFamily="34" charset="0"/>
              <a:buNone/>
            </a:pPr>
            <a:endParaRPr lang="en-US" dirty="0">
              <a:latin typeface="+mn-lt"/>
            </a:endParaRPr>
          </a:p>
          <a:p>
            <a:r>
              <a:rPr lang="en-US" dirty="0">
                <a:latin typeface="+mn-lt"/>
              </a:rPr>
              <a:t>Learning Outcomes</a:t>
            </a:r>
          </a:p>
          <a:p>
            <a:pPr marL="171450" indent="-171450" algn="l">
              <a:buFont typeface="Arial" panose="020B0604020202020204" pitchFamily="34" charset="0"/>
              <a:buChar char="•"/>
            </a:pPr>
            <a:r>
              <a:rPr lang="en-US" b="0" i="0" dirty="0">
                <a:solidFill>
                  <a:srgbClr val="191D1F"/>
                </a:solidFill>
                <a:effectLst/>
                <a:latin typeface="+mn-lt"/>
              </a:rPr>
              <a:t>How can Spotlight Search be used to quickly locate files and applications on macOS?</a:t>
            </a:r>
          </a:p>
          <a:p>
            <a:pPr marL="171450" indent="-171450" algn="l">
              <a:buFont typeface="Arial" panose="020B0604020202020204" pitchFamily="34" charset="0"/>
              <a:buChar char="•"/>
            </a:pPr>
            <a:r>
              <a:rPr lang="en-US" b="0" i="0" dirty="0">
                <a:solidFill>
                  <a:srgbClr val="191D1F"/>
                </a:solidFill>
                <a:effectLst/>
                <a:latin typeface="+mn-lt"/>
              </a:rPr>
              <a:t>What are the differences between the Z shell and Bash in macOS, and how do you access the Terminal?</a:t>
            </a:r>
          </a:p>
          <a:p>
            <a:pPr marL="171450" indent="-171450" algn="l">
              <a:buFont typeface="Arial" panose="020B0604020202020204" pitchFamily="34" charset="0"/>
              <a:buChar char="•"/>
            </a:pPr>
            <a:r>
              <a:rPr lang="en-US" b="0" i="0" dirty="0">
                <a:solidFill>
                  <a:srgbClr val="191D1F"/>
                </a:solidFill>
                <a:effectLst/>
                <a:latin typeface="+mn-lt"/>
              </a:rPr>
              <a:t>What is the role of the /Library folder in macOS, and how does it differ from the /System folder?</a:t>
            </a:r>
          </a:p>
          <a:p>
            <a:pPr marL="171450" indent="-171450" algn="l">
              <a:buFont typeface="Arial" panose="020B0604020202020204" pitchFamily="34" charset="0"/>
              <a:buChar char="•"/>
            </a:pPr>
            <a:r>
              <a:rPr lang="en-US" b="0" i="0" dirty="0">
                <a:solidFill>
                  <a:srgbClr val="191D1F"/>
                </a:solidFill>
                <a:effectLst/>
                <a:latin typeface="+mn-lt"/>
              </a:rPr>
              <a:t>How do you configure input device options in macOS System Preferences, and what are the key differences between Mac and PC keyboards?</a:t>
            </a:r>
          </a:p>
          <a:p>
            <a:pPr marL="171450" indent="-171450" algn="l">
              <a:buFont typeface="Arial" panose="020B0604020202020204" pitchFamily="34" charset="0"/>
              <a:buChar char="•"/>
            </a:pPr>
            <a:r>
              <a:rPr lang="en-US" b="0" i="0" dirty="0">
                <a:solidFill>
                  <a:srgbClr val="191D1F"/>
                </a:solidFill>
                <a:effectLst/>
                <a:latin typeface="+mn-lt"/>
              </a:rPr>
              <a:t>How do you link a local macOS account to an Apple ID, and what are the benefits of doing so?</a:t>
            </a:r>
          </a:p>
          <a:p>
            <a:endParaRPr lang="en-US" dirty="0"/>
          </a:p>
        </p:txBody>
      </p:sp>
      <p:sp>
        <p:nvSpPr>
          <p:cNvPr id="4" name="Slide Number Placeholder 3">
            <a:extLst>
              <a:ext uri="{FF2B5EF4-FFF2-40B4-BE49-F238E27FC236}">
                <a16:creationId xmlns:a16="http://schemas.microsoft.com/office/drawing/2014/main" id="{E503613D-70BB-75DA-C349-9F5F66739A67}"/>
              </a:ext>
            </a:extLst>
          </p:cNvPr>
          <p:cNvSpPr>
            <a:spLocks noGrp="1"/>
          </p:cNvSpPr>
          <p:nvPr>
            <p:ph type="sldNum" sz="quarter" idx="5"/>
          </p:nvPr>
        </p:nvSpPr>
        <p:spPr/>
        <p:txBody>
          <a:bodyPr/>
          <a:lstStyle/>
          <a:p>
            <a:fld id="{B7CF8A19-3A9E-4ABC-B336-2FDDE321C72D}" type="slidenum">
              <a:rPr lang="en-US" smtClean="0"/>
              <a:pPr/>
              <a:t>33</a:t>
            </a:fld>
            <a:endParaRPr lang="en-US" dirty="0"/>
          </a:p>
        </p:txBody>
      </p:sp>
    </p:spTree>
    <p:extLst>
      <p:ext uri="{BB962C8B-B14F-4D97-AF65-F5344CB8AC3E}">
        <p14:creationId xmlns:p14="http://schemas.microsoft.com/office/powerpoint/2010/main" val="239489820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483F62-A2BC-AB2B-072F-1969B44345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274221-F017-A4D1-2D30-5DDDC52E2ACB}"/>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D9B82832-91AB-7F3C-D068-D9E414041965}"/>
              </a:ext>
            </a:extLst>
          </p:cNvPr>
          <p:cNvSpPr>
            <a:spLocks noGrp="1"/>
          </p:cNvSpPr>
          <p:nvPr>
            <p:ph type="body" idx="1"/>
          </p:nvPr>
        </p:nvSpPr>
        <p:spPr/>
        <p:txBody>
          <a:bodyPr/>
          <a:lstStyle/>
          <a:p>
            <a:pPr>
              <a:defRPr/>
            </a:pPr>
            <a:r>
              <a:rPr lang="en-US" dirty="0"/>
              <a:t>While Linux and macOS are not heavily covered in the exam objectives, learners should be reminded that they may be asked to troubleshoot OSs other than Windows in an enterprise or SOHO environment.</a:t>
            </a:r>
          </a:p>
        </p:txBody>
      </p:sp>
      <p:sp>
        <p:nvSpPr>
          <p:cNvPr id="4" name="Slide Number Placeholder 3">
            <a:extLst>
              <a:ext uri="{FF2B5EF4-FFF2-40B4-BE49-F238E27FC236}">
                <a16:creationId xmlns:a16="http://schemas.microsoft.com/office/drawing/2014/main" id="{E08C83D0-4693-67AB-C352-72FA48AEEF0D}"/>
              </a:ext>
            </a:extLst>
          </p:cNvPr>
          <p:cNvSpPr>
            <a:spLocks noGrp="1"/>
          </p:cNvSpPr>
          <p:nvPr>
            <p:ph type="sldNum" sz="quarter" idx="5"/>
          </p:nvPr>
        </p:nvSpPr>
        <p:spPr/>
        <p:txBody>
          <a:bodyPr/>
          <a:lstStyle/>
          <a:p>
            <a:fld id="{B7CF8A19-3A9E-4ABC-B336-2FDDE321C72D}" type="slidenum">
              <a:rPr lang="en-US" smtClean="0"/>
              <a:pPr/>
              <a:t>34</a:t>
            </a:fld>
            <a:endParaRPr lang="en-US" dirty="0"/>
          </a:p>
        </p:txBody>
      </p:sp>
    </p:spTree>
    <p:extLst>
      <p:ext uri="{BB962C8B-B14F-4D97-AF65-F5344CB8AC3E}">
        <p14:creationId xmlns:p14="http://schemas.microsoft.com/office/powerpoint/2010/main" val="144216848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3FB108-5B08-A94B-0490-6C3B1C6B0C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D0DEC8-49B2-1A2E-5FFC-DB607F49CEC6}"/>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C5CD35FE-BC5F-D2B6-E4B3-DFC6601FD42E}"/>
              </a:ext>
            </a:extLst>
          </p:cNvPr>
          <p:cNvSpPr>
            <a:spLocks noGrp="1"/>
          </p:cNvSpPr>
          <p:nvPr>
            <p:ph type="body" idx="1"/>
          </p:nvPr>
        </p:nvSpPr>
        <p:spPr/>
        <p:txBody>
          <a:bodyPr/>
          <a:lstStyle/>
          <a:p>
            <a:r>
              <a:rPr lang="en-US" dirty="0"/>
              <a:t>Menu bars with different apps running</a:t>
            </a:r>
          </a:p>
        </p:txBody>
      </p:sp>
      <p:sp>
        <p:nvSpPr>
          <p:cNvPr id="4" name="Slide Number Placeholder 3">
            <a:extLst>
              <a:ext uri="{FF2B5EF4-FFF2-40B4-BE49-F238E27FC236}">
                <a16:creationId xmlns:a16="http://schemas.microsoft.com/office/drawing/2014/main" id="{6B4FA712-774D-597B-2FB3-E65C7005CB98}"/>
              </a:ext>
            </a:extLst>
          </p:cNvPr>
          <p:cNvSpPr>
            <a:spLocks noGrp="1"/>
          </p:cNvSpPr>
          <p:nvPr>
            <p:ph type="sldNum" sz="quarter" idx="5"/>
          </p:nvPr>
        </p:nvSpPr>
        <p:spPr/>
        <p:txBody>
          <a:bodyPr/>
          <a:lstStyle/>
          <a:p>
            <a:fld id="{B7CF8A19-3A9E-4ABC-B336-2FDDE321C72D}" type="slidenum">
              <a:rPr lang="en-US" smtClean="0"/>
              <a:pPr/>
              <a:t>35</a:t>
            </a:fld>
            <a:endParaRPr lang="en-US" dirty="0"/>
          </a:p>
        </p:txBody>
      </p:sp>
    </p:spTree>
    <p:extLst>
      <p:ext uri="{BB962C8B-B14F-4D97-AF65-F5344CB8AC3E}">
        <p14:creationId xmlns:p14="http://schemas.microsoft.com/office/powerpoint/2010/main" val="395591204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EF0448-1753-3686-1D49-252F16106D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6932B7-9AEA-CBCA-E74C-98E185ECCAA5}"/>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16523F06-7E21-B5EA-F319-F7CA2892F6E6}"/>
              </a:ext>
            </a:extLst>
          </p:cNvPr>
          <p:cNvSpPr>
            <a:spLocks noGrp="1"/>
          </p:cNvSpPr>
          <p:nvPr>
            <p:ph type="body" idx="1"/>
          </p:nvPr>
        </p:nvSpPr>
        <p:spPr/>
        <p:txBody>
          <a:bodyPr/>
          <a:lstStyle/>
          <a:p>
            <a:r>
              <a:rPr lang="en-US" dirty="0"/>
              <a:t>Mission Control is used to switch between windows and manage multiple desktops.</a:t>
            </a:r>
          </a:p>
        </p:txBody>
      </p:sp>
      <p:sp>
        <p:nvSpPr>
          <p:cNvPr id="4" name="Slide Number Placeholder 3">
            <a:extLst>
              <a:ext uri="{FF2B5EF4-FFF2-40B4-BE49-F238E27FC236}">
                <a16:creationId xmlns:a16="http://schemas.microsoft.com/office/drawing/2014/main" id="{1DEA1232-CFDC-88DB-D9ED-50E133344406}"/>
              </a:ext>
            </a:extLst>
          </p:cNvPr>
          <p:cNvSpPr>
            <a:spLocks noGrp="1"/>
          </p:cNvSpPr>
          <p:nvPr>
            <p:ph type="sldNum" sz="quarter" idx="5"/>
          </p:nvPr>
        </p:nvSpPr>
        <p:spPr/>
        <p:txBody>
          <a:bodyPr/>
          <a:lstStyle/>
          <a:p>
            <a:fld id="{B7CF8A19-3A9E-4ABC-B336-2FDDE321C72D}" type="slidenum">
              <a:rPr lang="en-US" smtClean="0"/>
              <a:pPr/>
              <a:t>36</a:t>
            </a:fld>
            <a:endParaRPr lang="en-US" dirty="0"/>
          </a:p>
        </p:txBody>
      </p:sp>
    </p:spTree>
    <p:extLst>
      <p:ext uri="{BB962C8B-B14F-4D97-AF65-F5344CB8AC3E}">
        <p14:creationId xmlns:p14="http://schemas.microsoft.com/office/powerpoint/2010/main" val="326768826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1F4995-B0A9-CBF6-C2A6-0C5326F1DF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6929CB-815D-8ABB-7BA3-0A90F01DD5B0}"/>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EEC85541-3B15-7F46-6CFA-5E818F5CCC10}"/>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ea typeface="Calibri"/>
              <a:cs typeface="Calibri"/>
            </a:endParaRPr>
          </a:p>
        </p:txBody>
      </p:sp>
      <p:sp>
        <p:nvSpPr>
          <p:cNvPr id="4" name="Slide Number Placeholder 3">
            <a:extLst>
              <a:ext uri="{FF2B5EF4-FFF2-40B4-BE49-F238E27FC236}">
                <a16:creationId xmlns:a16="http://schemas.microsoft.com/office/drawing/2014/main" id="{883EBF4E-8DA6-EB66-11D0-25E2555FC001}"/>
              </a:ext>
            </a:extLst>
          </p:cNvPr>
          <p:cNvSpPr>
            <a:spLocks noGrp="1"/>
          </p:cNvSpPr>
          <p:nvPr>
            <p:ph type="sldNum" sz="quarter" idx="5"/>
          </p:nvPr>
        </p:nvSpPr>
        <p:spPr/>
        <p:txBody>
          <a:bodyPr/>
          <a:lstStyle/>
          <a:p>
            <a:fld id="{B7CF8A19-3A9E-4ABC-B336-2FDDE321C72D}" type="slidenum">
              <a:rPr lang="en-US" smtClean="0"/>
              <a:pPr/>
              <a:t>37</a:t>
            </a:fld>
            <a:endParaRPr lang="en-US" dirty="0"/>
          </a:p>
        </p:txBody>
      </p:sp>
    </p:spTree>
    <p:extLst>
      <p:ext uri="{BB962C8B-B14F-4D97-AF65-F5344CB8AC3E}">
        <p14:creationId xmlns:p14="http://schemas.microsoft.com/office/powerpoint/2010/main" val="68493716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25EB92-ED49-1E23-EC37-0AB628FB82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1B21A1-B06C-1118-AE07-64833EAD0428}"/>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1BF94D28-82E7-C68C-8278-DF30C30AF9C5}"/>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ea typeface="Calibri"/>
                <a:cs typeface="Calibri"/>
              </a:rPr>
              <a:t>Consider showing the video Mac System Settings. </a:t>
            </a:r>
          </a:p>
        </p:txBody>
      </p:sp>
      <p:sp>
        <p:nvSpPr>
          <p:cNvPr id="4" name="Slide Number Placeholder 3">
            <a:extLst>
              <a:ext uri="{FF2B5EF4-FFF2-40B4-BE49-F238E27FC236}">
                <a16:creationId xmlns:a16="http://schemas.microsoft.com/office/drawing/2014/main" id="{D5709EEF-0E1A-67A2-5FF2-6EFD19871ED1}"/>
              </a:ext>
            </a:extLst>
          </p:cNvPr>
          <p:cNvSpPr>
            <a:spLocks noGrp="1"/>
          </p:cNvSpPr>
          <p:nvPr>
            <p:ph type="sldNum" sz="quarter" idx="5"/>
          </p:nvPr>
        </p:nvSpPr>
        <p:spPr/>
        <p:txBody>
          <a:bodyPr/>
          <a:lstStyle/>
          <a:p>
            <a:fld id="{B7CF8A19-3A9E-4ABC-B336-2FDDE321C72D}" type="slidenum">
              <a:rPr lang="en-US" smtClean="0"/>
              <a:pPr/>
              <a:t>38</a:t>
            </a:fld>
            <a:endParaRPr lang="en-US" dirty="0"/>
          </a:p>
        </p:txBody>
      </p:sp>
    </p:spTree>
    <p:extLst>
      <p:ext uri="{BB962C8B-B14F-4D97-AF65-F5344CB8AC3E}">
        <p14:creationId xmlns:p14="http://schemas.microsoft.com/office/powerpoint/2010/main" val="41511267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006E69-3758-7A60-D445-43FA1B6304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0626F0-7F43-5689-FD7E-05819268AAF2}"/>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95B388AB-0A78-0E1F-6EBE-049F66DEA7CE}"/>
              </a:ext>
            </a:extLst>
          </p:cNvPr>
          <p:cNvSpPr>
            <a:spLocks noGrp="1"/>
          </p:cNvSpPr>
          <p:nvPr>
            <p:ph type="body" idx="1"/>
          </p:nvPr>
        </p:nvSpPr>
        <p:spPr/>
        <p:txBody>
          <a:bodyPr/>
          <a:lstStyle/>
          <a:p>
            <a:r>
              <a:rPr lang="en-US" dirty="0"/>
              <a:t>Configuring the trackpad</a:t>
            </a:r>
          </a:p>
        </p:txBody>
      </p:sp>
      <p:sp>
        <p:nvSpPr>
          <p:cNvPr id="4" name="Slide Number Placeholder 3">
            <a:extLst>
              <a:ext uri="{FF2B5EF4-FFF2-40B4-BE49-F238E27FC236}">
                <a16:creationId xmlns:a16="http://schemas.microsoft.com/office/drawing/2014/main" id="{DD58010F-1C3F-0DB7-1262-D3465F19EF86}"/>
              </a:ext>
            </a:extLst>
          </p:cNvPr>
          <p:cNvSpPr>
            <a:spLocks noGrp="1"/>
          </p:cNvSpPr>
          <p:nvPr>
            <p:ph type="sldNum" sz="quarter" idx="5"/>
          </p:nvPr>
        </p:nvSpPr>
        <p:spPr/>
        <p:txBody>
          <a:bodyPr/>
          <a:lstStyle/>
          <a:p>
            <a:fld id="{B7CF8A19-3A9E-4ABC-B336-2FDDE321C72D}" type="slidenum">
              <a:rPr lang="en-US" smtClean="0"/>
              <a:pPr/>
              <a:t>39</a:t>
            </a:fld>
            <a:endParaRPr lang="en-US" dirty="0"/>
          </a:p>
        </p:txBody>
      </p:sp>
    </p:spTree>
    <p:extLst>
      <p:ext uri="{BB962C8B-B14F-4D97-AF65-F5344CB8AC3E}">
        <p14:creationId xmlns:p14="http://schemas.microsoft.com/office/powerpoint/2010/main" val="331966494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F1B49B-7331-F8F7-D635-F5A56795AD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6E604D-BBAD-8337-5B14-044A52CDF6D7}"/>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C0A2CF57-917A-2E03-4225-7242E638410E}"/>
              </a:ext>
            </a:extLst>
          </p:cNvPr>
          <p:cNvSpPr>
            <a:spLocks noGrp="1"/>
          </p:cNvSpPr>
          <p:nvPr>
            <p:ph type="body" idx="1"/>
          </p:nvPr>
        </p:nvSpPr>
        <p:spPr/>
        <p:txBody>
          <a:bodyPr/>
          <a:lstStyle/>
          <a:p>
            <a:r>
              <a:rPr lang="en-US" dirty="0"/>
              <a:t>Accessibility prefpane showing Zoom options</a:t>
            </a:r>
          </a:p>
        </p:txBody>
      </p:sp>
      <p:sp>
        <p:nvSpPr>
          <p:cNvPr id="4" name="Slide Number Placeholder 3">
            <a:extLst>
              <a:ext uri="{FF2B5EF4-FFF2-40B4-BE49-F238E27FC236}">
                <a16:creationId xmlns:a16="http://schemas.microsoft.com/office/drawing/2014/main" id="{2D2196E4-16BA-E7FF-305D-5A39214472BF}"/>
              </a:ext>
            </a:extLst>
          </p:cNvPr>
          <p:cNvSpPr>
            <a:spLocks noGrp="1"/>
          </p:cNvSpPr>
          <p:nvPr>
            <p:ph type="sldNum" sz="quarter" idx="5"/>
          </p:nvPr>
        </p:nvSpPr>
        <p:spPr/>
        <p:txBody>
          <a:bodyPr/>
          <a:lstStyle/>
          <a:p>
            <a:fld id="{B7CF8A19-3A9E-4ABC-B336-2FDDE321C72D}" type="slidenum">
              <a:rPr lang="en-US" smtClean="0"/>
              <a:pPr/>
              <a:t>40</a:t>
            </a:fld>
            <a:endParaRPr lang="en-US" dirty="0"/>
          </a:p>
        </p:txBody>
      </p:sp>
    </p:spTree>
    <p:extLst>
      <p:ext uri="{BB962C8B-B14F-4D97-AF65-F5344CB8AC3E}">
        <p14:creationId xmlns:p14="http://schemas.microsoft.com/office/powerpoint/2010/main" val="25669153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EBC34E-7CDC-D697-1D41-F44B467CC2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110256-C2EB-E205-0A4C-12C5774E7F28}"/>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FC2D4214-BA99-BBA2-8F04-1B6763D9EE9D}"/>
              </a:ext>
            </a:extLst>
          </p:cNvPr>
          <p:cNvSpPr>
            <a:spLocks noGrp="1"/>
          </p:cNvSpPr>
          <p:nvPr>
            <p:ph type="body" idx="1"/>
          </p:nvPr>
        </p:nvSpPr>
        <p:spPr/>
        <p:txBody>
          <a:bodyPr/>
          <a:lstStyle/>
          <a:p>
            <a:pPr>
              <a:defRPr/>
            </a:pPr>
            <a:r>
              <a:rPr lang="en-US" dirty="0">
                <a:ea typeface="Calibri"/>
                <a:cs typeface="Calibri"/>
              </a:rPr>
              <a:t>Apple ID is similar to a Microsoft account for data sync between devices and storage using the cloud.</a:t>
            </a:r>
          </a:p>
        </p:txBody>
      </p:sp>
      <p:sp>
        <p:nvSpPr>
          <p:cNvPr id="4" name="Slide Number Placeholder 3">
            <a:extLst>
              <a:ext uri="{FF2B5EF4-FFF2-40B4-BE49-F238E27FC236}">
                <a16:creationId xmlns:a16="http://schemas.microsoft.com/office/drawing/2014/main" id="{6EA97D9F-1E7B-1CD8-703E-F9265C37BBBB}"/>
              </a:ext>
            </a:extLst>
          </p:cNvPr>
          <p:cNvSpPr>
            <a:spLocks noGrp="1"/>
          </p:cNvSpPr>
          <p:nvPr>
            <p:ph type="sldNum" sz="quarter" idx="5"/>
          </p:nvPr>
        </p:nvSpPr>
        <p:spPr/>
        <p:txBody>
          <a:bodyPr/>
          <a:lstStyle/>
          <a:p>
            <a:fld id="{B7CF8A19-3A9E-4ABC-B336-2FDDE321C72D}" type="slidenum">
              <a:rPr lang="en-US" smtClean="0"/>
              <a:pPr/>
              <a:t>41</a:t>
            </a:fld>
            <a:endParaRPr lang="en-US" dirty="0"/>
          </a:p>
        </p:txBody>
      </p:sp>
    </p:spTree>
    <p:extLst>
      <p:ext uri="{BB962C8B-B14F-4D97-AF65-F5344CB8AC3E}">
        <p14:creationId xmlns:p14="http://schemas.microsoft.com/office/powerpoint/2010/main" val="242490709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66673E-D275-8433-3939-63BA13079C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AE0A68-D1DC-FFE6-7ADD-F8A72D70152D}"/>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2F1ECF08-DB8A-2F38-3EF1-09A4D51472F9}"/>
              </a:ext>
            </a:extLst>
          </p:cNvPr>
          <p:cNvSpPr>
            <a:spLocks noGrp="1"/>
          </p:cNvSpPr>
          <p:nvPr>
            <p:ph type="body" idx="1"/>
          </p:nvPr>
        </p:nvSpPr>
        <p:spPr/>
        <p:txBody>
          <a:bodyPr/>
          <a:lstStyle/>
          <a:p>
            <a:pPr>
              <a:defRPr/>
            </a:pPr>
            <a:endParaRPr lang="en-US" dirty="0">
              <a:ea typeface="Calibri"/>
              <a:cs typeface="Calibri"/>
            </a:endParaRPr>
          </a:p>
        </p:txBody>
      </p:sp>
      <p:sp>
        <p:nvSpPr>
          <p:cNvPr id="4" name="Slide Number Placeholder 3">
            <a:extLst>
              <a:ext uri="{FF2B5EF4-FFF2-40B4-BE49-F238E27FC236}">
                <a16:creationId xmlns:a16="http://schemas.microsoft.com/office/drawing/2014/main" id="{6B6E2CB3-6D7E-38E4-EAA6-8ED05BC3C97E}"/>
              </a:ext>
            </a:extLst>
          </p:cNvPr>
          <p:cNvSpPr>
            <a:spLocks noGrp="1"/>
          </p:cNvSpPr>
          <p:nvPr>
            <p:ph type="sldNum" sz="quarter" idx="5"/>
          </p:nvPr>
        </p:nvSpPr>
        <p:spPr/>
        <p:txBody>
          <a:bodyPr/>
          <a:lstStyle/>
          <a:p>
            <a:fld id="{B7CF8A19-3A9E-4ABC-B336-2FDDE321C72D}" type="slidenum">
              <a:rPr lang="en-US" smtClean="0"/>
              <a:pPr/>
              <a:t>42</a:t>
            </a:fld>
            <a:endParaRPr lang="en-US" dirty="0"/>
          </a:p>
        </p:txBody>
      </p:sp>
    </p:spTree>
    <p:extLst>
      <p:ext uri="{BB962C8B-B14F-4D97-AF65-F5344CB8AC3E}">
        <p14:creationId xmlns:p14="http://schemas.microsoft.com/office/powerpoint/2010/main" val="298885250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CB51E5-1814-7ADA-7E54-C2BEC68CEB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038B55-0794-1DBB-5C01-94AB044FA022}"/>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63EB1158-8A34-331A-9A39-9BB478460C00}"/>
              </a:ext>
            </a:extLst>
          </p:cNvPr>
          <p:cNvSpPr>
            <a:spLocks noGrp="1"/>
          </p:cNvSpPr>
          <p:nvPr>
            <p:ph type="body" idx="1"/>
          </p:nvPr>
        </p:nvSpPr>
        <p:spPr/>
        <p:txBody>
          <a:bodyPr/>
          <a:lstStyle/>
          <a:p>
            <a:pPr>
              <a:defRPr/>
            </a:pPr>
            <a:r>
              <a:rPr lang="en-US" dirty="0">
                <a:ea typeface="Calibri"/>
                <a:cs typeface="Calibri"/>
              </a:rPr>
              <a:t>Instructors should review each feature and service with their learners.</a:t>
            </a:r>
          </a:p>
        </p:txBody>
      </p:sp>
      <p:sp>
        <p:nvSpPr>
          <p:cNvPr id="4" name="Slide Number Placeholder 3">
            <a:extLst>
              <a:ext uri="{FF2B5EF4-FFF2-40B4-BE49-F238E27FC236}">
                <a16:creationId xmlns:a16="http://schemas.microsoft.com/office/drawing/2014/main" id="{B7631D26-B0CF-2D5C-BE70-F32886364BE9}"/>
              </a:ext>
            </a:extLst>
          </p:cNvPr>
          <p:cNvSpPr>
            <a:spLocks noGrp="1"/>
          </p:cNvSpPr>
          <p:nvPr>
            <p:ph type="sldNum" sz="quarter" idx="5"/>
          </p:nvPr>
        </p:nvSpPr>
        <p:spPr/>
        <p:txBody>
          <a:bodyPr/>
          <a:lstStyle/>
          <a:p>
            <a:fld id="{B7CF8A19-3A9E-4ABC-B336-2FDDE321C72D}" type="slidenum">
              <a:rPr lang="en-US" smtClean="0"/>
              <a:pPr/>
              <a:t>43</a:t>
            </a:fld>
            <a:endParaRPr lang="en-US" dirty="0"/>
          </a:p>
        </p:txBody>
      </p:sp>
    </p:spTree>
    <p:extLst>
      <p:ext uri="{BB962C8B-B14F-4D97-AF65-F5344CB8AC3E}">
        <p14:creationId xmlns:p14="http://schemas.microsoft.com/office/powerpoint/2010/main" val="399583040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84B3EF-8564-653D-81C8-794FF517D0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8B1C16-0994-4AE2-476E-668B383219AB}"/>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8C64D7DB-2CC9-17BC-9F3C-0A77AB2EC4AD}"/>
              </a:ext>
            </a:extLst>
          </p:cNvPr>
          <p:cNvSpPr>
            <a:spLocks noGrp="1"/>
          </p:cNvSpPr>
          <p:nvPr>
            <p:ph type="body" idx="1"/>
          </p:nvPr>
        </p:nvSpPr>
        <p:spPr/>
        <p:txBody>
          <a:bodyPr/>
          <a:lstStyle/>
          <a:p>
            <a:r>
              <a:rPr lang="en-US" dirty="0"/>
              <a:t>Using the Apple ID to configure iCloud synchronization options</a:t>
            </a:r>
          </a:p>
        </p:txBody>
      </p:sp>
      <p:sp>
        <p:nvSpPr>
          <p:cNvPr id="4" name="Slide Number Placeholder 3">
            <a:extLst>
              <a:ext uri="{FF2B5EF4-FFF2-40B4-BE49-F238E27FC236}">
                <a16:creationId xmlns:a16="http://schemas.microsoft.com/office/drawing/2014/main" id="{2E08399B-A4D2-7434-368C-D4FD2AB93B2C}"/>
              </a:ext>
            </a:extLst>
          </p:cNvPr>
          <p:cNvSpPr>
            <a:spLocks noGrp="1"/>
          </p:cNvSpPr>
          <p:nvPr>
            <p:ph type="sldNum" sz="quarter" idx="5"/>
          </p:nvPr>
        </p:nvSpPr>
        <p:spPr/>
        <p:txBody>
          <a:bodyPr/>
          <a:lstStyle/>
          <a:p>
            <a:fld id="{B7CF8A19-3A9E-4ABC-B336-2FDDE321C72D}" type="slidenum">
              <a:rPr lang="en-US" smtClean="0"/>
              <a:pPr/>
              <a:t>44</a:t>
            </a:fld>
            <a:endParaRPr lang="en-US" dirty="0"/>
          </a:p>
        </p:txBody>
      </p:sp>
    </p:spTree>
    <p:extLst>
      <p:ext uri="{BB962C8B-B14F-4D97-AF65-F5344CB8AC3E}">
        <p14:creationId xmlns:p14="http://schemas.microsoft.com/office/powerpoint/2010/main" val="10269175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8C801C-9E2F-5E30-9EC8-3DD711F445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74E26D-BDBF-F356-5BA1-C68175A62106}"/>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1E66D7D3-1345-F06A-B938-48F4E0BF45F9}"/>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ea typeface="Calibri"/>
              <a:cs typeface="Calibri"/>
            </a:endParaRPr>
          </a:p>
        </p:txBody>
      </p:sp>
      <p:sp>
        <p:nvSpPr>
          <p:cNvPr id="4" name="Slide Number Placeholder 3">
            <a:extLst>
              <a:ext uri="{FF2B5EF4-FFF2-40B4-BE49-F238E27FC236}">
                <a16:creationId xmlns:a16="http://schemas.microsoft.com/office/drawing/2014/main" id="{81CF707C-8E0E-8574-757B-B813EB46DF06}"/>
              </a:ext>
            </a:extLst>
          </p:cNvPr>
          <p:cNvSpPr>
            <a:spLocks noGrp="1"/>
          </p:cNvSpPr>
          <p:nvPr>
            <p:ph type="sldNum" sz="quarter" idx="5"/>
          </p:nvPr>
        </p:nvSpPr>
        <p:spPr/>
        <p:txBody>
          <a:bodyPr/>
          <a:lstStyle/>
          <a:p>
            <a:fld id="{B7CF8A19-3A9E-4ABC-B336-2FDDE321C72D}" type="slidenum">
              <a:rPr lang="en-US" smtClean="0"/>
              <a:pPr/>
              <a:t>45</a:t>
            </a:fld>
            <a:endParaRPr lang="en-US" dirty="0"/>
          </a:p>
        </p:txBody>
      </p:sp>
    </p:spTree>
    <p:extLst>
      <p:ext uri="{BB962C8B-B14F-4D97-AF65-F5344CB8AC3E}">
        <p14:creationId xmlns:p14="http://schemas.microsoft.com/office/powerpoint/2010/main" val="407533284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6B71E9-8D1A-713E-4BFD-3BD1CD07AD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072462-2DDD-B6E2-D1F0-B22D0ACA6E80}"/>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2B1EF989-7007-374A-752C-0790BF788EBE}"/>
              </a:ext>
            </a:extLst>
          </p:cNvPr>
          <p:cNvSpPr>
            <a:spLocks noGrp="1"/>
          </p:cNvSpPr>
          <p:nvPr>
            <p:ph type="body" idx="1"/>
          </p:nvPr>
        </p:nvSpPr>
        <p:spPr/>
        <p:txBody>
          <a:bodyPr/>
          <a:lstStyle/>
          <a:p>
            <a:r>
              <a:rPr lang="en-US" dirty="0"/>
              <a:t>Monitoring the App Store for available updates</a:t>
            </a:r>
          </a:p>
        </p:txBody>
      </p:sp>
      <p:sp>
        <p:nvSpPr>
          <p:cNvPr id="4" name="Slide Number Placeholder 3">
            <a:extLst>
              <a:ext uri="{FF2B5EF4-FFF2-40B4-BE49-F238E27FC236}">
                <a16:creationId xmlns:a16="http://schemas.microsoft.com/office/drawing/2014/main" id="{4B27CDB9-A744-FC7C-0FB1-702DC3775664}"/>
              </a:ext>
            </a:extLst>
          </p:cNvPr>
          <p:cNvSpPr>
            <a:spLocks noGrp="1"/>
          </p:cNvSpPr>
          <p:nvPr>
            <p:ph type="sldNum" sz="quarter" idx="5"/>
          </p:nvPr>
        </p:nvSpPr>
        <p:spPr/>
        <p:txBody>
          <a:bodyPr/>
          <a:lstStyle/>
          <a:p>
            <a:fld id="{B7CF8A19-3A9E-4ABC-B336-2FDDE321C72D}" type="slidenum">
              <a:rPr lang="en-US" smtClean="0"/>
              <a:pPr/>
              <a:t>46</a:t>
            </a:fld>
            <a:endParaRPr lang="en-US" dirty="0"/>
          </a:p>
        </p:txBody>
      </p:sp>
    </p:spTree>
    <p:extLst>
      <p:ext uri="{BB962C8B-B14F-4D97-AF65-F5344CB8AC3E}">
        <p14:creationId xmlns:p14="http://schemas.microsoft.com/office/powerpoint/2010/main" val="173300083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5D5DBD-D4F3-F948-26E8-CF582E4E24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99623C-86F3-FC3F-7552-1DC4BC5355B3}"/>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E1DB8B84-2771-6896-124A-0AF6115CFE77}"/>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ea typeface="Calibri"/>
                <a:cs typeface="Calibri"/>
              </a:rPr>
              <a:t>Consider showing the video App Installation and Management</a:t>
            </a:r>
          </a:p>
        </p:txBody>
      </p:sp>
      <p:sp>
        <p:nvSpPr>
          <p:cNvPr id="4" name="Slide Number Placeholder 3">
            <a:extLst>
              <a:ext uri="{FF2B5EF4-FFF2-40B4-BE49-F238E27FC236}">
                <a16:creationId xmlns:a16="http://schemas.microsoft.com/office/drawing/2014/main" id="{555784EC-133A-BE16-543D-651E56D62288}"/>
              </a:ext>
            </a:extLst>
          </p:cNvPr>
          <p:cNvSpPr>
            <a:spLocks noGrp="1"/>
          </p:cNvSpPr>
          <p:nvPr>
            <p:ph type="sldNum" sz="quarter" idx="5"/>
          </p:nvPr>
        </p:nvSpPr>
        <p:spPr/>
        <p:txBody>
          <a:bodyPr/>
          <a:lstStyle/>
          <a:p>
            <a:fld id="{B7CF8A19-3A9E-4ABC-B336-2FDDE321C72D}" type="slidenum">
              <a:rPr lang="en-US" smtClean="0"/>
              <a:pPr/>
              <a:t>47</a:t>
            </a:fld>
            <a:endParaRPr lang="en-US" dirty="0"/>
          </a:p>
        </p:txBody>
      </p:sp>
    </p:spTree>
    <p:extLst>
      <p:ext uri="{BB962C8B-B14F-4D97-AF65-F5344CB8AC3E}">
        <p14:creationId xmlns:p14="http://schemas.microsoft.com/office/powerpoint/2010/main" val="212509105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C04CC6-34D8-0AB5-38BF-64C8C193BD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F1588E-A8D4-A0D6-9FBC-3924A2D74486}"/>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92507187-9FEF-27FD-731C-F8ADC1C845DB}"/>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ea typeface="Calibri"/>
              <a:cs typeface="Calibri"/>
            </a:endParaRPr>
          </a:p>
        </p:txBody>
      </p:sp>
      <p:sp>
        <p:nvSpPr>
          <p:cNvPr id="4" name="Slide Number Placeholder 3">
            <a:extLst>
              <a:ext uri="{FF2B5EF4-FFF2-40B4-BE49-F238E27FC236}">
                <a16:creationId xmlns:a16="http://schemas.microsoft.com/office/drawing/2014/main" id="{029520EB-B4A4-EE78-D945-99E65C528783}"/>
              </a:ext>
            </a:extLst>
          </p:cNvPr>
          <p:cNvSpPr>
            <a:spLocks noGrp="1"/>
          </p:cNvSpPr>
          <p:nvPr>
            <p:ph type="sldNum" sz="quarter" idx="5"/>
          </p:nvPr>
        </p:nvSpPr>
        <p:spPr/>
        <p:txBody>
          <a:bodyPr/>
          <a:lstStyle/>
          <a:p>
            <a:fld id="{B7CF8A19-3A9E-4ABC-B336-2FDDE321C72D}" type="slidenum">
              <a:rPr lang="en-US" smtClean="0"/>
              <a:pPr/>
              <a:t>48</a:t>
            </a:fld>
            <a:endParaRPr lang="en-US" dirty="0"/>
          </a:p>
        </p:txBody>
      </p:sp>
    </p:spTree>
    <p:extLst>
      <p:ext uri="{BB962C8B-B14F-4D97-AF65-F5344CB8AC3E}">
        <p14:creationId xmlns:p14="http://schemas.microsoft.com/office/powerpoint/2010/main" val="37662843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C5FEAD-D23F-31B9-0658-FB2AC02A2B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8F8571-8B70-B5AE-16C8-EFA317CFB2EC}"/>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A4FE88E3-A5D7-E197-09CC-6D5C273054A1}"/>
              </a:ext>
            </a:extLst>
          </p:cNvPr>
          <p:cNvSpPr>
            <a:spLocks noGrp="1"/>
          </p:cNvSpPr>
          <p:nvPr>
            <p:ph type="body" idx="1"/>
          </p:nvPr>
        </p:nvSpPr>
        <p:spPr/>
        <p:txBody>
          <a:bodyPr/>
          <a:lstStyle/>
          <a:p>
            <a:r>
              <a:rPr lang="en-US" dirty="0"/>
              <a:t>Software Update showing that a macOS version upgrade is available </a:t>
            </a:r>
          </a:p>
        </p:txBody>
      </p:sp>
      <p:sp>
        <p:nvSpPr>
          <p:cNvPr id="4" name="Slide Number Placeholder 3">
            <a:extLst>
              <a:ext uri="{FF2B5EF4-FFF2-40B4-BE49-F238E27FC236}">
                <a16:creationId xmlns:a16="http://schemas.microsoft.com/office/drawing/2014/main" id="{3308D06C-1A16-2E50-C1C3-15F990CA111F}"/>
              </a:ext>
            </a:extLst>
          </p:cNvPr>
          <p:cNvSpPr>
            <a:spLocks noGrp="1"/>
          </p:cNvSpPr>
          <p:nvPr>
            <p:ph type="sldNum" sz="quarter" idx="5"/>
          </p:nvPr>
        </p:nvSpPr>
        <p:spPr/>
        <p:txBody>
          <a:bodyPr/>
          <a:lstStyle/>
          <a:p>
            <a:fld id="{B7CF8A19-3A9E-4ABC-B336-2FDDE321C72D}" type="slidenum">
              <a:rPr lang="en-US" smtClean="0"/>
              <a:pPr/>
              <a:t>49</a:t>
            </a:fld>
            <a:endParaRPr lang="en-US" dirty="0"/>
          </a:p>
        </p:txBody>
      </p:sp>
    </p:spTree>
    <p:extLst>
      <p:ext uri="{BB962C8B-B14F-4D97-AF65-F5344CB8AC3E}">
        <p14:creationId xmlns:p14="http://schemas.microsoft.com/office/powerpoint/2010/main" val="183135986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3F8B59-9162-D023-8A64-B3E5D0E1F6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059C20-85A6-081A-A24A-8D5446D94598}"/>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B9E4AE0F-E4A1-D737-B841-B345FD5E91BB}"/>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Consider showing the video Managing Network Settings. </a:t>
            </a:r>
          </a:p>
        </p:txBody>
      </p:sp>
      <p:sp>
        <p:nvSpPr>
          <p:cNvPr id="4" name="Slide Number Placeholder 3">
            <a:extLst>
              <a:ext uri="{FF2B5EF4-FFF2-40B4-BE49-F238E27FC236}">
                <a16:creationId xmlns:a16="http://schemas.microsoft.com/office/drawing/2014/main" id="{358F0A49-8375-7B3C-74FE-B37F2A321848}"/>
              </a:ext>
            </a:extLst>
          </p:cNvPr>
          <p:cNvSpPr>
            <a:spLocks noGrp="1"/>
          </p:cNvSpPr>
          <p:nvPr>
            <p:ph type="sldNum" sz="quarter" idx="5"/>
          </p:nvPr>
        </p:nvSpPr>
        <p:spPr/>
        <p:txBody>
          <a:bodyPr/>
          <a:lstStyle/>
          <a:p>
            <a:fld id="{B7CF8A19-3A9E-4ABC-B336-2FDDE321C72D}" type="slidenum">
              <a:rPr lang="en-US" smtClean="0"/>
              <a:pPr/>
              <a:t>50</a:t>
            </a:fld>
            <a:endParaRPr lang="en-US" dirty="0"/>
          </a:p>
        </p:txBody>
      </p:sp>
    </p:spTree>
    <p:extLst>
      <p:ext uri="{BB962C8B-B14F-4D97-AF65-F5344CB8AC3E}">
        <p14:creationId xmlns:p14="http://schemas.microsoft.com/office/powerpoint/2010/main" val="424812451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355E41-68D3-AB22-9CEC-88806EC734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74A488-C476-EC7F-CC34-2B34ED8891FF}"/>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A908F37F-9DED-AF56-C852-8ED4C74B4E1F}"/>
              </a:ext>
            </a:extLst>
          </p:cNvPr>
          <p:cNvSpPr>
            <a:spLocks noGrp="1"/>
          </p:cNvSpPr>
          <p:nvPr>
            <p:ph type="body" idx="1"/>
          </p:nvPr>
        </p:nvSpPr>
        <p:spPr/>
        <p:txBody>
          <a:bodyPr/>
          <a:lstStyle/>
          <a:p>
            <a:r>
              <a:rPr lang="en-US" dirty="0"/>
              <a:t>Select the Advanced button in the Network prefpane to configure Wi-Fi options, IP and DNS settings, and proxy settings. </a:t>
            </a:r>
          </a:p>
        </p:txBody>
      </p:sp>
      <p:sp>
        <p:nvSpPr>
          <p:cNvPr id="4" name="Slide Number Placeholder 3">
            <a:extLst>
              <a:ext uri="{FF2B5EF4-FFF2-40B4-BE49-F238E27FC236}">
                <a16:creationId xmlns:a16="http://schemas.microsoft.com/office/drawing/2014/main" id="{5DA9337B-DDE3-002F-0353-91859C1BAE46}"/>
              </a:ext>
            </a:extLst>
          </p:cNvPr>
          <p:cNvSpPr>
            <a:spLocks noGrp="1"/>
          </p:cNvSpPr>
          <p:nvPr>
            <p:ph type="sldNum" sz="quarter" idx="5"/>
          </p:nvPr>
        </p:nvSpPr>
        <p:spPr/>
        <p:txBody>
          <a:bodyPr/>
          <a:lstStyle/>
          <a:p>
            <a:fld id="{B7CF8A19-3A9E-4ABC-B336-2FDDE321C72D}" type="slidenum">
              <a:rPr lang="en-US" smtClean="0"/>
              <a:pPr/>
              <a:t>51</a:t>
            </a:fld>
            <a:endParaRPr lang="en-US" dirty="0"/>
          </a:p>
        </p:txBody>
      </p:sp>
    </p:spTree>
    <p:extLst>
      <p:ext uri="{BB962C8B-B14F-4D97-AF65-F5344CB8AC3E}">
        <p14:creationId xmlns:p14="http://schemas.microsoft.com/office/powerpoint/2010/main" val="172826127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C77647-85E5-F864-E06B-9CC6C06CB4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0C633B-0B3B-B8A3-E5FE-1F6BF2DEFAFA}"/>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F94C01A3-0011-46E3-10FB-FE08B9505885}"/>
              </a:ext>
            </a:extLst>
          </p:cNvPr>
          <p:cNvSpPr>
            <a:spLocks noGrp="1"/>
          </p:cNvSpPr>
          <p:nvPr>
            <p:ph type="body" idx="1"/>
          </p:nvPr>
        </p:nvSpPr>
        <p:spPr/>
        <p:txBody>
          <a:bodyPr/>
          <a:lstStyle/>
          <a:p>
            <a:r>
              <a:rPr lang="en-US" dirty="0"/>
              <a:t>Use the Disk Utility to report storage status and configure and format volumes </a:t>
            </a:r>
          </a:p>
        </p:txBody>
      </p:sp>
      <p:sp>
        <p:nvSpPr>
          <p:cNvPr id="4" name="Slide Number Placeholder 3">
            <a:extLst>
              <a:ext uri="{FF2B5EF4-FFF2-40B4-BE49-F238E27FC236}">
                <a16:creationId xmlns:a16="http://schemas.microsoft.com/office/drawing/2014/main" id="{2A8A0CC1-AC92-A760-0EA8-E79CBBB7D0A4}"/>
              </a:ext>
            </a:extLst>
          </p:cNvPr>
          <p:cNvSpPr>
            <a:spLocks noGrp="1"/>
          </p:cNvSpPr>
          <p:nvPr>
            <p:ph type="sldNum" sz="quarter" idx="5"/>
          </p:nvPr>
        </p:nvSpPr>
        <p:spPr/>
        <p:txBody>
          <a:bodyPr/>
          <a:lstStyle/>
          <a:p>
            <a:fld id="{B7CF8A19-3A9E-4ABC-B336-2FDDE321C72D}" type="slidenum">
              <a:rPr lang="en-US" smtClean="0"/>
              <a:pPr/>
              <a:t>52</a:t>
            </a:fld>
            <a:endParaRPr lang="en-US" dirty="0"/>
          </a:p>
        </p:txBody>
      </p:sp>
    </p:spTree>
    <p:extLst>
      <p:ext uri="{BB962C8B-B14F-4D97-AF65-F5344CB8AC3E}">
        <p14:creationId xmlns:p14="http://schemas.microsoft.com/office/powerpoint/2010/main" val="177420529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8186AC-BBB6-61FE-7F7A-EA0C4B6603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BDA284-665D-6C0F-8139-CF54128349FB}"/>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B83619EC-9BA6-7CB7-BC83-39BA92F32344}"/>
              </a:ext>
            </a:extLst>
          </p:cNvPr>
          <p:cNvSpPr>
            <a:spLocks noGrp="1"/>
          </p:cNvSpPr>
          <p:nvPr>
            <p:ph type="body" idx="1"/>
          </p:nvPr>
        </p:nvSpPr>
        <p:spPr/>
        <p:txBody>
          <a:bodyPr/>
          <a:lstStyle/>
          <a:p>
            <a:pPr>
              <a:defRPr/>
            </a:pPr>
            <a:r>
              <a:rPr lang="en-US" dirty="0"/>
              <a:t>Learners should be aware that Time Machine is not turned on by default and must be enabled and configured.</a:t>
            </a:r>
          </a:p>
        </p:txBody>
      </p:sp>
      <p:sp>
        <p:nvSpPr>
          <p:cNvPr id="4" name="Slide Number Placeholder 3">
            <a:extLst>
              <a:ext uri="{FF2B5EF4-FFF2-40B4-BE49-F238E27FC236}">
                <a16:creationId xmlns:a16="http://schemas.microsoft.com/office/drawing/2014/main" id="{D28B63BE-26F4-AEF9-5C26-D7EA2A8362A8}"/>
              </a:ext>
            </a:extLst>
          </p:cNvPr>
          <p:cNvSpPr>
            <a:spLocks noGrp="1"/>
          </p:cNvSpPr>
          <p:nvPr>
            <p:ph type="sldNum" sz="quarter" idx="5"/>
          </p:nvPr>
        </p:nvSpPr>
        <p:spPr/>
        <p:txBody>
          <a:bodyPr/>
          <a:lstStyle/>
          <a:p>
            <a:fld id="{B7CF8A19-3A9E-4ABC-B336-2FDDE321C72D}" type="slidenum">
              <a:rPr lang="en-US" smtClean="0"/>
              <a:pPr/>
              <a:t>53</a:t>
            </a:fld>
            <a:endParaRPr lang="en-US" dirty="0"/>
          </a:p>
        </p:txBody>
      </p:sp>
    </p:spTree>
    <p:extLst>
      <p:ext uri="{BB962C8B-B14F-4D97-AF65-F5344CB8AC3E}">
        <p14:creationId xmlns:p14="http://schemas.microsoft.com/office/powerpoint/2010/main" val="739944972"/>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72DE99-124D-F03D-1306-3500D1B402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268751-53AB-B4FA-C287-74B75734E87E}"/>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B9B647F9-6DD6-DC38-7B11-21F49B5D573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FC622D0-9F75-1051-0670-E19A4EB71056}"/>
              </a:ext>
            </a:extLst>
          </p:cNvPr>
          <p:cNvSpPr>
            <a:spLocks noGrp="1"/>
          </p:cNvSpPr>
          <p:nvPr>
            <p:ph type="sldNum" sz="quarter" idx="5"/>
          </p:nvPr>
        </p:nvSpPr>
        <p:spPr/>
        <p:txBody>
          <a:bodyPr/>
          <a:lstStyle/>
          <a:p>
            <a:fld id="{B7CF8A19-3A9E-4ABC-B336-2FDDE321C72D}" type="slidenum">
              <a:rPr lang="en-US" smtClean="0"/>
              <a:pPr/>
              <a:t>54</a:t>
            </a:fld>
            <a:endParaRPr lang="en-US" dirty="0"/>
          </a:p>
        </p:txBody>
      </p:sp>
    </p:spTree>
    <p:extLst>
      <p:ext uri="{BB962C8B-B14F-4D97-AF65-F5344CB8AC3E}">
        <p14:creationId xmlns:p14="http://schemas.microsoft.com/office/powerpoint/2010/main" val="401849399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F714B8-B914-3CB7-26F9-CD56C2DEBF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24BD78-CDE6-A15B-14CB-8BB517106B78}"/>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AEB57990-3337-3295-CFEB-833DA7465D06}"/>
              </a:ext>
            </a:extLst>
          </p:cNvPr>
          <p:cNvSpPr>
            <a:spLocks noGrp="1"/>
          </p:cNvSpPr>
          <p:nvPr>
            <p:ph type="body" idx="1"/>
          </p:nvPr>
        </p:nvSpPr>
        <p:spPr/>
        <p:txBody>
          <a:bodyPr/>
          <a:lstStyle/>
          <a:p>
            <a:pPr>
              <a:defRPr/>
            </a:pPr>
            <a:r>
              <a:rPr lang="en-US" dirty="0"/>
              <a:t>Instructors should reinforce the CompTIA troubleshooting methodology for all scenarios.</a:t>
            </a:r>
          </a:p>
        </p:txBody>
      </p:sp>
      <p:sp>
        <p:nvSpPr>
          <p:cNvPr id="4" name="Slide Number Placeholder 3">
            <a:extLst>
              <a:ext uri="{FF2B5EF4-FFF2-40B4-BE49-F238E27FC236}">
                <a16:creationId xmlns:a16="http://schemas.microsoft.com/office/drawing/2014/main" id="{99E91C43-6B11-842C-9340-2500213B02A3}"/>
              </a:ext>
            </a:extLst>
          </p:cNvPr>
          <p:cNvSpPr>
            <a:spLocks noGrp="1"/>
          </p:cNvSpPr>
          <p:nvPr>
            <p:ph type="sldNum" sz="quarter" idx="5"/>
          </p:nvPr>
        </p:nvSpPr>
        <p:spPr/>
        <p:txBody>
          <a:bodyPr/>
          <a:lstStyle/>
          <a:p>
            <a:fld id="{B7CF8A19-3A9E-4ABC-B336-2FDDE321C72D}" type="slidenum">
              <a:rPr lang="en-US" smtClean="0"/>
              <a:pPr/>
              <a:t>55</a:t>
            </a:fld>
            <a:endParaRPr lang="en-US" dirty="0"/>
          </a:p>
        </p:txBody>
      </p:sp>
    </p:spTree>
    <p:extLst>
      <p:ext uri="{BB962C8B-B14F-4D97-AF65-F5344CB8AC3E}">
        <p14:creationId xmlns:p14="http://schemas.microsoft.com/office/powerpoint/2010/main" val="161965734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9691E4-C986-CD37-C5E7-1949804558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A8492E-01EC-8787-1896-8A74A6488364}"/>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78589BC8-7FD7-B071-30DE-6A8FCB5A6496}"/>
              </a:ext>
            </a:extLst>
          </p:cNvPr>
          <p:cNvSpPr>
            <a:spLocks noGrp="1"/>
          </p:cNvSpPr>
          <p:nvPr>
            <p:ph type="body" idx="1"/>
          </p:nvPr>
        </p:nvSpPr>
        <p:spPr/>
        <p:txBody>
          <a:bodyPr/>
          <a:lstStyle/>
          <a:p>
            <a:r>
              <a:rPr lang="en-US" dirty="0"/>
              <a:t>macOS Recovery menu</a:t>
            </a:r>
          </a:p>
        </p:txBody>
      </p:sp>
      <p:sp>
        <p:nvSpPr>
          <p:cNvPr id="4" name="Slide Number Placeholder 3">
            <a:extLst>
              <a:ext uri="{FF2B5EF4-FFF2-40B4-BE49-F238E27FC236}">
                <a16:creationId xmlns:a16="http://schemas.microsoft.com/office/drawing/2014/main" id="{C8398C91-B1A3-9922-8311-FF4B096D8184}"/>
              </a:ext>
            </a:extLst>
          </p:cNvPr>
          <p:cNvSpPr>
            <a:spLocks noGrp="1"/>
          </p:cNvSpPr>
          <p:nvPr>
            <p:ph type="sldNum" sz="quarter" idx="5"/>
          </p:nvPr>
        </p:nvSpPr>
        <p:spPr/>
        <p:txBody>
          <a:bodyPr/>
          <a:lstStyle/>
          <a:p>
            <a:fld id="{B7CF8A19-3A9E-4ABC-B336-2FDDE321C72D}" type="slidenum">
              <a:rPr lang="en-US" smtClean="0"/>
              <a:pPr/>
              <a:t>56</a:t>
            </a:fld>
            <a:endParaRPr lang="en-US" dirty="0"/>
          </a:p>
        </p:txBody>
      </p:sp>
    </p:spTree>
    <p:extLst>
      <p:ext uri="{BB962C8B-B14F-4D97-AF65-F5344CB8AC3E}">
        <p14:creationId xmlns:p14="http://schemas.microsoft.com/office/powerpoint/2010/main" val="45790219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47BADF-0175-89DF-98EB-5BE8F00E6E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25B301-C364-CE47-8988-2AAF14679C22}"/>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4D7EB1CC-F69E-D506-948B-49D41E67D295}"/>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Take some time at the end of each topic to answer questions. You can use the Lesson Review questions for discussion in class or set them for learners to complete individually during or after class.</a:t>
            </a:r>
          </a:p>
        </p:txBody>
      </p:sp>
      <p:sp>
        <p:nvSpPr>
          <p:cNvPr id="4" name="Slide Number Placeholder 3">
            <a:extLst>
              <a:ext uri="{FF2B5EF4-FFF2-40B4-BE49-F238E27FC236}">
                <a16:creationId xmlns:a16="http://schemas.microsoft.com/office/drawing/2014/main" id="{E3E2EAFF-035A-EBF1-B9A2-E31CCB9BED62}"/>
              </a:ext>
            </a:extLst>
          </p:cNvPr>
          <p:cNvSpPr>
            <a:spLocks noGrp="1"/>
          </p:cNvSpPr>
          <p:nvPr>
            <p:ph type="sldNum" sz="quarter" idx="5"/>
          </p:nvPr>
        </p:nvSpPr>
        <p:spPr/>
        <p:txBody>
          <a:bodyPr/>
          <a:lstStyle/>
          <a:p>
            <a:fld id="{B7CF8A19-3A9E-4ABC-B336-2FDDE321C72D}" type="slidenum">
              <a:rPr lang="en-US" smtClean="0"/>
              <a:pPr/>
              <a:t>58</a:t>
            </a:fld>
            <a:endParaRPr lang="en-US" dirty="0"/>
          </a:p>
        </p:txBody>
      </p:sp>
    </p:spTree>
    <p:extLst>
      <p:ext uri="{BB962C8B-B14F-4D97-AF65-F5344CB8AC3E}">
        <p14:creationId xmlns:p14="http://schemas.microsoft.com/office/powerpoint/2010/main" val="410136755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3.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8.svg"/><Relationship Id="rId2" Type="http://schemas.openxmlformats.org/officeDocument/2006/relationships/slideMaster" Target="../slideMasters/slideMaster1.xml"/><Relationship Id="rId1" Type="http://schemas.openxmlformats.org/officeDocument/2006/relationships/tags" Target="../tags/tag4.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8.svg"/><Relationship Id="rId2" Type="http://schemas.openxmlformats.org/officeDocument/2006/relationships/slideMaster" Target="../slideMasters/slideMaster1.xml"/><Relationship Id="rId1" Type="http://schemas.openxmlformats.org/officeDocument/2006/relationships/tags" Target="../tags/tag5.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7.xml"/></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8.xml"/></Relationships>
</file>

<file path=ppt/slideLayouts/_rels/slideLayout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9.xml"/></Relationships>
</file>

<file path=ppt/slideLayouts/_rels/slideLayout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0.xml"/></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1.xml"/></Relationships>
</file>

<file path=ppt/slideLayouts/_rels/slideLayout1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2.xml"/></Relationships>
</file>

<file path=ppt/slideLayouts/_rels/slideLayout1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3.xml"/></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4.xml"/></Relationships>
</file>

<file path=ppt/slideLayouts/_rels/slideLayout1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5.xml"/></Relationships>
</file>

<file path=ppt/slideLayouts/_rels/slideLayout1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6.xml"/></Relationships>
</file>

<file path=ppt/slideLayouts/_rels/slideLayout1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7.xml"/></Relationships>
</file>

<file path=ppt/slideLayouts/_rels/slideLayout1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8.xml"/></Relationships>
</file>

<file path=ppt/slideLayouts/_rels/slideLayout1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9.xml"/></Relationships>
</file>

<file path=ppt/slideLayouts/_rels/slideLayout1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0.xml"/></Relationships>
</file>

<file path=ppt/slideLayouts/_rels/slideLayout1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slideMaster" Target="../slideMasters/slideMaster1.xml"/><Relationship Id="rId1" Type="http://schemas.openxmlformats.org/officeDocument/2006/relationships/tags" Target="../tags/tag22.xml"/><Relationship Id="rId4" Type="http://schemas.openxmlformats.org/officeDocument/2006/relationships/image" Target="../media/image10.sv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Master" Target="../slideMasters/slideMaster1.xml"/><Relationship Id="rId1" Type="http://schemas.openxmlformats.org/officeDocument/2006/relationships/tags" Target="../tags/tag23.xml"/><Relationship Id="rId4" Type="http://schemas.openxmlformats.org/officeDocument/2006/relationships/image" Target="../media/image12.svg"/></Relationships>
</file>

<file path=ppt/slideLayouts/_rels/slideLayout2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4.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8.svg"/><Relationship Id="rId2" Type="http://schemas.openxmlformats.org/officeDocument/2006/relationships/slideMaster" Target="../slideMasters/slideMaster1.xml"/><Relationship Id="rId1" Type="http://schemas.openxmlformats.org/officeDocument/2006/relationships/tags" Target="../tags/tag25.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pn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8.svg"/><Relationship Id="rId2" Type="http://schemas.openxmlformats.org/officeDocument/2006/relationships/slideMaster" Target="../slideMasters/slideMaster1.xml"/><Relationship Id="rId1" Type="http://schemas.openxmlformats.org/officeDocument/2006/relationships/tags" Target="../tags/tag26.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png"/></Relationships>
</file>

<file path=ppt/slideLayouts/_rels/slideLayout2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7.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Cover">
    <p:bg>
      <p:bgPr>
        <a:solidFill>
          <a:srgbClr val="CF9FDE">
            <a:alpha val="25000"/>
          </a:srgbClr>
        </a:solidFill>
        <a:effectLst/>
      </p:bgPr>
    </p:bg>
    <p:spTree>
      <p:nvGrpSpPr>
        <p:cNvPr id="1" name=""/>
        <p:cNvGrpSpPr/>
        <p:nvPr/>
      </p:nvGrpSpPr>
      <p:grpSpPr>
        <a:xfrm>
          <a:off x="0" y="0"/>
          <a:ext cx="0" cy="0"/>
          <a:chOff x="0" y="0"/>
          <a:chExt cx="0" cy="0"/>
        </a:xfrm>
      </p:grpSpPr>
      <p:sp>
        <p:nvSpPr>
          <p:cNvPr id="10" name="Rectangle: Top Corners Rounded 9">
            <a:extLst>
              <a:ext uri="{FF2B5EF4-FFF2-40B4-BE49-F238E27FC236}">
                <a16:creationId xmlns:a16="http://schemas.microsoft.com/office/drawing/2014/main" id="{88E2E271-D3C7-4808-9665-C6E27FB5A775}"/>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sp>
        <p:nvSpPr>
          <p:cNvPr id="11" name="Title 1">
            <a:extLst>
              <a:ext uri="{FF2B5EF4-FFF2-40B4-BE49-F238E27FC236}">
                <a16:creationId xmlns:a16="http://schemas.microsoft.com/office/drawing/2014/main" id="{7711F5D9-3DD6-474B-AB29-EB60551B8787}"/>
              </a:ext>
            </a:extLst>
          </p:cNvPr>
          <p:cNvSpPr>
            <a:spLocks noGrp="1"/>
          </p:cNvSpPr>
          <p:nvPr>
            <p:ph type="ctrTitle" hasCustomPrompt="1"/>
          </p:nvPr>
        </p:nvSpPr>
        <p:spPr>
          <a:xfrm>
            <a:off x="650366" y="2148385"/>
            <a:ext cx="7981244" cy="1080000"/>
          </a:xfrm>
          <a:prstGeom prst="rect">
            <a:avLst/>
          </a:prstGeom>
          <a:noFill/>
        </p:spPr>
        <p:txBody>
          <a:bodyPr lIns="0" rIns="0" anchor="t" anchorCtr="0">
            <a:noAutofit/>
          </a:bodyPr>
          <a:lstStyle>
            <a:lvl1pPr marL="0" algn="l">
              <a:spcBef>
                <a:spcPts val="0"/>
              </a:spcBef>
              <a:defRPr sz="4000" b="0">
                <a:solidFill>
                  <a:schemeClr val="tx1"/>
                </a:solidFill>
                <a:latin typeface="Calibri" panose="020F0502020204030204" pitchFamily="34" charset="0"/>
                <a:cs typeface="Calibri" panose="020F0502020204030204" pitchFamily="34" charset="0"/>
              </a:defRPr>
            </a:lvl1pPr>
          </a:lstStyle>
          <a:p>
            <a:r>
              <a:rPr lang="en-US"/>
              <a:t>Exam #00-XYZ</a:t>
            </a:r>
          </a:p>
        </p:txBody>
      </p:sp>
      <p:sp>
        <p:nvSpPr>
          <p:cNvPr id="12" name="Subtitle 2">
            <a:extLst>
              <a:ext uri="{FF2B5EF4-FFF2-40B4-BE49-F238E27FC236}">
                <a16:creationId xmlns:a16="http://schemas.microsoft.com/office/drawing/2014/main" id="{FD74DCED-5B72-479F-BD98-2FB51162CA0F}"/>
              </a:ext>
            </a:extLst>
          </p:cNvPr>
          <p:cNvSpPr>
            <a:spLocks noGrp="1"/>
          </p:cNvSpPr>
          <p:nvPr>
            <p:ph type="subTitle" idx="1" hasCustomPrompt="1"/>
          </p:nvPr>
        </p:nvSpPr>
        <p:spPr>
          <a:xfrm>
            <a:off x="650366" y="1051276"/>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Exam Title</a:t>
            </a:r>
          </a:p>
        </p:txBody>
      </p:sp>
      <p:pic>
        <p:nvPicPr>
          <p:cNvPr id="13" name="Picture 12" descr="CompTIA Logo">
            <a:extLst>
              <a:ext uri="{FF2B5EF4-FFF2-40B4-BE49-F238E27FC236}">
                <a16:creationId xmlns:a16="http://schemas.microsoft.com/office/drawing/2014/main" id="{15D452AB-95A2-430D-91F0-E0D3B1A953CF}"/>
              </a:ext>
            </a:extLst>
          </p:cNvPr>
          <p:cNvPicPr>
            <a:picLocks noChangeAspect="1"/>
          </p:cNvPicPr>
          <p:nvPr userDrawn="1"/>
        </p:nvPicPr>
        <p:blipFill>
          <a:blip r:embed="rId3" cstate="email">
            <a:biLevel thresh="25000"/>
            <a:extLst>
              <a:ext uri="{28A0092B-C50C-407E-A947-70E740481C1C}">
                <a14:useLocalDpi xmlns:a14="http://schemas.microsoft.com/office/drawing/2010/main"/>
              </a:ext>
            </a:extLst>
          </a:blip>
          <a:stretch>
            <a:fillRect/>
          </a:stretch>
        </p:blipFill>
        <p:spPr>
          <a:xfrm>
            <a:off x="255281" y="4743141"/>
            <a:ext cx="1200865" cy="256814"/>
          </a:xfrm>
          <a:prstGeom prst="rect">
            <a:avLst/>
          </a:prstGeom>
        </p:spPr>
      </p:pic>
      <p:sp>
        <p:nvSpPr>
          <p:cNvPr id="14" name="Footer Placeholder 13">
            <a:extLst>
              <a:ext uri="{FF2B5EF4-FFF2-40B4-BE49-F238E27FC236}">
                <a16:creationId xmlns:a16="http://schemas.microsoft.com/office/drawing/2014/main" id="{DC95779D-C23F-4838-A4E9-42CBBB5D9F56}"/>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dirty="0">
                <a:solidFill>
                  <a:schemeClr val="bg1"/>
                </a:solidFill>
                <a:latin typeface="Calibri" panose="020F0502020204030204" pitchFamily="34" charset="0"/>
                <a:cs typeface="Calibri" panose="020F0502020204030204" pitchFamily="34" charset="0"/>
              </a:rPr>
              <a:t>Copyright © 2025 CompTIA, Inc. All Rights Reserved.  |  CompTIA.org</a:t>
            </a:r>
            <a:endParaRPr lang="en-US" dirty="0">
              <a:solidFill>
                <a:schemeClr val="bg1"/>
              </a:solidFill>
              <a:latin typeface="Calibri" panose="020F0502020204030204" pitchFamily="34" charset="0"/>
              <a:cs typeface="Calibri" panose="020F0502020204030204" pitchFamily="34" charset="0"/>
            </a:endParaRPr>
          </a:p>
        </p:txBody>
      </p:sp>
      <p:pic>
        <p:nvPicPr>
          <p:cNvPr id="16" name="Picture 15" descr="CompTIA Logo">
            <a:extLst>
              <a:ext uri="{FF2B5EF4-FFF2-40B4-BE49-F238E27FC236}">
                <a16:creationId xmlns:a16="http://schemas.microsoft.com/office/drawing/2014/main" id="{B1854F63-33E4-4083-8910-1D3D34F99D39}"/>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650366" y="683160"/>
            <a:ext cx="1428149" cy="305420"/>
          </a:xfrm>
          <a:prstGeom prst="rect">
            <a:avLst/>
          </a:prstGeom>
        </p:spPr>
      </p:pic>
      <p:sp>
        <p:nvSpPr>
          <p:cNvPr id="2" name="Slide Number Placeholder 1">
            <a:extLst>
              <a:ext uri="{FF2B5EF4-FFF2-40B4-BE49-F238E27FC236}">
                <a16:creationId xmlns:a16="http://schemas.microsoft.com/office/drawing/2014/main" id="{69C7CFDF-8D56-4B0F-986D-0966674CEF87}"/>
              </a:ext>
            </a:extLst>
          </p:cNvPr>
          <p:cNvSpPr>
            <a:spLocks noGrp="1"/>
          </p:cNvSpPr>
          <p:nvPr>
            <p:ph type="sldNum" sz="quarter" idx="10"/>
          </p:nvPr>
        </p:nvSpPr>
        <p:spPr/>
        <p:txBody>
          <a:bodyPr/>
          <a:lstStyle>
            <a:lvl1pPr>
              <a:defRPr>
                <a:solidFill>
                  <a:schemeClr val="bg1"/>
                </a:solidFill>
              </a:defRPr>
            </a:lvl1pPr>
          </a:lstStyle>
          <a:p>
            <a:fld id="{B7CF8A19-3A9E-4ABC-B336-2FDDE321C72D}" type="slidenum">
              <a:rPr lang="en-US" smtClean="0"/>
              <a:pPr/>
              <a:t>‹#›</a:t>
            </a:fld>
            <a:endParaRPr lang="en-US" dirty="0"/>
          </a:p>
        </p:txBody>
      </p:sp>
      <p:pic>
        <p:nvPicPr>
          <p:cNvPr id="15" name="Graphic 14">
            <a:extLst>
              <a:ext uri="{FF2B5EF4-FFF2-40B4-BE49-F238E27FC236}">
                <a16:creationId xmlns:a16="http://schemas.microsoft.com/office/drawing/2014/main" id="{9530A88E-A109-4643-8F63-12F087E152CD}"/>
              </a:ext>
              <a:ext uri="{C183D7F6-B498-43B3-948B-1728B52AA6E4}">
                <adec:decorative xmlns:adec="http://schemas.microsoft.com/office/drawing/2017/decorative" val="1"/>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1753870" y="2156005"/>
            <a:ext cx="2657475" cy="715620"/>
          </a:xfrm>
          <a:prstGeom prst="rect">
            <a:avLst/>
          </a:prstGeom>
        </p:spPr>
      </p:pic>
    </p:spTree>
    <p:custDataLst>
      <p:tags r:id="rId1"/>
    </p:custDataLst>
    <p:extLst>
      <p:ext uri="{BB962C8B-B14F-4D97-AF65-F5344CB8AC3E}">
        <p14:creationId xmlns:p14="http://schemas.microsoft.com/office/powerpoint/2010/main" val="20019686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Module">
    <p:bg>
      <p:bgPr>
        <a:solidFill>
          <a:srgbClr val="CF9FDE">
            <a:alpha val="25000"/>
          </a:srgbClr>
        </a:solidFill>
        <a:effectLst/>
      </p:bgPr>
    </p:bg>
    <p:spTree>
      <p:nvGrpSpPr>
        <p:cNvPr id="1" name=""/>
        <p:cNvGrpSpPr/>
        <p:nvPr/>
      </p:nvGrpSpPr>
      <p:grpSpPr>
        <a:xfrm>
          <a:off x="0" y="0"/>
          <a:ext cx="0" cy="0"/>
          <a:chOff x="0" y="0"/>
          <a:chExt cx="0" cy="0"/>
        </a:xfrm>
      </p:grpSpPr>
      <p:sp>
        <p:nvSpPr>
          <p:cNvPr id="10" name="Rectangle: Top Corners Rounded 9">
            <a:extLst>
              <a:ext uri="{FF2B5EF4-FFF2-40B4-BE49-F238E27FC236}">
                <a16:creationId xmlns:a16="http://schemas.microsoft.com/office/drawing/2014/main" id="{88E2E271-D3C7-4808-9665-C6E27FB5A775}"/>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sp>
        <p:nvSpPr>
          <p:cNvPr id="11" name="Title 1">
            <a:extLst>
              <a:ext uri="{FF2B5EF4-FFF2-40B4-BE49-F238E27FC236}">
                <a16:creationId xmlns:a16="http://schemas.microsoft.com/office/drawing/2014/main" id="{7711F5D9-3DD6-474B-AB29-EB60551B8787}"/>
              </a:ext>
            </a:extLst>
          </p:cNvPr>
          <p:cNvSpPr>
            <a:spLocks noGrp="1"/>
          </p:cNvSpPr>
          <p:nvPr>
            <p:ph type="ctrTitle" hasCustomPrompt="1"/>
          </p:nvPr>
        </p:nvSpPr>
        <p:spPr>
          <a:xfrm>
            <a:off x="650366" y="2166824"/>
            <a:ext cx="7981244" cy="1080000"/>
          </a:xfrm>
          <a:prstGeom prst="rect">
            <a:avLst/>
          </a:prstGeom>
          <a:noFill/>
        </p:spPr>
        <p:txBody>
          <a:bodyPr lIns="0" rIns="0" anchor="t" anchorCtr="0">
            <a:noAutofit/>
          </a:bodyPr>
          <a:lstStyle>
            <a:lvl1pPr marL="0" algn="l">
              <a:spcBef>
                <a:spcPts val="0"/>
              </a:spcBef>
              <a:defRPr sz="4000" b="0">
                <a:solidFill>
                  <a:schemeClr val="tx1"/>
                </a:solidFill>
                <a:latin typeface="Calibri" panose="020F0502020204030204" pitchFamily="34" charset="0"/>
                <a:cs typeface="Calibri" panose="020F0502020204030204" pitchFamily="34" charset="0"/>
              </a:defRPr>
            </a:lvl1pPr>
          </a:lstStyle>
          <a:p>
            <a:r>
              <a:rPr lang="en-US"/>
              <a:t>Module Title</a:t>
            </a:r>
          </a:p>
        </p:txBody>
      </p:sp>
      <p:sp>
        <p:nvSpPr>
          <p:cNvPr id="12" name="Subtitle 2">
            <a:extLst>
              <a:ext uri="{FF2B5EF4-FFF2-40B4-BE49-F238E27FC236}">
                <a16:creationId xmlns:a16="http://schemas.microsoft.com/office/drawing/2014/main" id="{FD74DCED-5B72-479F-BD98-2FB51162CA0F}"/>
              </a:ext>
            </a:extLst>
          </p:cNvPr>
          <p:cNvSpPr>
            <a:spLocks noGrp="1"/>
          </p:cNvSpPr>
          <p:nvPr>
            <p:ph type="subTitle" idx="1" hasCustomPrompt="1"/>
          </p:nvPr>
        </p:nvSpPr>
        <p:spPr>
          <a:xfrm>
            <a:off x="650366" y="1066518"/>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Module #</a:t>
            </a:r>
          </a:p>
        </p:txBody>
      </p:sp>
      <p:pic>
        <p:nvPicPr>
          <p:cNvPr id="13" name="Picture 12" descr="CompTIA Logo">
            <a:extLst>
              <a:ext uri="{FF2B5EF4-FFF2-40B4-BE49-F238E27FC236}">
                <a16:creationId xmlns:a16="http://schemas.microsoft.com/office/drawing/2014/main" id="{15D452AB-95A2-430D-91F0-E0D3B1A953CF}"/>
              </a:ext>
            </a:extLst>
          </p:cNvPr>
          <p:cNvPicPr>
            <a:picLocks noChangeAspect="1"/>
          </p:cNvPicPr>
          <p:nvPr userDrawn="1"/>
        </p:nvPicPr>
        <p:blipFill>
          <a:blip r:embed="rId3" cstate="email">
            <a:biLevel thresh="25000"/>
            <a:extLst>
              <a:ext uri="{28A0092B-C50C-407E-A947-70E740481C1C}">
                <a14:useLocalDpi xmlns:a14="http://schemas.microsoft.com/office/drawing/2010/main"/>
              </a:ext>
            </a:extLst>
          </a:blip>
          <a:stretch>
            <a:fillRect/>
          </a:stretch>
        </p:blipFill>
        <p:spPr>
          <a:xfrm>
            <a:off x="255281" y="4743141"/>
            <a:ext cx="1200865" cy="256814"/>
          </a:xfrm>
          <a:prstGeom prst="rect">
            <a:avLst/>
          </a:prstGeom>
        </p:spPr>
      </p:pic>
      <p:sp>
        <p:nvSpPr>
          <p:cNvPr id="14" name="Footer Placeholder 13">
            <a:extLst>
              <a:ext uri="{FF2B5EF4-FFF2-40B4-BE49-F238E27FC236}">
                <a16:creationId xmlns:a16="http://schemas.microsoft.com/office/drawing/2014/main" id="{DC95779D-C23F-4838-A4E9-42CBBB5D9F56}"/>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dirty="0">
                <a:solidFill>
                  <a:schemeClr val="bg1"/>
                </a:solidFill>
                <a:latin typeface="Calibri" panose="020F0502020204030204" pitchFamily="34" charset="0"/>
                <a:cs typeface="Calibri" panose="020F0502020204030204" pitchFamily="34" charset="0"/>
              </a:rPr>
              <a:t>Copyright © 2025 CompTIA, Inc. All Rights Reserved.  |  CompTIA.org</a:t>
            </a:r>
            <a:endParaRPr lang="en-US" dirty="0">
              <a:solidFill>
                <a:schemeClr val="bg1"/>
              </a:solidFill>
              <a:latin typeface="Calibri" panose="020F0502020204030204" pitchFamily="34" charset="0"/>
              <a:cs typeface="Calibri" panose="020F0502020204030204" pitchFamily="34" charset="0"/>
            </a:endParaRPr>
          </a:p>
        </p:txBody>
      </p:sp>
      <p:sp>
        <p:nvSpPr>
          <p:cNvPr id="15" name="Text Placeholder 8">
            <a:extLst>
              <a:ext uri="{FF2B5EF4-FFF2-40B4-BE49-F238E27FC236}">
                <a16:creationId xmlns:a16="http://schemas.microsoft.com/office/drawing/2014/main" id="{80B78B27-C21A-4DCF-B14E-69446ED67F32}"/>
              </a:ext>
            </a:extLst>
          </p:cNvPr>
          <p:cNvSpPr>
            <a:spLocks noGrp="1"/>
          </p:cNvSpPr>
          <p:nvPr>
            <p:ph type="body" sz="quarter" idx="12" hasCustomPrompt="1"/>
          </p:nvPr>
        </p:nvSpPr>
        <p:spPr>
          <a:xfrm>
            <a:off x="650366" y="561622"/>
            <a:ext cx="7981244" cy="489656"/>
          </a:xfrm>
          <a:prstGeom prst="rect">
            <a:avLst/>
          </a:prstGeom>
        </p:spPr>
        <p:txBody>
          <a:bodyPr lIns="0" rIns="0"/>
          <a:lstStyle>
            <a:lvl1pPr marL="0" indent="0">
              <a:buNone/>
              <a:defRPr/>
            </a:lvl1pPr>
            <a:lvl5pPr>
              <a:defRPr/>
            </a:lvl5pPr>
          </a:lstStyle>
          <a:p>
            <a:pPr lvl="0"/>
            <a:r>
              <a:rPr lang="en-US"/>
              <a:t>Exam Title and Version </a:t>
            </a:r>
            <a:endParaRPr lang="en-GB"/>
          </a:p>
        </p:txBody>
      </p:sp>
      <p:pic>
        <p:nvPicPr>
          <p:cNvPr id="17" name="Graphic 16">
            <a:extLst>
              <a:ext uri="{FF2B5EF4-FFF2-40B4-BE49-F238E27FC236}">
                <a16:creationId xmlns:a16="http://schemas.microsoft.com/office/drawing/2014/main" id="{FE1C3AA0-5C65-4C78-B921-73872785DC99}"/>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546557" y="1908432"/>
            <a:ext cx="2428875" cy="190500"/>
          </a:xfrm>
          <a:prstGeom prst="rect">
            <a:avLst/>
          </a:prstGeom>
        </p:spPr>
      </p:pic>
      <p:pic>
        <p:nvPicPr>
          <p:cNvPr id="18" name="Graphic 17">
            <a:extLst>
              <a:ext uri="{FF2B5EF4-FFF2-40B4-BE49-F238E27FC236}">
                <a16:creationId xmlns:a16="http://schemas.microsoft.com/office/drawing/2014/main" id="{E69A297E-3486-4729-A525-7D33AFFB3804}"/>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H="1">
            <a:off x="3772424" y="1318606"/>
            <a:ext cx="2508635" cy="625047"/>
          </a:xfrm>
          <a:prstGeom prst="rect">
            <a:avLst/>
          </a:prstGeom>
        </p:spPr>
      </p:pic>
      <p:sp>
        <p:nvSpPr>
          <p:cNvPr id="16" name="Slide Number Placeholder 1">
            <a:extLst>
              <a:ext uri="{FF2B5EF4-FFF2-40B4-BE49-F238E27FC236}">
                <a16:creationId xmlns:a16="http://schemas.microsoft.com/office/drawing/2014/main" id="{C64FEEA5-A281-4DED-AF15-42F817D19D97}"/>
              </a:ext>
            </a:extLst>
          </p:cNvPr>
          <p:cNvSpPr>
            <a:spLocks noGrp="1"/>
          </p:cNvSpPr>
          <p:nvPr>
            <p:ph type="sldNum" sz="quarter" idx="10"/>
          </p:nvPr>
        </p:nvSpPr>
        <p:spPr>
          <a:xfrm>
            <a:off x="8537816" y="4885690"/>
            <a:ext cx="479184" cy="198675"/>
          </a:xfrm>
        </p:spPr>
        <p:txBody>
          <a:bodyPr/>
          <a:lstStyle>
            <a:lvl1pPr>
              <a:defRPr>
                <a:solidFill>
                  <a:schemeClr val="bg1"/>
                </a:solidFill>
              </a:defRPr>
            </a:lvl1pPr>
          </a:lstStyle>
          <a:p>
            <a:fld id="{B7CF8A19-3A9E-4ABC-B336-2FDDE321C72D}" type="slidenum">
              <a:rPr lang="en-US" smtClean="0"/>
              <a:pPr/>
              <a:t>‹#›</a:t>
            </a:fld>
            <a:endParaRPr lang="en-US" dirty="0"/>
          </a:p>
        </p:txBody>
      </p:sp>
    </p:spTree>
    <p:custDataLst>
      <p:tags r:id="rId1"/>
    </p:custDataLst>
    <p:extLst>
      <p:ext uri="{BB962C8B-B14F-4D97-AF65-F5344CB8AC3E}">
        <p14:creationId xmlns:p14="http://schemas.microsoft.com/office/powerpoint/2010/main" val="19743213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Module_double digit">
    <p:bg>
      <p:bgPr>
        <a:solidFill>
          <a:srgbClr val="CF9FDE">
            <a:alpha val="25000"/>
          </a:srgbClr>
        </a:solidFill>
        <a:effectLst/>
      </p:bgPr>
    </p:bg>
    <p:spTree>
      <p:nvGrpSpPr>
        <p:cNvPr id="1" name=""/>
        <p:cNvGrpSpPr/>
        <p:nvPr/>
      </p:nvGrpSpPr>
      <p:grpSpPr>
        <a:xfrm>
          <a:off x="0" y="0"/>
          <a:ext cx="0" cy="0"/>
          <a:chOff x="0" y="0"/>
          <a:chExt cx="0" cy="0"/>
        </a:xfrm>
      </p:grpSpPr>
      <p:sp>
        <p:nvSpPr>
          <p:cNvPr id="10" name="Rectangle: Top Corners Rounded 9">
            <a:extLst>
              <a:ext uri="{FF2B5EF4-FFF2-40B4-BE49-F238E27FC236}">
                <a16:creationId xmlns:a16="http://schemas.microsoft.com/office/drawing/2014/main" id="{88E2E271-D3C7-4808-9665-C6E27FB5A775}"/>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sp>
        <p:nvSpPr>
          <p:cNvPr id="11" name="Title 1">
            <a:extLst>
              <a:ext uri="{FF2B5EF4-FFF2-40B4-BE49-F238E27FC236}">
                <a16:creationId xmlns:a16="http://schemas.microsoft.com/office/drawing/2014/main" id="{7711F5D9-3DD6-474B-AB29-EB60551B8787}"/>
              </a:ext>
            </a:extLst>
          </p:cNvPr>
          <p:cNvSpPr>
            <a:spLocks noGrp="1"/>
          </p:cNvSpPr>
          <p:nvPr>
            <p:ph type="ctrTitle" hasCustomPrompt="1"/>
          </p:nvPr>
        </p:nvSpPr>
        <p:spPr>
          <a:xfrm>
            <a:off x="650366" y="2166824"/>
            <a:ext cx="7981244" cy="1080000"/>
          </a:xfrm>
          <a:prstGeom prst="rect">
            <a:avLst/>
          </a:prstGeom>
          <a:noFill/>
        </p:spPr>
        <p:txBody>
          <a:bodyPr lIns="0" rIns="0" anchor="t" anchorCtr="0">
            <a:noAutofit/>
          </a:bodyPr>
          <a:lstStyle>
            <a:lvl1pPr marL="0" algn="l">
              <a:spcBef>
                <a:spcPts val="0"/>
              </a:spcBef>
              <a:defRPr sz="4000" b="0">
                <a:solidFill>
                  <a:schemeClr val="tx1"/>
                </a:solidFill>
                <a:latin typeface="Calibri" panose="020F0502020204030204" pitchFamily="34" charset="0"/>
                <a:cs typeface="Calibri" panose="020F0502020204030204" pitchFamily="34" charset="0"/>
              </a:defRPr>
            </a:lvl1pPr>
          </a:lstStyle>
          <a:p>
            <a:r>
              <a:rPr lang="en-US"/>
              <a:t>Module Title</a:t>
            </a:r>
          </a:p>
        </p:txBody>
      </p:sp>
      <p:sp>
        <p:nvSpPr>
          <p:cNvPr id="12" name="Subtitle 2">
            <a:extLst>
              <a:ext uri="{FF2B5EF4-FFF2-40B4-BE49-F238E27FC236}">
                <a16:creationId xmlns:a16="http://schemas.microsoft.com/office/drawing/2014/main" id="{FD74DCED-5B72-479F-BD98-2FB51162CA0F}"/>
              </a:ext>
            </a:extLst>
          </p:cNvPr>
          <p:cNvSpPr>
            <a:spLocks noGrp="1"/>
          </p:cNvSpPr>
          <p:nvPr>
            <p:ph type="subTitle" idx="1" hasCustomPrompt="1"/>
          </p:nvPr>
        </p:nvSpPr>
        <p:spPr>
          <a:xfrm>
            <a:off x="650366" y="1066518"/>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Module ##</a:t>
            </a:r>
          </a:p>
        </p:txBody>
      </p:sp>
      <p:pic>
        <p:nvPicPr>
          <p:cNvPr id="13" name="Picture 12" descr="CompTIA Logo">
            <a:extLst>
              <a:ext uri="{FF2B5EF4-FFF2-40B4-BE49-F238E27FC236}">
                <a16:creationId xmlns:a16="http://schemas.microsoft.com/office/drawing/2014/main" id="{15D452AB-95A2-430D-91F0-E0D3B1A953CF}"/>
              </a:ext>
            </a:extLst>
          </p:cNvPr>
          <p:cNvPicPr>
            <a:picLocks noChangeAspect="1"/>
          </p:cNvPicPr>
          <p:nvPr userDrawn="1"/>
        </p:nvPicPr>
        <p:blipFill>
          <a:blip r:embed="rId3" cstate="email">
            <a:biLevel thresh="25000"/>
            <a:extLst>
              <a:ext uri="{28A0092B-C50C-407E-A947-70E740481C1C}">
                <a14:useLocalDpi xmlns:a14="http://schemas.microsoft.com/office/drawing/2010/main"/>
              </a:ext>
            </a:extLst>
          </a:blip>
          <a:stretch>
            <a:fillRect/>
          </a:stretch>
        </p:blipFill>
        <p:spPr>
          <a:xfrm>
            <a:off x="255281" y="4743141"/>
            <a:ext cx="1200865" cy="256814"/>
          </a:xfrm>
          <a:prstGeom prst="rect">
            <a:avLst/>
          </a:prstGeom>
        </p:spPr>
      </p:pic>
      <p:sp>
        <p:nvSpPr>
          <p:cNvPr id="14" name="Footer Placeholder 13">
            <a:extLst>
              <a:ext uri="{FF2B5EF4-FFF2-40B4-BE49-F238E27FC236}">
                <a16:creationId xmlns:a16="http://schemas.microsoft.com/office/drawing/2014/main" id="{DC95779D-C23F-4838-A4E9-42CBBB5D9F56}"/>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dirty="0">
                <a:solidFill>
                  <a:schemeClr val="bg1"/>
                </a:solidFill>
                <a:latin typeface="Calibri" panose="020F0502020204030204" pitchFamily="34" charset="0"/>
                <a:cs typeface="Calibri" panose="020F0502020204030204" pitchFamily="34" charset="0"/>
              </a:rPr>
              <a:t>Copyright © 2025 CompTIA, Inc. All Rights Reserved.  |  CompTIA.org</a:t>
            </a:r>
            <a:endParaRPr lang="en-US" dirty="0">
              <a:solidFill>
                <a:schemeClr val="bg1"/>
              </a:solidFill>
              <a:latin typeface="Calibri" panose="020F0502020204030204" pitchFamily="34" charset="0"/>
              <a:cs typeface="Calibri" panose="020F0502020204030204" pitchFamily="34" charset="0"/>
            </a:endParaRPr>
          </a:p>
        </p:txBody>
      </p:sp>
      <p:sp>
        <p:nvSpPr>
          <p:cNvPr id="15" name="Text Placeholder 8">
            <a:extLst>
              <a:ext uri="{FF2B5EF4-FFF2-40B4-BE49-F238E27FC236}">
                <a16:creationId xmlns:a16="http://schemas.microsoft.com/office/drawing/2014/main" id="{80B78B27-C21A-4DCF-B14E-69446ED67F32}"/>
              </a:ext>
            </a:extLst>
          </p:cNvPr>
          <p:cNvSpPr>
            <a:spLocks noGrp="1"/>
          </p:cNvSpPr>
          <p:nvPr>
            <p:ph type="body" sz="quarter" idx="12" hasCustomPrompt="1"/>
          </p:nvPr>
        </p:nvSpPr>
        <p:spPr>
          <a:xfrm>
            <a:off x="650366" y="561622"/>
            <a:ext cx="7981244" cy="489656"/>
          </a:xfrm>
          <a:prstGeom prst="rect">
            <a:avLst/>
          </a:prstGeom>
        </p:spPr>
        <p:txBody>
          <a:bodyPr lIns="0" rIns="0"/>
          <a:lstStyle>
            <a:lvl1pPr marL="0" indent="0">
              <a:buNone/>
              <a:defRPr/>
            </a:lvl1pPr>
            <a:lvl5pPr>
              <a:defRPr/>
            </a:lvl5pPr>
          </a:lstStyle>
          <a:p>
            <a:pPr lvl="0"/>
            <a:r>
              <a:rPr lang="en-US"/>
              <a:t>Exam Title and Version </a:t>
            </a:r>
            <a:endParaRPr lang="en-GB"/>
          </a:p>
        </p:txBody>
      </p:sp>
      <p:pic>
        <p:nvPicPr>
          <p:cNvPr id="17" name="Graphic 16">
            <a:extLst>
              <a:ext uri="{FF2B5EF4-FFF2-40B4-BE49-F238E27FC236}">
                <a16:creationId xmlns:a16="http://schemas.microsoft.com/office/drawing/2014/main" id="{FE1C3AA0-5C65-4C78-B921-73872785DC99}"/>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546557" y="1908432"/>
            <a:ext cx="2428875" cy="190500"/>
          </a:xfrm>
          <a:prstGeom prst="rect">
            <a:avLst/>
          </a:prstGeom>
        </p:spPr>
      </p:pic>
      <p:pic>
        <p:nvPicPr>
          <p:cNvPr id="18" name="Graphic 17">
            <a:extLst>
              <a:ext uri="{FF2B5EF4-FFF2-40B4-BE49-F238E27FC236}">
                <a16:creationId xmlns:a16="http://schemas.microsoft.com/office/drawing/2014/main" id="{E69A297E-3486-4729-A525-7D33AFFB3804}"/>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H="1">
            <a:off x="4142226" y="1318606"/>
            <a:ext cx="2508635" cy="625047"/>
          </a:xfrm>
          <a:prstGeom prst="rect">
            <a:avLst/>
          </a:prstGeom>
        </p:spPr>
      </p:pic>
      <p:sp>
        <p:nvSpPr>
          <p:cNvPr id="16" name="Slide Number Placeholder 1">
            <a:extLst>
              <a:ext uri="{FF2B5EF4-FFF2-40B4-BE49-F238E27FC236}">
                <a16:creationId xmlns:a16="http://schemas.microsoft.com/office/drawing/2014/main" id="{C64FEEA5-A281-4DED-AF15-42F817D19D97}"/>
              </a:ext>
            </a:extLst>
          </p:cNvPr>
          <p:cNvSpPr>
            <a:spLocks noGrp="1"/>
          </p:cNvSpPr>
          <p:nvPr>
            <p:ph type="sldNum" sz="quarter" idx="10"/>
          </p:nvPr>
        </p:nvSpPr>
        <p:spPr>
          <a:xfrm>
            <a:off x="8537816" y="4885690"/>
            <a:ext cx="479184" cy="198675"/>
          </a:xfrm>
        </p:spPr>
        <p:txBody>
          <a:bodyPr/>
          <a:lstStyle>
            <a:lvl1pPr>
              <a:defRPr>
                <a:solidFill>
                  <a:schemeClr val="bg1"/>
                </a:solidFill>
              </a:defRPr>
            </a:lvl1pPr>
          </a:lstStyle>
          <a:p>
            <a:fld id="{B7CF8A19-3A9E-4ABC-B336-2FDDE321C72D}" type="slidenum">
              <a:rPr lang="en-US" smtClean="0"/>
              <a:pPr/>
              <a:t>‹#›</a:t>
            </a:fld>
            <a:endParaRPr lang="en-US" dirty="0"/>
          </a:p>
        </p:txBody>
      </p:sp>
    </p:spTree>
    <p:custDataLst>
      <p:tags r:id="rId1"/>
    </p:custDataLst>
    <p:extLst>
      <p:ext uri="{BB962C8B-B14F-4D97-AF65-F5344CB8AC3E}">
        <p14:creationId xmlns:p14="http://schemas.microsoft.com/office/powerpoint/2010/main" val="27900836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Learning Outcom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C7DB1-AF77-4C23-97D2-AB7420353204}"/>
              </a:ext>
            </a:extLst>
          </p:cNvPr>
          <p:cNvSpPr>
            <a:spLocks noGrp="1"/>
          </p:cNvSpPr>
          <p:nvPr>
            <p:ph type="title" hasCustomPrompt="1"/>
          </p:nvPr>
        </p:nvSpPr>
        <p:spPr>
          <a:xfrm>
            <a:off x="0" y="0"/>
            <a:ext cx="9143999" cy="603250"/>
          </a:xfrm>
          <a:prstGeom prst="rect">
            <a:avLst/>
          </a:prstGeom>
        </p:spPr>
        <p:txBody>
          <a:bodyPr/>
          <a:lstStyle>
            <a:lvl1pPr>
              <a:defRPr/>
            </a:lvl1pPr>
          </a:lstStyle>
          <a:p>
            <a:r>
              <a:rPr lang="en-US"/>
              <a:t>Learning Outcomes</a:t>
            </a:r>
            <a:endParaRPr lang="en-GB"/>
          </a:p>
        </p:txBody>
      </p:sp>
      <p:sp>
        <p:nvSpPr>
          <p:cNvPr id="10" name="Text Placeholder 10">
            <a:extLst>
              <a:ext uri="{FF2B5EF4-FFF2-40B4-BE49-F238E27FC236}">
                <a16:creationId xmlns:a16="http://schemas.microsoft.com/office/drawing/2014/main" id="{9133DACF-FEBA-45AC-9EB7-694DBCD1BE0F}"/>
              </a:ext>
            </a:extLst>
          </p:cNvPr>
          <p:cNvSpPr>
            <a:spLocks noGrp="1"/>
          </p:cNvSpPr>
          <p:nvPr>
            <p:ph idx="1"/>
          </p:nvPr>
        </p:nvSpPr>
        <p:spPr>
          <a:xfrm>
            <a:off x="146050" y="746760"/>
            <a:ext cx="8870950" cy="4046220"/>
          </a:xfrm>
          <a:prstGeom prst="rect">
            <a:avLst/>
          </a:prstGeom>
        </p:spPr>
        <p:txBody>
          <a:bodyPr vert="horz" lIns="91440" tIns="45720" rIns="91440" bIns="45720" rtlCol="0">
            <a:normAutofit/>
          </a:bodyPr>
          <a:lstStyle/>
          <a:p>
            <a:pPr lvl="0"/>
            <a:r>
              <a:rPr lang="en-US"/>
              <a:t>Click to edit Master text styles</a:t>
            </a:r>
          </a:p>
        </p:txBody>
      </p:sp>
      <p:sp>
        <p:nvSpPr>
          <p:cNvPr id="3" name="Slide Number Placeholder 2">
            <a:extLst>
              <a:ext uri="{FF2B5EF4-FFF2-40B4-BE49-F238E27FC236}">
                <a16:creationId xmlns:a16="http://schemas.microsoft.com/office/drawing/2014/main" id="{997C70C8-90CB-4519-B236-5C8D99A8D6CC}"/>
              </a:ext>
            </a:extLst>
          </p:cNvPr>
          <p:cNvSpPr>
            <a:spLocks noGrp="1"/>
          </p:cNvSpPr>
          <p:nvPr>
            <p:ph type="sldNum" sz="quarter" idx="10"/>
          </p:nvPr>
        </p:nvSpPr>
        <p:spPr/>
        <p:txBody>
          <a:bodyPr/>
          <a:lstStyle/>
          <a:p>
            <a:fld id="{B7CF8A19-3A9E-4ABC-B336-2FDDE321C72D}" type="slidenum">
              <a:rPr lang="en-US" smtClean="0"/>
              <a:pPr/>
              <a:t>‹#›</a:t>
            </a:fld>
            <a:endParaRPr lang="en-US" dirty="0"/>
          </a:p>
        </p:txBody>
      </p:sp>
    </p:spTree>
    <p:custDataLst>
      <p:tags r:id="rId1"/>
    </p:custDataLst>
    <p:extLst>
      <p:ext uri="{BB962C8B-B14F-4D97-AF65-F5344CB8AC3E}">
        <p14:creationId xmlns:p14="http://schemas.microsoft.com/office/powerpoint/2010/main" val="40526214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Slide Lesson">
    <p:bg>
      <p:bgPr>
        <a:solidFill>
          <a:srgbClr val="7FC8DD">
            <a:alpha val="25098"/>
          </a:srgbClr>
        </a:solidFill>
        <a:effectLst/>
      </p:bgPr>
    </p:bg>
    <p:spTree>
      <p:nvGrpSpPr>
        <p:cNvPr id="1" name=""/>
        <p:cNvGrpSpPr/>
        <p:nvPr/>
      </p:nvGrpSpPr>
      <p:grpSpPr>
        <a:xfrm>
          <a:off x="0" y="0"/>
          <a:ext cx="0" cy="0"/>
          <a:chOff x="0" y="0"/>
          <a:chExt cx="0" cy="0"/>
        </a:xfrm>
      </p:grpSpPr>
      <p:sp>
        <p:nvSpPr>
          <p:cNvPr id="6" name="Rectangle: Top Corners Rounded 5">
            <a:extLst>
              <a:ext uri="{FF2B5EF4-FFF2-40B4-BE49-F238E27FC236}">
                <a16:creationId xmlns:a16="http://schemas.microsoft.com/office/drawing/2014/main" id="{40A8FE34-9096-4567-9789-B242DD11EA46}"/>
              </a:ext>
              <a:ext uri="{C183D7F6-B498-43B3-948B-1728B52AA6E4}">
                <adec:decorative xmlns:adec="http://schemas.microsoft.com/office/drawing/2017/decorative" val="1"/>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sp>
        <p:nvSpPr>
          <p:cNvPr id="13" name="Title 1">
            <a:extLst>
              <a:ext uri="{FF2B5EF4-FFF2-40B4-BE49-F238E27FC236}">
                <a16:creationId xmlns:a16="http://schemas.microsoft.com/office/drawing/2014/main" id="{B2FEEEDD-0751-854A-9852-93F3EA02290E}"/>
              </a:ext>
            </a:extLst>
          </p:cNvPr>
          <p:cNvSpPr>
            <a:spLocks noGrp="1"/>
          </p:cNvSpPr>
          <p:nvPr>
            <p:ph type="ctrTitle" hasCustomPrompt="1"/>
          </p:nvPr>
        </p:nvSpPr>
        <p:spPr>
          <a:xfrm>
            <a:off x="650366" y="2148385"/>
            <a:ext cx="7981244" cy="1080000"/>
          </a:xfrm>
          <a:prstGeom prst="rect">
            <a:avLst/>
          </a:prstGeom>
          <a:noFill/>
        </p:spPr>
        <p:txBody>
          <a:bodyPr lIns="0" rIns="0" anchor="t" anchorCtr="0">
            <a:noAutofit/>
          </a:bodyPr>
          <a:lstStyle>
            <a:lvl1pPr marL="0" algn="l">
              <a:spcBef>
                <a:spcPts val="0"/>
              </a:spcBef>
              <a:defRPr sz="4000" b="0">
                <a:solidFill>
                  <a:schemeClr val="tx1"/>
                </a:solidFill>
                <a:latin typeface="Calibri" panose="020F0502020204030204" pitchFamily="34" charset="0"/>
                <a:cs typeface="Calibri" panose="020F0502020204030204" pitchFamily="34" charset="0"/>
              </a:defRPr>
            </a:lvl1pPr>
          </a:lstStyle>
          <a:p>
            <a:r>
              <a:rPr lang="en-US"/>
              <a:t>Lesson Title</a:t>
            </a:r>
          </a:p>
        </p:txBody>
      </p:sp>
      <p:sp>
        <p:nvSpPr>
          <p:cNvPr id="14" name="Subtitle 2">
            <a:extLst>
              <a:ext uri="{FF2B5EF4-FFF2-40B4-BE49-F238E27FC236}">
                <a16:creationId xmlns:a16="http://schemas.microsoft.com/office/drawing/2014/main" id="{658038CC-5DF0-1545-A424-EA63B177F16F}"/>
              </a:ext>
            </a:extLst>
          </p:cNvPr>
          <p:cNvSpPr>
            <a:spLocks noGrp="1"/>
          </p:cNvSpPr>
          <p:nvPr>
            <p:ph type="subTitle" idx="1" hasCustomPrompt="1"/>
          </p:nvPr>
        </p:nvSpPr>
        <p:spPr>
          <a:xfrm>
            <a:off x="650366" y="1051277"/>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Lesson #Y </a:t>
            </a:r>
          </a:p>
        </p:txBody>
      </p:sp>
      <p:pic>
        <p:nvPicPr>
          <p:cNvPr id="7" name="Picture 6" descr="CompTIA Logo">
            <a:extLst>
              <a:ext uri="{FF2B5EF4-FFF2-40B4-BE49-F238E27FC236}">
                <a16:creationId xmlns:a16="http://schemas.microsoft.com/office/drawing/2014/main" id="{3FA6866F-0447-494E-8F3B-C28CBFC1255C}"/>
              </a:ext>
            </a:extLst>
          </p:cNvPr>
          <p:cNvPicPr>
            <a:picLocks noChangeAspect="1"/>
          </p:cNvPicPr>
          <p:nvPr userDrawn="1"/>
        </p:nvPicPr>
        <p:blipFill>
          <a:blip r:embed="rId3" cstate="email">
            <a:biLevel thresh="25000"/>
            <a:extLst>
              <a:ext uri="{28A0092B-C50C-407E-A947-70E740481C1C}">
                <a14:useLocalDpi xmlns:a14="http://schemas.microsoft.com/office/drawing/2010/main"/>
              </a:ext>
            </a:extLst>
          </a:blip>
          <a:stretch>
            <a:fillRect/>
          </a:stretch>
        </p:blipFill>
        <p:spPr>
          <a:xfrm>
            <a:off x="255281" y="4743141"/>
            <a:ext cx="1200865" cy="256814"/>
          </a:xfrm>
          <a:prstGeom prst="rect">
            <a:avLst/>
          </a:prstGeom>
        </p:spPr>
      </p:pic>
      <p:sp>
        <p:nvSpPr>
          <p:cNvPr id="8" name="Footer Placeholder 13">
            <a:extLst>
              <a:ext uri="{FF2B5EF4-FFF2-40B4-BE49-F238E27FC236}">
                <a16:creationId xmlns:a16="http://schemas.microsoft.com/office/drawing/2014/main" id="{85CB60B9-005C-47AF-9FB6-D41274CD49DC}"/>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dirty="0">
                <a:solidFill>
                  <a:schemeClr val="bg1"/>
                </a:solidFill>
                <a:latin typeface="Calibri" panose="020F0502020204030204" pitchFamily="34" charset="0"/>
                <a:cs typeface="Calibri" panose="020F0502020204030204" pitchFamily="34" charset="0"/>
              </a:rPr>
              <a:t>Copyright © 2025 CompTIA, Inc. All Rights Reserved.  |  CompTIA.org</a:t>
            </a:r>
            <a:endParaRPr lang="en-US" dirty="0">
              <a:solidFill>
                <a:schemeClr val="bg1"/>
              </a:solidFill>
              <a:latin typeface="Calibri" panose="020F0502020204030204" pitchFamily="34" charset="0"/>
              <a:cs typeface="Calibri" panose="020F0502020204030204" pitchFamily="34" charset="0"/>
            </a:endParaRPr>
          </a:p>
        </p:txBody>
      </p:sp>
      <p:sp>
        <p:nvSpPr>
          <p:cNvPr id="10" name="Slide Number Placeholder 1">
            <a:extLst>
              <a:ext uri="{FF2B5EF4-FFF2-40B4-BE49-F238E27FC236}">
                <a16:creationId xmlns:a16="http://schemas.microsoft.com/office/drawing/2014/main" id="{67AE811F-4593-4B5E-B7DC-3D290CB8E9FD}"/>
              </a:ext>
            </a:extLst>
          </p:cNvPr>
          <p:cNvSpPr>
            <a:spLocks noGrp="1"/>
          </p:cNvSpPr>
          <p:nvPr>
            <p:ph type="sldNum" sz="quarter" idx="10"/>
          </p:nvPr>
        </p:nvSpPr>
        <p:spPr>
          <a:xfrm>
            <a:off x="8537816" y="4885690"/>
            <a:ext cx="479184" cy="198675"/>
          </a:xfrm>
        </p:spPr>
        <p:txBody>
          <a:bodyPr/>
          <a:lstStyle>
            <a:lvl1pPr>
              <a:defRPr>
                <a:solidFill>
                  <a:schemeClr val="bg1"/>
                </a:solidFill>
              </a:defRPr>
            </a:lvl1pPr>
          </a:lstStyle>
          <a:p>
            <a:fld id="{B7CF8A19-3A9E-4ABC-B336-2FDDE321C72D}" type="slidenum">
              <a:rPr lang="en-US" smtClean="0"/>
              <a:pPr/>
              <a:t>‹#›</a:t>
            </a:fld>
            <a:endParaRPr lang="en-US" dirty="0"/>
          </a:p>
        </p:txBody>
      </p:sp>
    </p:spTree>
    <p:custDataLst>
      <p:tags r:id="rId1"/>
    </p:custDataLst>
    <p:extLst>
      <p:ext uri="{BB962C8B-B14F-4D97-AF65-F5344CB8AC3E}">
        <p14:creationId xmlns:p14="http://schemas.microsoft.com/office/powerpoint/2010/main" val="40848092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C7DB1-AF77-4C23-97D2-AB7420353204}"/>
              </a:ext>
            </a:extLst>
          </p:cNvPr>
          <p:cNvSpPr>
            <a:spLocks noGrp="1"/>
          </p:cNvSpPr>
          <p:nvPr>
            <p:ph type="title" hasCustomPrompt="1"/>
          </p:nvPr>
        </p:nvSpPr>
        <p:spPr>
          <a:xfrm>
            <a:off x="0" y="0"/>
            <a:ext cx="9143999" cy="603250"/>
          </a:xfrm>
          <a:prstGeom prst="rect">
            <a:avLst/>
          </a:prstGeom>
        </p:spPr>
        <p:txBody>
          <a:bodyPr/>
          <a:lstStyle>
            <a:lvl1pPr>
              <a:defRPr/>
            </a:lvl1pPr>
          </a:lstStyle>
          <a:p>
            <a:r>
              <a:rPr lang="en-US"/>
              <a:t>Topic Title</a:t>
            </a:r>
            <a:endParaRPr lang="en-GB"/>
          </a:p>
        </p:txBody>
      </p:sp>
      <p:sp>
        <p:nvSpPr>
          <p:cNvPr id="10" name="Text Placeholder 10">
            <a:extLst>
              <a:ext uri="{FF2B5EF4-FFF2-40B4-BE49-F238E27FC236}">
                <a16:creationId xmlns:a16="http://schemas.microsoft.com/office/drawing/2014/main" id="{9133DACF-FEBA-45AC-9EB7-694DBCD1BE0F}"/>
              </a:ext>
            </a:extLst>
          </p:cNvPr>
          <p:cNvSpPr>
            <a:spLocks noGrp="1"/>
          </p:cNvSpPr>
          <p:nvPr>
            <p:ph idx="1"/>
          </p:nvPr>
        </p:nvSpPr>
        <p:spPr>
          <a:xfrm>
            <a:off x="146050" y="746760"/>
            <a:ext cx="8870950"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Slide Number Placeholder 2">
            <a:extLst>
              <a:ext uri="{FF2B5EF4-FFF2-40B4-BE49-F238E27FC236}">
                <a16:creationId xmlns:a16="http://schemas.microsoft.com/office/drawing/2014/main" id="{997C70C8-90CB-4519-B236-5C8D99A8D6CC}"/>
              </a:ext>
            </a:extLst>
          </p:cNvPr>
          <p:cNvSpPr>
            <a:spLocks noGrp="1"/>
          </p:cNvSpPr>
          <p:nvPr>
            <p:ph type="sldNum" sz="quarter" idx="10"/>
          </p:nvPr>
        </p:nvSpPr>
        <p:spPr/>
        <p:txBody>
          <a:bodyPr/>
          <a:lstStyle/>
          <a:p>
            <a:fld id="{B7CF8A19-3A9E-4ABC-B336-2FDDE321C72D}" type="slidenum">
              <a:rPr lang="en-US" smtClean="0"/>
              <a:pPr/>
              <a:t>‹#›</a:t>
            </a:fld>
            <a:endParaRPr lang="en-US" dirty="0"/>
          </a:p>
        </p:txBody>
      </p:sp>
    </p:spTree>
    <p:custDataLst>
      <p:tags r:id="rId1"/>
    </p:custDataLst>
    <p:extLst>
      <p:ext uri="{BB962C8B-B14F-4D97-AF65-F5344CB8AC3E}">
        <p14:creationId xmlns:p14="http://schemas.microsoft.com/office/powerpoint/2010/main" val="1377732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 w/ Long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C7DB1-AF77-4C23-97D2-AB7420353204}"/>
              </a:ext>
            </a:extLst>
          </p:cNvPr>
          <p:cNvSpPr>
            <a:spLocks noGrp="1"/>
          </p:cNvSpPr>
          <p:nvPr>
            <p:ph type="title" hasCustomPrompt="1"/>
          </p:nvPr>
        </p:nvSpPr>
        <p:spPr>
          <a:xfrm>
            <a:off x="0" y="0"/>
            <a:ext cx="9143999" cy="603250"/>
          </a:xfrm>
          <a:prstGeom prst="rect">
            <a:avLst/>
          </a:prstGeom>
        </p:spPr>
        <p:txBody>
          <a:bodyPr/>
          <a:lstStyle>
            <a:lvl1pPr>
              <a:defRPr sz="2000"/>
            </a:lvl1pPr>
          </a:lstStyle>
          <a:p>
            <a:r>
              <a:rPr lang="en-US"/>
              <a:t>Long Topic Title that Requires a Smaller Font Size to Fit in the Title Box</a:t>
            </a:r>
            <a:endParaRPr lang="en-GB"/>
          </a:p>
        </p:txBody>
      </p:sp>
      <p:sp>
        <p:nvSpPr>
          <p:cNvPr id="10" name="Text Placeholder 10">
            <a:extLst>
              <a:ext uri="{FF2B5EF4-FFF2-40B4-BE49-F238E27FC236}">
                <a16:creationId xmlns:a16="http://schemas.microsoft.com/office/drawing/2014/main" id="{9133DACF-FEBA-45AC-9EB7-694DBCD1BE0F}"/>
              </a:ext>
            </a:extLst>
          </p:cNvPr>
          <p:cNvSpPr>
            <a:spLocks noGrp="1"/>
          </p:cNvSpPr>
          <p:nvPr>
            <p:ph idx="1"/>
          </p:nvPr>
        </p:nvSpPr>
        <p:spPr>
          <a:xfrm>
            <a:off x="146050" y="746760"/>
            <a:ext cx="8870950"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Slide Number Placeholder 2">
            <a:extLst>
              <a:ext uri="{FF2B5EF4-FFF2-40B4-BE49-F238E27FC236}">
                <a16:creationId xmlns:a16="http://schemas.microsoft.com/office/drawing/2014/main" id="{997C70C8-90CB-4519-B236-5C8D99A8D6CC}"/>
              </a:ext>
            </a:extLst>
          </p:cNvPr>
          <p:cNvSpPr>
            <a:spLocks noGrp="1"/>
          </p:cNvSpPr>
          <p:nvPr>
            <p:ph type="sldNum" sz="quarter" idx="10"/>
          </p:nvPr>
        </p:nvSpPr>
        <p:spPr/>
        <p:txBody>
          <a:bodyPr/>
          <a:lstStyle/>
          <a:p>
            <a:fld id="{B7CF8A19-3A9E-4ABC-B336-2FDDE321C72D}" type="slidenum">
              <a:rPr lang="en-US" smtClean="0"/>
              <a:pPr/>
              <a:t>‹#›</a:t>
            </a:fld>
            <a:endParaRPr lang="en-US" dirty="0"/>
          </a:p>
        </p:txBody>
      </p:sp>
    </p:spTree>
    <p:custDataLst>
      <p:tags r:id="rId1"/>
    </p:custDataLst>
    <p:extLst>
      <p:ext uri="{BB962C8B-B14F-4D97-AF65-F5344CB8AC3E}">
        <p14:creationId xmlns:p14="http://schemas.microsoft.com/office/powerpoint/2010/main" val="29859142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Image and Attribu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C7DB1-AF77-4C23-97D2-AB7420353204}"/>
              </a:ext>
            </a:extLst>
          </p:cNvPr>
          <p:cNvSpPr>
            <a:spLocks noGrp="1"/>
          </p:cNvSpPr>
          <p:nvPr>
            <p:ph type="title" hasCustomPrompt="1"/>
          </p:nvPr>
        </p:nvSpPr>
        <p:spPr>
          <a:xfrm>
            <a:off x="0" y="0"/>
            <a:ext cx="9143999" cy="603250"/>
          </a:xfrm>
          <a:prstGeom prst="rect">
            <a:avLst/>
          </a:prstGeom>
        </p:spPr>
        <p:txBody>
          <a:bodyPr/>
          <a:lstStyle>
            <a:lvl1pPr>
              <a:defRPr/>
            </a:lvl1pPr>
          </a:lstStyle>
          <a:p>
            <a:r>
              <a:rPr lang="en-US"/>
              <a:t>Topic Title</a:t>
            </a:r>
            <a:endParaRPr lang="en-GB"/>
          </a:p>
        </p:txBody>
      </p:sp>
      <p:sp>
        <p:nvSpPr>
          <p:cNvPr id="3" name="Slide Number Placeholder 2">
            <a:extLst>
              <a:ext uri="{FF2B5EF4-FFF2-40B4-BE49-F238E27FC236}">
                <a16:creationId xmlns:a16="http://schemas.microsoft.com/office/drawing/2014/main" id="{997C70C8-90CB-4519-B236-5C8D99A8D6CC}"/>
              </a:ext>
            </a:extLst>
          </p:cNvPr>
          <p:cNvSpPr>
            <a:spLocks noGrp="1"/>
          </p:cNvSpPr>
          <p:nvPr>
            <p:ph type="sldNum" sz="quarter" idx="10"/>
          </p:nvPr>
        </p:nvSpPr>
        <p:spPr/>
        <p:txBody>
          <a:bodyPr/>
          <a:lstStyle/>
          <a:p>
            <a:fld id="{B7CF8A19-3A9E-4ABC-B336-2FDDE321C72D}" type="slidenum">
              <a:rPr lang="en-US" smtClean="0"/>
              <a:pPr/>
              <a:t>‹#›</a:t>
            </a:fld>
            <a:endParaRPr lang="en-US" dirty="0"/>
          </a:p>
        </p:txBody>
      </p:sp>
      <p:sp>
        <p:nvSpPr>
          <p:cNvPr id="4" name="Text Placeholder 10">
            <a:extLst>
              <a:ext uri="{FF2B5EF4-FFF2-40B4-BE49-F238E27FC236}">
                <a16:creationId xmlns:a16="http://schemas.microsoft.com/office/drawing/2014/main" id="{14133404-1EF1-C64B-A104-2BC02D120C37}"/>
              </a:ext>
            </a:extLst>
          </p:cNvPr>
          <p:cNvSpPr>
            <a:spLocks noGrp="1"/>
          </p:cNvSpPr>
          <p:nvPr>
            <p:ph idx="11" hasCustomPrompt="1"/>
          </p:nvPr>
        </p:nvSpPr>
        <p:spPr>
          <a:xfrm>
            <a:off x="146049" y="4518212"/>
            <a:ext cx="8870950" cy="274768"/>
          </a:xfrm>
          <a:prstGeom prst="rect">
            <a:avLst/>
          </a:prstGeom>
        </p:spPr>
        <p:txBody>
          <a:bodyPr vert="horz" lIns="91440" tIns="45720" rIns="91440" bIns="45720" rtlCol="0">
            <a:normAutofit/>
          </a:bodyPr>
          <a:lstStyle>
            <a:lvl1pPr marL="0" indent="0" algn="ctr">
              <a:buNone/>
              <a:defRPr sz="900" i="1"/>
            </a:lvl1pPr>
          </a:lstStyle>
          <a:p>
            <a:pPr lvl="0"/>
            <a:r>
              <a:rPr lang="en-US"/>
              <a:t>Image Attribution</a:t>
            </a:r>
          </a:p>
        </p:txBody>
      </p:sp>
      <p:sp>
        <p:nvSpPr>
          <p:cNvPr id="6" name="Picture Placeholder 5">
            <a:extLst>
              <a:ext uri="{FF2B5EF4-FFF2-40B4-BE49-F238E27FC236}">
                <a16:creationId xmlns:a16="http://schemas.microsoft.com/office/drawing/2014/main" id="{B60091C6-A4E2-7816-56F7-8B21A97E0C14}"/>
              </a:ext>
            </a:extLst>
          </p:cNvPr>
          <p:cNvSpPr>
            <a:spLocks noGrp="1"/>
          </p:cNvSpPr>
          <p:nvPr>
            <p:ph type="pic" sz="quarter" idx="12"/>
          </p:nvPr>
        </p:nvSpPr>
        <p:spPr>
          <a:xfrm>
            <a:off x="127000" y="725488"/>
            <a:ext cx="8890000" cy="3700462"/>
          </a:xfrm>
        </p:spPr>
        <p:txBody>
          <a:bodyPr/>
          <a:lstStyle/>
          <a:p>
            <a:endParaRPr lang="en-US" dirty="0"/>
          </a:p>
        </p:txBody>
      </p:sp>
    </p:spTree>
    <p:custDataLst>
      <p:tags r:id="rId1"/>
    </p:custDataLst>
    <p:extLst>
      <p:ext uri="{BB962C8B-B14F-4D97-AF65-F5344CB8AC3E}">
        <p14:creationId xmlns:p14="http://schemas.microsoft.com/office/powerpoint/2010/main" val="9271307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Image and Attribution w/ Long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C7DB1-AF77-4C23-97D2-AB7420353204}"/>
              </a:ext>
            </a:extLst>
          </p:cNvPr>
          <p:cNvSpPr>
            <a:spLocks noGrp="1"/>
          </p:cNvSpPr>
          <p:nvPr>
            <p:ph type="title" hasCustomPrompt="1"/>
          </p:nvPr>
        </p:nvSpPr>
        <p:spPr>
          <a:xfrm>
            <a:off x="0" y="0"/>
            <a:ext cx="9143999" cy="603250"/>
          </a:xfrm>
          <a:prstGeom prst="rect">
            <a:avLst/>
          </a:prstGeom>
        </p:spPr>
        <p:txBody>
          <a:bodyPr/>
          <a:lstStyle>
            <a:lvl1pPr>
              <a:defRPr sz="2000"/>
            </a:lvl1pPr>
          </a:lstStyle>
          <a:p>
            <a:r>
              <a:rPr lang="en-US"/>
              <a:t>Long Topic Title that Requires a Smaller Font Size to Fit in the Title Box</a:t>
            </a:r>
            <a:endParaRPr lang="en-GB"/>
          </a:p>
        </p:txBody>
      </p:sp>
      <p:sp>
        <p:nvSpPr>
          <p:cNvPr id="3" name="Slide Number Placeholder 2">
            <a:extLst>
              <a:ext uri="{FF2B5EF4-FFF2-40B4-BE49-F238E27FC236}">
                <a16:creationId xmlns:a16="http://schemas.microsoft.com/office/drawing/2014/main" id="{997C70C8-90CB-4519-B236-5C8D99A8D6CC}"/>
              </a:ext>
            </a:extLst>
          </p:cNvPr>
          <p:cNvSpPr>
            <a:spLocks noGrp="1"/>
          </p:cNvSpPr>
          <p:nvPr>
            <p:ph type="sldNum" sz="quarter" idx="10"/>
          </p:nvPr>
        </p:nvSpPr>
        <p:spPr/>
        <p:txBody>
          <a:bodyPr/>
          <a:lstStyle/>
          <a:p>
            <a:fld id="{B7CF8A19-3A9E-4ABC-B336-2FDDE321C72D}" type="slidenum">
              <a:rPr lang="en-US" smtClean="0"/>
              <a:pPr/>
              <a:t>‹#›</a:t>
            </a:fld>
            <a:endParaRPr lang="en-US" dirty="0"/>
          </a:p>
        </p:txBody>
      </p:sp>
      <p:sp>
        <p:nvSpPr>
          <p:cNvPr id="4" name="Text Placeholder 10">
            <a:extLst>
              <a:ext uri="{FF2B5EF4-FFF2-40B4-BE49-F238E27FC236}">
                <a16:creationId xmlns:a16="http://schemas.microsoft.com/office/drawing/2014/main" id="{14133404-1EF1-C64B-A104-2BC02D120C37}"/>
              </a:ext>
            </a:extLst>
          </p:cNvPr>
          <p:cNvSpPr>
            <a:spLocks noGrp="1"/>
          </p:cNvSpPr>
          <p:nvPr>
            <p:ph idx="11" hasCustomPrompt="1"/>
          </p:nvPr>
        </p:nvSpPr>
        <p:spPr>
          <a:xfrm>
            <a:off x="146049" y="4518212"/>
            <a:ext cx="8870950" cy="274768"/>
          </a:xfrm>
          <a:prstGeom prst="rect">
            <a:avLst/>
          </a:prstGeom>
        </p:spPr>
        <p:txBody>
          <a:bodyPr vert="horz" lIns="91440" tIns="45720" rIns="91440" bIns="45720" rtlCol="0">
            <a:normAutofit/>
          </a:bodyPr>
          <a:lstStyle>
            <a:lvl1pPr marL="0" indent="0" algn="ctr">
              <a:buNone/>
              <a:defRPr sz="900" i="1"/>
            </a:lvl1pPr>
          </a:lstStyle>
          <a:p>
            <a:pPr lvl="0"/>
            <a:r>
              <a:rPr lang="en-US"/>
              <a:t>Image Attribution</a:t>
            </a:r>
          </a:p>
        </p:txBody>
      </p:sp>
      <p:sp>
        <p:nvSpPr>
          <p:cNvPr id="6" name="Picture Placeholder 5">
            <a:extLst>
              <a:ext uri="{FF2B5EF4-FFF2-40B4-BE49-F238E27FC236}">
                <a16:creationId xmlns:a16="http://schemas.microsoft.com/office/drawing/2014/main" id="{B60091C6-A4E2-7816-56F7-8B21A97E0C14}"/>
              </a:ext>
            </a:extLst>
          </p:cNvPr>
          <p:cNvSpPr>
            <a:spLocks noGrp="1"/>
          </p:cNvSpPr>
          <p:nvPr>
            <p:ph type="pic" sz="quarter" idx="12"/>
          </p:nvPr>
        </p:nvSpPr>
        <p:spPr>
          <a:xfrm>
            <a:off x="127000" y="725488"/>
            <a:ext cx="8890000" cy="3700462"/>
          </a:xfrm>
        </p:spPr>
        <p:txBody>
          <a:bodyPr/>
          <a:lstStyle/>
          <a:p>
            <a:endParaRPr lang="en-US" dirty="0"/>
          </a:p>
        </p:txBody>
      </p:sp>
    </p:spTree>
    <p:custDataLst>
      <p:tags r:id="rId1"/>
    </p:custDataLst>
    <p:extLst>
      <p:ext uri="{BB962C8B-B14F-4D97-AF65-F5344CB8AC3E}">
        <p14:creationId xmlns:p14="http://schemas.microsoft.com/office/powerpoint/2010/main" val="40188891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C333B3E-5BEA-4514-BC19-7601420AECFA}"/>
              </a:ext>
            </a:extLst>
          </p:cNvPr>
          <p:cNvSpPr>
            <a:spLocks noGrp="1"/>
          </p:cNvSpPr>
          <p:nvPr>
            <p:ph type="title" hasCustomPrompt="1"/>
          </p:nvPr>
        </p:nvSpPr>
        <p:spPr>
          <a:xfrm>
            <a:off x="0" y="0"/>
            <a:ext cx="9143999" cy="603250"/>
          </a:xfrm>
          <a:prstGeom prst="rect">
            <a:avLst/>
          </a:prstGeom>
        </p:spPr>
        <p:txBody>
          <a:bodyPr/>
          <a:lstStyle>
            <a:lvl1pPr>
              <a:defRPr/>
            </a:lvl1pPr>
          </a:lstStyle>
          <a:p>
            <a:r>
              <a:rPr lang="en-US"/>
              <a:t>Topic Title</a:t>
            </a:r>
          </a:p>
        </p:txBody>
      </p:sp>
      <p:sp>
        <p:nvSpPr>
          <p:cNvPr id="11" name="Text Placeholder 10">
            <a:extLst>
              <a:ext uri="{FF2B5EF4-FFF2-40B4-BE49-F238E27FC236}">
                <a16:creationId xmlns:a16="http://schemas.microsoft.com/office/drawing/2014/main" id="{5E22AB62-0F44-4520-87A4-B6F4E29936B4}"/>
              </a:ext>
            </a:extLst>
          </p:cNvPr>
          <p:cNvSpPr>
            <a:spLocks noGrp="1"/>
          </p:cNvSpPr>
          <p:nvPr>
            <p:ph idx="1"/>
          </p:nvPr>
        </p:nvSpPr>
        <p:spPr>
          <a:xfrm>
            <a:off x="146049" y="746760"/>
            <a:ext cx="4353949"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10">
            <a:extLst>
              <a:ext uri="{FF2B5EF4-FFF2-40B4-BE49-F238E27FC236}">
                <a16:creationId xmlns:a16="http://schemas.microsoft.com/office/drawing/2014/main" id="{0FCEDE76-6906-4DE3-843C-BBB6CA5A2170}"/>
              </a:ext>
            </a:extLst>
          </p:cNvPr>
          <p:cNvSpPr>
            <a:spLocks noGrp="1"/>
          </p:cNvSpPr>
          <p:nvPr>
            <p:ph idx="12"/>
          </p:nvPr>
        </p:nvSpPr>
        <p:spPr>
          <a:xfrm>
            <a:off x="4636383" y="746760"/>
            <a:ext cx="4380617"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Slide Number Placeholder 1">
            <a:extLst>
              <a:ext uri="{FF2B5EF4-FFF2-40B4-BE49-F238E27FC236}">
                <a16:creationId xmlns:a16="http://schemas.microsoft.com/office/drawing/2014/main" id="{56B2E2FA-09DF-4717-B99F-F1A240733DAC}"/>
              </a:ext>
            </a:extLst>
          </p:cNvPr>
          <p:cNvSpPr>
            <a:spLocks noGrp="1"/>
          </p:cNvSpPr>
          <p:nvPr>
            <p:ph type="sldNum" sz="quarter" idx="13"/>
          </p:nvPr>
        </p:nvSpPr>
        <p:spPr/>
        <p:txBody>
          <a:bodyPr/>
          <a:lstStyle/>
          <a:p>
            <a:fld id="{B7CF8A19-3A9E-4ABC-B336-2FDDE321C72D}" type="slidenum">
              <a:rPr lang="en-US" smtClean="0"/>
              <a:pPr/>
              <a:t>‹#›</a:t>
            </a:fld>
            <a:endParaRPr lang="en-US" dirty="0"/>
          </a:p>
        </p:txBody>
      </p:sp>
    </p:spTree>
    <p:custDataLst>
      <p:tags r:id="rId1"/>
    </p:custDataLst>
    <p:extLst>
      <p:ext uri="{BB962C8B-B14F-4D97-AF65-F5344CB8AC3E}">
        <p14:creationId xmlns:p14="http://schemas.microsoft.com/office/powerpoint/2010/main" val="38539612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ntent w/ Long Title">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C333B3E-5BEA-4514-BC19-7601420AECFA}"/>
              </a:ext>
            </a:extLst>
          </p:cNvPr>
          <p:cNvSpPr>
            <a:spLocks noGrp="1"/>
          </p:cNvSpPr>
          <p:nvPr>
            <p:ph type="title" hasCustomPrompt="1"/>
          </p:nvPr>
        </p:nvSpPr>
        <p:spPr>
          <a:xfrm>
            <a:off x="0" y="0"/>
            <a:ext cx="9143999" cy="603250"/>
          </a:xfrm>
          <a:prstGeom prst="rect">
            <a:avLst/>
          </a:prstGeom>
        </p:spPr>
        <p:txBody>
          <a:bodyPr/>
          <a:lstStyle>
            <a:lvl1pPr>
              <a:defRPr sz="2000"/>
            </a:lvl1pPr>
          </a:lstStyle>
          <a:p>
            <a:r>
              <a:rPr lang="en-US"/>
              <a:t>Long Topic Title that Requires a Smaller Font Size to Fit in the Title Box</a:t>
            </a:r>
          </a:p>
        </p:txBody>
      </p:sp>
      <p:sp>
        <p:nvSpPr>
          <p:cNvPr id="11" name="Text Placeholder 10">
            <a:extLst>
              <a:ext uri="{FF2B5EF4-FFF2-40B4-BE49-F238E27FC236}">
                <a16:creationId xmlns:a16="http://schemas.microsoft.com/office/drawing/2014/main" id="{5E22AB62-0F44-4520-87A4-B6F4E29936B4}"/>
              </a:ext>
            </a:extLst>
          </p:cNvPr>
          <p:cNvSpPr>
            <a:spLocks noGrp="1"/>
          </p:cNvSpPr>
          <p:nvPr>
            <p:ph idx="1"/>
          </p:nvPr>
        </p:nvSpPr>
        <p:spPr>
          <a:xfrm>
            <a:off x="146049" y="746760"/>
            <a:ext cx="4353949"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10">
            <a:extLst>
              <a:ext uri="{FF2B5EF4-FFF2-40B4-BE49-F238E27FC236}">
                <a16:creationId xmlns:a16="http://schemas.microsoft.com/office/drawing/2014/main" id="{0FCEDE76-6906-4DE3-843C-BBB6CA5A2170}"/>
              </a:ext>
            </a:extLst>
          </p:cNvPr>
          <p:cNvSpPr>
            <a:spLocks noGrp="1"/>
          </p:cNvSpPr>
          <p:nvPr>
            <p:ph idx="12"/>
          </p:nvPr>
        </p:nvSpPr>
        <p:spPr>
          <a:xfrm>
            <a:off x="4636383" y="746760"/>
            <a:ext cx="4380617"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Slide Number Placeholder 1">
            <a:extLst>
              <a:ext uri="{FF2B5EF4-FFF2-40B4-BE49-F238E27FC236}">
                <a16:creationId xmlns:a16="http://schemas.microsoft.com/office/drawing/2014/main" id="{56B2E2FA-09DF-4717-B99F-F1A240733DAC}"/>
              </a:ext>
            </a:extLst>
          </p:cNvPr>
          <p:cNvSpPr>
            <a:spLocks noGrp="1"/>
          </p:cNvSpPr>
          <p:nvPr>
            <p:ph type="sldNum" sz="quarter" idx="13"/>
          </p:nvPr>
        </p:nvSpPr>
        <p:spPr/>
        <p:txBody>
          <a:bodyPr/>
          <a:lstStyle/>
          <a:p>
            <a:fld id="{B7CF8A19-3A9E-4ABC-B336-2FDDE321C72D}" type="slidenum">
              <a:rPr lang="en-US" smtClean="0"/>
              <a:pPr/>
              <a:t>‹#›</a:t>
            </a:fld>
            <a:endParaRPr lang="en-US" dirty="0"/>
          </a:p>
        </p:txBody>
      </p:sp>
    </p:spTree>
    <p:custDataLst>
      <p:tags r:id="rId1"/>
    </p:custDataLst>
    <p:extLst>
      <p:ext uri="{BB962C8B-B14F-4D97-AF65-F5344CB8AC3E}">
        <p14:creationId xmlns:p14="http://schemas.microsoft.com/office/powerpoint/2010/main" val="151709064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Image, Attribution, and Content">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C333B3E-5BEA-4514-BC19-7601420AECFA}"/>
              </a:ext>
            </a:extLst>
          </p:cNvPr>
          <p:cNvSpPr>
            <a:spLocks noGrp="1"/>
          </p:cNvSpPr>
          <p:nvPr>
            <p:ph type="title" hasCustomPrompt="1"/>
          </p:nvPr>
        </p:nvSpPr>
        <p:spPr>
          <a:xfrm>
            <a:off x="0" y="0"/>
            <a:ext cx="9143999" cy="603250"/>
          </a:xfrm>
          <a:prstGeom prst="rect">
            <a:avLst/>
          </a:prstGeom>
        </p:spPr>
        <p:txBody>
          <a:bodyPr/>
          <a:lstStyle>
            <a:lvl1pPr>
              <a:defRPr sz="2800"/>
            </a:lvl1pPr>
          </a:lstStyle>
          <a:p>
            <a:r>
              <a:rPr lang="en-US"/>
              <a:t>Topic Title</a:t>
            </a:r>
          </a:p>
        </p:txBody>
      </p:sp>
      <p:sp>
        <p:nvSpPr>
          <p:cNvPr id="11" name="Text Placeholder 10">
            <a:extLst>
              <a:ext uri="{FF2B5EF4-FFF2-40B4-BE49-F238E27FC236}">
                <a16:creationId xmlns:a16="http://schemas.microsoft.com/office/drawing/2014/main" id="{5E22AB62-0F44-4520-87A4-B6F4E29936B4}"/>
              </a:ext>
            </a:extLst>
          </p:cNvPr>
          <p:cNvSpPr>
            <a:spLocks noGrp="1"/>
          </p:cNvSpPr>
          <p:nvPr>
            <p:ph idx="1" hasCustomPrompt="1"/>
          </p:nvPr>
        </p:nvSpPr>
        <p:spPr>
          <a:xfrm>
            <a:off x="146049" y="4518212"/>
            <a:ext cx="4353949" cy="274768"/>
          </a:xfrm>
          <a:prstGeom prst="rect">
            <a:avLst/>
          </a:prstGeom>
        </p:spPr>
        <p:txBody>
          <a:bodyPr vert="horz" lIns="91440" tIns="45720" rIns="91440" bIns="45720" rtlCol="0">
            <a:normAutofit/>
          </a:bodyPr>
          <a:lstStyle>
            <a:lvl1pPr marL="0" indent="0" algn="ctr">
              <a:buNone/>
              <a:defRPr sz="900" i="1"/>
            </a:lvl1pPr>
          </a:lstStyle>
          <a:p>
            <a:pPr lvl="0"/>
            <a:r>
              <a:rPr lang="en-US"/>
              <a:t>Image Attribution</a:t>
            </a:r>
          </a:p>
        </p:txBody>
      </p:sp>
      <p:sp>
        <p:nvSpPr>
          <p:cNvPr id="13" name="Text Placeholder 10">
            <a:extLst>
              <a:ext uri="{FF2B5EF4-FFF2-40B4-BE49-F238E27FC236}">
                <a16:creationId xmlns:a16="http://schemas.microsoft.com/office/drawing/2014/main" id="{0FCEDE76-6906-4DE3-843C-BBB6CA5A2170}"/>
              </a:ext>
            </a:extLst>
          </p:cNvPr>
          <p:cNvSpPr>
            <a:spLocks noGrp="1"/>
          </p:cNvSpPr>
          <p:nvPr>
            <p:ph idx="12"/>
          </p:nvPr>
        </p:nvSpPr>
        <p:spPr>
          <a:xfrm>
            <a:off x="4636383" y="746760"/>
            <a:ext cx="4380617"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Slide Number Placeholder 1">
            <a:extLst>
              <a:ext uri="{FF2B5EF4-FFF2-40B4-BE49-F238E27FC236}">
                <a16:creationId xmlns:a16="http://schemas.microsoft.com/office/drawing/2014/main" id="{56B2E2FA-09DF-4717-B99F-F1A240733DAC}"/>
              </a:ext>
            </a:extLst>
          </p:cNvPr>
          <p:cNvSpPr>
            <a:spLocks noGrp="1"/>
          </p:cNvSpPr>
          <p:nvPr>
            <p:ph type="sldNum" sz="quarter" idx="13"/>
          </p:nvPr>
        </p:nvSpPr>
        <p:spPr/>
        <p:txBody>
          <a:bodyPr/>
          <a:lstStyle/>
          <a:p>
            <a:fld id="{B7CF8A19-3A9E-4ABC-B336-2FDDE321C72D}" type="slidenum">
              <a:rPr lang="en-US" smtClean="0"/>
              <a:pPr/>
              <a:t>‹#›</a:t>
            </a:fld>
            <a:endParaRPr lang="en-US" dirty="0"/>
          </a:p>
        </p:txBody>
      </p:sp>
      <p:sp>
        <p:nvSpPr>
          <p:cNvPr id="4" name="Picture Placeholder 3">
            <a:extLst>
              <a:ext uri="{FF2B5EF4-FFF2-40B4-BE49-F238E27FC236}">
                <a16:creationId xmlns:a16="http://schemas.microsoft.com/office/drawing/2014/main" id="{EC59B256-B3DA-F502-7D0F-6BD97C0C8446}"/>
              </a:ext>
            </a:extLst>
          </p:cNvPr>
          <p:cNvSpPr>
            <a:spLocks noGrp="1"/>
          </p:cNvSpPr>
          <p:nvPr>
            <p:ph type="pic" sz="quarter" idx="14"/>
          </p:nvPr>
        </p:nvSpPr>
        <p:spPr>
          <a:xfrm>
            <a:off x="155074" y="746760"/>
            <a:ext cx="4352544" cy="3675888"/>
          </a:xfrm>
        </p:spPr>
        <p:txBody>
          <a:bodyPr/>
          <a:lstStyle/>
          <a:p>
            <a:endParaRPr lang="en-US" dirty="0"/>
          </a:p>
        </p:txBody>
      </p:sp>
    </p:spTree>
    <p:custDataLst>
      <p:tags r:id="rId1"/>
    </p:custDataLst>
    <p:extLst>
      <p:ext uri="{BB962C8B-B14F-4D97-AF65-F5344CB8AC3E}">
        <p14:creationId xmlns:p14="http://schemas.microsoft.com/office/powerpoint/2010/main" val="95696791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Image, Attribution, and Content w/ Long Title">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C333B3E-5BEA-4514-BC19-7601420AECFA}"/>
              </a:ext>
            </a:extLst>
          </p:cNvPr>
          <p:cNvSpPr>
            <a:spLocks noGrp="1"/>
          </p:cNvSpPr>
          <p:nvPr>
            <p:ph type="title" hasCustomPrompt="1"/>
          </p:nvPr>
        </p:nvSpPr>
        <p:spPr>
          <a:xfrm>
            <a:off x="0" y="0"/>
            <a:ext cx="9143999" cy="603250"/>
          </a:xfrm>
          <a:prstGeom prst="rect">
            <a:avLst/>
          </a:prstGeom>
        </p:spPr>
        <p:txBody>
          <a:bodyPr/>
          <a:lstStyle>
            <a:lvl1pPr>
              <a:defRPr sz="2000"/>
            </a:lvl1pPr>
          </a:lstStyle>
          <a:p>
            <a:r>
              <a:rPr lang="en-US"/>
              <a:t>Long Topic Title that Requires a Smaller Font Size to Fit in the Title Box</a:t>
            </a:r>
          </a:p>
        </p:txBody>
      </p:sp>
      <p:sp>
        <p:nvSpPr>
          <p:cNvPr id="11" name="Text Placeholder 10">
            <a:extLst>
              <a:ext uri="{FF2B5EF4-FFF2-40B4-BE49-F238E27FC236}">
                <a16:creationId xmlns:a16="http://schemas.microsoft.com/office/drawing/2014/main" id="{5E22AB62-0F44-4520-87A4-B6F4E29936B4}"/>
              </a:ext>
            </a:extLst>
          </p:cNvPr>
          <p:cNvSpPr>
            <a:spLocks noGrp="1"/>
          </p:cNvSpPr>
          <p:nvPr>
            <p:ph idx="1" hasCustomPrompt="1"/>
          </p:nvPr>
        </p:nvSpPr>
        <p:spPr>
          <a:xfrm>
            <a:off x="127000" y="4518212"/>
            <a:ext cx="4379976" cy="274768"/>
          </a:xfrm>
          <a:prstGeom prst="rect">
            <a:avLst/>
          </a:prstGeom>
        </p:spPr>
        <p:txBody>
          <a:bodyPr vert="horz" lIns="91440" tIns="45720" rIns="91440" bIns="45720" rtlCol="0">
            <a:normAutofit/>
          </a:bodyPr>
          <a:lstStyle>
            <a:lvl1pPr marL="0" indent="0" algn="ctr">
              <a:buNone/>
              <a:defRPr sz="900" i="1"/>
            </a:lvl1pPr>
          </a:lstStyle>
          <a:p>
            <a:pPr lvl="0"/>
            <a:r>
              <a:rPr lang="en-US"/>
              <a:t>Image Attribution</a:t>
            </a:r>
          </a:p>
        </p:txBody>
      </p:sp>
      <p:sp>
        <p:nvSpPr>
          <p:cNvPr id="13" name="Text Placeholder 10">
            <a:extLst>
              <a:ext uri="{FF2B5EF4-FFF2-40B4-BE49-F238E27FC236}">
                <a16:creationId xmlns:a16="http://schemas.microsoft.com/office/drawing/2014/main" id="{0FCEDE76-6906-4DE3-843C-BBB6CA5A2170}"/>
              </a:ext>
            </a:extLst>
          </p:cNvPr>
          <p:cNvSpPr>
            <a:spLocks noGrp="1"/>
          </p:cNvSpPr>
          <p:nvPr>
            <p:ph idx="12"/>
          </p:nvPr>
        </p:nvSpPr>
        <p:spPr>
          <a:xfrm>
            <a:off x="4636383" y="746760"/>
            <a:ext cx="4380617"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Slide Number Placeholder 1">
            <a:extLst>
              <a:ext uri="{FF2B5EF4-FFF2-40B4-BE49-F238E27FC236}">
                <a16:creationId xmlns:a16="http://schemas.microsoft.com/office/drawing/2014/main" id="{56B2E2FA-09DF-4717-B99F-F1A240733DAC}"/>
              </a:ext>
            </a:extLst>
          </p:cNvPr>
          <p:cNvSpPr>
            <a:spLocks noGrp="1"/>
          </p:cNvSpPr>
          <p:nvPr>
            <p:ph type="sldNum" sz="quarter" idx="13"/>
          </p:nvPr>
        </p:nvSpPr>
        <p:spPr/>
        <p:txBody>
          <a:bodyPr/>
          <a:lstStyle/>
          <a:p>
            <a:fld id="{B7CF8A19-3A9E-4ABC-B336-2FDDE321C72D}" type="slidenum">
              <a:rPr lang="en-US" smtClean="0"/>
              <a:pPr/>
              <a:t>‹#›</a:t>
            </a:fld>
            <a:endParaRPr lang="en-US" dirty="0"/>
          </a:p>
        </p:txBody>
      </p:sp>
      <p:sp>
        <p:nvSpPr>
          <p:cNvPr id="4" name="Picture Placeholder 3">
            <a:extLst>
              <a:ext uri="{FF2B5EF4-FFF2-40B4-BE49-F238E27FC236}">
                <a16:creationId xmlns:a16="http://schemas.microsoft.com/office/drawing/2014/main" id="{EC59B256-B3DA-F502-7D0F-6BD97C0C8446}"/>
              </a:ext>
            </a:extLst>
          </p:cNvPr>
          <p:cNvSpPr>
            <a:spLocks noGrp="1"/>
          </p:cNvSpPr>
          <p:nvPr>
            <p:ph type="pic" sz="quarter" idx="14"/>
          </p:nvPr>
        </p:nvSpPr>
        <p:spPr>
          <a:xfrm>
            <a:off x="127000" y="746760"/>
            <a:ext cx="4379976" cy="3677322"/>
          </a:xfrm>
        </p:spPr>
        <p:txBody>
          <a:bodyPr/>
          <a:lstStyle/>
          <a:p>
            <a:endParaRPr lang="en-US" dirty="0"/>
          </a:p>
        </p:txBody>
      </p:sp>
    </p:spTree>
    <p:custDataLst>
      <p:tags r:id="rId1"/>
    </p:custDataLst>
    <p:extLst>
      <p:ext uri="{BB962C8B-B14F-4D97-AF65-F5344CB8AC3E}">
        <p14:creationId xmlns:p14="http://schemas.microsoft.com/office/powerpoint/2010/main" val="167327980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Image, and Attribution ">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C333B3E-5BEA-4514-BC19-7601420AECFA}"/>
              </a:ext>
            </a:extLst>
          </p:cNvPr>
          <p:cNvSpPr>
            <a:spLocks noGrp="1"/>
          </p:cNvSpPr>
          <p:nvPr>
            <p:ph type="title" hasCustomPrompt="1"/>
          </p:nvPr>
        </p:nvSpPr>
        <p:spPr>
          <a:xfrm>
            <a:off x="0" y="0"/>
            <a:ext cx="9143999" cy="603250"/>
          </a:xfrm>
          <a:prstGeom prst="rect">
            <a:avLst/>
          </a:prstGeom>
        </p:spPr>
        <p:txBody>
          <a:bodyPr/>
          <a:lstStyle>
            <a:lvl1pPr>
              <a:defRPr sz="2800"/>
            </a:lvl1pPr>
          </a:lstStyle>
          <a:p>
            <a:r>
              <a:rPr lang="en-US"/>
              <a:t>Topic Title</a:t>
            </a:r>
          </a:p>
        </p:txBody>
      </p:sp>
      <p:sp>
        <p:nvSpPr>
          <p:cNvPr id="11" name="Text Placeholder 10">
            <a:extLst>
              <a:ext uri="{FF2B5EF4-FFF2-40B4-BE49-F238E27FC236}">
                <a16:creationId xmlns:a16="http://schemas.microsoft.com/office/drawing/2014/main" id="{5E22AB62-0F44-4520-87A4-B6F4E29936B4}"/>
              </a:ext>
            </a:extLst>
          </p:cNvPr>
          <p:cNvSpPr>
            <a:spLocks noGrp="1"/>
          </p:cNvSpPr>
          <p:nvPr>
            <p:ph idx="1" hasCustomPrompt="1"/>
          </p:nvPr>
        </p:nvSpPr>
        <p:spPr>
          <a:xfrm>
            <a:off x="4663051" y="4518212"/>
            <a:ext cx="4353949" cy="274768"/>
          </a:xfrm>
          <a:prstGeom prst="rect">
            <a:avLst/>
          </a:prstGeom>
        </p:spPr>
        <p:txBody>
          <a:bodyPr vert="horz" lIns="91440" tIns="45720" rIns="91440" bIns="45720" rtlCol="0">
            <a:normAutofit/>
          </a:bodyPr>
          <a:lstStyle>
            <a:lvl1pPr marL="0" indent="0" algn="ctr">
              <a:buNone/>
              <a:defRPr sz="900" i="1"/>
            </a:lvl1pPr>
          </a:lstStyle>
          <a:p>
            <a:pPr lvl="0"/>
            <a:r>
              <a:rPr lang="en-US"/>
              <a:t>Image Attribution</a:t>
            </a:r>
          </a:p>
        </p:txBody>
      </p:sp>
      <p:sp>
        <p:nvSpPr>
          <p:cNvPr id="13" name="Text Placeholder 10">
            <a:extLst>
              <a:ext uri="{FF2B5EF4-FFF2-40B4-BE49-F238E27FC236}">
                <a16:creationId xmlns:a16="http://schemas.microsoft.com/office/drawing/2014/main" id="{0FCEDE76-6906-4DE3-843C-BBB6CA5A2170}"/>
              </a:ext>
            </a:extLst>
          </p:cNvPr>
          <p:cNvSpPr>
            <a:spLocks noGrp="1"/>
          </p:cNvSpPr>
          <p:nvPr>
            <p:ph idx="12"/>
          </p:nvPr>
        </p:nvSpPr>
        <p:spPr>
          <a:xfrm>
            <a:off x="127000" y="746760"/>
            <a:ext cx="4380617"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Slide Number Placeholder 1">
            <a:extLst>
              <a:ext uri="{FF2B5EF4-FFF2-40B4-BE49-F238E27FC236}">
                <a16:creationId xmlns:a16="http://schemas.microsoft.com/office/drawing/2014/main" id="{56B2E2FA-09DF-4717-B99F-F1A240733DAC}"/>
              </a:ext>
            </a:extLst>
          </p:cNvPr>
          <p:cNvSpPr>
            <a:spLocks noGrp="1"/>
          </p:cNvSpPr>
          <p:nvPr>
            <p:ph type="sldNum" sz="quarter" idx="13"/>
          </p:nvPr>
        </p:nvSpPr>
        <p:spPr/>
        <p:txBody>
          <a:bodyPr/>
          <a:lstStyle/>
          <a:p>
            <a:fld id="{B7CF8A19-3A9E-4ABC-B336-2FDDE321C72D}" type="slidenum">
              <a:rPr lang="en-US" smtClean="0"/>
              <a:pPr/>
              <a:t>‹#›</a:t>
            </a:fld>
            <a:endParaRPr lang="en-US" dirty="0"/>
          </a:p>
        </p:txBody>
      </p:sp>
      <p:sp>
        <p:nvSpPr>
          <p:cNvPr id="4" name="Picture Placeholder 3">
            <a:extLst>
              <a:ext uri="{FF2B5EF4-FFF2-40B4-BE49-F238E27FC236}">
                <a16:creationId xmlns:a16="http://schemas.microsoft.com/office/drawing/2014/main" id="{EC59B256-B3DA-F502-7D0F-6BD97C0C8446}"/>
              </a:ext>
            </a:extLst>
          </p:cNvPr>
          <p:cNvSpPr>
            <a:spLocks noGrp="1"/>
          </p:cNvSpPr>
          <p:nvPr>
            <p:ph type="pic" sz="quarter" idx="14"/>
          </p:nvPr>
        </p:nvSpPr>
        <p:spPr>
          <a:xfrm>
            <a:off x="4663051" y="746760"/>
            <a:ext cx="4379976" cy="3675888"/>
          </a:xfrm>
        </p:spPr>
        <p:txBody>
          <a:bodyPr/>
          <a:lstStyle/>
          <a:p>
            <a:endParaRPr lang="en-US" dirty="0"/>
          </a:p>
        </p:txBody>
      </p:sp>
    </p:spTree>
    <p:custDataLst>
      <p:tags r:id="rId1"/>
    </p:custDataLst>
    <p:extLst>
      <p:ext uri="{BB962C8B-B14F-4D97-AF65-F5344CB8AC3E}">
        <p14:creationId xmlns:p14="http://schemas.microsoft.com/office/powerpoint/2010/main" val="62313279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Content, Image, and Attribution w/ Long Title ">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C333B3E-5BEA-4514-BC19-7601420AECFA}"/>
              </a:ext>
            </a:extLst>
          </p:cNvPr>
          <p:cNvSpPr>
            <a:spLocks noGrp="1"/>
          </p:cNvSpPr>
          <p:nvPr>
            <p:ph type="title" hasCustomPrompt="1"/>
          </p:nvPr>
        </p:nvSpPr>
        <p:spPr>
          <a:xfrm>
            <a:off x="0" y="0"/>
            <a:ext cx="9143999" cy="603250"/>
          </a:xfrm>
          <a:prstGeom prst="rect">
            <a:avLst/>
          </a:prstGeom>
        </p:spPr>
        <p:txBody>
          <a:bodyPr/>
          <a:lstStyle>
            <a:lvl1pPr>
              <a:defRPr sz="2000"/>
            </a:lvl1pPr>
          </a:lstStyle>
          <a:p>
            <a:r>
              <a:rPr lang="en-US"/>
              <a:t>Long Topic Title that Requires a Smaller Font Size to Fit in the Title Box</a:t>
            </a:r>
          </a:p>
        </p:txBody>
      </p:sp>
      <p:sp>
        <p:nvSpPr>
          <p:cNvPr id="11" name="Text Placeholder 10">
            <a:extLst>
              <a:ext uri="{FF2B5EF4-FFF2-40B4-BE49-F238E27FC236}">
                <a16:creationId xmlns:a16="http://schemas.microsoft.com/office/drawing/2014/main" id="{5E22AB62-0F44-4520-87A4-B6F4E29936B4}"/>
              </a:ext>
            </a:extLst>
          </p:cNvPr>
          <p:cNvSpPr>
            <a:spLocks noGrp="1"/>
          </p:cNvSpPr>
          <p:nvPr>
            <p:ph idx="1" hasCustomPrompt="1"/>
          </p:nvPr>
        </p:nvSpPr>
        <p:spPr>
          <a:xfrm>
            <a:off x="4663051" y="4518212"/>
            <a:ext cx="4353949" cy="274768"/>
          </a:xfrm>
          <a:prstGeom prst="rect">
            <a:avLst/>
          </a:prstGeom>
        </p:spPr>
        <p:txBody>
          <a:bodyPr vert="horz" lIns="91440" tIns="45720" rIns="91440" bIns="45720" rtlCol="0">
            <a:normAutofit/>
          </a:bodyPr>
          <a:lstStyle>
            <a:lvl1pPr marL="0" indent="0" algn="ctr">
              <a:buNone/>
              <a:defRPr sz="900" i="1"/>
            </a:lvl1pPr>
          </a:lstStyle>
          <a:p>
            <a:pPr lvl="0"/>
            <a:r>
              <a:rPr lang="en-US"/>
              <a:t>Image Attribution</a:t>
            </a:r>
          </a:p>
        </p:txBody>
      </p:sp>
      <p:sp>
        <p:nvSpPr>
          <p:cNvPr id="13" name="Text Placeholder 10">
            <a:extLst>
              <a:ext uri="{FF2B5EF4-FFF2-40B4-BE49-F238E27FC236}">
                <a16:creationId xmlns:a16="http://schemas.microsoft.com/office/drawing/2014/main" id="{0FCEDE76-6906-4DE3-843C-BBB6CA5A2170}"/>
              </a:ext>
            </a:extLst>
          </p:cNvPr>
          <p:cNvSpPr>
            <a:spLocks noGrp="1"/>
          </p:cNvSpPr>
          <p:nvPr>
            <p:ph idx="12"/>
          </p:nvPr>
        </p:nvSpPr>
        <p:spPr>
          <a:xfrm>
            <a:off x="127000" y="746760"/>
            <a:ext cx="4380617"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Slide Number Placeholder 1">
            <a:extLst>
              <a:ext uri="{FF2B5EF4-FFF2-40B4-BE49-F238E27FC236}">
                <a16:creationId xmlns:a16="http://schemas.microsoft.com/office/drawing/2014/main" id="{56B2E2FA-09DF-4717-B99F-F1A240733DAC}"/>
              </a:ext>
            </a:extLst>
          </p:cNvPr>
          <p:cNvSpPr>
            <a:spLocks noGrp="1"/>
          </p:cNvSpPr>
          <p:nvPr>
            <p:ph type="sldNum" sz="quarter" idx="13"/>
          </p:nvPr>
        </p:nvSpPr>
        <p:spPr/>
        <p:txBody>
          <a:bodyPr/>
          <a:lstStyle/>
          <a:p>
            <a:fld id="{B7CF8A19-3A9E-4ABC-B336-2FDDE321C72D}" type="slidenum">
              <a:rPr lang="en-US" smtClean="0"/>
              <a:pPr/>
              <a:t>‹#›</a:t>
            </a:fld>
            <a:endParaRPr lang="en-US" dirty="0"/>
          </a:p>
        </p:txBody>
      </p:sp>
      <p:sp>
        <p:nvSpPr>
          <p:cNvPr id="4" name="Picture Placeholder 3">
            <a:extLst>
              <a:ext uri="{FF2B5EF4-FFF2-40B4-BE49-F238E27FC236}">
                <a16:creationId xmlns:a16="http://schemas.microsoft.com/office/drawing/2014/main" id="{EC59B256-B3DA-F502-7D0F-6BD97C0C8446}"/>
              </a:ext>
            </a:extLst>
          </p:cNvPr>
          <p:cNvSpPr>
            <a:spLocks noGrp="1"/>
          </p:cNvSpPr>
          <p:nvPr>
            <p:ph type="pic" sz="quarter" idx="14"/>
          </p:nvPr>
        </p:nvSpPr>
        <p:spPr>
          <a:xfrm>
            <a:off x="4663051" y="746760"/>
            <a:ext cx="4379976" cy="3675888"/>
          </a:xfrm>
        </p:spPr>
        <p:txBody>
          <a:bodyPr/>
          <a:lstStyle/>
          <a:p>
            <a:endParaRPr lang="en-US" dirty="0"/>
          </a:p>
        </p:txBody>
      </p:sp>
    </p:spTree>
    <p:custDataLst>
      <p:tags r:id="rId1"/>
    </p:custDataLst>
    <p:extLst>
      <p:ext uri="{BB962C8B-B14F-4D97-AF65-F5344CB8AC3E}">
        <p14:creationId xmlns:p14="http://schemas.microsoft.com/office/powerpoint/2010/main" val="191592691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46050" y="745483"/>
            <a:ext cx="4353948"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 name="Title 1">
            <a:extLst>
              <a:ext uri="{FF2B5EF4-FFF2-40B4-BE49-F238E27FC236}">
                <a16:creationId xmlns:a16="http://schemas.microsoft.com/office/drawing/2014/main" id="{CBD8AA6A-10F2-4CA6-8925-E15CCE24451A}"/>
              </a:ext>
            </a:extLst>
          </p:cNvPr>
          <p:cNvSpPr>
            <a:spLocks noGrp="1"/>
          </p:cNvSpPr>
          <p:nvPr>
            <p:ph type="title" hasCustomPrompt="1"/>
          </p:nvPr>
        </p:nvSpPr>
        <p:spPr>
          <a:xfrm>
            <a:off x="0" y="0"/>
            <a:ext cx="9143999" cy="603250"/>
          </a:xfrm>
          <a:prstGeom prst="rect">
            <a:avLst/>
          </a:prstGeom>
        </p:spPr>
        <p:txBody>
          <a:bodyPr/>
          <a:lstStyle>
            <a:lvl1pPr>
              <a:defRPr/>
            </a:lvl1pPr>
          </a:lstStyle>
          <a:p>
            <a:r>
              <a:rPr lang="en-US"/>
              <a:t>Topic Title</a:t>
            </a:r>
          </a:p>
        </p:txBody>
      </p:sp>
      <p:sp>
        <p:nvSpPr>
          <p:cNvPr id="11" name="Text Placeholder 10">
            <a:extLst>
              <a:ext uri="{FF2B5EF4-FFF2-40B4-BE49-F238E27FC236}">
                <a16:creationId xmlns:a16="http://schemas.microsoft.com/office/drawing/2014/main" id="{5DEE39E2-5B69-4AB7-BDDE-B92E1D3BC1B2}"/>
              </a:ext>
            </a:extLst>
          </p:cNvPr>
          <p:cNvSpPr>
            <a:spLocks noGrp="1"/>
          </p:cNvSpPr>
          <p:nvPr>
            <p:ph idx="15"/>
          </p:nvPr>
        </p:nvSpPr>
        <p:spPr>
          <a:xfrm>
            <a:off x="146050" y="1367538"/>
            <a:ext cx="4353948" cy="342544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10">
            <a:extLst>
              <a:ext uri="{FF2B5EF4-FFF2-40B4-BE49-F238E27FC236}">
                <a16:creationId xmlns:a16="http://schemas.microsoft.com/office/drawing/2014/main" id="{6648BDE9-7085-42C7-97A5-A2C2D27A09D7}"/>
              </a:ext>
            </a:extLst>
          </p:cNvPr>
          <p:cNvSpPr>
            <a:spLocks noGrp="1"/>
          </p:cNvSpPr>
          <p:nvPr>
            <p:ph idx="16"/>
          </p:nvPr>
        </p:nvSpPr>
        <p:spPr>
          <a:xfrm>
            <a:off x="4645493" y="1378716"/>
            <a:ext cx="4371507" cy="342544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2">
            <a:extLst>
              <a:ext uri="{FF2B5EF4-FFF2-40B4-BE49-F238E27FC236}">
                <a16:creationId xmlns:a16="http://schemas.microsoft.com/office/drawing/2014/main" id="{0E6423E8-A4C5-4145-A588-A28F9760C15A}"/>
              </a:ext>
            </a:extLst>
          </p:cNvPr>
          <p:cNvSpPr>
            <a:spLocks noGrp="1"/>
          </p:cNvSpPr>
          <p:nvPr>
            <p:ph type="body" idx="17"/>
          </p:nvPr>
        </p:nvSpPr>
        <p:spPr>
          <a:xfrm>
            <a:off x="4645493" y="745483"/>
            <a:ext cx="4371507"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Slide Number Placeholder 3">
            <a:extLst>
              <a:ext uri="{FF2B5EF4-FFF2-40B4-BE49-F238E27FC236}">
                <a16:creationId xmlns:a16="http://schemas.microsoft.com/office/drawing/2014/main" id="{0B6B9160-8550-49A0-BE34-C267E3A48D50}"/>
              </a:ext>
            </a:extLst>
          </p:cNvPr>
          <p:cNvSpPr>
            <a:spLocks noGrp="1"/>
          </p:cNvSpPr>
          <p:nvPr>
            <p:ph type="sldNum" sz="quarter" idx="18"/>
          </p:nvPr>
        </p:nvSpPr>
        <p:spPr/>
        <p:txBody>
          <a:bodyPr/>
          <a:lstStyle/>
          <a:p>
            <a:fld id="{B7CF8A19-3A9E-4ABC-B336-2FDDE321C72D}" type="slidenum">
              <a:rPr lang="en-US" smtClean="0"/>
              <a:pPr/>
              <a:t>‹#›</a:t>
            </a:fld>
            <a:endParaRPr lang="en-US" dirty="0"/>
          </a:p>
        </p:txBody>
      </p:sp>
    </p:spTree>
    <p:custDataLst>
      <p:tags r:id="rId1"/>
    </p:custDataLst>
    <p:extLst>
      <p:ext uri="{BB962C8B-B14F-4D97-AF65-F5344CB8AC3E}">
        <p14:creationId xmlns:p14="http://schemas.microsoft.com/office/powerpoint/2010/main" val="410361785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mparison w/ Long Title">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46050" y="745483"/>
            <a:ext cx="4353948"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 name="Title 1">
            <a:extLst>
              <a:ext uri="{FF2B5EF4-FFF2-40B4-BE49-F238E27FC236}">
                <a16:creationId xmlns:a16="http://schemas.microsoft.com/office/drawing/2014/main" id="{CBD8AA6A-10F2-4CA6-8925-E15CCE24451A}"/>
              </a:ext>
            </a:extLst>
          </p:cNvPr>
          <p:cNvSpPr>
            <a:spLocks noGrp="1"/>
          </p:cNvSpPr>
          <p:nvPr>
            <p:ph type="title" hasCustomPrompt="1"/>
          </p:nvPr>
        </p:nvSpPr>
        <p:spPr>
          <a:xfrm>
            <a:off x="0" y="0"/>
            <a:ext cx="9143999" cy="603250"/>
          </a:xfrm>
          <a:prstGeom prst="rect">
            <a:avLst/>
          </a:prstGeom>
        </p:spPr>
        <p:txBody>
          <a:bodyPr/>
          <a:lstStyle>
            <a:lvl1pPr>
              <a:defRPr sz="2000"/>
            </a:lvl1pPr>
          </a:lstStyle>
          <a:p>
            <a:r>
              <a:rPr lang="en-US"/>
              <a:t>Long Topic Title that Requires a Smaller Font Size to Fit in the Title Box</a:t>
            </a:r>
          </a:p>
        </p:txBody>
      </p:sp>
      <p:sp>
        <p:nvSpPr>
          <p:cNvPr id="11" name="Text Placeholder 10">
            <a:extLst>
              <a:ext uri="{FF2B5EF4-FFF2-40B4-BE49-F238E27FC236}">
                <a16:creationId xmlns:a16="http://schemas.microsoft.com/office/drawing/2014/main" id="{5DEE39E2-5B69-4AB7-BDDE-B92E1D3BC1B2}"/>
              </a:ext>
            </a:extLst>
          </p:cNvPr>
          <p:cNvSpPr>
            <a:spLocks noGrp="1"/>
          </p:cNvSpPr>
          <p:nvPr>
            <p:ph idx="15"/>
          </p:nvPr>
        </p:nvSpPr>
        <p:spPr>
          <a:xfrm>
            <a:off x="146050" y="1367538"/>
            <a:ext cx="4353948" cy="342544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10">
            <a:extLst>
              <a:ext uri="{FF2B5EF4-FFF2-40B4-BE49-F238E27FC236}">
                <a16:creationId xmlns:a16="http://schemas.microsoft.com/office/drawing/2014/main" id="{6648BDE9-7085-42C7-97A5-A2C2D27A09D7}"/>
              </a:ext>
            </a:extLst>
          </p:cNvPr>
          <p:cNvSpPr>
            <a:spLocks noGrp="1"/>
          </p:cNvSpPr>
          <p:nvPr>
            <p:ph idx="16"/>
          </p:nvPr>
        </p:nvSpPr>
        <p:spPr>
          <a:xfrm>
            <a:off x="4645493" y="1378716"/>
            <a:ext cx="4371507" cy="342544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2">
            <a:extLst>
              <a:ext uri="{FF2B5EF4-FFF2-40B4-BE49-F238E27FC236}">
                <a16:creationId xmlns:a16="http://schemas.microsoft.com/office/drawing/2014/main" id="{0E6423E8-A4C5-4145-A588-A28F9760C15A}"/>
              </a:ext>
            </a:extLst>
          </p:cNvPr>
          <p:cNvSpPr>
            <a:spLocks noGrp="1"/>
          </p:cNvSpPr>
          <p:nvPr>
            <p:ph type="body" idx="17"/>
          </p:nvPr>
        </p:nvSpPr>
        <p:spPr>
          <a:xfrm>
            <a:off x="4645493" y="745483"/>
            <a:ext cx="4371507"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Slide Number Placeholder 3">
            <a:extLst>
              <a:ext uri="{FF2B5EF4-FFF2-40B4-BE49-F238E27FC236}">
                <a16:creationId xmlns:a16="http://schemas.microsoft.com/office/drawing/2014/main" id="{0B6B9160-8550-49A0-BE34-C267E3A48D50}"/>
              </a:ext>
            </a:extLst>
          </p:cNvPr>
          <p:cNvSpPr>
            <a:spLocks noGrp="1"/>
          </p:cNvSpPr>
          <p:nvPr>
            <p:ph type="sldNum" sz="quarter" idx="18"/>
          </p:nvPr>
        </p:nvSpPr>
        <p:spPr/>
        <p:txBody>
          <a:bodyPr/>
          <a:lstStyle/>
          <a:p>
            <a:fld id="{B7CF8A19-3A9E-4ABC-B336-2FDDE321C72D}" type="slidenum">
              <a:rPr lang="en-US" smtClean="0"/>
              <a:pPr/>
              <a:t>‹#›</a:t>
            </a:fld>
            <a:endParaRPr lang="en-US" dirty="0"/>
          </a:p>
        </p:txBody>
      </p:sp>
    </p:spTree>
    <p:custDataLst>
      <p:tags r:id="rId1"/>
    </p:custDataLst>
    <p:extLst>
      <p:ext uri="{BB962C8B-B14F-4D97-AF65-F5344CB8AC3E}">
        <p14:creationId xmlns:p14="http://schemas.microsoft.com/office/powerpoint/2010/main" val="58345885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mage and Attribution 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46050" y="745483"/>
            <a:ext cx="4353948"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 name="Title 1">
            <a:extLst>
              <a:ext uri="{FF2B5EF4-FFF2-40B4-BE49-F238E27FC236}">
                <a16:creationId xmlns:a16="http://schemas.microsoft.com/office/drawing/2014/main" id="{CBD8AA6A-10F2-4CA6-8925-E15CCE24451A}"/>
              </a:ext>
            </a:extLst>
          </p:cNvPr>
          <p:cNvSpPr>
            <a:spLocks noGrp="1"/>
          </p:cNvSpPr>
          <p:nvPr>
            <p:ph type="title" hasCustomPrompt="1"/>
          </p:nvPr>
        </p:nvSpPr>
        <p:spPr>
          <a:xfrm>
            <a:off x="0" y="0"/>
            <a:ext cx="9143999" cy="603250"/>
          </a:xfrm>
          <a:prstGeom prst="rect">
            <a:avLst/>
          </a:prstGeom>
        </p:spPr>
        <p:txBody>
          <a:bodyPr/>
          <a:lstStyle>
            <a:lvl1pPr>
              <a:defRPr/>
            </a:lvl1pPr>
          </a:lstStyle>
          <a:p>
            <a:r>
              <a:rPr lang="en-US"/>
              <a:t>Topic Title</a:t>
            </a:r>
          </a:p>
        </p:txBody>
      </p:sp>
      <p:sp>
        <p:nvSpPr>
          <p:cNvPr id="13" name="Text Placeholder 2">
            <a:extLst>
              <a:ext uri="{FF2B5EF4-FFF2-40B4-BE49-F238E27FC236}">
                <a16:creationId xmlns:a16="http://schemas.microsoft.com/office/drawing/2014/main" id="{0E6423E8-A4C5-4145-A588-A28F9760C15A}"/>
              </a:ext>
            </a:extLst>
          </p:cNvPr>
          <p:cNvSpPr>
            <a:spLocks noGrp="1"/>
          </p:cNvSpPr>
          <p:nvPr>
            <p:ph type="body" idx="17"/>
          </p:nvPr>
        </p:nvSpPr>
        <p:spPr>
          <a:xfrm>
            <a:off x="4645493" y="745483"/>
            <a:ext cx="4371507"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Slide Number Placeholder 3">
            <a:extLst>
              <a:ext uri="{FF2B5EF4-FFF2-40B4-BE49-F238E27FC236}">
                <a16:creationId xmlns:a16="http://schemas.microsoft.com/office/drawing/2014/main" id="{0B6B9160-8550-49A0-BE34-C267E3A48D50}"/>
              </a:ext>
            </a:extLst>
          </p:cNvPr>
          <p:cNvSpPr>
            <a:spLocks noGrp="1"/>
          </p:cNvSpPr>
          <p:nvPr>
            <p:ph type="sldNum" sz="quarter" idx="18"/>
          </p:nvPr>
        </p:nvSpPr>
        <p:spPr/>
        <p:txBody>
          <a:bodyPr/>
          <a:lstStyle/>
          <a:p>
            <a:fld id="{B7CF8A19-3A9E-4ABC-B336-2FDDE321C72D}" type="slidenum">
              <a:rPr lang="en-US" smtClean="0"/>
              <a:pPr/>
              <a:t>‹#›</a:t>
            </a:fld>
            <a:endParaRPr lang="en-US" dirty="0"/>
          </a:p>
        </p:txBody>
      </p:sp>
      <p:sp>
        <p:nvSpPr>
          <p:cNvPr id="5" name="Text Placeholder 10">
            <a:extLst>
              <a:ext uri="{FF2B5EF4-FFF2-40B4-BE49-F238E27FC236}">
                <a16:creationId xmlns:a16="http://schemas.microsoft.com/office/drawing/2014/main" id="{6C8108A7-CF6A-E45E-3271-AD5F0CCCBD35}"/>
              </a:ext>
            </a:extLst>
          </p:cNvPr>
          <p:cNvSpPr>
            <a:spLocks noGrp="1"/>
          </p:cNvSpPr>
          <p:nvPr>
            <p:ph idx="19" hasCustomPrompt="1"/>
          </p:nvPr>
        </p:nvSpPr>
        <p:spPr>
          <a:xfrm>
            <a:off x="146049" y="4518212"/>
            <a:ext cx="4353949" cy="274768"/>
          </a:xfrm>
          <a:prstGeom prst="rect">
            <a:avLst/>
          </a:prstGeom>
        </p:spPr>
        <p:txBody>
          <a:bodyPr vert="horz" lIns="91440" tIns="45720" rIns="91440" bIns="45720" rtlCol="0">
            <a:normAutofit/>
          </a:bodyPr>
          <a:lstStyle>
            <a:lvl1pPr marL="0" indent="0" algn="ctr">
              <a:buNone/>
              <a:defRPr sz="900" i="1"/>
            </a:lvl1pPr>
          </a:lstStyle>
          <a:p>
            <a:pPr lvl="0"/>
            <a:r>
              <a:rPr lang="en-US"/>
              <a:t>Image Attribution</a:t>
            </a:r>
          </a:p>
        </p:txBody>
      </p:sp>
      <p:sp>
        <p:nvSpPr>
          <p:cNvPr id="6" name="Text Placeholder 10">
            <a:extLst>
              <a:ext uri="{FF2B5EF4-FFF2-40B4-BE49-F238E27FC236}">
                <a16:creationId xmlns:a16="http://schemas.microsoft.com/office/drawing/2014/main" id="{37ECB071-96AD-8795-C8D4-9A81241975C8}"/>
              </a:ext>
            </a:extLst>
          </p:cNvPr>
          <p:cNvSpPr>
            <a:spLocks noGrp="1"/>
          </p:cNvSpPr>
          <p:nvPr>
            <p:ph idx="20" hasCustomPrompt="1"/>
          </p:nvPr>
        </p:nvSpPr>
        <p:spPr>
          <a:xfrm>
            <a:off x="4644002" y="4529390"/>
            <a:ext cx="4353949" cy="274768"/>
          </a:xfrm>
          <a:prstGeom prst="rect">
            <a:avLst/>
          </a:prstGeom>
        </p:spPr>
        <p:txBody>
          <a:bodyPr vert="horz" lIns="91440" tIns="45720" rIns="91440" bIns="45720" rtlCol="0">
            <a:normAutofit/>
          </a:bodyPr>
          <a:lstStyle>
            <a:lvl1pPr marL="0" indent="0" algn="ctr">
              <a:buNone/>
              <a:defRPr sz="900" i="1"/>
            </a:lvl1pPr>
          </a:lstStyle>
          <a:p>
            <a:pPr lvl="0"/>
            <a:r>
              <a:rPr lang="en-US"/>
              <a:t>Image Attribution</a:t>
            </a:r>
          </a:p>
        </p:txBody>
      </p:sp>
      <p:sp>
        <p:nvSpPr>
          <p:cNvPr id="8" name="Picture Placeholder 7">
            <a:extLst>
              <a:ext uri="{FF2B5EF4-FFF2-40B4-BE49-F238E27FC236}">
                <a16:creationId xmlns:a16="http://schemas.microsoft.com/office/drawing/2014/main" id="{DE1A393B-AED2-4359-5564-F91E33B7D820}"/>
              </a:ext>
            </a:extLst>
          </p:cNvPr>
          <p:cNvSpPr>
            <a:spLocks noGrp="1"/>
          </p:cNvSpPr>
          <p:nvPr>
            <p:ph type="pic" sz="quarter" idx="21"/>
          </p:nvPr>
        </p:nvSpPr>
        <p:spPr>
          <a:xfrm>
            <a:off x="146049" y="1378716"/>
            <a:ext cx="4354513" cy="3030537"/>
          </a:xfrm>
        </p:spPr>
        <p:txBody>
          <a:bodyPr/>
          <a:lstStyle/>
          <a:p>
            <a:endParaRPr lang="en-US" dirty="0"/>
          </a:p>
        </p:txBody>
      </p:sp>
      <p:sp>
        <p:nvSpPr>
          <p:cNvPr id="9" name="Picture Placeholder 7">
            <a:extLst>
              <a:ext uri="{FF2B5EF4-FFF2-40B4-BE49-F238E27FC236}">
                <a16:creationId xmlns:a16="http://schemas.microsoft.com/office/drawing/2014/main" id="{207D2617-5664-6F18-3225-0FCA4E33CFC3}"/>
              </a:ext>
            </a:extLst>
          </p:cNvPr>
          <p:cNvSpPr>
            <a:spLocks noGrp="1"/>
          </p:cNvSpPr>
          <p:nvPr>
            <p:ph type="pic" sz="quarter" idx="22"/>
          </p:nvPr>
        </p:nvSpPr>
        <p:spPr>
          <a:xfrm>
            <a:off x="4643438" y="1378715"/>
            <a:ext cx="4354513" cy="3030537"/>
          </a:xfrm>
        </p:spPr>
        <p:txBody>
          <a:bodyPr/>
          <a:lstStyle/>
          <a:p>
            <a:endParaRPr lang="en-US" dirty="0"/>
          </a:p>
        </p:txBody>
      </p:sp>
    </p:spTree>
    <p:custDataLst>
      <p:tags r:id="rId1"/>
    </p:custDataLst>
    <p:extLst>
      <p:ext uri="{BB962C8B-B14F-4D97-AF65-F5344CB8AC3E}">
        <p14:creationId xmlns:p14="http://schemas.microsoft.com/office/powerpoint/2010/main" val="24211092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Image and Attribution Comparison w/ Long Title">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46050" y="745483"/>
            <a:ext cx="4353948"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 name="Title 1">
            <a:extLst>
              <a:ext uri="{FF2B5EF4-FFF2-40B4-BE49-F238E27FC236}">
                <a16:creationId xmlns:a16="http://schemas.microsoft.com/office/drawing/2014/main" id="{CBD8AA6A-10F2-4CA6-8925-E15CCE24451A}"/>
              </a:ext>
            </a:extLst>
          </p:cNvPr>
          <p:cNvSpPr>
            <a:spLocks noGrp="1"/>
          </p:cNvSpPr>
          <p:nvPr>
            <p:ph type="title" hasCustomPrompt="1"/>
          </p:nvPr>
        </p:nvSpPr>
        <p:spPr>
          <a:xfrm>
            <a:off x="0" y="0"/>
            <a:ext cx="9143999" cy="603250"/>
          </a:xfrm>
          <a:prstGeom prst="rect">
            <a:avLst/>
          </a:prstGeom>
        </p:spPr>
        <p:txBody>
          <a:bodyPr/>
          <a:lstStyle>
            <a:lvl1pPr>
              <a:defRPr sz="2000"/>
            </a:lvl1pPr>
          </a:lstStyle>
          <a:p>
            <a:r>
              <a:rPr lang="en-US"/>
              <a:t>Long Topic Title that Requires a Smaller Font Size to Fit in the Title Box</a:t>
            </a:r>
          </a:p>
        </p:txBody>
      </p:sp>
      <p:sp>
        <p:nvSpPr>
          <p:cNvPr id="13" name="Text Placeholder 2">
            <a:extLst>
              <a:ext uri="{FF2B5EF4-FFF2-40B4-BE49-F238E27FC236}">
                <a16:creationId xmlns:a16="http://schemas.microsoft.com/office/drawing/2014/main" id="{0E6423E8-A4C5-4145-A588-A28F9760C15A}"/>
              </a:ext>
            </a:extLst>
          </p:cNvPr>
          <p:cNvSpPr>
            <a:spLocks noGrp="1"/>
          </p:cNvSpPr>
          <p:nvPr>
            <p:ph type="body" idx="17"/>
          </p:nvPr>
        </p:nvSpPr>
        <p:spPr>
          <a:xfrm>
            <a:off x="4645493" y="745483"/>
            <a:ext cx="4371507"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Slide Number Placeholder 3">
            <a:extLst>
              <a:ext uri="{FF2B5EF4-FFF2-40B4-BE49-F238E27FC236}">
                <a16:creationId xmlns:a16="http://schemas.microsoft.com/office/drawing/2014/main" id="{0B6B9160-8550-49A0-BE34-C267E3A48D50}"/>
              </a:ext>
            </a:extLst>
          </p:cNvPr>
          <p:cNvSpPr>
            <a:spLocks noGrp="1"/>
          </p:cNvSpPr>
          <p:nvPr>
            <p:ph type="sldNum" sz="quarter" idx="18"/>
          </p:nvPr>
        </p:nvSpPr>
        <p:spPr/>
        <p:txBody>
          <a:bodyPr/>
          <a:lstStyle/>
          <a:p>
            <a:fld id="{B7CF8A19-3A9E-4ABC-B336-2FDDE321C72D}" type="slidenum">
              <a:rPr lang="en-US" smtClean="0"/>
              <a:pPr/>
              <a:t>‹#›</a:t>
            </a:fld>
            <a:endParaRPr lang="en-US" dirty="0"/>
          </a:p>
        </p:txBody>
      </p:sp>
      <p:sp>
        <p:nvSpPr>
          <p:cNvPr id="5" name="Text Placeholder 10">
            <a:extLst>
              <a:ext uri="{FF2B5EF4-FFF2-40B4-BE49-F238E27FC236}">
                <a16:creationId xmlns:a16="http://schemas.microsoft.com/office/drawing/2014/main" id="{6C8108A7-CF6A-E45E-3271-AD5F0CCCBD35}"/>
              </a:ext>
            </a:extLst>
          </p:cNvPr>
          <p:cNvSpPr>
            <a:spLocks noGrp="1"/>
          </p:cNvSpPr>
          <p:nvPr>
            <p:ph idx="19" hasCustomPrompt="1"/>
          </p:nvPr>
        </p:nvSpPr>
        <p:spPr>
          <a:xfrm>
            <a:off x="146049" y="4518212"/>
            <a:ext cx="4353949" cy="274768"/>
          </a:xfrm>
          <a:prstGeom prst="rect">
            <a:avLst/>
          </a:prstGeom>
        </p:spPr>
        <p:txBody>
          <a:bodyPr vert="horz" lIns="91440" tIns="45720" rIns="91440" bIns="45720" rtlCol="0">
            <a:normAutofit/>
          </a:bodyPr>
          <a:lstStyle>
            <a:lvl1pPr marL="0" indent="0" algn="ctr">
              <a:buNone/>
              <a:defRPr sz="900" i="1"/>
            </a:lvl1pPr>
          </a:lstStyle>
          <a:p>
            <a:pPr lvl="0"/>
            <a:r>
              <a:rPr lang="en-US"/>
              <a:t>Image Attribution</a:t>
            </a:r>
          </a:p>
        </p:txBody>
      </p:sp>
      <p:sp>
        <p:nvSpPr>
          <p:cNvPr id="6" name="Text Placeholder 10">
            <a:extLst>
              <a:ext uri="{FF2B5EF4-FFF2-40B4-BE49-F238E27FC236}">
                <a16:creationId xmlns:a16="http://schemas.microsoft.com/office/drawing/2014/main" id="{37ECB071-96AD-8795-C8D4-9A81241975C8}"/>
              </a:ext>
            </a:extLst>
          </p:cNvPr>
          <p:cNvSpPr>
            <a:spLocks noGrp="1"/>
          </p:cNvSpPr>
          <p:nvPr>
            <p:ph idx="20" hasCustomPrompt="1"/>
          </p:nvPr>
        </p:nvSpPr>
        <p:spPr>
          <a:xfrm>
            <a:off x="4644002" y="4529390"/>
            <a:ext cx="4353949" cy="274768"/>
          </a:xfrm>
          <a:prstGeom prst="rect">
            <a:avLst/>
          </a:prstGeom>
        </p:spPr>
        <p:txBody>
          <a:bodyPr vert="horz" lIns="91440" tIns="45720" rIns="91440" bIns="45720" rtlCol="0">
            <a:normAutofit/>
          </a:bodyPr>
          <a:lstStyle>
            <a:lvl1pPr marL="0" indent="0" algn="ctr">
              <a:buNone/>
              <a:defRPr sz="900" i="1"/>
            </a:lvl1pPr>
          </a:lstStyle>
          <a:p>
            <a:pPr lvl="0"/>
            <a:r>
              <a:rPr lang="en-US"/>
              <a:t>Image Attribution</a:t>
            </a:r>
          </a:p>
        </p:txBody>
      </p:sp>
      <p:sp>
        <p:nvSpPr>
          <p:cNvPr id="8" name="Picture Placeholder 7">
            <a:extLst>
              <a:ext uri="{FF2B5EF4-FFF2-40B4-BE49-F238E27FC236}">
                <a16:creationId xmlns:a16="http://schemas.microsoft.com/office/drawing/2014/main" id="{DE1A393B-AED2-4359-5564-F91E33B7D820}"/>
              </a:ext>
            </a:extLst>
          </p:cNvPr>
          <p:cNvSpPr>
            <a:spLocks noGrp="1"/>
          </p:cNvSpPr>
          <p:nvPr>
            <p:ph type="pic" sz="quarter" idx="21"/>
          </p:nvPr>
        </p:nvSpPr>
        <p:spPr>
          <a:xfrm>
            <a:off x="146049" y="1378716"/>
            <a:ext cx="4354513" cy="3030537"/>
          </a:xfrm>
        </p:spPr>
        <p:txBody>
          <a:bodyPr/>
          <a:lstStyle/>
          <a:p>
            <a:endParaRPr lang="en-US" dirty="0"/>
          </a:p>
        </p:txBody>
      </p:sp>
      <p:sp>
        <p:nvSpPr>
          <p:cNvPr id="9" name="Picture Placeholder 7">
            <a:extLst>
              <a:ext uri="{FF2B5EF4-FFF2-40B4-BE49-F238E27FC236}">
                <a16:creationId xmlns:a16="http://schemas.microsoft.com/office/drawing/2014/main" id="{207D2617-5664-6F18-3225-0FCA4E33CFC3}"/>
              </a:ext>
            </a:extLst>
          </p:cNvPr>
          <p:cNvSpPr>
            <a:spLocks noGrp="1"/>
          </p:cNvSpPr>
          <p:nvPr>
            <p:ph type="pic" sz="quarter" idx="22"/>
          </p:nvPr>
        </p:nvSpPr>
        <p:spPr>
          <a:xfrm>
            <a:off x="4643438" y="1378715"/>
            <a:ext cx="4354513" cy="3030537"/>
          </a:xfrm>
        </p:spPr>
        <p:txBody>
          <a:bodyPr/>
          <a:lstStyle/>
          <a:p>
            <a:endParaRPr lang="en-US" dirty="0"/>
          </a:p>
        </p:txBody>
      </p:sp>
    </p:spTree>
    <p:custDataLst>
      <p:tags r:id="rId1"/>
    </p:custDataLst>
    <p:extLst>
      <p:ext uri="{BB962C8B-B14F-4D97-AF65-F5344CB8AC3E}">
        <p14:creationId xmlns:p14="http://schemas.microsoft.com/office/powerpoint/2010/main" val="106419411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Review">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C20DDD6C-AB38-440E-A2B7-E3AD1F167ED5}"/>
              </a:ext>
            </a:extLst>
          </p:cNvPr>
          <p:cNvSpPr>
            <a:spLocks noGrp="1"/>
          </p:cNvSpPr>
          <p:nvPr>
            <p:ph sz="quarter" idx="11"/>
          </p:nvPr>
        </p:nvSpPr>
        <p:spPr>
          <a:xfrm>
            <a:off x="146050" y="748623"/>
            <a:ext cx="8870950" cy="4044357"/>
          </a:xfrm>
          <a:prstGeom prst="rect">
            <a:avLst/>
          </a:prstGeom>
        </p:spPr>
        <p:txBody>
          <a:bodyPr/>
          <a:lstStyle/>
          <a:p>
            <a:pPr lvl="0"/>
            <a:r>
              <a:rPr lang="en-US"/>
              <a:t>Click to edit Master text styles</a:t>
            </a:r>
          </a:p>
        </p:txBody>
      </p:sp>
      <p:sp>
        <p:nvSpPr>
          <p:cNvPr id="3" name="Title 2">
            <a:extLst>
              <a:ext uri="{FF2B5EF4-FFF2-40B4-BE49-F238E27FC236}">
                <a16:creationId xmlns:a16="http://schemas.microsoft.com/office/drawing/2014/main" id="{755610DE-03A3-4171-87CD-CB837BA3D0EB}"/>
              </a:ext>
            </a:extLst>
          </p:cNvPr>
          <p:cNvSpPr>
            <a:spLocks noGrp="1"/>
          </p:cNvSpPr>
          <p:nvPr>
            <p:ph type="title" hasCustomPrompt="1"/>
          </p:nvPr>
        </p:nvSpPr>
        <p:spPr>
          <a:xfrm>
            <a:off x="3032760" y="0"/>
            <a:ext cx="6111239" cy="603250"/>
          </a:xfrm>
          <a:prstGeom prst="rect">
            <a:avLst/>
          </a:prstGeom>
          <a:solidFill>
            <a:srgbClr val="FEAE62">
              <a:alpha val="24706"/>
            </a:srgbClr>
          </a:solidFill>
        </p:spPr>
        <p:txBody>
          <a:bodyPr lIns="0"/>
          <a:lstStyle>
            <a:lvl1pPr marL="0">
              <a:defRPr/>
            </a:lvl1pPr>
          </a:lstStyle>
          <a:p>
            <a:r>
              <a:rPr lang="en-US"/>
              <a:t>Lesson Title</a:t>
            </a:r>
            <a:endParaRPr lang="en-GB"/>
          </a:p>
        </p:txBody>
      </p:sp>
      <p:sp>
        <p:nvSpPr>
          <p:cNvPr id="4" name="Rectangle 3">
            <a:extLst>
              <a:ext uri="{FF2B5EF4-FFF2-40B4-BE49-F238E27FC236}">
                <a16:creationId xmlns:a16="http://schemas.microsoft.com/office/drawing/2014/main" id="{48DA206A-2516-457B-9C8F-9BDD445DD373}"/>
              </a:ext>
            </a:extLst>
          </p:cNvPr>
          <p:cNvSpPr/>
          <p:nvPr userDrawn="1"/>
        </p:nvSpPr>
        <p:spPr>
          <a:xfrm>
            <a:off x="0" y="0"/>
            <a:ext cx="3032760" cy="603248"/>
          </a:xfrm>
          <a:prstGeom prst="rect">
            <a:avLst/>
          </a:prstGeom>
          <a:solidFill>
            <a:srgbClr val="FEAE62">
              <a:alpha val="24706"/>
            </a:srgbClr>
          </a:solidFill>
        </p:spPr>
        <p:txBody>
          <a:bodyPr vert="horz" lIns="91440" tIns="45720" rIns="91440" bIns="45720" rtlCol="0" anchor="ctr">
            <a:noAutofit/>
          </a:bodyPr>
          <a:lstStyle/>
          <a:p>
            <a:pPr marL="36000" lvl="0" algn="r" defTabSz="342900">
              <a:spcBef>
                <a:spcPct val="0"/>
              </a:spcBef>
              <a:buNone/>
            </a:pPr>
            <a:r>
              <a:rPr lang="en-GB" sz="2800" b="1" dirty="0">
                <a:latin typeface="Calibri" panose="020F0502020204030204" pitchFamily="34" charset="0"/>
                <a:ea typeface="+mj-ea"/>
                <a:cs typeface="Calibri" panose="020F0502020204030204" pitchFamily="34" charset="0"/>
              </a:rPr>
              <a:t> Lesson Review:</a:t>
            </a:r>
          </a:p>
        </p:txBody>
      </p:sp>
      <p:pic>
        <p:nvPicPr>
          <p:cNvPr id="13" name="Graphic 12">
            <a:extLst>
              <a:ext uri="{FF2B5EF4-FFF2-40B4-BE49-F238E27FC236}">
                <a16:creationId xmlns:a16="http://schemas.microsoft.com/office/drawing/2014/main" id="{1ADA4BA0-CFFC-47F9-BAF1-81434EEDEEAA}"/>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74201" y="145375"/>
            <a:ext cx="347558" cy="312498"/>
          </a:xfrm>
          <a:prstGeom prst="rect">
            <a:avLst/>
          </a:prstGeom>
        </p:spPr>
      </p:pic>
      <p:sp>
        <p:nvSpPr>
          <p:cNvPr id="2" name="Slide Number Placeholder 1">
            <a:extLst>
              <a:ext uri="{FF2B5EF4-FFF2-40B4-BE49-F238E27FC236}">
                <a16:creationId xmlns:a16="http://schemas.microsoft.com/office/drawing/2014/main" id="{6C3B5A26-D33C-4103-B845-8B79BE44B65C}"/>
              </a:ext>
            </a:extLst>
          </p:cNvPr>
          <p:cNvSpPr>
            <a:spLocks noGrp="1"/>
          </p:cNvSpPr>
          <p:nvPr>
            <p:ph type="sldNum" sz="quarter" idx="12"/>
          </p:nvPr>
        </p:nvSpPr>
        <p:spPr/>
        <p:txBody>
          <a:bodyPr/>
          <a:lstStyle/>
          <a:p>
            <a:fld id="{B7CF8A19-3A9E-4ABC-B336-2FDDE321C72D}" type="slidenum">
              <a:rPr lang="en-US" smtClean="0"/>
              <a:pPr/>
              <a:t>‹#›</a:t>
            </a:fld>
            <a:endParaRPr lang="en-US" dirty="0"/>
          </a:p>
        </p:txBody>
      </p:sp>
    </p:spTree>
    <p:custDataLst>
      <p:tags r:id="rId1"/>
    </p:custDataLst>
    <p:extLst>
      <p:ext uri="{BB962C8B-B14F-4D97-AF65-F5344CB8AC3E}">
        <p14:creationId xmlns:p14="http://schemas.microsoft.com/office/powerpoint/2010/main" val="319838569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Lab">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6FD5A98-A124-4EB7-BACC-FCD20E2A7A9D}"/>
              </a:ext>
            </a:extLst>
          </p:cNvPr>
          <p:cNvSpPr/>
          <p:nvPr userDrawn="1"/>
        </p:nvSpPr>
        <p:spPr>
          <a:xfrm>
            <a:off x="0" y="0"/>
            <a:ext cx="9144000" cy="603248"/>
          </a:xfrm>
          <a:prstGeom prst="rect">
            <a:avLst/>
          </a:prstGeom>
          <a:solidFill>
            <a:srgbClr val="FEAE62">
              <a:alpha val="24706"/>
            </a:srgbClr>
          </a:solidFill>
        </p:spPr>
        <p:txBody>
          <a:bodyPr vert="horz" lIns="91440" tIns="45720" rIns="91440" bIns="45720" rtlCol="0" anchor="ctr">
            <a:noAutofit/>
          </a:bodyPr>
          <a:lstStyle/>
          <a:p>
            <a:pPr lvl="0" algn="l" defTabSz="342900">
              <a:spcBef>
                <a:spcPct val="0"/>
              </a:spcBef>
              <a:buNone/>
            </a:pPr>
            <a:r>
              <a:rPr lang="en-GB" sz="2800" b="1" dirty="0">
                <a:latin typeface="Calibri" panose="020F0502020204030204" pitchFamily="34" charset="0"/>
                <a:ea typeface="+mj-ea"/>
                <a:cs typeface="Calibri" panose="020F0502020204030204" pitchFamily="34" charset="0"/>
              </a:rPr>
              <a:t>     Lab Activity</a:t>
            </a:r>
          </a:p>
        </p:txBody>
      </p:sp>
      <p:pic>
        <p:nvPicPr>
          <p:cNvPr id="13" name="Graphic 12">
            <a:extLst>
              <a:ext uri="{FF2B5EF4-FFF2-40B4-BE49-F238E27FC236}">
                <a16:creationId xmlns:a16="http://schemas.microsoft.com/office/drawing/2014/main" id="{E7A60DE0-FD9C-4F2F-8B9C-B132BBC175FF}"/>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35816" y="125902"/>
            <a:ext cx="288567" cy="324638"/>
          </a:xfrm>
          <a:prstGeom prst="rect">
            <a:avLst/>
          </a:prstGeom>
        </p:spPr>
      </p:pic>
      <p:sp>
        <p:nvSpPr>
          <p:cNvPr id="2" name="Slide Number Placeholder 1">
            <a:extLst>
              <a:ext uri="{FF2B5EF4-FFF2-40B4-BE49-F238E27FC236}">
                <a16:creationId xmlns:a16="http://schemas.microsoft.com/office/drawing/2014/main" id="{07AE4D56-1580-4D91-812A-FB8A378319AE}"/>
              </a:ext>
            </a:extLst>
          </p:cNvPr>
          <p:cNvSpPr>
            <a:spLocks noGrp="1"/>
          </p:cNvSpPr>
          <p:nvPr>
            <p:ph type="sldNum" sz="quarter" idx="13"/>
          </p:nvPr>
        </p:nvSpPr>
        <p:spPr/>
        <p:txBody>
          <a:bodyPr/>
          <a:lstStyle/>
          <a:p>
            <a:fld id="{B7CF8A19-3A9E-4ABC-B336-2FDDE321C72D}" type="slidenum">
              <a:rPr lang="en-US" smtClean="0"/>
              <a:pPr/>
              <a:t>‹#›</a:t>
            </a:fld>
            <a:endParaRPr lang="en-US" dirty="0"/>
          </a:p>
        </p:txBody>
      </p:sp>
      <p:sp>
        <p:nvSpPr>
          <p:cNvPr id="4" name="Content Placeholder 3">
            <a:extLst>
              <a:ext uri="{FF2B5EF4-FFF2-40B4-BE49-F238E27FC236}">
                <a16:creationId xmlns:a16="http://schemas.microsoft.com/office/drawing/2014/main" id="{F14BCB8D-8BA4-4A40-81CF-DAD00077BF4C}"/>
              </a:ext>
            </a:extLst>
          </p:cNvPr>
          <p:cNvSpPr>
            <a:spLocks noGrp="1"/>
          </p:cNvSpPr>
          <p:nvPr>
            <p:ph sz="quarter" idx="14" hasCustomPrompt="1"/>
          </p:nvPr>
        </p:nvSpPr>
        <p:spPr>
          <a:xfrm>
            <a:off x="146049" y="748621"/>
            <a:ext cx="8870950" cy="4044357"/>
          </a:xfrm>
        </p:spPr>
        <p:txBody>
          <a:bodyPr/>
          <a:lstStyle>
            <a:lvl1pPr marL="342900" indent="-342900">
              <a:buFont typeface="Arial" panose="020B0604020202020204" pitchFamily="34" charset="0"/>
              <a:buChar char="•"/>
              <a:defRPr lang="en-US" sz="2400" kern="1200" dirty="0" smtClean="0">
                <a:solidFill>
                  <a:schemeClr val="tx1"/>
                </a:solidFill>
                <a:latin typeface="Calibri" panose="020F0502020204030204" pitchFamily="34" charset="0"/>
                <a:ea typeface="+mn-ea"/>
                <a:cs typeface="Calibri" panose="020F0502020204030204" pitchFamily="34" charset="0"/>
              </a:defRPr>
            </a:lvl1pPr>
          </a:lstStyle>
          <a:p>
            <a:pPr marL="257175" marR="0" lvl="0" indent="-257175" algn="l" defTabSz="342900" rtl="0" eaLnBrk="1" fontAlgn="auto" latinLnBrk="0" hangingPunct="1">
              <a:lnSpc>
                <a:spcPct val="100000"/>
              </a:lnSpc>
              <a:spcBef>
                <a:spcPts val="1000"/>
              </a:spcBef>
              <a:spcAft>
                <a:spcPts val="600"/>
              </a:spcAft>
              <a:buClrTx/>
              <a:buSzTx/>
              <a:buFont typeface="Arial" panose="020B0604020202020204" pitchFamily="34" charset="0"/>
              <a:buChar char="•"/>
              <a:tabLst/>
              <a:defRPr/>
            </a:pPr>
            <a:r>
              <a:rPr lang="en-US"/>
              <a:t>Lab Title (available in CertMaster Perform / CertMaster Perform Labs/ CertMaster Perform Learn)</a:t>
            </a:r>
          </a:p>
          <a:p>
            <a:pPr marL="257175" marR="0" lvl="0" indent="-257175" algn="l" defTabSz="342900" rtl="0" eaLnBrk="1" fontAlgn="auto" latinLnBrk="0" hangingPunct="1">
              <a:lnSpc>
                <a:spcPct val="100000"/>
              </a:lnSpc>
              <a:spcBef>
                <a:spcPts val="1000"/>
              </a:spcBef>
              <a:spcAft>
                <a:spcPts val="600"/>
              </a:spcAft>
              <a:buClrTx/>
              <a:buSzTx/>
              <a:buFont typeface="Arial" panose="020B0604020202020204" pitchFamily="34" charset="0"/>
              <a:buChar char="•"/>
              <a:tabLst/>
              <a:defRPr/>
            </a:pPr>
            <a:r>
              <a:rPr lang="en-US"/>
              <a:t>Lab Title (available in CertMaster Perform / CertMaster Perform Labs/ CertMaster Perform Learn)</a:t>
            </a:r>
          </a:p>
        </p:txBody>
      </p:sp>
    </p:spTree>
    <p:custDataLst>
      <p:tags r:id="rId1"/>
    </p:custDataLst>
    <p:extLst>
      <p:ext uri="{BB962C8B-B14F-4D97-AF65-F5344CB8AC3E}">
        <p14:creationId xmlns:p14="http://schemas.microsoft.com/office/powerpoint/2010/main" val="324100950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A0B0FC9-797C-41B3-B100-1CC26F987B18}"/>
              </a:ext>
            </a:extLst>
          </p:cNvPr>
          <p:cNvSpPr>
            <a:spLocks noGrp="1"/>
          </p:cNvSpPr>
          <p:nvPr>
            <p:ph type="title"/>
          </p:nvPr>
        </p:nvSpPr>
        <p:spPr>
          <a:xfrm>
            <a:off x="0" y="0"/>
            <a:ext cx="9143999" cy="603250"/>
          </a:xfrm>
          <a:prstGeom prst="rect">
            <a:avLst/>
          </a:prstGeom>
        </p:spPr>
        <p:txBody>
          <a:bodyPr/>
          <a:lstStyle/>
          <a:p>
            <a:r>
              <a:rPr lang="en-US"/>
              <a:t>Click to edit Master title style</a:t>
            </a:r>
          </a:p>
        </p:txBody>
      </p:sp>
      <p:sp>
        <p:nvSpPr>
          <p:cNvPr id="2" name="Slide Number Placeholder 1">
            <a:extLst>
              <a:ext uri="{FF2B5EF4-FFF2-40B4-BE49-F238E27FC236}">
                <a16:creationId xmlns:a16="http://schemas.microsoft.com/office/drawing/2014/main" id="{279425E2-0764-4FEE-ABEB-4675187E4346}"/>
              </a:ext>
            </a:extLst>
          </p:cNvPr>
          <p:cNvSpPr>
            <a:spLocks noGrp="1"/>
          </p:cNvSpPr>
          <p:nvPr>
            <p:ph type="sldNum" sz="quarter" idx="10"/>
          </p:nvPr>
        </p:nvSpPr>
        <p:spPr/>
        <p:txBody>
          <a:bodyPr/>
          <a:lstStyle/>
          <a:p>
            <a:fld id="{B7CF8A19-3A9E-4ABC-B336-2FDDE321C72D}" type="slidenum">
              <a:rPr lang="en-US" smtClean="0"/>
              <a:pPr/>
              <a:t>‹#›</a:t>
            </a:fld>
            <a:endParaRPr lang="en-US" dirty="0"/>
          </a:p>
        </p:txBody>
      </p:sp>
    </p:spTree>
    <p:custDataLst>
      <p:tags r:id="rId1"/>
    </p:custDataLst>
    <p:extLst>
      <p:ext uri="{BB962C8B-B14F-4D97-AF65-F5344CB8AC3E}">
        <p14:creationId xmlns:p14="http://schemas.microsoft.com/office/powerpoint/2010/main" val="36014197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Slide Summary">
    <p:bg>
      <p:bgPr>
        <a:solidFill>
          <a:srgbClr val="CF9FDE">
            <a:alpha val="25000"/>
          </a:srgbClr>
        </a:solidFill>
        <a:effectLst/>
      </p:bgPr>
    </p:bg>
    <p:spTree>
      <p:nvGrpSpPr>
        <p:cNvPr id="1" name=""/>
        <p:cNvGrpSpPr/>
        <p:nvPr/>
      </p:nvGrpSpPr>
      <p:grpSpPr>
        <a:xfrm>
          <a:off x="0" y="0"/>
          <a:ext cx="0" cy="0"/>
          <a:chOff x="0" y="0"/>
          <a:chExt cx="0" cy="0"/>
        </a:xfrm>
      </p:grpSpPr>
      <p:sp>
        <p:nvSpPr>
          <p:cNvPr id="9" name="Rectangle: Top Corners Rounded 8">
            <a:extLst>
              <a:ext uri="{FF2B5EF4-FFF2-40B4-BE49-F238E27FC236}">
                <a16:creationId xmlns:a16="http://schemas.microsoft.com/office/drawing/2014/main" id="{C72812BA-B9B1-46F2-B1D3-26CF558EC640}"/>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sp>
        <p:nvSpPr>
          <p:cNvPr id="11" name="Subtitle 2">
            <a:extLst>
              <a:ext uri="{FF2B5EF4-FFF2-40B4-BE49-F238E27FC236}">
                <a16:creationId xmlns:a16="http://schemas.microsoft.com/office/drawing/2014/main" id="{077B2DE0-D1DB-4EE0-B864-29DFD9293408}"/>
              </a:ext>
            </a:extLst>
          </p:cNvPr>
          <p:cNvSpPr>
            <a:spLocks noGrp="1"/>
          </p:cNvSpPr>
          <p:nvPr>
            <p:ph type="subTitle" idx="1" hasCustomPrompt="1"/>
          </p:nvPr>
        </p:nvSpPr>
        <p:spPr>
          <a:xfrm>
            <a:off x="650366" y="1066518"/>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Module #</a:t>
            </a:r>
          </a:p>
        </p:txBody>
      </p:sp>
      <p:pic>
        <p:nvPicPr>
          <p:cNvPr id="13" name="Picture 12" descr="CompTIA Logo">
            <a:extLst>
              <a:ext uri="{FF2B5EF4-FFF2-40B4-BE49-F238E27FC236}">
                <a16:creationId xmlns:a16="http://schemas.microsoft.com/office/drawing/2014/main" id="{8DB500E6-5CC4-4815-AEE8-41EB81EC7C15}"/>
              </a:ext>
            </a:extLst>
          </p:cNvPr>
          <p:cNvPicPr>
            <a:picLocks noChangeAspect="1"/>
          </p:cNvPicPr>
          <p:nvPr userDrawn="1"/>
        </p:nvPicPr>
        <p:blipFill>
          <a:blip r:embed="rId3" cstate="email">
            <a:biLevel thresh="25000"/>
            <a:extLst>
              <a:ext uri="{28A0092B-C50C-407E-A947-70E740481C1C}">
                <a14:useLocalDpi xmlns:a14="http://schemas.microsoft.com/office/drawing/2010/main"/>
              </a:ext>
            </a:extLst>
          </a:blip>
          <a:stretch>
            <a:fillRect/>
          </a:stretch>
        </p:blipFill>
        <p:spPr>
          <a:xfrm>
            <a:off x="255281" y="4743141"/>
            <a:ext cx="1200865" cy="256814"/>
          </a:xfrm>
          <a:prstGeom prst="rect">
            <a:avLst/>
          </a:prstGeom>
        </p:spPr>
      </p:pic>
      <p:sp>
        <p:nvSpPr>
          <p:cNvPr id="14" name="Footer Placeholder 13">
            <a:extLst>
              <a:ext uri="{FF2B5EF4-FFF2-40B4-BE49-F238E27FC236}">
                <a16:creationId xmlns:a16="http://schemas.microsoft.com/office/drawing/2014/main" id="{A81A1DFC-41A7-4E3E-A038-1E4DC1D675D6}"/>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dirty="0">
                <a:solidFill>
                  <a:schemeClr val="bg1"/>
                </a:solidFill>
                <a:latin typeface="Calibri" panose="020F0502020204030204" pitchFamily="34" charset="0"/>
                <a:cs typeface="Calibri" panose="020F0502020204030204" pitchFamily="34" charset="0"/>
              </a:rPr>
              <a:t>Copyright © 2025 CompTIA, Inc. All Rights Reserved.  |  CompTIA.org</a:t>
            </a:r>
            <a:endParaRPr lang="en-US" dirty="0">
              <a:solidFill>
                <a:schemeClr val="bg1"/>
              </a:solidFill>
              <a:latin typeface="Calibri" panose="020F0502020204030204" pitchFamily="34" charset="0"/>
              <a:cs typeface="Calibri" panose="020F0502020204030204" pitchFamily="34" charset="0"/>
            </a:endParaRPr>
          </a:p>
        </p:txBody>
      </p:sp>
      <p:sp>
        <p:nvSpPr>
          <p:cNvPr id="15" name="Text Placeholder 8">
            <a:extLst>
              <a:ext uri="{FF2B5EF4-FFF2-40B4-BE49-F238E27FC236}">
                <a16:creationId xmlns:a16="http://schemas.microsoft.com/office/drawing/2014/main" id="{330AC5F2-88D3-4490-90BF-F34E01D17C9B}"/>
              </a:ext>
            </a:extLst>
          </p:cNvPr>
          <p:cNvSpPr>
            <a:spLocks noGrp="1"/>
          </p:cNvSpPr>
          <p:nvPr>
            <p:ph type="body" sz="quarter" idx="12" hasCustomPrompt="1"/>
          </p:nvPr>
        </p:nvSpPr>
        <p:spPr>
          <a:xfrm>
            <a:off x="650366" y="561622"/>
            <a:ext cx="7981244" cy="489656"/>
          </a:xfrm>
          <a:prstGeom prst="rect">
            <a:avLst/>
          </a:prstGeom>
        </p:spPr>
        <p:txBody>
          <a:bodyPr lIns="0" rIns="0"/>
          <a:lstStyle>
            <a:lvl1pPr marL="0" indent="0">
              <a:buNone/>
              <a:defRPr/>
            </a:lvl1pPr>
            <a:lvl5pPr>
              <a:defRPr/>
            </a:lvl5pPr>
          </a:lstStyle>
          <a:p>
            <a:pPr lvl="0"/>
            <a:r>
              <a:rPr lang="en-US"/>
              <a:t>Exam Title and Version </a:t>
            </a:r>
            <a:endParaRPr lang="en-GB"/>
          </a:p>
        </p:txBody>
      </p:sp>
      <p:pic>
        <p:nvPicPr>
          <p:cNvPr id="17" name="Graphic 16">
            <a:extLst>
              <a:ext uri="{FF2B5EF4-FFF2-40B4-BE49-F238E27FC236}">
                <a16:creationId xmlns:a16="http://schemas.microsoft.com/office/drawing/2014/main" id="{2FF3CB60-2CE1-4521-A000-222B91B2BFC9}"/>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546557" y="1908432"/>
            <a:ext cx="2428875" cy="190500"/>
          </a:xfrm>
          <a:prstGeom prst="rect">
            <a:avLst/>
          </a:prstGeom>
        </p:spPr>
      </p:pic>
      <p:pic>
        <p:nvPicPr>
          <p:cNvPr id="18" name="Graphic 17">
            <a:extLst>
              <a:ext uri="{FF2B5EF4-FFF2-40B4-BE49-F238E27FC236}">
                <a16:creationId xmlns:a16="http://schemas.microsoft.com/office/drawing/2014/main" id="{7F806275-D0BB-4D90-A9D5-E13362DDB248}"/>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H="1">
            <a:off x="3861324" y="1318606"/>
            <a:ext cx="2508635" cy="625047"/>
          </a:xfrm>
          <a:prstGeom prst="rect">
            <a:avLst/>
          </a:prstGeom>
        </p:spPr>
      </p:pic>
      <p:sp>
        <p:nvSpPr>
          <p:cNvPr id="3" name="TextBox 2">
            <a:extLst>
              <a:ext uri="{FF2B5EF4-FFF2-40B4-BE49-F238E27FC236}">
                <a16:creationId xmlns:a16="http://schemas.microsoft.com/office/drawing/2014/main" id="{E69A9EE0-9C3D-4C77-BB60-8191473E1FB2}"/>
              </a:ext>
            </a:extLst>
          </p:cNvPr>
          <p:cNvSpPr txBox="1"/>
          <p:nvPr userDrawn="1"/>
        </p:nvSpPr>
        <p:spPr>
          <a:xfrm>
            <a:off x="650366" y="2170237"/>
            <a:ext cx="2489784" cy="707886"/>
          </a:xfrm>
          <a:prstGeom prst="rect">
            <a:avLst/>
          </a:prstGeom>
          <a:noFill/>
        </p:spPr>
        <p:txBody>
          <a:bodyPr vert="horz" lIns="0" tIns="45720" rIns="0" bIns="45720" rtlCol="0" anchor="t" anchorCtr="0">
            <a:noAutofit/>
          </a:bodyPr>
          <a:lstStyle>
            <a:lvl1pPr defTabSz="342900">
              <a:spcBef>
                <a:spcPts val="0"/>
              </a:spcBef>
              <a:buNone/>
              <a:defRPr lang="en-US" sz="4000" b="0" dirty="0">
                <a:ea typeface="+mj-ea"/>
                <a:cs typeface="Calibri" panose="020F0502020204030204" pitchFamily="34" charset="0"/>
              </a:defRPr>
            </a:lvl1pPr>
          </a:lstStyle>
          <a:p>
            <a:pPr lvl="0"/>
            <a:r>
              <a:rPr lang="en-US" dirty="0">
                <a:latin typeface="Calibri" panose="020F0502020204030204" pitchFamily="34" charset="0"/>
                <a:cs typeface="Calibri" panose="020F0502020204030204" pitchFamily="34" charset="0"/>
              </a:rPr>
              <a:t>Summary</a:t>
            </a:r>
            <a:endParaRPr lang="en-GB" dirty="0">
              <a:latin typeface="Calibri" panose="020F0502020204030204" pitchFamily="34" charset="0"/>
              <a:cs typeface="Calibri" panose="020F0502020204030204" pitchFamily="34" charset="0"/>
            </a:endParaRPr>
          </a:p>
        </p:txBody>
      </p:sp>
      <p:sp>
        <p:nvSpPr>
          <p:cNvPr id="12" name="Slide Number Placeholder 1">
            <a:extLst>
              <a:ext uri="{FF2B5EF4-FFF2-40B4-BE49-F238E27FC236}">
                <a16:creationId xmlns:a16="http://schemas.microsoft.com/office/drawing/2014/main" id="{671E092C-F879-4DF6-A68C-3E9B8C85A6FC}"/>
              </a:ext>
            </a:extLst>
          </p:cNvPr>
          <p:cNvSpPr>
            <a:spLocks noGrp="1"/>
          </p:cNvSpPr>
          <p:nvPr>
            <p:ph type="sldNum" sz="quarter" idx="10"/>
          </p:nvPr>
        </p:nvSpPr>
        <p:spPr>
          <a:xfrm>
            <a:off x="8537816" y="4885690"/>
            <a:ext cx="479184" cy="198675"/>
          </a:xfrm>
        </p:spPr>
        <p:txBody>
          <a:bodyPr/>
          <a:lstStyle>
            <a:lvl1pPr>
              <a:defRPr>
                <a:solidFill>
                  <a:schemeClr val="bg1"/>
                </a:solidFill>
              </a:defRPr>
            </a:lvl1pPr>
          </a:lstStyle>
          <a:p>
            <a:fld id="{B7CF8A19-3A9E-4ABC-B336-2FDDE321C72D}" type="slidenum">
              <a:rPr lang="en-US" smtClean="0"/>
              <a:pPr/>
              <a:t>‹#›</a:t>
            </a:fld>
            <a:endParaRPr lang="en-US" dirty="0"/>
          </a:p>
        </p:txBody>
      </p:sp>
    </p:spTree>
    <p:custDataLst>
      <p:tags r:id="rId1"/>
    </p:custDataLst>
    <p:extLst>
      <p:ext uri="{BB962C8B-B14F-4D97-AF65-F5344CB8AC3E}">
        <p14:creationId xmlns:p14="http://schemas.microsoft.com/office/powerpoint/2010/main" val="411172523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Slide Summary_double digit">
    <p:bg>
      <p:bgPr>
        <a:solidFill>
          <a:srgbClr val="CF9FDE">
            <a:alpha val="25000"/>
          </a:srgbClr>
        </a:solidFill>
        <a:effectLst/>
      </p:bgPr>
    </p:bg>
    <p:spTree>
      <p:nvGrpSpPr>
        <p:cNvPr id="1" name=""/>
        <p:cNvGrpSpPr/>
        <p:nvPr/>
      </p:nvGrpSpPr>
      <p:grpSpPr>
        <a:xfrm>
          <a:off x="0" y="0"/>
          <a:ext cx="0" cy="0"/>
          <a:chOff x="0" y="0"/>
          <a:chExt cx="0" cy="0"/>
        </a:xfrm>
      </p:grpSpPr>
      <p:sp>
        <p:nvSpPr>
          <p:cNvPr id="9" name="Rectangle: Top Corners Rounded 8">
            <a:extLst>
              <a:ext uri="{FF2B5EF4-FFF2-40B4-BE49-F238E27FC236}">
                <a16:creationId xmlns:a16="http://schemas.microsoft.com/office/drawing/2014/main" id="{C72812BA-B9B1-46F2-B1D3-26CF558EC640}"/>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sp>
        <p:nvSpPr>
          <p:cNvPr id="11" name="Subtitle 2">
            <a:extLst>
              <a:ext uri="{FF2B5EF4-FFF2-40B4-BE49-F238E27FC236}">
                <a16:creationId xmlns:a16="http://schemas.microsoft.com/office/drawing/2014/main" id="{077B2DE0-D1DB-4EE0-B864-29DFD9293408}"/>
              </a:ext>
            </a:extLst>
          </p:cNvPr>
          <p:cNvSpPr>
            <a:spLocks noGrp="1"/>
          </p:cNvSpPr>
          <p:nvPr>
            <p:ph type="subTitle" idx="1" hasCustomPrompt="1"/>
          </p:nvPr>
        </p:nvSpPr>
        <p:spPr>
          <a:xfrm>
            <a:off x="650366" y="1066518"/>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Module ##</a:t>
            </a:r>
          </a:p>
        </p:txBody>
      </p:sp>
      <p:pic>
        <p:nvPicPr>
          <p:cNvPr id="13" name="Picture 12" descr="CompTIA Logo">
            <a:extLst>
              <a:ext uri="{FF2B5EF4-FFF2-40B4-BE49-F238E27FC236}">
                <a16:creationId xmlns:a16="http://schemas.microsoft.com/office/drawing/2014/main" id="{8DB500E6-5CC4-4815-AEE8-41EB81EC7C15}"/>
              </a:ext>
            </a:extLst>
          </p:cNvPr>
          <p:cNvPicPr>
            <a:picLocks noChangeAspect="1"/>
          </p:cNvPicPr>
          <p:nvPr userDrawn="1"/>
        </p:nvPicPr>
        <p:blipFill>
          <a:blip r:embed="rId3" cstate="email">
            <a:biLevel thresh="25000"/>
            <a:extLst>
              <a:ext uri="{28A0092B-C50C-407E-A947-70E740481C1C}">
                <a14:useLocalDpi xmlns:a14="http://schemas.microsoft.com/office/drawing/2010/main"/>
              </a:ext>
            </a:extLst>
          </a:blip>
          <a:stretch>
            <a:fillRect/>
          </a:stretch>
        </p:blipFill>
        <p:spPr>
          <a:xfrm>
            <a:off x="255281" y="4743141"/>
            <a:ext cx="1200865" cy="256814"/>
          </a:xfrm>
          <a:prstGeom prst="rect">
            <a:avLst/>
          </a:prstGeom>
        </p:spPr>
      </p:pic>
      <p:sp>
        <p:nvSpPr>
          <p:cNvPr id="14" name="Footer Placeholder 13">
            <a:extLst>
              <a:ext uri="{FF2B5EF4-FFF2-40B4-BE49-F238E27FC236}">
                <a16:creationId xmlns:a16="http://schemas.microsoft.com/office/drawing/2014/main" id="{A81A1DFC-41A7-4E3E-A038-1E4DC1D675D6}"/>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dirty="0">
                <a:solidFill>
                  <a:schemeClr val="bg1"/>
                </a:solidFill>
                <a:latin typeface="Calibri" panose="020F0502020204030204" pitchFamily="34" charset="0"/>
                <a:cs typeface="Calibri" panose="020F0502020204030204" pitchFamily="34" charset="0"/>
              </a:rPr>
              <a:t>Copyright © 2025 CompTIA, Inc. All Rights Reserved.  |  CompTIA.org</a:t>
            </a:r>
            <a:endParaRPr lang="en-US" dirty="0">
              <a:solidFill>
                <a:schemeClr val="bg1"/>
              </a:solidFill>
              <a:latin typeface="Calibri" panose="020F0502020204030204" pitchFamily="34" charset="0"/>
              <a:cs typeface="Calibri" panose="020F0502020204030204" pitchFamily="34" charset="0"/>
            </a:endParaRPr>
          </a:p>
        </p:txBody>
      </p:sp>
      <p:sp>
        <p:nvSpPr>
          <p:cNvPr id="15" name="Text Placeholder 8">
            <a:extLst>
              <a:ext uri="{FF2B5EF4-FFF2-40B4-BE49-F238E27FC236}">
                <a16:creationId xmlns:a16="http://schemas.microsoft.com/office/drawing/2014/main" id="{330AC5F2-88D3-4490-90BF-F34E01D17C9B}"/>
              </a:ext>
            </a:extLst>
          </p:cNvPr>
          <p:cNvSpPr>
            <a:spLocks noGrp="1"/>
          </p:cNvSpPr>
          <p:nvPr>
            <p:ph type="body" sz="quarter" idx="12" hasCustomPrompt="1"/>
          </p:nvPr>
        </p:nvSpPr>
        <p:spPr>
          <a:xfrm>
            <a:off x="650366" y="561622"/>
            <a:ext cx="7981244" cy="489656"/>
          </a:xfrm>
          <a:prstGeom prst="rect">
            <a:avLst/>
          </a:prstGeom>
        </p:spPr>
        <p:txBody>
          <a:bodyPr lIns="0" rIns="0"/>
          <a:lstStyle>
            <a:lvl1pPr marL="0" indent="0">
              <a:buNone/>
              <a:defRPr/>
            </a:lvl1pPr>
            <a:lvl5pPr>
              <a:defRPr/>
            </a:lvl5pPr>
          </a:lstStyle>
          <a:p>
            <a:pPr lvl="0"/>
            <a:r>
              <a:rPr lang="en-US"/>
              <a:t>Exam Title and Version </a:t>
            </a:r>
            <a:endParaRPr lang="en-GB"/>
          </a:p>
        </p:txBody>
      </p:sp>
      <p:pic>
        <p:nvPicPr>
          <p:cNvPr id="17" name="Graphic 16">
            <a:extLst>
              <a:ext uri="{FF2B5EF4-FFF2-40B4-BE49-F238E27FC236}">
                <a16:creationId xmlns:a16="http://schemas.microsoft.com/office/drawing/2014/main" id="{2FF3CB60-2CE1-4521-A000-222B91B2BFC9}"/>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546557" y="1908432"/>
            <a:ext cx="2428875" cy="190500"/>
          </a:xfrm>
          <a:prstGeom prst="rect">
            <a:avLst/>
          </a:prstGeom>
        </p:spPr>
      </p:pic>
      <p:pic>
        <p:nvPicPr>
          <p:cNvPr id="18" name="Graphic 17">
            <a:extLst>
              <a:ext uri="{FF2B5EF4-FFF2-40B4-BE49-F238E27FC236}">
                <a16:creationId xmlns:a16="http://schemas.microsoft.com/office/drawing/2014/main" id="{7F806275-D0BB-4D90-A9D5-E13362DDB248}"/>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H="1">
            <a:off x="4143719" y="1318606"/>
            <a:ext cx="2508635" cy="625047"/>
          </a:xfrm>
          <a:prstGeom prst="rect">
            <a:avLst/>
          </a:prstGeom>
        </p:spPr>
      </p:pic>
      <p:sp>
        <p:nvSpPr>
          <p:cNvPr id="3" name="TextBox 2">
            <a:extLst>
              <a:ext uri="{FF2B5EF4-FFF2-40B4-BE49-F238E27FC236}">
                <a16:creationId xmlns:a16="http://schemas.microsoft.com/office/drawing/2014/main" id="{E69A9EE0-9C3D-4C77-BB60-8191473E1FB2}"/>
              </a:ext>
            </a:extLst>
          </p:cNvPr>
          <p:cNvSpPr txBox="1"/>
          <p:nvPr userDrawn="1"/>
        </p:nvSpPr>
        <p:spPr>
          <a:xfrm>
            <a:off x="650366" y="2170237"/>
            <a:ext cx="2489784" cy="707886"/>
          </a:xfrm>
          <a:prstGeom prst="rect">
            <a:avLst/>
          </a:prstGeom>
          <a:noFill/>
        </p:spPr>
        <p:txBody>
          <a:bodyPr vert="horz" lIns="0" tIns="45720" rIns="0" bIns="45720" rtlCol="0" anchor="t" anchorCtr="0">
            <a:noAutofit/>
          </a:bodyPr>
          <a:lstStyle>
            <a:lvl1pPr defTabSz="342900">
              <a:spcBef>
                <a:spcPts val="0"/>
              </a:spcBef>
              <a:buNone/>
              <a:defRPr lang="en-US" sz="4000" b="0" dirty="0">
                <a:ea typeface="+mj-ea"/>
                <a:cs typeface="Calibri" panose="020F0502020204030204" pitchFamily="34" charset="0"/>
              </a:defRPr>
            </a:lvl1pPr>
          </a:lstStyle>
          <a:p>
            <a:pPr lvl="0"/>
            <a:r>
              <a:rPr lang="en-US" dirty="0">
                <a:latin typeface="Calibri" panose="020F0502020204030204" pitchFamily="34" charset="0"/>
                <a:cs typeface="Calibri" panose="020F0502020204030204" pitchFamily="34" charset="0"/>
              </a:rPr>
              <a:t>Summary</a:t>
            </a:r>
            <a:endParaRPr lang="en-GB" dirty="0">
              <a:latin typeface="Calibri" panose="020F0502020204030204" pitchFamily="34" charset="0"/>
              <a:cs typeface="Calibri" panose="020F0502020204030204" pitchFamily="34" charset="0"/>
            </a:endParaRPr>
          </a:p>
        </p:txBody>
      </p:sp>
      <p:sp>
        <p:nvSpPr>
          <p:cNvPr id="12" name="Slide Number Placeholder 1">
            <a:extLst>
              <a:ext uri="{FF2B5EF4-FFF2-40B4-BE49-F238E27FC236}">
                <a16:creationId xmlns:a16="http://schemas.microsoft.com/office/drawing/2014/main" id="{671E092C-F879-4DF6-A68C-3E9B8C85A6FC}"/>
              </a:ext>
            </a:extLst>
          </p:cNvPr>
          <p:cNvSpPr>
            <a:spLocks noGrp="1"/>
          </p:cNvSpPr>
          <p:nvPr>
            <p:ph type="sldNum" sz="quarter" idx="10"/>
          </p:nvPr>
        </p:nvSpPr>
        <p:spPr>
          <a:xfrm>
            <a:off x="8537816" y="4885690"/>
            <a:ext cx="479184" cy="198675"/>
          </a:xfrm>
        </p:spPr>
        <p:txBody>
          <a:bodyPr/>
          <a:lstStyle>
            <a:lvl1pPr>
              <a:defRPr>
                <a:solidFill>
                  <a:schemeClr val="bg1"/>
                </a:solidFill>
              </a:defRPr>
            </a:lvl1pPr>
          </a:lstStyle>
          <a:p>
            <a:fld id="{B7CF8A19-3A9E-4ABC-B336-2FDDE321C72D}" type="slidenum">
              <a:rPr lang="en-US" smtClean="0"/>
              <a:pPr/>
              <a:t>‹#›</a:t>
            </a:fld>
            <a:endParaRPr lang="en-US" dirty="0"/>
          </a:p>
        </p:txBody>
      </p:sp>
    </p:spTree>
    <p:custDataLst>
      <p:tags r:id="rId1"/>
    </p:custDataLst>
    <p:extLst>
      <p:ext uri="{BB962C8B-B14F-4D97-AF65-F5344CB8AC3E}">
        <p14:creationId xmlns:p14="http://schemas.microsoft.com/office/powerpoint/2010/main" val="257070771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15501046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Title Placeholder 1">
            <a:extLst>
              <a:ext uri="{FF2B5EF4-FFF2-40B4-BE49-F238E27FC236}">
                <a16:creationId xmlns:a16="http://schemas.microsoft.com/office/drawing/2014/main" id="{AFFE8316-6276-444F-8C28-23F8C92989F4}"/>
              </a:ext>
            </a:extLst>
          </p:cNvPr>
          <p:cNvSpPr>
            <a:spLocks noGrp="1"/>
          </p:cNvSpPr>
          <p:nvPr>
            <p:ph type="title"/>
          </p:nvPr>
        </p:nvSpPr>
        <p:spPr>
          <a:xfrm>
            <a:off x="0" y="0"/>
            <a:ext cx="9143999" cy="603250"/>
          </a:xfrm>
          <a:prstGeom prst="rect">
            <a:avLst/>
          </a:prstGeom>
          <a:solidFill>
            <a:srgbClr val="7FC8DD">
              <a:alpha val="25000"/>
            </a:srgbClr>
          </a:solidFill>
        </p:spPr>
        <p:txBody>
          <a:bodyPr vert="horz" lIns="91440" tIns="45720" rIns="91440" bIns="45720" rtlCol="0" anchor="ctr">
            <a:noAutofit/>
          </a:bodyPr>
          <a:lstStyle/>
          <a:p>
            <a:r>
              <a:rPr lang="en-US" noProof="0"/>
              <a:t>Click to edit Master title style</a:t>
            </a:r>
          </a:p>
        </p:txBody>
      </p:sp>
      <p:sp>
        <p:nvSpPr>
          <p:cNvPr id="7" name="Slide Number Placeholder 4">
            <a:extLst>
              <a:ext uri="{FF2B5EF4-FFF2-40B4-BE49-F238E27FC236}">
                <a16:creationId xmlns:a16="http://schemas.microsoft.com/office/drawing/2014/main" id="{6ABFF679-40BB-4275-8271-2872CFC1BDB4}"/>
              </a:ext>
            </a:extLst>
          </p:cNvPr>
          <p:cNvSpPr>
            <a:spLocks noGrp="1"/>
          </p:cNvSpPr>
          <p:nvPr>
            <p:ph type="sldNum" sz="quarter" idx="4"/>
          </p:nvPr>
        </p:nvSpPr>
        <p:spPr>
          <a:xfrm>
            <a:off x="8537816" y="4885690"/>
            <a:ext cx="479184" cy="198675"/>
          </a:xfrm>
          <a:prstGeom prst="rect">
            <a:avLst/>
          </a:prstGeom>
        </p:spPr>
        <p:txBody>
          <a:bodyPr vert="horz" lIns="91440" tIns="45720" rIns="91440" bIns="45720" rtlCol="0" anchor="ctr"/>
          <a:lstStyle>
            <a:lvl1pPr algn="r">
              <a:defRPr sz="1200">
                <a:solidFill>
                  <a:schemeClr val="tx1"/>
                </a:solidFill>
                <a:latin typeface="Calibri" panose="020F0502020204030204" pitchFamily="34" charset="0"/>
                <a:cs typeface="Calibri" panose="020F0502020204030204" pitchFamily="34" charset="0"/>
              </a:defRPr>
            </a:lvl1pPr>
          </a:lstStyle>
          <a:p>
            <a:fld id="{B7CF8A19-3A9E-4ABC-B336-2FDDE321C72D}" type="slidenum">
              <a:rPr lang="en-US" smtClean="0"/>
              <a:pPr/>
              <a:t>‹#›</a:t>
            </a:fld>
            <a:endParaRPr lang="en-US" dirty="0"/>
          </a:p>
        </p:txBody>
      </p:sp>
      <p:sp>
        <p:nvSpPr>
          <p:cNvPr id="8" name="Text Placeholder 10">
            <a:extLst>
              <a:ext uri="{FF2B5EF4-FFF2-40B4-BE49-F238E27FC236}">
                <a16:creationId xmlns:a16="http://schemas.microsoft.com/office/drawing/2014/main" id="{12D1C9D9-BB2F-4CEE-AB77-E7FB81417221}"/>
              </a:ext>
            </a:extLst>
          </p:cNvPr>
          <p:cNvSpPr>
            <a:spLocks noGrp="1"/>
          </p:cNvSpPr>
          <p:nvPr>
            <p:ph type="body" idx="1"/>
          </p:nvPr>
        </p:nvSpPr>
        <p:spPr>
          <a:xfrm>
            <a:off x="146050" y="746760"/>
            <a:ext cx="8870950"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ustDataLst>
      <p:tags r:id="rId27"/>
    </p:custDataLst>
    <p:extLst>
      <p:ext uri="{BB962C8B-B14F-4D97-AF65-F5344CB8AC3E}">
        <p14:creationId xmlns:p14="http://schemas.microsoft.com/office/powerpoint/2010/main" val="58932730"/>
      </p:ext>
    </p:extLst>
  </p:cSld>
  <p:clrMap bg1="lt1" tx1="dk1" bg2="lt2" tx2="dk2" accent1="accent1" accent2="accent2" accent3="accent3" accent4="accent4" accent5="accent5" accent6="accent6" hlink="hlink" folHlink="folHlink"/>
  <p:sldLayoutIdLst>
    <p:sldLayoutId id="2147483932" r:id="rId1"/>
    <p:sldLayoutId id="2147483912" r:id="rId2"/>
    <p:sldLayoutId id="2147483933" r:id="rId3"/>
    <p:sldLayoutId id="2147483934" r:id="rId4"/>
    <p:sldLayoutId id="2147483911" r:id="rId5"/>
    <p:sldLayoutId id="2147483914" r:id="rId6"/>
    <p:sldLayoutId id="2147483935" r:id="rId7"/>
    <p:sldLayoutId id="2147483938" r:id="rId8"/>
    <p:sldLayoutId id="2147483941" r:id="rId9"/>
    <p:sldLayoutId id="2147483917" r:id="rId10"/>
    <p:sldLayoutId id="2147483936" r:id="rId11"/>
    <p:sldLayoutId id="2147483940" r:id="rId12"/>
    <p:sldLayoutId id="2147483939" r:id="rId13"/>
    <p:sldLayoutId id="2147483944" r:id="rId14"/>
    <p:sldLayoutId id="2147483945" r:id="rId15"/>
    <p:sldLayoutId id="2147483918" r:id="rId16"/>
    <p:sldLayoutId id="2147483937" r:id="rId17"/>
    <p:sldLayoutId id="2147483942" r:id="rId18"/>
    <p:sldLayoutId id="2147483943" r:id="rId19"/>
    <p:sldLayoutId id="2147483922" r:id="rId20"/>
    <p:sldLayoutId id="2147483924" r:id="rId21"/>
    <p:sldLayoutId id="2147483919" r:id="rId22"/>
    <p:sldLayoutId id="2147483926" r:id="rId23"/>
    <p:sldLayoutId id="2147483946" r:id="rId24"/>
    <p:sldLayoutId id="2147483927" r:id="rId25"/>
  </p:sldLayoutIdLst>
  <p:hf hdr="0" ftr="0" dt="0"/>
  <p:txStyles>
    <p:titleStyle>
      <a:lvl1pPr marL="72000" algn="l" defTabSz="342900" rtl="0" eaLnBrk="1" latinLnBrk="0" hangingPunct="1">
        <a:spcBef>
          <a:spcPct val="0"/>
        </a:spcBef>
        <a:buNone/>
        <a:defRPr lang="en-US" sz="2800" b="1" kern="1200" dirty="0">
          <a:solidFill>
            <a:schemeClr val="tx1"/>
          </a:solidFill>
          <a:latin typeface="Calibri" panose="020F0502020204030204" pitchFamily="34" charset="0"/>
          <a:ea typeface="+mj-ea"/>
          <a:cs typeface="Calibri" panose="020F0502020204030204" pitchFamily="34" charset="0"/>
        </a:defRPr>
      </a:lvl1pPr>
    </p:titleStyle>
    <p:bodyStyle>
      <a:lvl1pPr marL="257175" indent="-257175" algn="l" defTabSz="342900" rtl="0" eaLnBrk="1" latinLnBrk="0" hangingPunct="1">
        <a:spcBef>
          <a:spcPts val="600"/>
        </a:spcBef>
        <a:spcAft>
          <a:spcPts val="0"/>
        </a:spcAft>
        <a:buClrTx/>
        <a:buFont typeface="Arial" panose="020B0604020202020204" pitchFamily="34" charset="0"/>
        <a:buChar char="•"/>
        <a:defRPr sz="2400" kern="1200">
          <a:solidFill>
            <a:schemeClr val="tx1"/>
          </a:solidFill>
          <a:latin typeface="Calibri" panose="020F0502020204030204" pitchFamily="34" charset="0"/>
          <a:ea typeface="+mn-ea"/>
          <a:cs typeface="Calibri" panose="020F0502020204030204" pitchFamily="34" charset="0"/>
        </a:defRPr>
      </a:lvl1pPr>
      <a:lvl2pPr marL="571500" indent="-228600" algn="l" defTabSz="342900" rtl="0" eaLnBrk="1" latinLnBrk="0" hangingPunct="1">
        <a:spcBef>
          <a:spcPts val="600"/>
        </a:spcBef>
        <a:spcAft>
          <a:spcPts val="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2pPr>
      <a:lvl3pPr marL="857250" indent="-171450" algn="l" defTabSz="342900" rtl="0" eaLnBrk="1" latinLnBrk="0" hangingPunct="1">
        <a:spcBef>
          <a:spcPts val="600"/>
        </a:spcBef>
        <a:spcAft>
          <a:spcPts val="0"/>
        </a:spcAft>
        <a:buClrTx/>
        <a:buSzPct val="100000"/>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3pPr>
      <a:lvl4pPr marL="12001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4pPr>
      <a:lvl5pPr marL="15430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29.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30.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5.xml"/><Relationship Id="rId1" Type="http://schemas.openxmlformats.org/officeDocument/2006/relationships/tags" Target="../tags/tag31.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6.xml"/><Relationship Id="rId1" Type="http://schemas.openxmlformats.org/officeDocument/2006/relationships/tags" Target="../tags/tag32.xml"/></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6.xml"/><Relationship Id="rId1" Type="http://schemas.openxmlformats.org/officeDocument/2006/relationships/tags" Target="../tags/tag33.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6.xml"/><Relationship Id="rId1" Type="http://schemas.openxmlformats.org/officeDocument/2006/relationships/tags" Target="../tags/tag34.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6.xml"/><Relationship Id="rId1" Type="http://schemas.openxmlformats.org/officeDocument/2006/relationships/tags" Target="../tags/tag35.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16.gif"/><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6.xml"/><Relationship Id="rId1" Type="http://schemas.openxmlformats.org/officeDocument/2006/relationships/tags" Target="../tags/tag36.xml"/></Relationships>
</file>

<file path=ppt/slides/_rels/slide13.xml.rels><?xml version="1.0" encoding="UTF-8" standalone="yes"?>
<Relationships xmlns="http://schemas.openxmlformats.org/package/2006/relationships"><Relationship Id="rId3" Type="http://schemas.openxmlformats.org/officeDocument/2006/relationships/image" Target="../media/image17.gif"/><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image" Target="../media/image18.gif"/><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6.xml"/><Relationship Id="rId1" Type="http://schemas.openxmlformats.org/officeDocument/2006/relationships/tags" Target="../tags/tag37.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6.xml"/><Relationship Id="rId1" Type="http://schemas.openxmlformats.org/officeDocument/2006/relationships/tags" Target="../tags/tag38.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6.xml"/><Relationship Id="rId1" Type="http://schemas.openxmlformats.org/officeDocument/2006/relationships/tags" Target="../tags/tag39.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6.xml"/><Relationship Id="rId1" Type="http://schemas.openxmlformats.org/officeDocument/2006/relationships/tags" Target="../tags/tag40.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1.xml"/><Relationship Id="rId1" Type="http://schemas.openxmlformats.org/officeDocument/2006/relationships/tags" Target="../tags/tag41.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0.xml"/><Relationship Id="rId1" Type="http://schemas.openxmlformats.org/officeDocument/2006/relationships/tags" Target="../tags/tag42.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5.xml"/><Relationship Id="rId1" Type="http://schemas.openxmlformats.org/officeDocument/2006/relationships/tags" Target="../tags/tag43.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6.xml"/><Relationship Id="rId1" Type="http://schemas.openxmlformats.org/officeDocument/2006/relationships/tags" Target="../tags/tag44.xml"/></Relationships>
</file>

<file path=ppt/slides/_rels/slide2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0.xml"/><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6.xml"/><Relationship Id="rId1" Type="http://schemas.openxmlformats.org/officeDocument/2006/relationships/tags" Target="../tags/tag45.xml"/></Relationships>
</file>

<file path=ppt/slides/_rels/slide2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2.xml"/><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3.xml"/><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6.xml"/><Relationship Id="rId1" Type="http://schemas.openxmlformats.org/officeDocument/2006/relationships/tags" Target="../tags/tag46.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6.xml"/><Relationship Id="rId1" Type="http://schemas.openxmlformats.org/officeDocument/2006/relationships/tags" Target="../tags/tag47.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6.xml"/><Relationship Id="rId1" Type="http://schemas.openxmlformats.org/officeDocument/2006/relationships/tags" Target="../tags/tag48.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1.xml"/><Relationship Id="rId1" Type="http://schemas.openxmlformats.org/officeDocument/2006/relationships/tags" Target="../tags/tag49.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20.xml"/><Relationship Id="rId1" Type="http://schemas.openxmlformats.org/officeDocument/2006/relationships/tags" Target="../tags/tag50.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5.xml"/><Relationship Id="rId1" Type="http://schemas.openxmlformats.org/officeDocument/2006/relationships/tags" Target="../tags/tag51.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6.xml"/><Relationship Id="rId1" Type="http://schemas.openxmlformats.org/officeDocument/2006/relationships/tags" Target="../tags/tag52.xml"/></Relationships>
</file>

<file path=ppt/slides/_rels/slide3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0.xml"/><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1.xml"/><Relationship Id="rId1" Type="http://schemas.openxmlformats.org/officeDocument/2006/relationships/slideLayout" Target="../slideLayouts/slideLayout8.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6.xml"/><Relationship Id="rId1" Type="http://schemas.openxmlformats.org/officeDocument/2006/relationships/tags" Target="../tags/tag53.xml"/></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6.xml"/><Relationship Id="rId1" Type="http://schemas.openxmlformats.org/officeDocument/2006/relationships/tags" Target="../tags/tag54.xml"/><Relationship Id="rId4" Type="http://schemas.openxmlformats.org/officeDocument/2006/relationships/image" Target="../media/image25.png"/></Relationships>
</file>

<file path=ppt/slides/_rels/slide3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4.xml"/><Relationship Id="rId1" Type="http://schemas.openxmlformats.org/officeDocument/2006/relationships/slideLayout" Target="../slideLayouts/slideLayout8.xml"/></Relationships>
</file>

<file path=ppt/slides/_rels/slide4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5.xml"/><Relationship Id="rId1" Type="http://schemas.openxmlformats.org/officeDocument/2006/relationships/slideLayout" Target="../slideLayouts/slideLayout8.xml"/></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6.xml"/><Relationship Id="rId1" Type="http://schemas.openxmlformats.org/officeDocument/2006/relationships/tags" Target="../tags/tag55.xml"/><Relationship Id="rId4" Type="http://schemas.openxmlformats.org/officeDocument/2006/relationships/image" Target="../media/image28.png"/></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6.xml"/><Relationship Id="rId1" Type="http://schemas.openxmlformats.org/officeDocument/2006/relationships/tags" Target="../tags/tag56.xml"/><Relationship Id="rId4" Type="http://schemas.openxmlformats.org/officeDocument/2006/relationships/image" Target="../media/image29.png"/></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6.xml"/><Relationship Id="rId1" Type="http://schemas.openxmlformats.org/officeDocument/2006/relationships/tags" Target="../tags/tag57.xml"/></Relationships>
</file>

<file path=ppt/slides/_rels/slide4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9.xml"/><Relationship Id="rId1" Type="http://schemas.openxmlformats.org/officeDocument/2006/relationships/slideLayout" Target="../slideLayouts/slideLayout8.xml"/></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6.xml"/><Relationship Id="rId1" Type="http://schemas.openxmlformats.org/officeDocument/2006/relationships/tags" Target="../tags/tag58.xml"/></Relationships>
</file>

<file path=ppt/slides/_rels/slide4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1.xml"/><Relationship Id="rId1" Type="http://schemas.openxmlformats.org/officeDocument/2006/relationships/slideLayout" Target="../slideLayouts/slideLayout8.xml"/></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6.xml"/><Relationship Id="rId1" Type="http://schemas.openxmlformats.org/officeDocument/2006/relationships/tags" Target="../tags/tag59.xml"/></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6.xml"/><Relationship Id="rId1" Type="http://schemas.openxmlformats.org/officeDocument/2006/relationships/tags" Target="../tags/tag60.xml"/></Relationships>
</file>

<file path=ppt/slides/_rels/slide4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4.xml"/><Relationship Id="rId1" Type="http://schemas.openxmlformats.org/officeDocument/2006/relationships/slideLayout" Target="../slideLayouts/slideLayout8.xml"/></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6.xml"/><Relationship Id="rId1" Type="http://schemas.openxmlformats.org/officeDocument/2006/relationships/tags" Target="../tags/tag61.xml"/><Relationship Id="rId4" Type="http://schemas.openxmlformats.org/officeDocument/2006/relationships/image" Target="../media/image33.png"/></Relationships>
</file>

<file path=ppt/slides/_rels/slide5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46.xml"/><Relationship Id="rId1" Type="http://schemas.openxmlformats.org/officeDocument/2006/relationships/slideLayout" Target="../slideLayouts/slideLayout8.xml"/></Relationships>
</file>

<file path=ppt/slides/_rels/slide5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47.xml"/><Relationship Id="rId1" Type="http://schemas.openxmlformats.org/officeDocument/2006/relationships/slideLayout" Target="../slideLayouts/slideLayout8.xml"/></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6.xml"/><Relationship Id="rId1" Type="http://schemas.openxmlformats.org/officeDocument/2006/relationships/tags" Target="../tags/tag62.xml"/></Relationships>
</file>

<file path=ppt/slides/_rels/slide5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49.xml"/><Relationship Id="rId1" Type="http://schemas.openxmlformats.org/officeDocument/2006/relationships/slideLayout" Target="../slideLayouts/slideLayout8.xml"/></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6.xml"/><Relationship Id="rId1" Type="http://schemas.openxmlformats.org/officeDocument/2006/relationships/tags" Target="../tags/tag63.xml"/><Relationship Id="rId4" Type="http://schemas.openxmlformats.org/officeDocument/2006/relationships/image" Target="../media/image37.png"/></Relationships>
</file>

<file path=ppt/slides/_rels/slide5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51.xml"/><Relationship Id="rId1" Type="http://schemas.openxmlformats.org/officeDocument/2006/relationships/slideLayout" Target="../slideLayouts/slideLayout8.xml"/></Relationships>
</file>

<file path=ppt/slides/_rels/slide57.xml.rels><?xml version="1.0" encoding="UTF-8" standalone="yes"?>
<Relationships xmlns="http://schemas.openxmlformats.org/package/2006/relationships"><Relationship Id="rId2" Type="http://schemas.openxmlformats.org/officeDocument/2006/relationships/slideLayout" Target="../slideLayouts/slideLayout21.xml"/><Relationship Id="rId1" Type="http://schemas.openxmlformats.org/officeDocument/2006/relationships/tags" Target="../tags/tag64.xml"/></Relationships>
</file>

<file path=ppt/slides/_rels/slide58.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20.xml"/><Relationship Id="rId1" Type="http://schemas.openxmlformats.org/officeDocument/2006/relationships/tags" Target="../tags/tag6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DAB52E-2F6A-EB03-94D1-37E5FD183AAB}"/>
              </a:ext>
            </a:extLst>
          </p:cNvPr>
          <p:cNvSpPr>
            <a:spLocks noGrp="1"/>
          </p:cNvSpPr>
          <p:nvPr>
            <p:ph type="ctrTitle"/>
          </p:nvPr>
        </p:nvSpPr>
        <p:spPr/>
        <p:txBody>
          <a:bodyPr/>
          <a:lstStyle/>
          <a:p>
            <a:r>
              <a:rPr lang="en-US" dirty="0"/>
              <a:t>Exam 220-1202</a:t>
            </a:r>
          </a:p>
        </p:txBody>
      </p:sp>
      <p:sp>
        <p:nvSpPr>
          <p:cNvPr id="3" name="Subtitle 2">
            <a:extLst>
              <a:ext uri="{FF2B5EF4-FFF2-40B4-BE49-F238E27FC236}">
                <a16:creationId xmlns:a16="http://schemas.microsoft.com/office/drawing/2014/main" id="{5835EF0E-E3F9-7A6B-621F-48FD547CFEC8}"/>
              </a:ext>
            </a:extLst>
          </p:cNvPr>
          <p:cNvSpPr>
            <a:spLocks noGrp="1"/>
          </p:cNvSpPr>
          <p:nvPr>
            <p:ph type="subTitle" idx="1"/>
          </p:nvPr>
        </p:nvSpPr>
        <p:spPr/>
        <p:txBody>
          <a:bodyPr/>
          <a:lstStyle/>
          <a:p>
            <a:r>
              <a:rPr lang="en-US" dirty="0"/>
              <a:t>A+ Core 2</a:t>
            </a:r>
          </a:p>
        </p:txBody>
      </p:sp>
      <p:sp>
        <p:nvSpPr>
          <p:cNvPr id="4" name="Slide Number Placeholder 3">
            <a:extLst>
              <a:ext uri="{FF2B5EF4-FFF2-40B4-BE49-F238E27FC236}">
                <a16:creationId xmlns:a16="http://schemas.microsoft.com/office/drawing/2014/main" id="{F89EF21B-455F-6900-2C8D-BF72AAEC2C88}"/>
              </a:ext>
            </a:extLst>
          </p:cNvPr>
          <p:cNvSpPr>
            <a:spLocks noGrp="1"/>
          </p:cNvSpPr>
          <p:nvPr>
            <p:ph type="sldNum" sz="quarter" idx="10"/>
          </p:nvPr>
        </p:nvSpPr>
        <p:spPr/>
        <p:txBody>
          <a:bodyPr/>
          <a:lstStyle/>
          <a:p>
            <a:fld id="{B7CF8A19-3A9E-4ABC-B336-2FDDE321C72D}" type="slidenum">
              <a:rPr lang="en-US" smtClean="0"/>
              <a:pPr/>
              <a:t>1</a:t>
            </a:fld>
            <a:endParaRPr lang="en-US" dirty="0"/>
          </a:p>
        </p:txBody>
      </p:sp>
    </p:spTree>
    <p:custDataLst>
      <p:tags r:id="rId1"/>
    </p:custDataLst>
    <p:extLst>
      <p:ext uri="{BB962C8B-B14F-4D97-AF65-F5344CB8AC3E}">
        <p14:creationId xmlns:p14="http://schemas.microsoft.com/office/powerpoint/2010/main" val="30049021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18B874-C61D-C1CD-5C2F-3EE6B9ACD957}"/>
              </a:ext>
            </a:extLst>
          </p:cNvPr>
          <p:cNvSpPr>
            <a:spLocks noGrp="1"/>
          </p:cNvSpPr>
          <p:nvPr>
            <p:ph type="ctrTitle"/>
          </p:nvPr>
        </p:nvSpPr>
        <p:spPr/>
        <p:txBody>
          <a:bodyPr/>
          <a:lstStyle/>
          <a:p>
            <a:r>
              <a:rPr lang="en-US" dirty="0"/>
              <a:t>Supporting Other OS</a:t>
            </a:r>
          </a:p>
        </p:txBody>
      </p:sp>
      <p:sp>
        <p:nvSpPr>
          <p:cNvPr id="3" name="Subtitle 2">
            <a:extLst>
              <a:ext uri="{FF2B5EF4-FFF2-40B4-BE49-F238E27FC236}">
                <a16:creationId xmlns:a16="http://schemas.microsoft.com/office/drawing/2014/main" id="{AA29A13B-2E46-302B-AC8A-5973465E1D56}"/>
              </a:ext>
            </a:extLst>
          </p:cNvPr>
          <p:cNvSpPr>
            <a:spLocks noGrp="1"/>
          </p:cNvSpPr>
          <p:nvPr>
            <p:ph type="subTitle" idx="1"/>
          </p:nvPr>
        </p:nvSpPr>
        <p:spPr/>
        <p:txBody>
          <a:bodyPr/>
          <a:lstStyle/>
          <a:p>
            <a:r>
              <a:rPr lang="en-US" dirty="0"/>
              <a:t>Module 17</a:t>
            </a:r>
          </a:p>
        </p:txBody>
      </p:sp>
      <p:sp>
        <p:nvSpPr>
          <p:cNvPr id="4" name="Text Placeholder 3">
            <a:extLst>
              <a:ext uri="{FF2B5EF4-FFF2-40B4-BE49-F238E27FC236}">
                <a16:creationId xmlns:a16="http://schemas.microsoft.com/office/drawing/2014/main" id="{2681CB22-E73D-AD10-1B6E-E36773CE628F}"/>
              </a:ext>
            </a:extLst>
          </p:cNvPr>
          <p:cNvSpPr>
            <a:spLocks noGrp="1"/>
          </p:cNvSpPr>
          <p:nvPr>
            <p:ph type="body" sz="quarter" idx="12"/>
          </p:nvPr>
        </p:nvSpPr>
        <p:spPr/>
        <p:txBody>
          <a:bodyPr/>
          <a:lstStyle/>
          <a:p>
            <a:r>
              <a:rPr lang="en-US" dirty="0"/>
              <a:t>A+ 220-1202</a:t>
            </a:r>
          </a:p>
        </p:txBody>
      </p:sp>
      <p:sp>
        <p:nvSpPr>
          <p:cNvPr id="5" name="Slide Number Placeholder 4">
            <a:extLst>
              <a:ext uri="{FF2B5EF4-FFF2-40B4-BE49-F238E27FC236}">
                <a16:creationId xmlns:a16="http://schemas.microsoft.com/office/drawing/2014/main" id="{61C00991-C4B5-2EF1-82C2-47BDBF1F4B24}"/>
              </a:ext>
            </a:extLst>
          </p:cNvPr>
          <p:cNvSpPr>
            <a:spLocks noGrp="1"/>
          </p:cNvSpPr>
          <p:nvPr>
            <p:ph type="sldNum" sz="quarter" idx="10"/>
          </p:nvPr>
        </p:nvSpPr>
        <p:spPr/>
        <p:txBody>
          <a:bodyPr/>
          <a:lstStyle/>
          <a:p>
            <a:fld id="{B7CF8A19-3A9E-4ABC-B336-2FDDE321C72D}" type="slidenum">
              <a:rPr lang="en-US" smtClean="0"/>
              <a:pPr/>
              <a:t>2</a:t>
            </a:fld>
            <a:endParaRPr lang="en-US" dirty="0"/>
          </a:p>
        </p:txBody>
      </p:sp>
    </p:spTree>
    <p:extLst>
      <p:ext uri="{BB962C8B-B14F-4D97-AF65-F5344CB8AC3E}">
        <p14:creationId xmlns:p14="http://schemas.microsoft.com/office/powerpoint/2010/main" val="19176013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F9B06E0-25E2-2207-FA53-43B03A3DD8B6}"/>
              </a:ext>
            </a:extLst>
          </p:cNvPr>
          <p:cNvSpPr>
            <a:spLocks noGrp="1"/>
          </p:cNvSpPr>
          <p:nvPr>
            <p:ph type="title"/>
          </p:nvPr>
        </p:nvSpPr>
        <p:spPr/>
        <p:txBody>
          <a:bodyPr/>
          <a:lstStyle/>
          <a:p>
            <a:r>
              <a:rPr lang="en-US" dirty="0"/>
              <a:t>Learning Outcomes</a:t>
            </a:r>
          </a:p>
        </p:txBody>
      </p:sp>
      <p:sp>
        <p:nvSpPr>
          <p:cNvPr id="3" name="Content Placeholder 2">
            <a:extLst>
              <a:ext uri="{FF2B5EF4-FFF2-40B4-BE49-F238E27FC236}">
                <a16:creationId xmlns:a16="http://schemas.microsoft.com/office/drawing/2014/main" id="{E02E4B53-B7C6-1D08-F07F-C168A65984CB}"/>
              </a:ext>
            </a:extLst>
          </p:cNvPr>
          <p:cNvSpPr>
            <a:spLocks noGrp="1"/>
          </p:cNvSpPr>
          <p:nvPr>
            <p:ph idx="1"/>
          </p:nvPr>
        </p:nvSpPr>
        <p:spPr/>
        <p:txBody>
          <a:bodyPr>
            <a:normAutofit/>
          </a:bodyPr>
          <a:lstStyle/>
          <a:p>
            <a:pPr marL="0" indent="0">
              <a:buNone/>
            </a:pPr>
            <a:r>
              <a:rPr lang="en-US" dirty="0"/>
              <a:t>Prepare for A+ Core 2 by:</a:t>
            </a:r>
          </a:p>
          <a:p>
            <a:r>
              <a:rPr lang="en-US" dirty="0"/>
              <a:t>Identifying features of Linux</a:t>
            </a:r>
          </a:p>
          <a:p>
            <a:r>
              <a:rPr lang="en-US" dirty="0"/>
              <a:t>Identifying features of macOS</a:t>
            </a:r>
          </a:p>
        </p:txBody>
      </p:sp>
      <p:sp>
        <p:nvSpPr>
          <p:cNvPr id="4" name="Slide Number Placeholder 3">
            <a:extLst>
              <a:ext uri="{FF2B5EF4-FFF2-40B4-BE49-F238E27FC236}">
                <a16:creationId xmlns:a16="http://schemas.microsoft.com/office/drawing/2014/main" id="{C090C768-1FA1-220C-8EB0-02B46B3FAF18}"/>
              </a:ext>
            </a:extLst>
          </p:cNvPr>
          <p:cNvSpPr>
            <a:spLocks noGrp="1"/>
          </p:cNvSpPr>
          <p:nvPr>
            <p:ph type="sldNum" sz="quarter" idx="10"/>
          </p:nvPr>
        </p:nvSpPr>
        <p:spPr/>
        <p:txBody>
          <a:bodyPr/>
          <a:lstStyle/>
          <a:p>
            <a:fld id="{B7CF8A19-3A9E-4ABC-B336-2FDDE321C72D}" type="slidenum">
              <a:rPr lang="en-US" smtClean="0"/>
              <a:pPr/>
              <a:t>3</a:t>
            </a:fld>
            <a:endParaRPr lang="en-US" dirty="0"/>
          </a:p>
        </p:txBody>
      </p:sp>
    </p:spTree>
    <p:custDataLst>
      <p:tags r:id="rId1"/>
    </p:custDataLst>
    <p:extLst>
      <p:ext uri="{BB962C8B-B14F-4D97-AF65-F5344CB8AC3E}">
        <p14:creationId xmlns:p14="http://schemas.microsoft.com/office/powerpoint/2010/main" val="26152607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6B98AA-58EB-DC84-B973-B611891926FE}"/>
              </a:ext>
            </a:extLst>
          </p:cNvPr>
          <p:cNvSpPr>
            <a:spLocks noGrp="1"/>
          </p:cNvSpPr>
          <p:nvPr>
            <p:ph type="ctrTitle"/>
          </p:nvPr>
        </p:nvSpPr>
        <p:spPr/>
        <p:txBody>
          <a:bodyPr/>
          <a:lstStyle/>
          <a:p>
            <a:r>
              <a:rPr lang="en-US" dirty="0"/>
              <a:t>Linux Features</a:t>
            </a:r>
          </a:p>
        </p:txBody>
      </p:sp>
      <p:sp>
        <p:nvSpPr>
          <p:cNvPr id="3" name="Subtitle 2">
            <a:extLst>
              <a:ext uri="{FF2B5EF4-FFF2-40B4-BE49-F238E27FC236}">
                <a16:creationId xmlns:a16="http://schemas.microsoft.com/office/drawing/2014/main" id="{F0B6EAE9-5171-04E7-4F29-4944EFFAE944}"/>
              </a:ext>
            </a:extLst>
          </p:cNvPr>
          <p:cNvSpPr>
            <a:spLocks noGrp="1"/>
          </p:cNvSpPr>
          <p:nvPr>
            <p:ph type="subTitle" idx="1"/>
          </p:nvPr>
        </p:nvSpPr>
        <p:spPr/>
        <p:txBody>
          <a:bodyPr/>
          <a:lstStyle/>
          <a:p>
            <a:r>
              <a:rPr lang="en-US" dirty="0"/>
              <a:t>Lesson 17.1</a:t>
            </a:r>
          </a:p>
        </p:txBody>
      </p:sp>
      <p:sp>
        <p:nvSpPr>
          <p:cNvPr id="4" name="Slide Number Placeholder 3">
            <a:extLst>
              <a:ext uri="{FF2B5EF4-FFF2-40B4-BE49-F238E27FC236}">
                <a16:creationId xmlns:a16="http://schemas.microsoft.com/office/drawing/2014/main" id="{DE6F990C-C4F3-BA2E-F073-9723BA7B1136}"/>
              </a:ext>
            </a:extLst>
          </p:cNvPr>
          <p:cNvSpPr>
            <a:spLocks noGrp="1"/>
          </p:cNvSpPr>
          <p:nvPr>
            <p:ph type="sldNum" sz="quarter" idx="10"/>
          </p:nvPr>
        </p:nvSpPr>
        <p:spPr/>
        <p:txBody>
          <a:bodyPr/>
          <a:lstStyle/>
          <a:p>
            <a:fld id="{B7CF8A19-3A9E-4ABC-B336-2FDDE321C72D}" type="slidenum">
              <a:rPr lang="en-US" smtClean="0"/>
              <a:pPr/>
              <a:t>4</a:t>
            </a:fld>
            <a:endParaRPr lang="en-US" dirty="0"/>
          </a:p>
        </p:txBody>
      </p:sp>
    </p:spTree>
    <p:custDataLst>
      <p:tags r:id="rId1"/>
    </p:custDataLst>
    <p:extLst>
      <p:ext uri="{BB962C8B-B14F-4D97-AF65-F5344CB8AC3E}">
        <p14:creationId xmlns:p14="http://schemas.microsoft.com/office/powerpoint/2010/main" val="23492934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A959CE-E8A6-7774-EBC2-43B088102650}"/>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D8D2E8D4-2F17-3D2C-7952-D0C3A7AB2EAD}"/>
              </a:ext>
            </a:extLst>
          </p:cNvPr>
          <p:cNvSpPr>
            <a:spLocks noGrp="1"/>
          </p:cNvSpPr>
          <p:nvPr>
            <p:ph type="title"/>
          </p:nvPr>
        </p:nvSpPr>
        <p:spPr/>
        <p:txBody>
          <a:bodyPr/>
          <a:lstStyle/>
          <a:p>
            <a:r>
              <a:rPr lang="en-US" b="1" i="0" dirty="0">
                <a:solidFill>
                  <a:srgbClr val="253644"/>
                </a:solidFill>
                <a:effectLst/>
              </a:rPr>
              <a:t>Shells, Terminals, and Consoles </a:t>
            </a:r>
            <a:r>
              <a:rPr lang="en-US" sz="2000" b="1" i="0" dirty="0">
                <a:solidFill>
                  <a:srgbClr val="253644"/>
                </a:solidFill>
                <a:effectLst/>
              </a:rPr>
              <a:t>(Slide 1 of 2)</a:t>
            </a:r>
            <a:endParaRPr lang="en-US" sz="2000" dirty="0">
              <a:solidFill>
                <a:srgbClr val="253644"/>
              </a:solidFill>
            </a:endParaRPr>
          </a:p>
        </p:txBody>
      </p:sp>
      <p:sp>
        <p:nvSpPr>
          <p:cNvPr id="3" name="Content Placeholder 2">
            <a:extLst>
              <a:ext uri="{FF2B5EF4-FFF2-40B4-BE49-F238E27FC236}">
                <a16:creationId xmlns:a16="http://schemas.microsoft.com/office/drawing/2014/main" id="{C6F96774-36B8-B8FC-7220-DEB733B577E6}"/>
              </a:ext>
            </a:extLst>
          </p:cNvPr>
          <p:cNvSpPr>
            <a:spLocks noGrp="1"/>
          </p:cNvSpPr>
          <p:nvPr>
            <p:ph idx="1"/>
          </p:nvPr>
        </p:nvSpPr>
        <p:spPr>
          <a:xfrm>
            <a:off x="146050" y="746760"/>
            <a:ext cx="8066925" cy="4046220"/>
          </a:xfrm>
        </p:spPr>
        <p:txBody>
          <a:bodyPr vert="horz" lIns="91440" tIns="45720" rIns="91440" bIns="45720" rtlCol="0" anchor="t">
            <a:normAutofit/>
          </a:bodyPr>
          <a:lstStyle/>
          <a:p>
            <a:r>
              <a:rPr lang="en-US" dirty="0">
                <a:latin typeface="Calibri"/>
                <a:ea typeface="Calibri"/>
                <a:cs typeface="Calibri"/>
              </a:rPr>
              <a:t>Bootloader</a:t>
            </a:r>
          </a:p>
          <a:p>
            <a:r>
              <a:rPr lang="en-US" dirty="0">
                <a:latin typeface="Calibri"/>
                <a:ea typeface="Calibri"/>
                <a:cs typeface="Calibri"/>
              </a:rPr>
              <a:t>Shell and Terminal</a:t>
            </a:r>
          </a:p>
          <a:p>
            <a:pPr lvl="1"/>
            <a:r>
              <a:rPr lang="en-US" dirty="0">
                <a:latin typeface="Calibri"/>
                <a:ea typeface="Calibri"/>
                <a:cs typeface="Calibri"/>
              </a:rPr>
              <a:t>Shell provides command line interface for user</a:t>
            </a:r>
          </a:p>
          <a:p>
            <a:pPr lvl="1"/>
            <a:r>
              <a:rPr lang="en-US" dirty="0">
                <a:latin typeface="Calibri"/>
                <a:ea typeface="Calibri"/>
                <a:cs typeface="Calibri"/>
              </a:rPr>
              <a:t>Bash, zsh, ksh are popular shells</a:t>
            </a:r>
          </a:p>
          <a:p>
            <a:pPr lvl="1"/>
            <a:r>
              <a:rPr lang="en-US" dirty="0">
                <a:latin typeface="Calibri"/>
                <a:ea typeface="Calibri"/>
                <a:cs typeface="Calibri"/>
              </a:rPr>
              <a:t>Terminal application connects to shell interpreter</a:t>
            </a:r>
          </a:p>
          <a:p>
            <a:pPr lvl="2"/>
            <a:r>
              <a:rPr lang="en-US" dirty="0">
                <a:latin typeface="Calibri"/>
                <a:ea typeface="Calibri"/>
                <a:cs typeface="Calibri"/>
              </a:rPr>
              <a:t>stdin, stdout, stderr</a:t>
            </a:r>
          </a:p>
          <a:p>
            <a:r>
              <a:rPr lang="en-US" dirty="0">
                <a:latin typeface="Calibri"/>
                <a:ea typeface="Calibri"/>
                <a:cs typeface="Calibri"/>
              </a:rPr>
              <a:t>Desktop environment</a:t>
            </a:r>
          </a:p>
          <a:p>
            <a:pPr lvl="1"/>
            <a:r>
              <a:rPr lang="en-US" dirty="0">
                <a:latin typeface="Calibri"/>
                <a:ea typeface="Calibri"/>
                <a:cs typeface="Calibri"/>
              </a:rPr>
              <a:t>GUI for user interaction</a:t>
            </a:r>
          </a:p>
          <a:p>
            <a:r>
              <a:rPr lang="en-US" dirty="0">
                <a:latin typeface="Calibri"/>
                <a:ea typeface="Calibri"/>
                <a:cs typeface="Calibri"/>
              </a:rPr>
              <a:t>Console switching</a:t>
            </a:r>
          </a:p>
          <a:p>
            <a:pPr lvl="1"/>
            <a:r>
              <a:rPr lang="en-US" dirty="0">
                <a:latin typeface="Calibri"/>
                <a:ea typeface="Calibri"/>
                <a:cs typeface="Calibri"/>
              </a:rPr>
              <a:t>CTRL+ALT+Fx</a:t>
            </a:r>
          </a:p>
        </p:txBody>
      </p:sp>
      <p:sp>
        <p:nvSpPr>
          <p:cNvPr id="4" name="Slide Number Placeholder 3">
            <a:extLst>
              <a:ext uri="{FF2B5EF4-FFF2-40B4-BE49-F238E27FC236}">
                <a16:creationId xmlns:a16="http://schemas.microsoft.com/office/drawing/2014/main" id="{ED45EAE5-06A0-6677-46A9-B93827B7FB3E}"/>
              </a:ext>
            </a:extLst>
          </p:cNvPr>
          <p:cNvSpPr>
            <a:spLocks noGrp="1"/>
          </p:cNvSpPr>
          <p:nvPr>
            <p:ph type="sldNum" sz="quarter" idx="10"/>
          </p:nvPr>
        </p:nvSpPr>
        <p:spPr/>
        <p:txBody>
          <a:bodyPr/>
          <a:lstStyle/>
          <a:p>
            <a:fld id="{B7CF8A19-3A9E-4ABC-B336-2FDDE321C72D}" type="slidenum">
              <a:rPr lang="en-US" smtClean="0"/>
              <a:pPr/>
              <a:t>5</a:t>
            </a:fld>
            <a:endParaRPr lang="en-US" dirty="0"/>
          </a:p>
        </p:txBody>
      </p:sp>
    </p:spTree>
    <p:custDataLst>
      <p:tags r:id="rId1"/>
    </p:custDataLst>
    <p:extLst>
      <p:ext uri="{BB962C8B-B14F-4D97-AF65-F5344CB8AC3E}">
        <p14:creationId xmlns:p14="http://schemas.microsoft.com/office/powerpoint/2010/main" val="24361420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D6DFED-F59B-382A-DD40-E60F5EBFDD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4686F3-C6B9-2FF3-CF9E-AB3478B32514}"/>
              </a:ext>
            </a:extLst>
          </p:cNvPr>
          <p:cNvSpPr>
            <a:spLocks noGrp="1"/>
          </p:cNvSpPr>
          <p:nvPr>
            <p:ph type="title"/>
          </p:nvPr>
        </p:nvSpPr>
        <p:spPr/>
        <p:txBody>
          <a:bodyPr/>
          <a:lstStyle/>
          <a:p>
            <a:r>
              <a:rPr lang="en-US" b="1" i="0" dirty="0">
                <a:solidFill>
                  <a:srgbClr val="253644"/>
                </a:solidFill>
                <a:effectLst/>
              </a:rPr>
              <a:t>Shells, Terminals, and Consoles </a:t>
            </a:r>
            <a:r>
              <a:rPr lang="en-US" sz="2000" b="1" i="0" dirty="0">
                <a:solidFill>
                  <a:srgbClr val="253644"/>
                </a:solidFill>
                <a:effectLst/>
              </a:rPr>
              <a:t>(Slide 2 of 2)</a:t>
            </a:r>
            <a:endParaRPr lang="en-US" sz="2000" dirty="0"/>
          </a:p>
        </p:txBody>
      </p:sp>
      <p:pic>
        <p:nvPicPr>
          <p:cNvPr id="6" name="Picture 5" descr="Ubuntu 20 desktop with the virtual terminal window.">
            <a:extLst>
              <a:ext uri="{FF2B5EF4-FFF2-40B4-BE49-F238E27FC236}">
                <a16:creationId xmlns:a16="http://schemas.microsoft.com/office/drawing/2014/main" id="{D1543C8B-74F5-2BCA-B097-198F7FD43AAC}"/>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758542" y="724637"/>
            <a:ext cx="5626916" cy="4220187"/>
          </a:xfrm>
          <a:prstGeom prst="rect">
            <a:avLst/>
          </a:prstGeom>
          <a:ln>
            <a:solidFill>
              <a:schemeClr val="bg1">
                <a:lumMod val="85000"/>
              </a:schemeClr>
            </a:solidFill>
          </a:ln>
        </p:spPr>
      </p:pic>
      <p:sp>
        <p:nvSpPr>
          <p:cNvPr id="3" name="Slide Number Placeholder 2">
            <a:extLst>
              <a:ext uri="{FF2B5EF4-FFF2-40B4-BE49-F238E27FC236}">
                <a16:creationId xmlns:a16="http://schemas.microsoft.com/office/drawing/2014/main" id="{FC398259-777A-5465-2F7E-A7C2224B16B6}"/>
              </a:ext>
            </a:extLst>
          </p:cNvPr>
          <p:cNvSpPr>
            <a:spLocks noGrp="1"/>
          </p:cNvSpPr>
          <p:nvPr>
            <p:ph type="sldNum" sz="quarter" idx="10"/>
          </p:nvPr>
        </p:nvSpPr>
        <p:spPr/>
        <p:txBody>
          <a:bodyPr/>
          <a:lstStyle/>
          <a:p>
            <a:fld id="{B7CF8A19-3A9E-4ABC-B336-2FDDE321C72D}" type="slidenum">
              <a:rPr lang="en-US" smtClean="0"/>
              <a:pPr/>
              <a:t>6</a:t>
            </a:fld>
            <a:endParaRPr lang="en-US" dirty="0"/>
          </a:p>
        </p:txBody>
      </p:sp>
    </p:spTree>
    <p:extLst>
      <p:ext uri="{BB962C8B-B14F-4D97-AF65-F5344CB8AC3E}">
        <p14:creationId xmlns:p14="http://schemas.microsoft.com/office/powerpoint/2010/main" val="2314844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1C0E78-15DD-74B7-D7B1-A51B6A8EFF88}"/>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F78C8793-A521-CD6B-30FC-85C8A687D49C}"/>
              </a:ext>
            </a:extLst>
          </p:cNvPr>
          <p:cNvSpPr>
            <a:spLocks noGrp="1"/>
          </p:cNvSpPr>
          <p:nvPr>
            <p:ph type="title"/>
          </p:nvPr>
        </p:nvSpPr>
        <p:spPr/>
        <p:txBody>
          <a:bodyPr/>
          <a:lstStyle/>
          <a:p>
            <a:r>
              <a:rPr lang="en-US" b="1" i="0" dirty="0">
                <a:solidFill>
                  <a:srgbClr val="253644"/>
                </a:solidFill>
                <a:effectLst/>
              </a:rPr>
              <a:t>Command Interface </a:t>
            </a:r>
            <a:r>
              <a:rPr lang="en-US" sz="2000" b="1" i="0" dirty="0">
                <a:solidFill>
                  <a:srgbClr val="253644"/>
                </a:solidFill>
                <a:effectLst/>
              </a:rPr>
              <a:t>(Slide 1 of 2)</a:t>
            </a:r>
            <a:endParaRPr lang="en-US" sz="2000" dirty="0">
              <a:solidFill>
                <a:srgbClr val="253644"/>
              </a:solidFill>
            </a:endParaRPr>
          </a:p>
        </p:txBody>
      </p:sp>
      <p:sp>
        <p:nvSpPr>
          <p:cNvPr id="3" name="Content Placeholder 2">
            <a:extLst>
              <a:ext uri="{FF2B5EF4-FFF2-40B4-BE49-F238E27FC236}">
                <a16:creationId xmlns:a16="http://schemas.microsoft.com/office/drawing/2014/main" id="{BEF0CD94-701E-BF31-F57D-0F0245971FB7}"/>
              </a:ext>
            </a:extLst>
          </p:cNvPr>
          <p:cNvSpPr>
            <a:spLocks noGrp="1"/>
          </p:cNvSpPr>
          <p:nvPr>
            <p:ph idx="1"/>
          </p:nvPr>
        </p:nvSpPr>
        <p:spPr>
          <a:xfrm>
            <a:off x="146050" y="746760"/>
            <a:ext cx="8066925" cy="4205486"/>
          </a:xfrm>
        </p:spPr>
        <p:txBody>
          <a:bodyPr vert="horz" lIns="91440" tIns="45720" rIns="91440" bIns="45720" rtlCol="0" anchor="t">
            <a:normAutofit/>
          </a:bodyPr>
          <a:lstStyle/>
          <a:p>
            <a:r>
              <a:rPr lang="en-US" dirty="0">
                <a:latin typeface="Calibri"/>
                <a:ea typeface="Calibri"/>
                <a:cs typeface="Calibri"/>
              </a:rPr>
              <a:t>Command</a:t>
            </a:r>
          </a:p>
          <a:p>
            <a:pPr lvl="1"/>
            <a:r>
              <a:rPr lang="en-US" dirty="0">
                <a:latin typeface="Calibri"/>
                <a:ea typeface="Calibri"/>
                <a:cs typeface="Calibri"/>
              </a:rPr>
              <a:t>Command to be executed</a:t>
            </a:r>
            <a:endParaRPr lang="en-US" dirty="0">
              <a:ea typeface="Calibri"/>
            </a:endParaRPr>
          </a:p>
          <a:p>
            <a:r>
              <a:rPr lang="en-US" dirty="0">
                <a:latin typeface="Calibri"/>
                <a:ea typeface="Calibri"/>
                <a:cs typeface="Calibri"/>
              </a:rPr>
              <a:t>Options</a:t>
            </a:r>
          </a:p>
          <a:p>
            <a:pPr lvl="1"/>
            <a:r>
              <a:rPr lang="en-US" dirty="0">
                <a:latin typeface="Calibri"/>
                <a:ea typeface="Calibri"/>
                <a:cs typeface="Calibri"/>
              </a:rPr>
              <a:t>Modification of the command</a:t>
            </a:r>
          </a:p>
          <a:p>
            <a:r>
              <a:rPr lang="en-US" dirty="0">
                <a:latin typeface="Calibri"/>
                <a:ea typeface="Calibri"/>
                <a:cs typeface="Calibri"/>
              </a:rPr>
              <a:t>Arguments</a:t>
            </a:r>
          </a:p>
          <a:p>
            <a:pPr lvl="1"/>
            <a:r>
              <a:rPr lang="en-US" dirty="0">
                <a:latin typeface="Calibri"/>
                <a:ea typeface="Calibri"/>
                <a:cs typeface="Calibri"/>
              </a:rPr>
              <a:t>Values that operate the command</a:t>
            </a:r>
          </a:p>
          <a:p>
            <a:r>
              <a:rPr lang="en-US" dirty="0">
                <a:latin typeface="Calibri"/>
                <a:ea typeface="Calibri"/>
                <a:cs typeface="Calibri"/>
              </a:rPr>
              <a:t>Pipes</a:t>
            </a:r>
          </a:p>
          <a:p>
            <a:pPr lvl="1"/>
            <a:r>
              <a:rPr lang="en-US" dirty="0">
                <a:latin typeface="Calibri"/>
                <a:ea typeface="Calibri"/>
                <a:cs typeface="Calibri"/>
              </a:rPr>
              <a:t>Redirection of one commands output as the input to second command</a:t>
            </a:r>
          </a:p>
          <a:p>
            <a:r>
              <a:rPr lang="en-US" dirty="0">
                <a:latin typeface="Calibri"/>
                <a:ea typeface="Calibri"/>
                <a:cs typeface="Calibri"/>
              </a:rPr>
              <a:t>String multiple commands</a:t>
            </a:r>
          </a:p>
          <a:p>
            <a:pPr lvl="1"/>
            <a:r>
              <a:rPr lang="en-US" dirty="0">
                <a:latin typeface="Calibri"/>
                <a:ea typeface="Calibri"/>
                <a:cs typeface="Calibri"/>
              </a:rPr>
              <a:t>Use semicolon (;) to string commands together</a:t>
            </a:r>
          </a:p>
        </p:txBody>
      </p:sp>
      <p:sp>
        <p:nvSpPr>
          <p:cNvPr id="4" name="Slide Number Placeholder 3">
            <a:extLst>
              <a:ext uri="{FF2B5EF4-FFF2-40B4-BE49-F238E27FC236}">
                <a16:creationId xmlns:a16="http://schemas.microsoft.com/office/drawing/2014/main" id="{5196FE1C-91F7-2159-3932-731D4DC370FC}"/>
              </a:ext>
            </a:extLst>
          </p:cNvPr>
          <p:cNvSpPr>
            <a:spLocks noGrp="1"/>
          </p:cNvSpPr>
          <p:nvPr>
            <p:ph type="sldNum" sz="quarter" idx="10"/>
          </p:nvPr>
        </p:nvSpPr>
        <p:spPr/>
        <p:txBody>
          <a:bodyPr/>
          <a:lstStyle/>
          <a:p>
            <a:fld id="{B7CF8A19-3A9E-4ABC-B336-2FDDE321C72D}" type="slidenum">
              <a:rPr lang="en-US" smtClean="0"/>
              <a:pPr/>
              <a:t>7</a:t>
            </a:fld>
            <a:endParaRPr lang="en-US" dirty="0"/>
          </a:p>
        </p:txBody>
      </p:sp>
    </p:spTree>
    <p:custDataLst>
      <p:tags r:id="rId1"/>
    </p:custDataLst>
    <p:extLst>
      <p:ext uri="{BB962C8B-B14F-4D97-AF65-F5344CB8AC3E}">
        <p14:creationId xmlns:p14="http://schemas.microsoft.com/office/powerpoint/2010/main" val="38681678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F94957-5E2F-54E8-A74F-C7AF2054F6A9}"/>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6D171DBB-DE33-B2B9-4419-DE988CCCEEC9}"/>
              </a:ext>
            </a:extLst>
          </p:cNvPr>
          <p:cNvSpPr>
            <a:spLocks noGrp="1"/>
          </p:cNvSpPr>
          <p:nvPr>
            <p:ph type="title"/>
          </p:nvPr>
        </p:nvSpPr>
        <p:spPr/>
        <p:txBody>
          <a:bodyPr/>
          <a:lstStyle/>
          <a:p>
            <a:r>
              <a:rPr lang="en-US" b="1" i="0" dirty="0">
                <a:solidFill>
                  <a:srgbClr val="253644"/>
                </a:solidFill>
                <a:effectLst/>
              </a:rPr>
              <a:t>Command Interface</a:t>
            </a:r>
            <a:r>
              <a:rPr lang="en-US" sz="2000" b="1" i="0" dirty="0">
                <a:solidFill>
                  <a:srgbClr val="253644"/>
                </a:solidFill>
                <a:effectLst/>
              </a:rPr>
              <a:t> (Slide 2 of 2)</a:t>
            </a:r>
            <a:endParaRPr lang="en-US" sz="2000" dirty="0">
              <a:solidFill>
                <a:srgbClr val="253644"/>
              </a:solidFill>
            </a:endParaRPr>
          </a:p>
        </p:txBody>
      </p:sp>
      <p:sp>
        <p:nvSpPr>
          <p:cNvPr id="3" name="Content Placeholder 2">
            <a:extLst>
              <a:ext uri="{FF2B5EF4-FFF2-40B4-BE49-F238E27FC236}">
                <a16:creationId xmlns:a16="http://schemas.microsoft.com/office/drawing/2014/main" id="{8F442D44-087D-DB02-2ED9-641D106BF328}"/>
              </a:ext>
            </a:extLst>
          </p:cNvPr>
          <p:cNvSpPr>
            <a:spLocks noGrp="1"/>
          </p:cNvSpPr>
          <p:nvPr>
            <p:ph idx="1"/>
          </p:nvPr>
        </p:nvSpPr>
        <p:spPr>
          <a:xfrm>
            <a:off x="146050" y="746760"/>
            <a:ext cx="8066925" cy="4046220"/>
          </a:xfrm>
        </p:spPr>
        <p:txBody>
          <a:bodyPr vert="horz" lIns="91440" tIns="45720" rIns="91440" bIns="45720" rtlCol="0" anchor="t">
            <a:normAutofit/>
          </a:bodyPr>
          <a:lstStyle/>
          <a:p>
            <a:r>
              <a:rPr lang="en-US" dirty="0">
                <a:latin typeface="Calibri"/>
                <a:ea typeface="Calibri"/>
                <a:cs typeface="Calibri"/>
              </a:rPr>
              <a:t>Case sensitivity</a:t>
            </a:r>
          </a:p>
          <a:p>
            <a:r>
              <a:rPr lang="en-US" dirty="0">
                <a:latin typeface="Calibri"/>
                <a:ea typeface="Calibri"/>
                <a:cs typeface="Calibri"/>
              </a:rPr>
              <a:t>Help options</a:t>
            </a:r>
          </a:p>
          <a:p>
            <a:r>
              <a:rPr lang="en-US" dirty="0">
                <a:latin typeface="Calibri"/>
                <a:ea typeface="Calibri"/>
                <a:cs typeface="Calibri"/>
              </a:rPr>
              <a:t>Text Editor</a:t>
            </a:r>
          </a:p>
          <a:p>
            <a:pPr lvl="1"/>
            <a:r>
              <a:rPr lang="en-US" dirty="0">
                <a:latin typeface="Calibri"/>
                <a:ea typeface="Calibri"/>
                <a:cs typeface="Calibri"/>
              </a:rPr>
              <a:t>vi</a:t>
            </a:r>
          </a:p>
          <a:p>
            <a:pPr lvl="1"/>
            <a:r>
              <a:rPr lang="en-US" dirty="0">
                <a:latin typeface="Calibri"/>
                <a:ea typeface="Calibri"/>
                <a:cs typeface="Calibri"/>
              </a:rPr>
              <a:t>vim </a:t>
            </a:r>
          </a:p>
          <a:p>
            <a:pPr lvl="1"/>
            <a:r>
              <a:rPr lang="en-US" dirty="0">
                <a:latin typeface="Calibri"/>
                <a:ea typeface="Calibri"/>
                <a:cs typeface="Calibri"/>
              </a:rPr>
              <a:t>nano</a:t>
            </a:r>
          </a:p>
        </p:txBody>
      </p:sp>
      <p:sp>
        <p:nvSpPr>
          <p:cNvPr id="4" name="Slide Number Placeholder 3">
            <a:extLst>
              <a:ext uri="{FF2B5EF4-FFF2-40B4-BE49-F238E27FC236}">
                <a16:creationId xmlns:a16="http://schemas.microsoft.com/office/drawing/2014/main" id="{1096A0B9-84F7-192A-2100-F93E733FDD80}"/>
              </a:ext>
            </a:extLst>
          </p:cNvPr>
          <p:cNvSpPr>
            <a:spLocks noGrp="1"/>
          </p:cNvSpPr>
          <p:nvPr>
            <p:ph type="sldNum" sz="quarter" idx="10"/>
          </p:nvPr>
        </p:nvSpPr>
        <p:spPr/>
        <p:txBody>
          <a:bodyPr/>
          <a:lstStyle/>
          <a:p>
            <a:fld id="{B7CF8A19-3A9E-4ABC-B336-2FDDE321C72D}" type="slidenum">
              <a:rPr lang="en-US" smtClean="0"/>
              <a:pPr/>
              <a:t>8</a:t>
            </a:fld>
            <a:endParaRPr lang="en-US" dirty="0"/>
          </a:p>
        </p:txBody>
      </p:sp>
    </p:spTree>
    <p:custDataLst>
      <p:tags r:id="rId1"/>
    </p:custDataLst>
    <p:extLst>
      <p:ext uri="{BB962C8B-B14F-4D97-AF65-F5344CB8AC3E}">
        <p14:creationId xmlns:p14="http://schemas.microsoft.com/office/powerpoint/2010/main" val="8746876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DD6BBD-C363-63A8-498A-8283DAA74F4C}"/>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7200FB4B-3A0D-DD32-290A-2AED17F14FD5}"/>
              </a:ext>
            </a:extLst>
          </p:cNvPr>
          <p:cNvSpPr>
            <a:spLocks noGrp="1"/>
          </p:cNvSpPr>
          <p:nvPr>
            <p:ph type="title"/>
          </p:nvPr>
        </p:nvSpPr>
        <p:spPr/>
        <p:txBody>
          <a:bodyPr/>
          <a:lstStyle/>
          <a:p>
            <a:r>
              <a:rPr lang="en-US" b="1" i="0" dirty="0">
                <a:solidFill>
                  <a:srgbClr val="253644"/>
                </a:solidFill>
                <a:effectLst/>
              </a:rPr>
              <a:t>Navigation Commands </a:t>
            </a:r>
            <a:r>
              <a:rPr lang="en-US" sz="2000" b="1" i="0" dirty="0">
                <a:solidFill>
                  <a:srgbClr val="253644"/>
                </a:solidFill>
                <a:effectLst/>
              </a:rPr>
              <a:t>(Slide 1 of 3)</a:t>
            </a:r>
            <a:endParaRPr lang="en-US" sz="2000" dirty="0">
              <a:solidFill>
                <a:srgbClr val="253644"/>
              </a:solidFill>
            </a:endParaRPr>
          </a:p>
        </p:txBody>
      </p:sp>
      <p:sp>
        <p:nvSpPr>
          <p:cNvPr id="3" name="Content Placeholder 2">
            <a:extLst>
              <a:ext uri="{FF2B5EF4-FFF2-40B4-BE49-F238E27FC236}">
                <a16:creationId xmlns:a16="http://schemas.microsoft.com/office/drawing/2014/main" id="{A01B904E-8D64-3CE1-1BF8-448762148B0B}"/>
              </a:ext>
            </a:extLst>
          </p:cNvPr>
          <p:cNvSpPr>
            <a:spLocks noGrp="1"/>
          </p:cNvSpPr>
          <p:nvPr>
            <p:ph idx="1"/>
          </p:nvPr>
        </p:nvSpPr>
        <p:spPr>
          <a:xfrm>
            <a:off x="146050" y="746759"/>
            <a:ext cx="8481902" cy="4268861"/>
          </a:xfrm>
        </p:spPr>
        <p:txBody>
          <a:bodyPr vert="horz" lIns="91440" tIns="45720" rIns="91440" bIns="45720" rtlCol="0" anchor="t">
            <a:normAutofit lnSpcReduction="10000"/>
          </a:bodyPr>
          <a:lstStyle/>
          <a:p>
            <a:r>
              <a:rPr lang="en-US" dirty="0">
                <a:latin typeface="Calibri"/>
                <a:ea typeface="Calibri"/>
                <a:cs typeface="Calibri"/>
              </a:rPr>
              <a:t>No drive letters in Linux</a:t>
            </a:r>
            <a:endParaRPr lang="en-US" dirty="0">
              <a:ea typeface="Calibri"/>
            </a:endParaRPr>
          </a:p>
          <a:p>
            <a:pPr lvl="1"/>
            <a:r>
              <a:rPr lang="en-US" dirty="0">
                <a:latin typeface="Calibri"/>
                <a:ea typeface="Calibri"/>
                <a:cs typeface="Calibri"/>
              </a:rPr>
              <a:t>Everything is a directory or sub directory of the root of the file system</a:t>
            </a:r>
          </a:p>
          <a:p>
            <a:r>
              <a:rPr lang="en-US" dirty="0">
                <a:latin typeface="Calibri"/>
                <a:ea typeface="Calibri"/>
                <a:cs typeface="Calibri"/>
              </a:rPr>
              <a:t>pwd </a:t>
            </a:r>
          </a:p>
          <a:p>
            <a:pPr lvl="1"/>
            <a:r>
              <a:rPr lang="en-US" dirty="0">
                <a:latin typeface="Calibri"/>
                <a:ea typeface="Calibri"/>
                <a:cs typeface="Calibri"/>
              </a:rPr>
              <a:t>Present working directory</a:t>
            </a:r>
          </a:p>
          <a:p>
            <a:pPr lvl="1"/>
            <a:r>
              <a:rPr lang="en-US" dirty="0">
                <a:latin typeface="Calibri"/>
                <a:ea typeface="Calibri"/>
                <a:cs typeface="Calibri"/>
              </a:rPr>
              <a:t>Your location currently within the file system</a:t>
            </a:r>
          </a:p>
          <a:p>
            <a:r>
              <a:rPr lang="en-US" dirty="0">
                <a:latin typeface="Calibri"/>
                <a:ea typeface="Calibri"/>
                <a:cs typeface="Calibri"/>
              </a:rPr>
              <a:t>cd </a:t>
            </a:r>
          </a:p>
          <a:p>
            <a:pPr lvl="1"/>
            <a:r>
              <a:rPr lang="en-US" dirty="0">
                <a:latin typeface="Calibri"/>
                <a:ea typeface="Calibri"/>
                <a:cs typeface="Calibri"/>
              </a:rPr>
              <a:t>Change directory</a:t>
            </a:r>
          </a:p>
          <a:p>
            <a:r>
              <a:rPr lang="en-US" dirty="0">
                <a:latin typeface="Calibri"/>
                <a:ea typeface="Calibri"/>
                <a:cs typeface="Calibri"/>
              </a:rPr>
              <a:t>ls </a:t>
            </a:r>
          </a:p>
          <a:p>
            <a:pPr lvl="1"/>
            <a:r>
              <a:rPr lang="en-US" dirty="0">
                <a:latin typeface="Calibri"/>
                <a:ea typeface="Calibri"/>
                <a:cs typeface="Calibri"/>
              </a:rPr>
              <a:t>List contents of directory</a:t>
            </a:r>
          </a:p>
          <a:p>
            <a:r>
              <a:rPr lang="en-US" dirty="0">
                <a:latin typeface="Calibri"/>
                <a:ea typeface="Calibri"/>
                <a:cs typeface="Calibri"/>
              </a:rPr>
              <a:t>cat </a:t>
            </a:r>
          </a:p>
          <a:p>
            <a:pPr lvl="1"/>
            <a:r>
              <a:rPr lang="en-US" dirty="0">
                <a:latin typeface="Calibri"/>
                <a:ea typeface="Calibri"/>
                <a:cs typeface="Calibri"/>
              </a:rPr>
              <a:t>Display the contents of a file</a:t>
            </a:r>
          </a:p>
        </p:txBody>
      </p:sp>
      <p:sp>
        <p:nvSpPr>
          <p:cNvPr id="4" name="Slide Number Placeholder 3">
            <a:extLst>
              <a:ext uri="{FF2B5EF4-FFF2-40B4-BE49-F238E27FC236}">
                <a16:creationId xmlns:a16="http://schemas.microsoft.com/office/drawing/2014/main" id="{49E1E10B-5218-4A87-A27E-590E704E4870}"/>
              </a:ext>
            </a:extLst>
          </p:cNvPr>
          <p:cNvSpPr>
            <a:spLocks noGrp="1"/>
          </p:cNvSpPr>
          <p:nvPr>
            <p:ph type="sldNum" sz="quarter" idx="10"/>
          </p:nvPr>
        </p:nvSpPr>
        <p:spPr/>
        <p:txBody>
          <a:bodyPr/>
          <a:lstStyle/>
          <a:p>
            <a:fld id="{B7CF8A19-3A9E-4ABC-B336-2FDDE321C72D}" type="slidenum">
              <a:rPr lang="en-US" smtClean="0"/>
              <a:pPr/>
              <a:t>9</a:t>
            </a:fld>
            <a:endParaRPr lang="en-US" dirty="0"/>
          </a:p>
        </p:txBody>
      </p:sp>
    </p:spTree>
    <p:custDataLst>
      <p:tags r:id="rId1"/>
    </p:custDataLst>
    <p:extLst>
      <p:ext uri="{BB962C8B-B14F-4D97-AF65-F5344CB8AC3E}">
        <p14:creationId xmlns:p14="http://schemas.microsoft.com/office/powerpoint/2010/main" val="34720946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BAAE0D-FA5F-750D-B894-0ED75F01AC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83ABB7-6486-49F4-C926-8E73CA5B95D0}"/>
              </a:ext>
            </a:extLst>
          </p:cNvPr>
          <p:cNvSpPr>
            <a:spLocks noGrp="1"/>
          </p:cNvSpPr>
          <p:nvPr>
            <p:ph type="title"/>
          </p:nvPr>
        </p:nvSpPr>
        <p:spPr/>
        <p:txBody>
          <a:bodyPr/>
          <a:lstStyle/>
          <a:p>
            <a:r>
              <a:rPr lang="en-US" b="1" i="0" dirty="0">
                <a:solidFill>
                  <a:srgbClr val="253644"/>
                </a:solidFill>
                <a:effectLst/>
              </a:rPr>
              <a:t>Navigation Commands </a:t>
            </a:r>
            <a:r>
              <a:rPr lang="en-US" sz="2000" b="1" i="0" dirty="0">
                <a:solidFill>
                  <a:srgbClr val="253644"/>
                </a:solidFill>
                <a:effectLst/>
              </a:rPr>
              <a:t>(Slide 2 of 3)</a:t>
            </a:r>
            <a:endParaRPr lang="en-US" sz="2000" dirty="0"/>
          </a:p>
        </p:txBody>
      </p:sp>
      <p:pic>
        <p:nvPicPr>
          <p:cNvPr id="5" name="Picture 4" descr="Ubuntu file manager displaying system directories.">
            <a:extLst>
              <a:ext uri="{FF2B5EF4-FFF2-40B4-BE49-F238E27FC236}">
                <a16:creationId xmlns:a16="http://schemas.microsoft.com/office/drawing/2014/main" id="{1E6FD344-BE48-B95D-7A3D-D2B798C3257F}"/>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825654" y="757782"/>
            <a:ext cx="5492692" cy="4119519"/>
          </a:xfrm>
          <a:prstGeom prst="rect">
            <a:avLst/>
          </a:prstGeom>
          <a:noFill/>
          <a:ln>
            <a:solidFill>
              <a:schemeClr val="bg1">
                <a:lumMod val="85000"/>
              </a:schemeClr>
            </a:solidFill>
          </a:ln>
        </p:spPr>
      </p:pic>
      <p:sp>
        <p:nvSpPr>
          <p:cNvPr id="3" name="Slide Number Placeholder 2">
            <a:extLst>
              <a:ext uri="{FF2B5EF4-FFF2-40B4-BE49-F238E27FC236}">
                <a16:creationId xmlns:a16="http://schemas.microsoft.com/office/drawing/2014/main" id="{5F5527D0-75B5-234E-DACC-BAA368928248}"/>
              </a:ext>
            </a:extLst>
          </p:cNvPr>
          <p:cNvSpPr>
            <a:spLocks noGrp="1"/>
          </p:cNvSpPr>
          <p:nvPr>
            <p:ph type="sldNum" sz="quarter" idx="10"/>
          </p:nvPr>
        </p:nvSpPr>
        <p:spPr/>
        <p:txBody>
          <a:bodyPr/>
          <a:lstStyle/>
          <a:p>
            <a:fld id="{B7CF8A19-3A9E-4ABC-B336-2FDDE321C72D}" type="slidenum">
              <a:rPr lang="en-US" smtClean="0"/>
              <a:pPr/>
              <a:t>10</a:t>
            </a:fld>
            <a:endParaRPr lang="en-US" dirty="0"/>
          </a:p>
        </p:txBody>
      </p:sp>
    </p:spTree>
    <p:extLst>
      <p:ext uri="{BB962C8B-B14F-4D97-AF65-F5344CB8AC3E}">
        <p14:creationId xmlns:p14="http://schemas.microsoft.com/office/powerpoint/2010/main" val="5294449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483741-6588-0EA7-2D26-4A8021A9A7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C6B201-B2FC-1EEF-87A2-88D08CE33F0E}"/>
              </a:ext>
            </a:extLst>
          </p:cNvPr>
          <p:cNvSpPr>
            <a:spLocks noGrp="1"/>
          </p:cNvSpPr>
          <p:nvPr>
            <p:ph type="title"/>
          </p:nvPr>
        </p:nvSpPr>
        <p:spPr/>
        <p:txBody>
          <a:bodyPr/>
          <a:lstStyle/>
          <a:p>
            <a:r>
              <a:rPr lang="en-US" b="1" i="0" dirty="0">
                <a:solidFill>
                  <a:srgbClr val="253644"/>
                </a:solidFill>
                <a:effectLst/>
              </a:rPr>
              <a:t>Navigation Commands </a:t>
            </a:r>
            <a:r>
              <a:rPr lang="en-US" sz="2000" b="1" i="0" dirty="0">
                <a:solidFill>
                  <a:srgbClr val="253644"/>
                </a:solidFill>
                <a:effectLst/>
              </a:rPr>
              <a:t>(Slide 3 of 3)</a:t>
            </a:r>
            <a:endParaRPr lang="en-US" sz="2000" dirty="0"/>
          </a:p>
        </p:txBody>
      </p:sp>
      <p:pic>
        <p:nvPicPr>
          <p:cNvPr id="5" name="Picture 4" descr="Copy  Read  Word A terminal window is open on a Linux system. The prompt displays tj@TJ-VM:~/Documents/lessons$, indicating the user is in the lessons directory within Documents. The terminal is idle, with no commands entered or executed.">
            <a:extLst>
              <a:ext uri="{FF2B5EF4-FFF2-40B4-BE49-F238E27FC236}">
                <a16:creationId xmlns:a16="http://schemas.microsoft.com/office/drawing/2014/main" id="{62CC7096-26B1-CC39-8C39-2B1A1E2AECFA}"/>
              </a:ext>
            </a:extLst>
          </p:cNvPr>
          <p:cNvPicPr>
            <a:picLocks noChangeAspect="1"/>
          </p:cNvPicPr>
          <p:nvPr/>
        </p:nvPicPr>
        <p:blipFill>
          <a:blip r:embed="rId3"/>
          <a:stretch>
            <a:fillRect/>
          </a:stretch>
        </p:blipFill>
        <p:spPr>
          <a:xfrm>
            <a:off x="904874" y="1009650"/>
            <a:ext cx="7334250" cy="3124200"/>
          </a:xfrm>
          <a:prstGeom prst="rect">
            <a:avLst/>
          </a:prstGeom>
        </p:spPr>
      </p:pic>
      <p:sp>
        <p:nvSpPr>
          <p:cNvPr id="3" name="Slide Number Placeholder 2">
            <a:extLst>
              <a:ext uri="{FF2B5EF4-FFF2-40B4-BE49-F238E27FC236}">
                <a16:creationId xmlns:a16="http://schemas.microsoft.com/office/drawing/2014/main" id="{3173D397-B6EC-02E0-6B59-23B7D493719F}"/>
              </a:ext>
            </a:extLst>
          </p:cNvPr>
          <p:cNvSpPr>
            <a:spLocks noGrp="1"/>
          </p:cNvSpPr>
          <p:nvPr>
            <p:ph type="sldNum" sz="quarter" idx="10"/>
          </p:nvPr>
        </p:nvSpPr>
        <p:spPr/>
        <p:txBody>
          <a:bodyPr/>
          <a:lstStyle/>
          <a:p>
            <a:fld id="{B7CF8A19-3A9E-4ABC-B336-2FDDE321C72D}" type="slidenum">
              <a:rPr lang="en-US" smtClean="0"/>
              <a:pPr/>
              <a:t>11</a:t>
            </a:fld>
            <a:endParaRPr lang="en-US" dirty="0"/>
          </a:p>
        </p:txBody>
      </p:sp>
    </p:spTree>
    <p:extLst>
      <p:ext uri="{BB962C8B-B14F-4D97-AF65-F5344CB8AC3E}">
        <p14:creationId xmlns:p14="http://schemas.microsoft.com/office/powerpoint/2010/main" val="3181380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ECF055-741C-AC97-FA7C-6BBC1A008993}"/>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6961D658-9DC9-1896-F5E6-07F84FB1DAD6}"/>
              </a:ext>
            </a:extLst>
          </p:cNvPr>
          <p:cNvSpPr>
            <a:spLocks noGrp="1"/>
          </p:cNvSpPr>
          <p:nvPr>
            <p:ph type="title"/>
          </p:nvPr>
        </p:nvSpPr>
        <p:spPr/>
        <p:txBody>
          <a:bodyPr/>
          <a:lstStyle/>
          <a:p>
            <a:r>
              <a:rPr lang="en-US" b="1" i="0" dirty="0">
                <a:solidFill>
                  <a:srgbClr val="253644"/>
                </a:solidFill>
                <a:effectLst/>
              </a:rPr>
              <a:t>Search Commands </a:t>
            </a:r>
            <a:r>
              <a:rPr lang="en-US" sz="2000" b="1" i="0" dirty="0">
                <a:solidFill>
                  <a:srgbClr val="253644"/>
                </a:solidFill>
                <a:effectLst/>
              </a:rPr>
              <a:t>(Slide 1 of 3)</a:t>
            </a:r>
            <a:endParaRPr lang="en-US" sz="2000" dirty="0">
              <a:solidFill>
                <a:srgbClr val="253644"/>
              </a:solidFill>
            </a:endParaRPr>
          </a:p>
        </p:txBody>
      </p:sp>
      <p:sp>
        <p:nvSpPr>
          <p:cNvPr id="3" name="Content Placeholder 2">
            <a:extLst>
              <a:ext uri="{FF2B5EF4-FFF2-40B4-BE49-F238E27FC236}">
                <a16:creationId xmlns:a16="http://schemas.microsoft.com/office/drawing/2014/main" id="{FBF46B8F-65F3-3D74-C918-46A6C98AB08F}"/>
              </a:ext>
            </a:extLst>
          </p:cNvPr>
          <p:cNvSpPr>
            <a:spLocks noGrp="1"/>
          </p:cNvSpPr>
          <p:nvPr>
            <p:ph idx="1"/>
          </p:nvPr>
        </p:nvSpPr>
        <p:spPr>
          <a:xfrm>
            <a:off x="146050" y="746760"/>
            <a:ext cx="8066925" cy="4046220"/>
          </a:xfrm>
        </p:spPr>
        <p:txBody>
          <a:bodyPr vert="horz" lIns="91440" tIns="45720" rIns="91440" bIns="45720" rtlCol="0" anchor="t">
            <a:normAutofit/>
          </a:bodyPr>
          <a:lstStyle/>
          <a:p>
            <a:r>
              <a:rPr lang="en-US" dirty="0">
                <a:latin typeface="Calibri"/>
                <a:ea typeface="Calibri"/>
                <a:cs typeface="Calibri"/>
              </a:rPr>
              <a:t>find to search for file by name, owner, size, etc.</a:t>
            </a:r>
          </a:p>
          <a:p>
            <a:r>
              <a:rPr lang="en-US" dirty="0">
                <a:latin typeface="Calibri"/>
                <a:ea typeface="Calibri"/>
                <a:cs typeface="Calibri"/>
              </a:rPr>
              <a:t>grep to search for strings within a file</a:t>
            </a:r>
          </a:p>
          <a:p>
            <a:pPr lvl="1"/>
            <a:r>
              <a:rPr lang="en-US" dirty="0">
                <a:latin typeface="Calibri"/>
                <a:ea typeface="Calibri"/>
                <a:cs typeface="Calibri"/>
              </a:rPr>
              <a:t>-i option will ignore case sensitivity</a:t>
            </a:r>
          </a:p>
          <a:p>
            <a:r>
              <a:rPr lang="en-US" dirty="0">
                <a:latin typeface="Calibri"/>
                <a:ea typeface="Calibri"/>
                <a:cs typeface="Calibri"/>
              </a:rPr>
              <a:t>Metacharacters and escaping</a:t>
            </a:r>
          </a:p>
          <a:p>
            <a:pPr lvl="1"/>
            <a:r>
              <a:rPr lang="en-US" dirty="0">
                <a:latin typeface="Calibri"/>
                <a:ea typeface="Calibri"/>
                <a:cs typeface="Calibri"/>
              </a:rPr>
              <a:t>* wildcard character</a:t>
            </a:r>
          </a:p>
          <a:p>
            <a:pPr lvl="1"/>
            <a:r>
              <a:rPr lang="en-US" dirty="0">
                <a:latin typeface="Calibri"/>
                <a:ea typeface="Calibri"/>
                <a:cs typeface="Calibri"/>
              </a:rPr>
              <a:t>Backslash \</a:t>
            </a:r>
            <a:endParaRPr lang="en-US" dirty="0">
              <a:ea typeface="Calibri"/>
            </a:endParaRPr>
          </a:p>
          <a:p>
            <a:pPr lvl="1"/>
            <a:r>
              <a:rPr lang="en-US" dirty="0">
                <a:latin typeface="Calibri"/>
                <a:ea typeface="Calibri"/>
                <a:cs typeface="Calibri"/>
              </a:rPr>
              <a:t>Single and double quotes ' ' or " "</a:t>
            </a:r>
            <a:endParaRPr lang="en-US" dirty="0">
              <a:ea typeface="Calibri"/>
            </a:endParaRPr>
          </a:p>
        </p:txBody>
      </p:sp>
      <p:sp>
        <p:nvSpPr>
          <p:cNvPr id="4" name="Slide Number Placeholder 3">
            <a:extLst>
              <a:ext uri="{FF2B5EF4-FFF2-40B4-BE49-F238E27FC236}">
                <a16:creationId xmlns:a16="http://schemas.microsoft.com/office/drawing/2014/main" id="{6DE81EE0-8B67-1CDA-7444-CD1A32DC8DEE}"/>
              </a:ext>
            </a:extLst>
          </p:cNvPr>
          <p:cNvSpPr>
            <a:spLocks noGrp="1"/>
          </p:cNvSpPr>
          <p:nvPr>
            <p:ph type="sldNum" sz="quarter" idx="10"/>
          </p:nvPr>
        </p:nvSpPr>
        <p:spPr/>
        <p:txBody>
          <a:bodyPr/>
          <a:lstStyle/>
          <a:p>
            <a:fld id="{B7CF8A19-3A9E-4ABC-B336-2FDDE321C72D}" type="slidenum">
              <a:rPr lang="en-US" smtClean="0"/>
              <a:pPr/>
              <a:t>12</a:t>
            </a:fld>
            <a:endParaRPr lang="en-US" dirty="0"/>
          </a:p>
        </p:txBody>
      </p:sp>
    </p:spTree>
    <p:custDataLst>
      <p:tags r:id="rId1"/>
    </p:custDataLst>
    <p:extLst>
      <p:ext uri="{BB962C8B-B14F-4D97-AF65-F5344CB8AC3E}">
        <p14:creationId xmlns:p14="http://schemas.microsoft.com/office/powerpoint/2010/main" val="18416012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3CA2C9-09A3-9EF6-4393-78D12D7CE4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59B2B3-6014-A1AF-FD86-B33A0FFE4B14}"/>
              </a:ext>
            </a:extLst>
          </p:cNvPr>
          <p:cNvSpPr>
            <a:spLocks noGrp="1"/>
          </p:cNvSpPr>
          <p:nvPr>
            <p:ph type="title"/>
          </p:nvPr>
        </p:nvSpPr>
        <p:spPr/>
        <p:txBody>
          <a:bodyPr/>
          <a:lstStyle/>
          <a:p>
            <a:r>
              <a:rPr lang="en-US" b="1" i="0" dirty="0">
                <a:solidFill>
                  <a:srgbClr val="253644"/>
                </a:solidFill>
                <a:effectLst/>
              </a:rPr>
              <a:t>Search Commands </a:t>
            </a:r>
            <a:r>
              <a:rPr lang="en-US" sz="2000" b="1" i="0" dirty="0">
                <a:solidFill>
                  <a:srgbClr val="253644"/>
                </a:solidFill>
                <a:effectLst/>
              </a:rPr>
              <a:t>(Slide 2 of 3)</a:t>
            </a:r>
            <a:endParaRPr lang="en-US" sz="2000" dirty="0"/>
          </a:p>
        </p:txBody>
      </p:sp>
      <p:pic>
        <p:nvPicPr>
          <p:cNvPr id="10" name="Picture 9" descr="Copy  Read  Word A terminal window is open on a Linux system. The prompt displays tj@TJ-VM:/var/log$, indicating the user is in the /var/log directory. The terminal is idle, with no commands entered or executed.">
            <a:extLst>
              <a:ext uri="{FF2B5EF4-FFF2-40B4-BE49-F238E27FC236}">
                <a16:creationId xmlns:a16="http://schemas.microsoft.com/office/drawing/2014/main" id="{DAD5EBE5-9987-7C5E-B5F3-37463964BACE}"/>
              </a:ext>
            </a:extLst>
          </p:cNvPr>
          <p:cNvPicPr>
            <a:picLocks noChangeAspect="1"/>
          </p:cNvPicPr>
          <p:nvPr/>
        </p:nvPicPr>
        <p:blipFill>
          <a:blip r:embed="rId3"/>
          <a:stretch>
            <a:fillRect/>
          </a:stretch>
        </p:blipFill>
        <p:spPr>
          <a:xfrm>
            <a:off x="1400174" y="1811585"/>
            <a:ext cx="6343650" cy="1352550"/>
          </a:xfrm>
          <a:prstGeom prst="rect">
            <a:avLst/>
          </a:prstGeom>
          <a:ln>
            <a:solidFill>
              <a:schemeClr val="bg1">
                <a:lumMod val="85000"/>
              </a:schemeClr>
            </a:solidFill>
          </a:ln>
        </p:spPr>
      </p:pic>
      <p:sp>
        <p:nvSpPr>
          <p:cNvPr id="3" name="Slide Number Placeholder 2">
            <a:extLst>
              <a:ext uri="{FF2B5EF4-FFF2-40B4-BE49-F238E27FC236}">
                <a16:creationId xmlns:a16="http://schemas.microsoft.com/office/drawing/2014/main" id="{75278A58-3C72-6065-1560-C841833F76D0}"/>
              </a:ext>
            </a:extLst>
          </p:cNvPr>
          <p:cNvSpPr>
            <a:spLocks noGrp="1"/>
          </p:cNvSpPr>
          <p:nvPr>
            <p:ph type="sldNum" sz="quarter" idx="10"/>
          </p:nvPr>
        </p:nvSpPr>
        <p:spPr/>
        <p:txBody>
          <a:bodyPr/>
          <a:lstStyle/>
          <a:p>
            <a:fld id="{B7CF8A19-3A9E-4ABC-B336-2FDDE321C72D}" type="slidenum">
              <a:rPr lang="en-US" smtClean="0"/>
              <a:pPr/>
              <a:t>13</a:t>
            </a:fld>
            <a:endParaRPr lang="en-US" dirty="0"/>
          </a:p>
        </p:txBody>
      </p:sp>
    </p:spTree>
    <p:extLst>
      <p:ext uri="{BB962C8B-B14F-4D97-AF65-F5344CB8AC3E}">
        <p14:creationId xmlns:p14="http://schemas.microsoft.com/office/powerpoint/2010/main" val="3936477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1303E8-7613-3AD4-C9C4-C131502A07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73B16E-18E4-DBCC-CF11-5088011756EF}"/>
              </a:ext>
            </a:extLst>
          </p:cNvPr>
          <p:cNvSpPr>
            <a:spLocks noGrp="1"/>
          </p:cNvSpPr>
          <p:nvPr>
            <p:ph type="title"/>
          </p:nvPr>
        </p:nvSpPr>
        <p:spPr/>
        <p:txBody>
          <a:bodyPr/>
          <a:lstStyle/>
          <a:p>
            <a:r>
              <a:rPr lang="en-US" b="1" i="0" dirty="0">
                <a:solidFill>
                  <a:srgbClr val="253644"/>
                </a:solidFill>
                <a:effectLst/>
              </a:rPr>
              <a:t>Search Commands </a:t>
            </a:r>
            <a:r>
              <a:rPr lang="en-US" sz="2000" b="1" i="0" dirty="0">
                <a:solidFill>
                  <a:srgbClr val="253644"/>
                </a:solidFill>
                <a:effectLst/>
              </a:rPr>
              <a:t>(Slide 3 of 3)</a:t>
            </a:r>
            <a:endParaRPr lang="en-US" sz="2000" dirty="0"/>
          </a:p>
        </p:txBody>
      </p:sp>
      <p:pic>
        <p:nvPicPr>
          <p:cNvPr id="4" name="Picture 3" descr="A terminal window is open on a Linux system. The prompt displays tj@TJ-VM:/var/log$, indicating the user is in the /var/log directory. The terminal is currently idle, with no commands entered or executed.">
            <a:extLst>
              <a:ext uri="{FF2B5EF4-FFF2-40B4-BE49-F238E27FC236}">
                <a16:creationId xmlns:a16="http://schemas.microsoft.com/office/drawing/2014/main" id="{8C090670-E67E-E1B2-7CED-34F67D869D54}"/>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511067" y="884165"/>
            <a:ext cx="6121866" cy="3741140"/>
          </a:xfrm>
          <a:prstGeom prst="rect">
            <a:avLst/>
          </a:prstGeom>
          <a:ln>
            <a:solidFill>
              <a:schemeClr val="bg1">
                <a:lumMod val="85000"/>
              </a:schemeClr>
            </a:solidFill>
          </a:ln>
        </p:spPr>
      </p:pic>
      <p:sp>
        <p:nvSpPr>
          <p:cNvPr id="3" name="Slide Number Placeholder 2">
            <a:extLst>
              <a:ext uri="{FF2B5EF4-FFF2-40B4-BE49-F238E27FC236}">
                <a16:creationId xmlns:a16="http://schemas.microsoft.com/office/drawing/2014/main" id="{CEA98C36-7A18-0045-2AA1-AB1C51490D48}"/>
              </a:ext>
            </a:extLst>
          </p:cNvPr>
          <p:cNvSpPr>
            <a:spLocks noGrp="1"/>
          </p:cNvSpPr>
          <p:nvPr>
            <p:ph type="sldNum" sz="quarter" idx="10"/>
          </p:nvPr>
        </p:nvSpPr>
        <p:spPr/>
        <p:txBody>
          <a:bodyPr/>
          <a:lstStyle/>
          <a:p>
            <a:fld id="{B7CF8A19-3A9E-4ABC-B336-2FDDE321C72D}" type="slidenum">
              <a:rPr lang="en-US" smtClean="0"/>
              <a:pPr/>
              <a:t>14</a:t>
            </a:fld>
            <a:endParaRPr lang="en-US" dirty="0"/>
          </a:p>
        </p:txBody>
      </p:sp>
    </p:spTree>
    <p:extLst>
      <p:ext uri="{BB962C8B-B14F-4D97-AF65-F5344CB8AC3E}">
        <p14:creationId xmlns:p14="http://schemas.microsoft.com/office/powerpoint/2010/main" val="1115684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7BFD24-6BB5-7BD3-9ABE-01263008046E}"/>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D493B579-BE82-6337-4CE7-049ECDCEA590}"/>
              </a:ext>
            </a:extLst>
          </p:cNvPr>
          <p:cNvSpPr>
            <a:spLocks noGrp="1"/>
          </p:cNvSpPr>
          <p:nvPr>
            <p:ph type="title"/>
          </p:nvPr>
        </p:nvSpPr>
        <p:spPr/>
        <p:txBody>
          <a:bodyPr/>
          <a:lstStyle/>
          <a:p>
            <a:r>
              <a:rPr lang="en-US" b="1" i="0" dirty="0">
                <a:solidFill>
                  <a:srgbClr val="253644"/>
                </a:solidFill>
                <a:effectLst/>
              </a:rPr>
              <a:t>Filesystem Management</a:t>
            </a:r>
            <a:endParaRPr lang="en-US" sz="2000" dirty="0">
              <a:solidFill>
                <a:srgbClr val="253644"/>
              </a:solidFill>
            </a:endParaRPr>
          </a:p>
        </p:txBody>
      </p:sp>
      <p:sp>
        <p:nvSpPr>
          <p:cNvPr id="3" name="Content Placeholder 2">
            <a:extLst>
              <a:ext uri="{FF2B5EF4-FFF2-40B4-BE49-F238E27FC236}">
                <a16:creationId xmlns:a16="http://schemas.microsoft.com/office/drawing/2014/main" id="{BAB06EB0-33B2-B513-6C4B-408F52305AF2}"/>
              </a:ext>
            </a:extLst>
          </p:cNvPr>
          <p:cNvSpPr>
            <a:spLocks noGrp="1"/>
          </p:cNvSpPr>
          <p:nvPr>
            <p:ph idx="1"/>
          </p:nvPr>
        </p:nvSpPr>
        <p:spPr>
          <a:xfrm>
            <a:off x="146050" y="746760"/>
            <a:ext cx="8066925" cy="4046220"/>
          </a:xfrm>
        </p:spPr>
        <p:txBody>
          <a:bodyPr vert="horz" lIns="91440" tIns="45720" rIns="91440" bIns="45720" rtlCol="0" anchor="t">
            <a:normAutofit/>
          </a:bodyPr>
          <a:lstStyle/>
          <a:p>
            <a:r>
              <a:rPr lang="en-US" dirty="0">
                <a:latin typeface="Calibri"/>
                <a:ea typeface="Calibri"/>
                <a:cs typeface="Calibri"/>
              </a:rPr>
              <a:t>mount</a:t>
            </a:r>
            <a:endParaRPr lang="en-US" dirty="0">
              <a:ea typeface="Calibri"/>
            </a:endParaRPr>
          </a:p>
          <a:p>
            <a:pPr lvl="1"/>
            <a:r>
              <a:rPr lang="en-US" dirty="0">
                <a:latin typeface="Calibri"/>
                <a:ea typeface="Calibri"/>
                <a:cs typeface="Calibri"/>
              </a:rPr>
              <a:t>Logical connection of file system to the OS</a:t>
            </a:r>
          </a:p>
          <a:p>
            <a:r>
              <a:rPr lang="en-US" dirty="0">
                <a:latin typeface="Calibri"/>
                <a:ea typeface="Calibri"/>
                <a:cs typeface="Calibri"/>
              </a:rPr>
              <a:t>/etc/fstab</a:t>
            </a:r>
          </a:p>
          <a:p>
            <a:pPr lvl="1"/>
            <a:r>
              <a:rPr lang="en-US" dirty="0">
                <a:latin typeface="Calibri"/>
                <a:ea typeface="Calibri"/>
                <a:cs typeface="Calibri"/>
              </a:rPr>
              <a:t>File system information file dictating file system mount points</a:t>
            </a:r>
          </a:p>
          <a:p>
            <a:r>
              <a:rPr lang="en-US" dirty="0">
                <a:latin typeface="Calibri"/>
                <a:ea typeface="Calibri"/>
                <a:cs typeface="Calibri"/>
              </a:rPr>
              <a:t>fsck (File system check)</a:t>
            </a:r>
          </a:p>
          <a:p>
            <a:pPr lvl="1"/>
            <a:r>
              <a:rPr lang="en-US" dirty="0">
                <a:latin typeface="Calibri"/>
                <a:ea typeface="Calibri"/>
                <a:cs typeface="Calibri"/>
              </a:rPr>
              <a:t>Check and repair utility</a:t>
            </a:r>
            <a:endParaRPr lang="en-US" dirty="0">
              <a:ea typeface="Calibri"/>
            </a:endParaRPr>
          </a:p>
        </p:txBody>
      </p:sp>
      <p:sp>
        <p:nvSpPr>
          <p:cNvPr id="4" name="Slide Number Placeholder 3">
            <a:extLst>
              <a:ext uri="{FF2B5EF4-FFF2-40B4-BE49-F238E27FC236}">
                <a16:creationId xmlns:a16="http://schemas.microsoft.com/office/drawing/2014/main" id="{E90D5A5E-54FB-EB7F-B4A7-DEF09125349B}"/>
              </a:ext>
            </a:extLst>
          </p:cNvPr>
          <p:cNvSpPr>
            <a:spLocks noGrp="1"/>
          </p:cNvSpPr>
          <p:nvPr>
            <p:ph type="sldNum" sz="quarter" idx="10"/>
          </p:nvPr>
        </p:nvSpPr>
        <p:spPr/>
        <p:txBody>
          <a:bodyPr/>
          <a:lstStyle/>
          <a:p>
            <a:fld id="{B7CF8A19-3A9E-4ABC-B336-2FDDE321C72D}" type="slidenum">
              <a:rPr lang="en-US" smtClean="0"/>
              <a:pPr/>
              <a:t>15</a:t>
            </a:fld>
            <a:endParaRPr lang="en-US" dirty="0"/>
          </a:p>
        </p:txBody>
      </p:sp>
    </p:spTree>
    <p:custDataLst>
      <p:tags r:id="rId1"/>
    </p:custDataLst>
    <p:extLst>
      <p:ext uri="{BB962C8B-B14F-4D97-AF65-F5344CB8AC3E}">
        <p14:creationId xmlns:p14="http://schemas.microsoft.com/office/powerpoint/2010/main" val="39411345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A296A5-DCC6-0F21-CF69-E94E4B226B6C}"/>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DE40DBD8-8C4A-FD95-9550-B42F0101E836}"/>
              </a:ext>
            </a:extLst>
          </p:cNvPr>
          <p:cNvSpPr>
            <a:spLocks noGrp="1"/>
          </p:cNvSpPr>
          <p:nvPr>
            <p:ph type="title"/>
          </p:nvPr>
        </p:nvSpPr>
        <p:spPr/>
        <p:txBody>
          <a:bodyPr/>
          <a:lstStyle/>
          <a:p>
            <a:r>
              <a:rPr lang="en-US" b="1" i="0" dirty="0">
                <a:solidFill>
                  <a:srgbClr val="253644"/>
                </a:solidFill>
                <a:effectLst/>
              </a:rPr>
              <a:t>File Management Commands</a:t>
            </a:r>
            <a:endParaRPr lang="en-US" sz="2000" dirty="0">
              <a:solidFill>
                <a:srgbClr val="253644"/>
              </a:solidFill>
            </a:endParaRPr>
          </a:p>
        </p:txBody>
      </p:sp>
      <p:sp>
        <p:nvSpPr>
          <p:cNvPr id="3" name="Content Placeholder 2">
            <a:extLst>
              <a:ext uri="{FF2B5EF4-FFF2-40B4-BE49-F238E27FC236}">
                <a16:creationId xmlns:a16="http://schemas.microsoft.com/office/drawing/2014/main" id="{86FC6A1B-F2AE-A47F-078A-B354D260C59B}"/>
              </a:ext>
            </a:extLst>
          </p:cNvPr>
          <p:cNvSpPr>
            <a:spLocks noGrp="1"/>
          </p:cNvSpPr>
          <p:nvPr>
            <p:ph idx="1"/>
          </p:nvPr>
        </p:nvSpPr>
        <p:spPr>
          <a:xfrm>
            <a:off x="146050" y="746760"/>
            <a:ext cx="8066925" cy="4046220"/>
          </a:xfrm>
        </p:spPr>
        <p:txBody>
          <a:bodyPr vert="horz" lIns="91440" tIns="45720" rIns="91440" bIns="45720" rtlCol="0" anchor="t">
            <a:normAutofit lnSpcReduction="10000"/>
          </a:bodyPr>
          <a:lstStyle/>
          <a:p>
            <a:r>
              <a:rPr lang="en-US" dirty="0">
                <a:latin typeface="Calibri"/>
                <a:ea typeface="Calibri"/>
                <a:cs typeface="Calibri"/>
              </a:rPr>
              <a:t>cp </a:t>
            </a:r>
          </a:p>
          <a:p>
            <a:pPr lvl="1"/>
            <a:r>
              <a:rPr lang="en-US" dirty="0">
                <a:latin typeface="Calibri"/>
                <a:ea typeface="Calibri"/>
                <a:cs typeface="Calibri"/>
              </a:rPr>
              <a:t>copy</a:t>
            </a:r>
            <a:endParaRPr lang="en-US" dirty="0">
              <a:ea typeface="Calibri"/>
            </a:endParaRPr>
          </a:p>
          <a:p>
            <a:r>
              <a:rPr lang="en-US" dirty="0">
                <a:latin typeface="Calibri"/>
                <a:ea typeface="Calibri"/>
                <a:cs typeface="Calibri"/>
              </a:rPr>
              <a:t>mv </a:t>
            </a:r>
          </a:p>
          <a:p>
            <a:pPr lvl="1"/>
            <a:r>
              <a:rPr lang="en-US" dirty="0">
                <a:latin typeface="Calibri"/>
                <a:ea typeface="Calibri"/>
                <a:cs typeface="Calibri"/>
              </a:rPr>
              <a:t>move</a:t>
            </a:r>
            <a:endParaRPr lang="en-US" dirty="0">
              <a:ea typeface="Calibri"/>
            </a:endParaRPr>
          </a:p>
          <a:p>
            <a:r>
              <a:rPr lang="en-US" dirty="0">
                <a:latin typeface="Calibri"/>
                <a:ea typeface="Calibri"/>
                <a:cs typeface="Calibri"/>
              </a:rPr>
              <a:t>rm</a:t>
            </a:r>
          </a:p>
          <a:p>
            <a:pPr lvl="1"/>
            <a:r>
              <a:rPr lang="en-US" dirty="0">
                <a:latin typeface="Calibri"/>
                <a:ea typeface="Calibri"/>
                <a:cs typeface="Calibri"/>
              </a:rPr>
              <a:t>remove</a:t>
            </a:r>
          </a:p>
          <a:p>
            <a:r>
              <a:rPr lang="en-US" dirty="0">
                <a:latin typeface="Calibri"/>
                <a:ea typeface="Calibri"/>
                <a:cs typeface="Calibri"/>
              </a:rPr>
              <a:t>df </a:t>
            </a:r>
          </a:p>
          <a:p>
            <a:pPr lvl="1"/>
            <a:r>
              <a:rPr lang="en-US" dirty="0">
                <a:latin typeface="Calibri"/>
                <a:ea typeface="Calibri"/>
                <a:cs typeface="Calibri"/>
              </a:rPr>
              <a:t>disk space free statistics</a:t>
            </a:r>
            <a:endParaRPr lang="en-US" dirty="0">
              <a:ea typeface="Calibri"/>
            </a:endParaRPr>
          </a:p>
          <a:p>
            <a:r>
              <a:rPr lang="en-US" dirty="0">
                <a:latin typeface="Calibri"/>
                <a:ea typeface="Calibri"/>
                <a:cs typeface="Calibri"/>
              </a:rPr>
              <a:t>du </a:t>
            </a:r>
          </a:p>
          <a:p>
            <a:pPr lvl="1"/>
            <a:r>
              <a:rPr lang="en-US" dirty="0">
                <a:latin typeface="Calibri"/>
                <a:ea typeface="Calibri"/>
                <a:cs typeface="Calibri"/>
              </a:rPr>
              <a:t>disk space used statistics</a:t>
            </a:r>
            <a:endParaRPr lang="en-US" dirty="0">
              <a:ea typeface="Calibri"/>
            </a:endParaRPr>
          </a:p>
        </p:txBody>
      </p:sp>
      <p:sp>
        <p:nvSpPr>
          <p:cNvPr id="4" name="Slide Number Placeholder 3">
            <a:extLst>
              <a:ext uri="{FF2B5EF4-FFF2-40B4-BE49-F238E27FC236}">
                <a16:creationId xmlns:a16="http://schemas.microsoft.com/office/drawing/2014/main" id="{C5800709-3639-2801-AA3C-2D415870F8B0}"/>
              </a:ext>
            </a:extLst>
          </p:cNvPr>
          <p:cNvSpPr>
            <a:spLocks noGrp="1"/>
          </p:cNvSpPr>
          <p:nvPr>
            <p:ph type="sldNum" sz="quarter" idx="10"/>
          </p:nvPr>
        </p:nvSpPr>
        <p:spPr/>
        <p:txBody>
          <a:bodyPr/>
          <a:lstStyle/>
          <a:p>
            <a:fld id="{B7CF8A19-3A9E-4ABC-B336-2FDDE321C72D}" type="slidenum">
              <a:rPr lang="en-US" smtClean="0"/>
              <a:pPr/>
              <a:t>16</a:t>
            </a:fld>
            <a:endParaRPr lang="en-US" dirty="0"/>
          </a:p>
        </p:txBody>
      </p:sp>
    </p:spTree>
    <p:custDataLst>
      <p:tags r:id="rId1"/>
    </p:custDataLst>
    <p:extLst>
      <p:ext uri="{BB962C8B-B14F-4D97-AF65-F5344CB8AC3E}">
        <p14:creationId xmlns:p14="http://schemas.microsoft.com/office/powerpoint/2010/main" val="5192154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115E8B-396B-969B-048C-06A8D1953CFC}"/>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829B1CA5-DFDB-156B-1E6A-0E200B67005B}"/>
              </a:ext>
            </a:extLst>
          </p:cNvPr>
          <p:cNvSpPr>
            <a:spLocks noGrp="1"/>
          </p:cNvSpPr>
          <p:nvPr>
            <p:ph type="title"/>
          </p:nvPr>
        </p:nvSpPr>
        <p:spPr/>
        <p:txBody>
          <a:bodyPr/>
          <a:lstStyle/>
          <a:p>
            <a:r>
              <a:rPr lang="en-US" b="1" i="0" dirty="0">
                <a:solidFill>
                  <a:srgbClr val="253644"/>
                </a:solidFill>
                <a:effectLst/>
              </a:rPr>
              <a:t>User Account Management</a:t>
            </a:r>
            <a:endParaRPr lang="en-US" sz="2000" dirty="0">
              <a:solidFill>
                <a:srgbClr val="253644"/>
              </a:solidFill>
            </a:endParaRPr>
          </a:p>
        </p:txBody>
      </p:sp>
      <p:sp>
        <p:nvSpPr>
          <p:cNvPr id="3" name="Content Placeholder 2">
            <a:extLst>
              <a:ext uri="{FF2B5EF4-FFF2-40B4-BE49-F238E27FC236}">
                <a16:creationId xmlns:a16="http://schemas.microsoft.com/office/drawing/2014/main" id="{0C280989-8A5F-6341-D80F-E9888A38C368}"/>
              </a:ext>
            </a:extLst>
          </p:cNvPr>
          <p:cNvSpPr>
            <a:spLocks noGrp="1"/>
          </p:cNvSpPr>
          <p:nvPr>
            <p:ph idx="1"/>
          </p:nvPr>
        </p:nvSpPr>
        <p:spPr>
          <a:xfrm>
            <a:off x="146050" y="746760"/>
            <a:ext cx="8066925" cy="4046220"/>
          </a:xfrm>
        </p:spPr>
        <p:txBody>
          <a:bodyPr vert="horz" lIns="91440" tIns="45720" rIns="91440" bIns="45720" rtlCol="0" anchor="t">
            <a:normAutofit/>
          </a:bodyPr>
          <a:lstStyle/>
          <a:p>
            <a:r>
              <a:rPr lang="en-US" dirty="0">
                <a:latin typeface="Calibri"/>
                <a:ea typeface="Calibri"/>
                <a:cs typeface="Calibri"/>
              </a:rPr>
              <a:t>su</a:t>
            </a:r>
          </a:p>
          <a:p>
            <a:pPr lvl="1"/>
            <a:r>
              <a:rPr lang="en-US" dirty="0">
                <a:latin typeface="Calibri"/>
                <a:ea typeface="Calibri"/>
                <a:cs typeface="Calibri"/>
              </a:rPr>
              <a:t>switch user</a:t>
            </a:r>
            <a:endParaRPr lang="en-US" dirty="0">
              <a:ea typeface="Calibri"/>
            </a:endParaRPr>
          </a:p>
          <a:p>
            <a:r>
              <a:rPr lang="en-US" dirty="0">
                <a:latin typeface="Calibri"/>
                <a:ea typeface="Calibri"/>
                <a:cs typeface="Calibri"/>
              </a:rPr>
              <a:t>sudo</a:t>
            </a:r>
          </a:p>
          <a:p>
            <a:pPr lvl="1"/>
            <a:r>
              <a:rPr lang="en-US" dirty="0">
                <a:latin typeface="Calibri"/>
                <a:ea typeface="Calibri"/>
                <a:cs typeface="Calibri"/>
              </a:rPr>
              <a:t>Run specified commands with elevated permissions</a:t>
            </a:r>
          </a:p>
          <a:p>
            <a:pPr lvl="1"/>
            <a:r>
              <a:rPr lang="en-US" dirty="0">
                <a:latin typeface="Calibri"/>
                <a:ea typeface="Calibri"/>
                <a:cs typeface="Calibri"/>
              </a:rPr>
              <a:t>Account must be listed in /etc/sudoers file</a:t>
            </a:r>
          </a:p>
          <a:p>
            <a:r>
              <a:rPr lang="en-US" dirty="0">
                <a:latin typeface="Calibri"/>
                <a:ea typeface="Calibri"/>
                <a:cs typeface="Calibri"/>
              </a:rPr>
              <a:t>/etc/passwd</a:t>
            </a:r>
          </a:p>
          <a:p>
            <a:r>
              <a:rPr lang="en-US" dirty="0">
                <a:latin typeface="Calibri"/>
                <a:ea typeface="Calibri"/>
                <a:cs typeface="Calibri"/>
              </a:rPr>
              <a:t>/etc/shadow</a:t>
            </a:r>
          </a:p>
          <a:p>
            <a:r>
              <a:rPr lang="en-US" dirty="0">
                <a:latin typeface="Calibri"/>
                <a:ea typeface="Calibri"/>
                <a:cs typeface="Calibri"/>
              </a:rPr>
              <a:t>useradd, usermod, userdel</a:t>
            </a:r>
          </a:p>
          <a:p>
            <a:r>
              <a:rPr lang="en-US" dirty="0">
                <a:latin typeface="Calibri"/>
                <a:ea typeface="Calibri"/>
                <a:cs typeface="Calibri"/>
              </a:rPr>
              <a:t>groupadd, groupmod, groupdel</a:t>
            </a:r>
          </a:p>
        </p:txBody>
      </p:sp>
      <p:sp>
        <p:nvSpPr>
          <p:cNvPr id="4" name="Slide Number Placeholder 3">
            <a:extLst>
              <a:ext uri="{FF2B5EF4-FFF2-40B4-BE49-F238E27FC236}">
                <a16:creationId xmlns:a16="http://schemas.microsoft.com/office/drawing/2014/main" id="{C740854E-354F-004F-A1AE-F5E7A2BEA24B}"/>
              </a:ext>
            </a:extLst>
          </p:cNvPr>
          <p:cNvSpPr>
            <a:spLocks noGrp="1"/>
          </p:cNvSpPr>
          <p:nvPr>
            <p:ph type="sldNum" sz="quarter" idx="10"/>
          </p:nvPr>
        </p:nvSpPr>
        <p:spPr/>
        <p:txBody>
          <a:bodyPr/>
          <a:lstStyle/>
          <a:p>
            <a:fld id="{B7CF8A19-3A9E-4ABC-B336-2FDDE321C72D}" type="slidenum">
              <a:rPr lang="en-US" smtClean="0"/>
              <a:pPr/>
              <a:t>17</a:t>
            </a:fld>
            <a:endParaRPr lang="en-US" dirty="0"/>
          </a:p>
        </p:txBody>
      </p:sp>
    </p:spTree>
    <p:custDataLst>
      <p:tags r:id="rId1"/>
    </p:custDataLst>
    <p:extLst>
      <p:ext uri="{BB962C8B-B14F-4D97-AF65-F5344CB8AC3E}">
        <p14:creationId xmlns:p14="http://schemas.microsoft.com/office/powerpoint/2010/main" val="32670232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D78893-635C-BE8F-2C05-F35774DDCF9E}"/>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26029219-FAE6-8315-6253-6743D91ECD56}"/>
              </a:ext>
            </a:extLst>
          </p:cNvPr>
          <p:cNvSpPr>
            <a:spLocks noGrp="1"/>
          </p:cNvSpPr>
          <p:nvPr>
            <p:ph type="title"/>
          </p:nvPr>
        </p:nvSpPr>
        <p:spPr/>
        <p:txBody>
          <a:bodyPr/>
          <a:lstStyle/>
          <a:p>
            <a:r>
              <a:rPr lang="en-US" b="1" i="0" dirty="0">
                <a:solidFill>
                  <a:srgbClr val="253644"/>
                </a:solidFill>
                <a:effectLst/>
              </a:rPr>
              <a:t>File Permissions Commands </a:t>
            </a:r>
            <a:r>
              <a:rPr lang="en-US" sz="2000" b="1" i="0" dirty="0">
                <a:solidFill>
                  <a:srgbClr val="253644"/>
                </a:solidFill>
                <a:effectLst/>
              </a:rPr>
              <a:t>(Slide 1 of 2)</a:t>
            </a:r>
            <a:endParaRPr lang="en-US" sz="2000" dirty="0">
              <a:solidFill>
                <a:srgbClr val="253644"/>
              </a:solidFill>
            </a:endParaRPr>
          </a:p>
        </p:txBody>
      </p:sp>
      <p:sp>
        <p:nvSpPr>
          <p:cNvPr id="3" name="Content Placeholder 2">
            <a:extLst>
              <a:ext uri="{FF2B5EF4-FFF2-40B4-BE49-F238E27FC236}">
                <a16:creationId xmlns:a16="http://schemas.microsoft.com/office/drawing/2014/main" id="{3F9375CA-7E26-5D57-3A32-F6CA6D2D5B06}"/>
              </a:ext>
            </a:extLst>
          </p:cNvPr>
          <p:cNvSpPr>
            <a:spLocks noGrp="1"/>
          </p:cNvSpPr>
          <p:nvPr>
            <p:ph idx="1"/>
          </p:nvPr>
        </p:nvSpPr>
        <p:spPr>
          <a:xfrm>
            <a:off x="146050" y="746760"/>
            <a:ext cx="8282726" cy="4046220"/>
          </a:xfrm>
        </p:spPr>
        <p:txBody>
          <a:bodyPr vert="horz" lIns="91440" tIns="45720" rIns="91440" bIns="45720" rtlCol="0" anchor="t">
            <a:normAutofit/>
          </a:bodyPr>
          <a:lstStyle/>
          <a:p>
            <a:r>
              <a:rPr lang="en-US" dirty="0">
                <a:latin typeface="Calibri"/>
                <a:ea typeface="Calibri"/>
                <a:cs typeface="Calibri"/>
              </a:rPr>
              <a:t>Read, Write, Execute (rwx)</a:t>
            </a:r>
          </a:p>
          <a:p>
            <a:r>
              <a:rPr lang="en-US" dirty="0">
                <a:latin typeface="Calibri"/>
                <a:ea typeface="Calibri"/>
                <a:cs typeface="Calibri"/>
              </a:rPr>
              <a:t>Symbolic mode using rwx designations or - for denied permission</a:t>
            </a:r>
            <a:endParaRPr lang="en-US" dirty="0">
              <a:ea typeface="Calibri"/>
            </a:endParaRPr>
          </a:p>
          <a:p>
            <a:r>
              <a:rPr lang="en-US" dirty="0">
                <a:latin typeface="Calibri"/>
                <a:ea typeface="Calibri"/>
                <a:cs typeface="Calibri"/>
              </a:rPr>
              <a:t>Octal mode</a:t>
            </a:r>
            <a:endParaRPr lang="en-US" dirty="0">
              <a:ea typeface="Calibri"/>
            </a:endParaRPr>
          </a:p>
          <a:p>
            <a:pPr lvl="1"/>
            <a:r>
              <a:rPr lang="en-US" dirty="0">
                <a:latin typeface="Calibri"/>
                <a:ea typeface="Calibri"/>
                <a:cs typeface="Calibri"/>
              </a:rPr>
              <a:t>Read (4), Write (2), Execute (1)</a:t>
            </a:r>
          </a:p>
          <a:p>
            <a:r>
              <a:rPr lang="en-US" dirty="0">
                <a:latin typeface="Calibri"/>
                <a:ea typeface="Calibri"/>
                <a:cs typeface="Calibri"/>
              </a:rPr>
              <a:t>chmod </a:t>
            </a:r>
          </a:p>
          <a:p>
            <a:pPr lvl="1"/>
            <a:r>
              <a:rPr lang="en-US" dirty="0">
                <a:latin typeface="Calibri"/>
                <a:ea typeface="Calibri"/>
                <a:cs typeface="Calibri"/>
              </a:rPr>
              <a:t>Change or modify permissions</a:t>
            </a:r>
          </a:p>
          <a:p>
            <a:r>
              <a:rPr lang="en-US" dirty="0">
                <a:latin typeface="Calibri"/>
                <a:ea typeface="Calibri"/>
                <a:cs typeface="Calibri"/>
              </a:rPr>
              <a:t>chown </a:t>
            </a:r>
          </a:p>
          <a:p>
            <a:pPr lvl="1"/>
            <a:r>
              <a:rPr lang="en-US" dirty="0">
                <a:latin typeface="Calibri"/>
                <a:ea typeface="Calibri"/>
                <a:cs typeface="Calibri"/>
              </a:rPr>
              <a:t>Change ownership of file/directory</a:t>
            </a:r>
          </a:p>
        </p:txBody>
      </p:sp>
      <p:sp>
        <p:nvSpPr>
          <p:cNvPr id="4" name="Slide Number Placeholder 3">
            <a:extLst>
              <a:ext uri="{FF2B5EF4-FFF2-40B4-BE49-F238E27FC236}">
                <a16:creationId xmlns:a16="http://schemas.microsoft.com/office/drawing/2014/main" id="{09C20A8B-BF55-083E-1E40-7876E2051D44}"/>
              </a:ext>
            </a:extLst>
          </p:cNvPr>
          <p:cNvSpPr>
            <a:spLocks noGrp="1"/>
          </p:cNvSpPr>
          <p:nvPr>
            <p:ph type="sldNum" sz="quarter" idx="10"/>
          </p:nvPr>
        </p:nvSpPr>
        <p:spPr/>
        <p:txBody>
          <a:bodyPr/>
          <a:lstStyle/>
          <a:p>
            <a:fld id="{B7CF8A19-3A9E-4ABC-B336-2FDDE321C72D}" type="slidenum">
              <a:rPr lang="en-US" smtClean="0"/>
              <a:pPr/>
              <a:t>18</a:t>
            </a:fld>
            <a:endParaRPr lang="en-US" dirty="0"/>
          </a:p>
        </p:txBody>
      </p:sp>
    </p:spTree>
    <p:custDataLst>
      <p:tags r:id="rId1"/>
    </p:custDataLst>
    <p:extLst>
      <p:ext uri="{BB962C8B-B14F-4D97-AF65-F5344CB8AC3E}">
        <p14:creationId xmlns:p14="http://schemas.microsoft.com/office/powerpoint/2010/main" val="17604713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5993F0-CCF9-3482-7D25-B86520F9CEEB}"/>
              </a:ext>
            </a:extLst>
          </p:cNvPr>
          <p:cNvSpPr>
            <a:spLocks noGrp="1"/>
          </p:cNvSpPr>
          <p:nvPr>
            <p:ph type="title"/>
          </p:nvPr>
        </p:nvSpPr>
        <p:spPr/>
        <p:txBody>
          <a:bodyPr/>
          <a:lstStyle/>
          <a:p>
            <a:r>
              <a:rPr lang="en-US" b="1" i="0" dirty="0">
                <a:solidFill>
                  <a:srgbClr val="253644"/>
                </a:solidFill>
                <a:effectLst/>
              </a:rPr>
              <a:t>File Permissions Commands </a:t>
            </a:r>
            <a:r>
              <a:rPr lang="en-US" sz="2000" b="1" i="0" dirty="0">
                <a:solidFill>
                  <a:srgbClr val="253644"/>
                </a:solidFill>
                <a:effectLst/>
              </a:rPr>
              <a:t>(Slide 2 of 2)</a:t>
            </a:r>
            <a:endParaRPr lang="en-US" sz="2000" dirty="0"/>
          </a:p>
        </p:txBody>
      </p:sp>
      <p:pic>
        <p:nvPicPr>
          <p:cNvPr id="6" name="Picture 5" descr="A diagram showing the process of altering file permissions using c h mod with examples of original, confirmed, and modified permissions.">
            <a:extLst>
              <a:ext uri="{FF2B5EF4-FFF2-40B4-BE49-F238E27FC236}">
                <a16:creationId xmlns:a16="http://schemas.microsoft.com/office/drawing/2014/main" id="{AC9AADAD-CDE1-6C32-53CA-E900F8BFDD1C}"/>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142833" y="1168909"/>
            <a:ext cx="6858331" cy="2805681"/>
          </a:xfrm>
          <a:prstGeom prst="rect">
            <a:avLst/>
          </a:prstGeom>
          <a:ln>
            <a:noFill/>
          </a:ln>
        </p:spPr>
      </p:pic>
      <p:sp>
        <p:nvSpPr>
          <p:cNvPr id="3" name="Slide Number Placeholder 2">
            <a:extLst>
              <a:ext uri="{FF2B5EF4-FFF2-40B4-BE49-F238E27FC236}">
                <a16:creationId xmlns:a16="http://schemas.microsoft.com/office/drawing/2014/main" id="{8941DACA-7038-17B6-0AAA-8768E7AF96EB}"/>
              </a:ext>
            </a:extLst>
          </p:cNvPr>
          <p:cNvSpPr>
            <a:spLocks noGrp="1"/>
          </p:cNvSpPr>
          <p:nvPr>
            <p:ph type="sldNum" sz="quarter" idx="10"/>
          </p:nvPr>
        </p:nvSpPr>
        <p:spPr/>
        <p:txBody>
          <a:bodyPr/>
          <a:lstStyle/>
          <a:p>
            <a:fld id="{B7CF8A19-3A9E-4ABC-B336-2FDDE321C72D}" type="slidenum">
              <a:rPr lang="en-US" smtClean="0"/>
              <a:pPr/>
              <a:t>19</a:t>
            </a:fld>
            <a:endParaRPr lang="en-US" dirty="0"/>
          </a:p>
        </p:txBody>
      </p:sp>
    </p:spTree>
    <p:extLst>
      <p:ext uri="{BB962C8B-B14F-4D97-AF65-F5344CB8AC3E}">
        <p14:creationId xmlns:p14="http://schemas.microsoft.com/office/powerpoint/2010/main" val="528306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8DC704-052B-C54B-A996-63931C18722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7B1D7C6-6A50-5E9C-3F50-A9E46AEF1132}"/>
              </a:ext>
            </a:extLst>
          </p:cNvPr>
          <p:cNvSpPr>
            <a:spLocks noGrp="1"/>
          </p:cNvSpPr>
          <p:nvPr>
            <p:ph sz="quarter" idx="14"/>
          </p:nvPr>
        </p:nvSpPr>
        <p:spPr/>
        <p:txBody>
          <a:bodyPr>
            <a:normAutofit/>
          </a:bodyPr>
          <a:lstStyle/>
          <a:p>
            <a:r>
              <a:rPr lang="en-US" dirty="0"/>
              <a:t>Lab: File Management</a:t>
            </a:r>
            <a:br>
              <a:rPr lang="en-US" dirty="0"/>
            </a:br>
            <a:r>
              <a:rPr lang="en-US" sz="2000" dirty="0"/>
              <a:t>(available in CertMaster Learn and CertMaster Perform)</a:t>
            </a:r>
          </a:p>
          <a:p>
            <a:r>
              <a:rPr lang="en-US" dirty="0"/>
              <a:t>Lab: Manage Linux File Ownership</a:t>
            </a:r>
            <a:br>
              <a:rPr lang="en-US" sz="2000" dirty="0"/>
            </a:br>
            <a:r>
              <a:rPr lang="en-US" sz="2000" dirty="0"/>
              <a:t>(available in CertMaster Learn and CertMaster Perform)</a:t>
            </a:r>
          </a:p>
          <a:p>
            <a:r>
              <a:rPr lang="en-US" dirty="0"/>
              <a:t>Applied Live Lab: Report Linux Configuration Settings</a:t>
            </a:r>
            <a:br>
              <a:rPr lang="en-US" sz="2000" dirty="0"/>
            </a:br>
            <a:r>
              <a:rPr lang="en-US" sz="2000" dirty="0"/>
              <a:t>(available in CertMaster Perform and CertMaster Labs)</a:t>
            </a:r>
          </a:p>
        </p:txBody>
      </p:sp>
      <p:sp>
        <p:nvSpPr>
          <p:cNvPr id="2" name="Slide Number Placeholder 1">
            <a:extLst>
              <a:ext uri="{FF2B5EF4-FFF2-40B4-BE49-F238E27FC236}">
                <a16:creationId xmlns:a16="http://schemas.microsoft.com/office/drawing/2014/main" id="{62C2B34C-E3CA-6FD2-9D6C-111DC9821A98}"/>
              </a:ext>
            </a:extLst>
          </p:cNvPr>
          <p:cNvSpPr>
            <a:spLocks noGrp="1"/>
          </p:cNvSpPr>
          <p:nvPr>
            <p:ph type="sldNum" sz="quarter" idx="13"/>
          </p:nvPr>
        </p:nvSpPr>
        <p:spPr/>
        <p:txBody>
          <a:bodyPr/>
          <a:lstStyle/>
          <a:p>
            <a:fld id="{B7CF8A19-3A9E-4ABC-B336-2FDDE321C72D}" type="slidenum">
              <a:rPr lang="en-US" smtClean="0"/>
              <a:pPr/>
              <a:t>20</a:t>
            </a:fld>
            <a:endParaRPr lang="en-US" dirty="0"/>
          </a:p>
        </p:txBody>
      </p:sp>
    </p:spTree>
    <p:custDataLst>
      <p:tags r:id="rId1"/>
    </p:custDataLst>
    <p:extLst>
      <p:ext uri="{BB962C8B-B14F-4D97-AF65-F5344CB8AC3E}">
        <p14:creationId xmlns:p14="http://schemas.microsoft.com/office/powerpoint/2010/main" val="11695237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9300C6D-BC0D-637A-EE53-7959660BA3DB}"/>
              </a:ext>
            </a:extLst>
          </p:cNvPr>
          <p:cNvSpPr>
            <a:spLocks noGrp="1"/>
          </p:cNvSpPr>
          <p:nvPr>
            <p:ph type="title"/>
          </p:nvPr>
        </p:nvSpPr>
        <p:spPr/>
        <p:txBody>
          <a:bodyPr/>
          <a:lstStyle/>
          <a:p>
            <a:r>
              <a:rPr lang="en-US" dirty="0"/>
              <a:t>Linux Features</a:t>
            </a:r>
          </a:p>
        </p:txBody>
      </p:sp>
      <p:sp>
        <p:nvSpPr>
          <p:cNvPr id="2" name="Content Placeholder 1">
            <a:extLst>
              <a:ext uri="{FF2B5EF4-FFF2-40B4-BE49-F238E27FC236}">
                <a16:creationId xmlns:a16="http://schemas.microsoft.com/office/drawing/2014/main" id="{CC05FF38-6BD6-38E2-A21F-D565CE8948E1}"/>
              </a:ext>
            </a:extLst>
          </p:cNvPr>
          <p:cNvSpPr>
            <a:spLocks noGrp="1"/>
          </p:cNvSpPr>
          <p:nvPr>
            <p:ph sz="quarter" idx="11"/>
          </p:nvPr>
        </p:nvSpPr>
        <p:spPr>
          <a:xfrm>
            <a:off x="146050" y="748622"/>
            <a:ext cx="8870950" cy="4394877"/>
          </a:xfrm>
        </p:spPr>
        <p:txBody>
          <a:bodyPr vert="horz" lIns="91440" tIns="45720" rIns="91440" bIns="45720" rtlCol="0" anchor="t">
            <a:normAutofit/>
          </a:bodyPr>
          <a:lstStyle/>
          <a:p>
            <a:r>
              <a:rPr lang="en-US" dirty="0"/>
              <a:t>Shells, Terminals, and Consoles</a:t>
            </a:r>
          </a:p>
          <a:p>
            <a:r>
              <a:rPr lang="en-US" dirty="0"/>
              <a:t>Command Interface</a:t>
            </a:r>
          </a:p>
          <a:p>
            <a:r>
              <a:rPr lang="en-US" dirty="0"/>
              <a:t>Navigation Commands</a:t>
            </a:r>
          </a:p>
          <a:p>
            <a:r>
              <a:rPr lang="en-US" dirty="0"/>
              <a:t>Search Commands</a:t>
            </a:r>
          </a:p>
          <a:p>
            <a:r>
              <a:rPr lang="en-US" dirty="0"/>
              <a:t>Filesystem Management</a:t>
            </a:r>
          </a:p>
          <a:p>
            <a:r>
              <a:rPr lang="en-US" dirty="0"/>
              <a:t>File Management Commands</a:t>
            </a:r>
          </a:p>
          <a:p>
            <a:r>
              <a:rPr lang="en-US" dirty="0"/>
              <a:t>User Account Management</a:t>
            </a:r>
          </a:p>
          <a:p>
            <a:r>
              <a:rPr lang="en-US" dirty="0"/>
              <a:t>File Permissions Commands</a:t>
            </a:r>
          </a:p>
        </p:txBody>
      </p:sp>
      <p:sp>
        <p:nvSpPr>
          <p:cNvPr id="4" name="Slide Number Placeholder 3">
            <a:extLst>
              <a:ext uri="{FF2B5EF4-FFF2-40B4-BE49-F238E27FC236}">
                <a16:creationId xmlns:a16="http://schemas.microsoft.com/office/drawing/2014/main" id="{D5165A82-C785-4841-4A6F-B52692AEAA9A}"/>
              </a:ext>
            </a:extLst>
          </p:cNvPr>
          <p:cNvSpPr>
            <a:spLocks noGrp="1"/>
          </p:cNvSpPr>
          <p:nvPr>
            <p:ph type="sldNum" sz="quarter" idx="12"/>
          </p:nvPr>
        </p:nvSpPr>
        <p:spPr/>
        <p:txBody>
          <a:bodyPr/>
          <a:lstStyle/>
          <a:p>
            <a:fld id="{B7CF8A19-3A9E-4ABC-B336-2FDDE321C72D}" type="slidenum">
              <a:rPr lang="en-US" smtClean="0"/>
              <a:pPr/>
              <a:t>21</a:t>
            </a:fld>
            <a:endParaRPr lang="en-US" dirty="0"/>
          </a:p>
        </p:txBody>
      </p:sp>
    </p:spTree>
    <p:custDataLst>
      <p:tags r:id="rId1"/>
    </p:custDataLst>
    <p:extLst>
      <p:ext uri="{BB962C8B-B14F-4D97-AF65-F5344CB8AC3E}">
        <p14:creationId xmlns:p14="http://schemas.microsoft.com/office/powerpoint/2010/main" val="18784588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B0C41F-A5C9-C572-B03F-067825DC5C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30521E-1914-68F8-1976-F11F2B96AA83}"/>
              </a:ext>
            </a:extLst>
          </p:cNvPr>
          <p:cNvSpPr>
            <a:spLocks noGrp="1"/>
          </p:cNvSpPr>
          <p:nvPr>
            <p:ph type="ctrTitle"/>
          </p:nvPr>
        </p:nvSpPr>
        <p:spPr/>
        <p:txBody>
          <a:bodyPr/>
          <a:lstStyle/>
          <a:p>
            <a:r>
              <a:rPr lang="en-US" dirty="0"/>
              <a:t>Package and Network Management</a:t>
            </a:r>
          </a:p>
        </p:txBody>
      </p:sp>
      <p:sp>
        <p:nvSpPr>
          <p:cNvPr id="3" name="Subtitle 2">
            <a:extLst>
              <a:ext uri="{FF2B5EF4-FFF2-40B4-BE49-F238E27FC236}">
                <a16:creationId xmlns:a16="http://schemas.microsoft.com/office/drawing/2014/main" id="{59445AF6-5F6C-BC38-60CF-3F6245CB4D2E}"/>
              </a:ext>
            </a:extLst>
          </p:cNvPr>
          <p:cNvSpPr>
            <a:spLocks noGrp="1"/>
          </p:cNvSpPr>
          <p:nvPr>
            <p:ph type="subTitle" idx="1"/>
          </p:nvPr>
        </p:nvSpPr>
        <p:spPr/>
        <p:txBody>
          <a:bodyPr/>
          <a:lstStyle/>
          <a:p>
            <a:r>
              <a:rPr lang="en-US" dirty="0"/>
              <a:t>Lesson 17.2</a:t>
            </a:r>
          </a:p>
        </p:txBody>
      </p:sp>
      <p:sp>
        <p:nvSpPr>
          <p:cNvPr id="4" name="Slide Number Placeholder 3">
            <a:extLst>
              <a:ext uri="{FF2B5EF4-FFF2-40B4-BE49-F238E27FC236}">
                <a16:creationId xmlns:a16="http://schemas.microsoft.com/office/drawing/2014/main" id="{8F5ACDD8-4836-6B68-6390-624D82851D7A}"/>
              </a:ext>
            </a:extLst>
          </p:cNvPr>
          <p:cNvSpPr>
            <a:spLocks noGrp="1"/>
          </p:cNvSpPr>
          <p:nvPr>
            <p:ph type="sldNum" sz="quarter" idx="10"/>
          </p:nvPr>
        </p:nvSpPr>
        <p:spPr/>
        <p:txBody>
          <a:bodyPr/>
          <a:lstStyle/>
          <a:p>
            <a:fld id="{B7CF8A19-3A9E-4ABC-B336-2FDDE321C72D}" type="slidenum">
              <a:rPr lang="en-US" smtClean="0"/>
              <a:pPr/>
              <a:t>22</a:t>
            </a:fld>
            <a:endParaRPr lang="en-US" dirty="0"/>
          </a:p>
        </p:txBody>
      </p:sp>
    </p:spTree>
    <p:custDataLst>
      <p:tags r:id="rId1"/>
    </p:custDataLst>
    <p:extLst>
      <p:ext uri="{BB962C8B-B14F-4D97-AF65-F5344CB8AC3E}">
        <p14:creationId xmlns:p14="http://schemas.microsoft.com/office/powerpoint/2010/main" val="168694699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8064D9-DDF0-5548-2F50-3DBB9207071D}"/>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B5E035A6-F406-9D56-70DB-AA20FB723C6E}"/>
              </a:ext>
            </a:extLst>
          </p:cNvPr>
          <p:cNvSpPr>
            <a:spLocks noGrp="1"/>
          </p:cNvSpPr>
          <p:nvPr>
            <p:ph type="title"/>
          </p:nvPr>
        </p:nvSpPr>
        <p:spPr/>
        <p:txBody>
          <a:bodyPr/>
          <a:lstStyle/>
          <a:p>
            <a:r>
              <a:rPr lang="en-US" b="1" i="0" dirty="0">
                <a:solidFill>
                  <a:srgbClr val="253644"/>
                </a:solidFill>
                <a:effectLst/>
              </a:rPr>
              <a:t>Package Management Commands </a:t>
            </a:r>
            <a:r>
              <a:rPr lang="en-US" sz="2000" b="1" i="0" dirty="0">
                <a:solidFill>
                  <a:srgbClr val="253644"/>
                </a:solidFill>
                <a:effectLst/>
              </a:rPr>
              <a:t>(Slide 1 of 2)</a:t>
            </a:r>
            <a:endParaRPr lang="en-US" sz="2000" dirty="0">
              <a:solidFill>
                <a:srgbClr val="253644"/>
              </a:solidFill>
            </a:endParaRPr>
          </a:p>
        </p:txBody>
      </p:sp>
      <p:sp>
        <p:nvSpPr>
          <p:cNvPr id="3" name="Content Placeholder 2">
            <a:extLst>
              <a:ext uri="{FF2B5EF4-FFF2-40B4-BE49-F238E27FC236}">
                <a16:creationId xmlns:a16="http://schemas.microsoft.com/office/drawing/2014/main" id="{8BE8D574-67F5-4E16-5BD1-2DB5FF1EDD9E}"/>
              </a:ext>
            </a:extLst>
          </p:cNvPr>
          <p:cNvSpPr>
            <a:spLocks noGrp="1"/>
          </p:cNvSpPr>
          <p:nvPr>
            <p:ph idx="1"/>
          </p:nvPr>
        </p:nvSpPr>
        <p:spPr>
          <a:xfrm>
            <a:off x="146050" y="746760"/>
            <a:ext cx="8066925" cy="4046220"/>
          </a:xfrm>
        </p:spPr>
        <p:txBody>
          <a:bodyPr vert="horz" lIns="91440" tIns="45720" rIns="91440" bIns="45720" rtlCol="0" anchor="t">
            <a:normAutofit/>
          </a:bodyPr>
          <a:lstStyle/>
          <a:p>
            <a:r>
              <a:rPr lang="en-US" dirty="0">
                <a:latin typeface="Calibri"/>
                <a:ea typeface="Calibri"/>
                <a:cs typeface="Calibri"/>
              </a:rPr>
              <a:t>apt Debian based distros</a:t>
            </a:r>
            <a:endParaRPr lang="en-US" dirty="0">
              <a:ea typeface="Calibri"/>
            </a:endParaRPr>
          </a:p>
          <a:p>
            <a:pPr lvl="1"/>
            <a:r>
              <a:rPr lang="en-US" dirty="0">
                <a:latin typeface="Calibri"/>
                <a:ea typeface="Calibri"/>
                <a:cs typeface="Calibri"/>
              </a:rPr>
              <a:t>apt update</a:t>
            </a:r>
          </a:p>
          <a:p>
            <a:pPr lvl="1"/>
            <a:r>
              <a:rPr lang="en-US" dirty="0">
                <a:latin typeface="Calibri"/>
                <a:ea typeface="Calibri"/>
                <a:cs typeface="Calibri"/>
              </a:rPr>
              <a:t>apt upgrade</a:t>
            </a:r>
          </a:p>
          <a:p>
            <a:pPr lvl="1"/>
            <a:r>
              <a:rPr lang="en-US" dirty="0">
                <a:latin typeface="Calibri"/>
                <a:ea typeface="Calibri"/>
                <a:cs typeface="Calibri"/>
              </a:rPr>
              <a:t>apt install</a:t>
            </a:r>
          </a:p>
          <a:p>
            <a:r>
              <a:rPr lang="en-US" dirty="0">
                <a:latin typeface="Calibri"/>
                <a:ea typeface="Calibri"/>
                <a:cs typeface="Calibri"/>
              </a:rPr>
              <a:t>DNF(yum) Red Hat distros</a:t>
            </a:r>
          </a:p>
          <a:p>
            <a:pPr lvl="1"/>
            <a:r>
              <a:rPr lang="en-US" dirty="0">
                <a:latin typeface="Calibri"/>
                <a:ea typeface="Calibri"/>
                <a:cs typeface="Calibri"/>
              </a:rPr>
              <a:t>dnf check-update</a:t>
            </a:r>
          </a:p>
          <a:p>
            <a:pPr lvl="1"/>
            <a:r>
              <a:rPr lang="en-US" dirty="0">
                <a:latin typeface="Calibri"/>
                <a:ea typeface="Calibri"/>
                <a:cs typeface="Calibri"/>
              </a:rPr>
              <a:t>dnf update</a:t>
            </a:r>
          </a:p>
          <a:p>
            <a:pPr lvl="1"/>
            <a:r>
              <a:rPr lang="en-US" dirty="0">
                <a:latin typeface="Calibri"/>
                <a:ea typeface="Calibri"/>
                <a:cs typeface="Calibri"/>
              </a:rPr>
              <a:t>dnf upgrade</a:t>
            </a:r>
          </a:p>
          <a:p>
            <a:pPr lvl="1"/>
            <a:r>
              <a:rPr lang="en-US" dirty="0">
                <a:latin typeface="Calibri"/>
                <a:ea typeface="Calibri"/>
                <a:cs typeface="Calibri"/>
              </a:rPr>
              <a:t>dnf install or dnf remove</a:t>
            </a:r>
          </a:p>
          <a:p>
            <a:r>
              <a:rPr lang="en-US" dirty="0">
                <a:latin typeface="Calibri"/>
                <a:ea typeface="Calibri"/>
                <a:cs typeface="Calibri"/>
              </a:rPr>
              <a:t>Updates are retrieved from repositories (repos)</a:t>
            </a:r>
          </a:p>
        </p:txBody>
      </p:sp>
      <p:sp>
        <p:nvSpPr>
          <p:cNvPr id="4" name="Slide Number Placeholder 3">
            <a:extLst>
              <a:ext uri="{FF2B5EF4-FFF2-40B4-BE49-F238E27FC236}">
                <a16:creationId xmlns:a16="http://schemas.microsoft.com/office/drawing/2014/main" id="{B64057AE-8D40-894E-2708-B42FADB6DEF3}"/>
              </a:ext>
            </a:extLst>
          </p:cNvPr>
          <p:cNvSpPr>
            <a:spLocks noGrp="1"/>
          </p:cNvSpPr>
          <p:nvPr>
            <p:ph type="sldNum" sz="quarter" idx="10"/>
          </p:nvPr>
        </p:nvSpPr>
        <p:spPr/>
        <p:txBody>
          <a:bodyPr/>
          <a:lstStyle/>
          <a:p>
            <a:fld id="{B7CF8A19-3A9E-4ABC-B336-2FDDE321C72D}" type="slidenum">
              <a:rPr lang="en-US" smtClean="0"/>
              <a:pPr/>
              <a:t>23</a:t>
            </a:fld>
            <a:endParaRPr lang="en-US" dirty="0"/>
          </a:p>
        </p:txBody>
      </p:sp>
    </p:spTree>
    <p:custDataLst>
      <p:tags r:id="rId1"/>
    </p:custDataLst>
    <p:extLst>
      <p:ext uri="{BB962C8B-B14F-4D97-AF65-F5344CB8AC3E}">
        <p14:creationId xmlns:p14="http://schemas.microsoft.com/office/powerpoint/2010/main" val="5777670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F94738-99E2-4E29-1D85-DF6C5AE5A6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D4E3ED-247C-C8AA-ABCB-0059F1BDDA35}"/>
              </a:ext>
            </a:extLst>
          </p:cNvPr>
          <p:cNvSpPr>
            <a:spLocks noGrp="1"/>
          </p:cNvSpPr>
          <p:nvPr>
            <p:ph type="title"/>
          </p:nvPr>
        </p:nvSpPr>
        <p:spPr/>
        <p:txBody>
          <a:bodyPr/>
          <a:lstStyle/>
          <a:p>
            <a:r>
              <a:rPr lang="en-US" b="1" i="0" dirty="0">
                <a:solidFill>
                  <a:srgbClr val="253644"/>
                </a:solidFill>
                <a:effectLst/>
              </a:rPr>
              <a:t>Package Management Commands </a:t>
            </a:r>
            <a:r>
              <a:rPr lang="en-US" sz="2000" b="1" i="0" dirty="0">
                <a:solidFill>
                  <a:srgbClr val="253644"/>
                </a:solidFill>
                <a:effectLst/>
              </a:rPr>
              <a:t>(Slide 2 of 2)</a:t>
            </a:r>
            <a:endParaRPr lang="en-US" sz="2000" dirty="0"/>
          </a:p>
        </p:txBody>
      </p:sp>
      <p:pic>
        <p:nvPicPr>
          <p:cNvPr id="6" name="Picture 5" descr="Few lines of code listing package manager sources in Ubuntu Linux.">
            <a:extLst>
              <a:ext uri="{FF2B5EF4-FFF2-40B4-BE49-F238E27FC236}">
                <a16:creationId xmlns:a16="http://schemas.microsoft.com/office/drawing/2014/main" id="{C7C7CACD-B0A7-F40C-C2CF-68872FD88007}"/>
              </a:ext>
            </a:extLst>
          </p:cNvPr>
          <p:cNvPicPr>
            <a:picLocks noChangeAspect="1"/>
          </p:cNvPicPr>
          <p:nvPr/>
        </p:nvPicPr>
        <p:blipFill>
          <a:blip r:embed="rId3"/>
          <a:stretch>
            <a:fillRect/>
          </a:stretch>
        </p:blipFill>
        <p:spPr>
          <a:xfrm>
            <a:off x="1492329" y="814506"/>
            <a:ext cx="6159341" cy="3712103"/>
          </a:xfrm>
          <a:prstGeom prst="rect">
            <a:avLst/>
          </a:prstGeom>
          <a:ln>
            <a:solidFill>
              <a:schemeClr val="bg1">
                <a:lumMod val="85000"/>
              </a:schemeClr>
            </a:solidFill>
          </a:ln>
        </p:spPr>
      </p:pic>
      <p:sp>
        <p:nvSpPr>
          <p:cNvPr id="3" name="Slide Number Placeholder 2">
            <a:extLst>
              <a:ext uri="{FF2B5EF4-FFF2-40B4-BE49-F238E27FC236}">
                <a16:creationId xmlns:a16="http://schemas.microsoft.com/office/drawing/2014/main" id="{FC9D7070-2D7C-D8CE-0235-85E1AF7771B9}"/>
              </a:ext>
            </a:extLst>
          </p:cNvPr>
          <p:cNvSpPr>
            <a:spLocks noGrp="1"/>
          </p:cNvSpPr>
          <p:nvPr>
            <p:ph type="sldNum" sz="quarter" idx="10"/>
          </p:nvPr>
        </p:nvSpPr>
        <p:spPr/>
        <p:txBody>
          <a:bodyPr/>
          <a:lstStyle/>
          <a:p>
            <a:fld id="{B7CF8A19-3A9E-4ABC-B336-2FDDE321C72D}" type="slidenum">
              <a:rPr lang="en-US" smtClean="0"/>
              <a:pPr/>
              <a:t>24</a:t>
            </a:fld>
            <a:endParaRPr lang="en-US" dirty="0"/>
          </a:p>
        </p:txBody>
      </p:sp>
    </p:spTree>
    <p:extLst>
      <p:ext uri="{BB962C8B-B14F-4D97-AF65-F5344CB8AC3E}">
        <p14:creationId xmlns:p14="http://schemas.microsoft.com/office/powerpoint/2010/main" val="196179244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0625D6-11C6-2AB1-5799-C13DA2C76F70}"/>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1B9B593D-5AAA-0C17-7E43-28B4AE96621F}"/>
              </a:ext>
            </a:extLst>
          </p:cNvPr>
          <p:cNvSpPr>
            <a:spLocks noGrp="1"/>
          </p:cNvSpPr>
          <p:nvPr>
            <p:ph type="title"/>
          </p:nvPr>
        </p:nvSpPr>
        <p:spPr/>
        <p:txBody>
          <a:bodyPr/>
          <a:lstStyle/>
          <a:p>
            <a:r>
              <a:rPr lang="en-US" b="1" i="0" dirty="0">
                <a:solidFill>
                  <a:srgbClr val="253644"/>
                </a:solidFill>
                <a:effectLst/>
              </a:rPr>
              <a:t>Process Monitoring Commands </a:t>
            </a:r>
            <a:r>
              <a:rPr lang="en-US" sz="2000" b="1" i="0" dirty="0">
                <a:solidFill>
                  <a:srgbClr val="253644"/>
                </a:solidFill>
                <a:effectLst/>
              </a:rPr>
              <a:t>(Slide 1 of 3)</a:t>
            </a:r>
            <a:endParaRPr lang="en-US" sz="2000" dirty="0">
              <a:solidFill>
                <a:srgbClr val="253644"/>
              </a:solidFill>
            </a:endParaRPr>
          </a:p>
        </p:txBody>
      </p:sp>
      <p:sp>
        <p:nvSpPr>
          <p:cNvPr id="3" name="Content Placeholder 2">
            <a:extLst>
              <a:ext uri="{FF2B5EF4-FFF2-40B4-BE49-F238E27FC236}">
                <a16:creationId xmlns:a16="http://schemas.microsoft.com/office/drawing/2014/main" id="{0FC0DD0D-DD7A-2005-9E07-D1559E9FF3CD}"/>
              </a:ext>
            </a:extLst>
          </p:cNvPr>
          <p:cNvSpPr>
            <a:spLocks noGrp="1"/>
          </p:cNvSpPr>
          <p:nvPr>
            <p:ph idx="1"/>
          </p:nvPr>
        </p:nvSpPr>
        <p:spPr>
          <a:xfrm>
            <a:off x="146050" y="746760"/>
            <a:ext cx="8066925" cy="4046220"/>
          </a:xfrm>
        </p:spPr>
        <p:txBody>
          <a:bodyPr vert="horz" lIns="91440" tIns="45720" rIns="91440" bIns="45720" rtlCol="0" anchor="t">
            <a:normAutofit/>
          </a:bodyPr>
          <a:lstStyle/>
          <a:p>
            <a:r>
              <a:rPr lang="en-US" dirty="0">
                <a:latin typeface="Calibri"/>
                <a:ea typeface="Calibri"/>
                <a:cs typeface="Calibri"/>
              </a:rPr>
              <a:t>ps </a:t>
            </a:r>
          </a:p>
          <a:p>
            <a:pPr lvl="1"/>
            <a:r>
              <a:rPr lang="en-US" dirty="0">
                <a:latin typeface="Calibri"/>
                <a:ea typeface="Calibri"/>
                <a:cs typeface="Calibri"/>
              </a:rPr>
              <a:t>Display process table</a:t>
            </a:r>
            <a:endParaRPr lang="en-US" dirty="0">
              <a:ea typeface="Calibri"/>
            </a:endParaRPr>
          </a:p>
          <a:p>
            <a:r>
              <a:rPr lang="en-US" dirty="0">
                <a:latin typeface="Calibri"/>
                <a:ea typeface="Calibri"/>
                <a:cs typeface="Calibri"/>
              </a:rPr>
              <a:t>top </a:t>
            </a:r>
          </a:p>
          <a:p>
            <a:pPr lvl="1"/>
            <a:r>
              <a:rPr lang="en-US" dirty="0">
                <a:latin typeface="Calibri"/>
                <a:ea typeface="Calibri"/>
                <a:cs typeface="Calibri"/>
              </a:rPr>
              <a:t>Display all running processes in real time statuses</a:t>
            </a:r>
            <a:endParaRPr lang="en-US" dirty="0">
              <a:ea typeface="Calibri"/>
            </a:endParaRPr>
          </a:p>
          <a:p>
            <a:r>
              <a:rPr lang="en-US" dirty="0">
                <a:latin typeface="Calibri"/>
                <a:ea typeface="Calibri"/>
                <a:cs typeface="Calibri"/>
              </a:rPr>
              <a:t>systemd</a:t>
            </a:r>
          </a:p>
          <a:p>
            <a:pPr lvl="1"/>
            <a:r>
              <a:rPr lang="en-US" dirty="0">
                <a:latin typeface="Calibri"/>
                <a:ea typeface="Calibri"/>
                <a:cs typeface="Calibri"/>
              </a:rPr>
              <a:t>Init system and service manager in Linux</a:t>
            </a:r>
            <a:endParaRPr lang="en-US" dirty="0">
              <a:ea typeface="Calibri"/>
            </a:endParaRPr>
          </a:p>
          <a:p>
            <a:r>
              <a:rPr lang="en-US" dirty="0">
                <a:latin typeface="Calibri"/>
                <a:ea typeface="Calibri"/>
                <a:cs typeface="Calibri"/>
              </a:rPr>
              <a:t>systemctl</a:t>
            </a:r>
          </a:p>
          <a:p>
            <a:pPr lvl="1"/>
            <a:r>
              <a:rPr lang="en-US" dirty="0">
                <a:latin typeface="Calibri"/>
                <a:ea typeface="Calibri"/>
                <a:cs typeface="Calibri"/>
              </a:rPr>
              <a:t>Used with systemd to start, stop, enable, and disable services</a:t>
            </a:r>
            <a:endParaRPr lang="en-US" dirty="0">
              <a:ea typeface="Calibri"/>
            </a:endParaRPr>
          </a:p>
        </p:txBody>
      </p:sp>
      <p:sp>
        <p:nvSpPr>
          <p:cNvPr id="4" name="Slide Number Placeholder 3">
            <a:extLst>
              <a:ext uri="{FF2B5EF4-FFF2-40B4-BE49-F238E27FC236}">
                <a16:creationId xmlns:a16="http://schemas.microsoft.com/office/drawing/2014/main" id="{763DEDC0-9070-5262-6E13-9927BD6ABECD}"/>
              </a:ext>
            </a:extLst>
          </p:cNvPr>
          <p:cNvSpPr>
            <a:spLocks noGrp="1"/>
          </p:cNvSpPr>
          <p:nvPr>
            <p:ph type="sldNum" sz="quarter" idx="10"/>
          </p:nvPr>
        </p:nvSpPr>
        <p:spPr/>
        <p:txBody>
          <a:bodyPr/>
          <a:lstStyle/>
          <a:p>
            <a:fld id="{B7CF8A19-3A9E-4ABC-B336-2FDDE321C72D}" type="slidenum">
              <a:rPr lang="en-US" smtClean="0"/>
              <a:pPr/>
              <a:t>25</a:t>
            </a:fld>
            <a:endParaRPr lang="en-US" dirty="0"/>
          </a:p>
        </p:txBody>
      </p:sp>
    </p:spTree>
    <p:custDataLst>
      <p:tags r:id="rId1"/>
    </p:custDataLst>
    <p:extLst>
      <p:ext uri="{BB962C8B-B14F-4D97-AF65-F5344CB8AC3E}">
        <p14:creationId xmlns:p14="http://schemas.microsoft.com/office/powerpoint/2010/main" val="233532456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02002F-72B2-26E1-3063-0E80EB8FDC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04BC7E-2B7A-E297-2582-8D05434D5E0B}"/>
              </a:ext>
            </a:extLst>
          </p:cNvPr>
          <p:cNvSpPr>
            <a:spLocks noGrp="1"/>
          </p:cNvSpPr>
          <p:nvPr>
            <p:ph type="title"/>
          </p:nvPr>
        </p:nvSpPr>
        <p:spPr/>
        <p:txBody>
          <a:bodyPr/>
          <a:lstStyle/>
          <a:p>
            <a:r>
              <a:rPr lang="en-US" b="1" i="0" dirty="0">
                <a:solidFill>
                  <a:srgbClr val="253644"/>
                </a:solidFill>
                <a:effectLst/>
              </a:rPr>
              <a:t>Process Monitoring Commands </a:t>
            </a:r>
            <a:r>
              <a:rPr lang="en-US" sz="2000" b="1" i="0" dirty="0">
                <a:solidFill>
                  <a:srgbClr val="253644"/>
                </a:solidFill>
                <a:effectLst/>
              </a:rPr>
              <a:t>(Slide 2 of 3)</a:t>
            </a:r>
            <a:endParaRPr lang="en-US" sz="2000" dirty="0"/>
          </a:p>
        </p:txBody>
      </p:sp>
      <p:pic>
        <p:nvPicPr>
          <p:cNvPr id="5" name="Picture 4" descr="A terminal window shows the output of the p s -e command on a Linux system.">
            <a:extLst>
              <a:ext uri="{FF2B5EF4-FFF2-40B4-BE49-F238E27FC236}">
                <a16:creationId xmlns:a16="http://schemas.microsoft.com/office/drawing/2014/main" id="{F8B08D9E-68F2-D9D8-7E7B-97475D5A7B90}"/>
              </a:ext>
            </a:extLst>
          </p:cNvPr>
          <p:cNvPicPr>
            <a:picLocks noChangeAspect="1"/>
          </p:cNvPicPr>
          <p:nvPr/>
        </p:nvPicPr>
        <p:blipFill>
          <a:blip r:embed="rId3"/>
          <a:stretch>
            <a:fillRect/>
          </a:stretch>
        </p:blipFill>
        <p:spPr>
          <a:xfrm>
            <a:off x="1466997" y="1258592"/>
            <a:ext cx="6210005" cy="2626315"/>
          </a:xfrm>
          <a:prstGeom prst="rect">
            <a:avLst/>
          </a:prstGeom>
          <a:noFill/>
          <a:ln>
            <a:noFill/>
          </a:ln>
        </p:spPr>
      </p:pic>
      <p:sp>
        <p:nvSpPr>
          <p:cNvPr id="3" name="Slide Number Placeholder 2">
            <a:extLst>
              <a:ext uri="{FF2B5EF4-FFF2-40B4-BE49-F238E27FC236}">
                <a16:creationId xmlns:a16="http://schemas.microsoft.com/office/drawing/2014/main" id="{FACE1E52-67FF-FB37-AD29-EF01FD8C895A}"/>
              </a:ext>
            </a:extLst>
          </p:cNvPr>
          <p:cNvSpPr>
            <a:spLocks noGrp="1"/>
          </p:cNvSpPr>
          <p:nvPr>
            <p:ph type="sldNum" sz="quarter" idx="10"/>
          </p:nvPr>
        </p:nvSpPr>
        <p:spPr/>
        <p:txBody>
          <a:bodyPr/>
          <a:lstStyle/>
          <a:p>
            <a:fld id="{B7CF8A19-3A9E-4ABC-B336-2FDDE321C72D}" type="slidenum">
              <a:rPr lang="en-US" smtClean="0"/>
              <a:pPr/>
              <a:t>26</a:t>
            </a:fld>
            <a:endParaRPr lang="en-US" dirty="0"/>
          </a:p>
        </p:txBody>
      </p:sp>
    </p:spTree>
    <p:extLst>
      <p:ext uri="{BB962C8B-B14F-4D97-AF65-F5344CB8AC3E}">
        <p14:creationId xmlns:p14="http://schemas.microsoft.com/office/powerpoint/2010/main" val="77540140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11A482-7D8A-6E1E-4586-B6573EE7FC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0729AE-6A05-293A-16E9-54DF83848A0A}"/>
              </a:ext>
            </a:extLst>
          </p:cNvPr>
          <p:cNvSpPr>
            <a:spLocks noGrp="1"/>
          </p:cNvSpPr>
          <p:nvPr>
            <p:ph type="title"/>
          </p:nvPr>
        </p:nvSpPr>
        <p:spPr/>
        <p:txBody>
          <a:bodyPr/>
          <a:lstStyle/>
          <a:p>
            <a:r>
              <a:rPr lang="en-US" b="1" i="0" dirty="0">
                <a:solidFill>
                  <a:srgbClr val="253644"/>
                </a:solidFill>
                <a:effectLst/>
              </a:rPr>
              <a:t>Process Monitoring Commands </a:t>
            </a:r>
            <a:r>
              <a:rPr lang="en-US" sz="2000" b="1" i="0" dirty="0">
                <a:solidFill>
                  <a:srgbClr val="253644"/>
                </a:solidFill>
                <a:effectLst/>
              </a:rPr>
              <a:t>(Slide 3 of 3)</a:t>
            </a:r>
            <a:endParaRPr lang="en-US" sz="2000" dirty="0"/>
          </a:p>
        </p:txBody>
      </p:sp>
      <p:pic>
        <p:nvPicPr>
          <p:cNvPr id="5" name="Picture 4" descr="A terminal window displays the top command output on a Linux system.">
            <a:extLst>
              <a:ext uri="{FF2B5EF4-FFF2-40B4-BE49-F238E27FC236}">
                <a16:creationId xmlns:a16="http://schemas.microsoft.com/office/drawing/2014/main" id="{8A5E19F3-1B55-69CE-F3F4-0CADC2EC44BD}"/>
              </a:ext>
            </a:extLst>
          </p:cNvPr>
          <p:cNvPicPr>
            <a:picLocks noChangeAspect="1"/>
          </p:cNvPicPr>
          <p:nvPr/>
        </p:nvPicPr>
        <p:blipFill>
          <a:blip r:embed="rId3"/>
          <a:stretch>
            <a:fillRect/>
          </a:stretch>
        </p:blipFill>
        <p:spPr>
          <a:xfrm>
            <a:off x="1006678" y="1198769"/>
            <a:ext cx="7130642" cy="2745962"/>
          </a:xfrm>
          <a:prstGeom prst="rect">
            <a:avLst/>
          </a:prstGeom>
          <a:noFill/>
          <a:ln>
            <a:noFill/>
          </a:ln>
        </p:spPr>
      </p:pic>
      <p:sp>
        <p:nvSpPr>
          <p:cNvPr id="3" name="Slide Number Placeholder 2">
            <a:extLst>
              <a:ext uri="{FF2B5EF4-FFF2-40B4-BE49-F238E27FC236}">
                <a16:creationId xmlns:a16="http://schemas.microsoft.com/office/drawing/2014/main" id="{457C30AD-0AD5-E116-50BC-1DADEBA3871D}"/>
              </a:ext>
            </a:extLst>
          </p:cNvPr>
          <p:cNvSpPr>
            <a:spLocks noGrp="1"/>
          </p:cNvSpPr>
          <p:nvPr>
            <p:ph type="sldNum" sz="quarter" idx="10"/>
          </p:nvPr>
        </p:nvSpPr>
        <p:spPr/>
        <p:txBody>
          <a:bodyPr/>
          <a:lstStyle/>
          <a:p>
            <a:fld id="{B7CF8A19-3A9E-4ABC-B336-2FDDE321C72D}" type="slidenum">
              <a:rPr lang="en-US" smtClean="0"/>
              <a:pPr/>
              <a:t>27</a:t>
            </a:fld>
            <a:endParaRPr lang="en-US" dirty="0"/>
          </a:p>
        </p:txBody>
      </p:sp>
    </p:spTree>
    <p:extLst>
      <p:ext uri="{BB962C8B-B14F-4D97-AF65-F5344CB8AC3E}">
        <p14:creationId xmlns:p14="http://schemas.microsoft.com/office/powerpoint/2010/main" val="216989708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DAEBF7-8596-6F5B-0AC8-E7B37A629A03}"/>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C66C5317-4290-1E64-35F1-616A29E2B965}"/>
              </a:ext>
            </a:extLst>
          </p:cNvPr>
          <p:cNvSpPr>
            <a:spLocks noGrp="1"/>
          </p:cNvSpPr>
          <p:nvPr>
            <p:ph type="title"/>
          </p:nvPr>
        </p:nvSpPr>
        <p:spPr/>
        <p:txBody>
          <a:bodyPr/>
          <a:lstStyle/>
          <a:p>
            <a:r>
              <a:rPr lang="en-US" b="1" i="0" dirty="0">
                <a:solidFill>
                  <a:srgbClr val="253644"/>
                </a:solidFill>
                <a:effectLst/>
              </a:rPr>
              <a:t>Network Management Commands </a:t>
            </a:r>
            <a:r>
              <a:rPr lang="en-US" sz="2000" b="1" i="0" dirty="0">
                <a:solidFill>
                  <a:srgbClr val="253644"/>
                </a:solidFill>
                <a:effectLst/>
              </a:rPr>
              <a:t>(Slide 1 of 2)</a:t>
            </a:r>
            <a:endParaRPr lang="en-US" sz="2000" dirty="0">
              <a:solidFill>
                <a:srgbClr val="253644"/>
              </a:solidFill>
            </a:endParaRPr>
          </a:p>
        </p:txBody>
      </p:sp>
      <p:sp>
        <p:nvSpPr>
          <p:cNvPr id="3" name="Content Placeholder 2">
            <a:extLst>
              <a:ext uri="{FF2B5EF4-FFF2-40B4-BE49-F238E27FC236}">
                <a16:creationId xmlns:a16="http://schemas.microsoft.com/office/drawing/2014/main" id="{59EECA1C-48D5-48AC-6120-1FEB34308C39}"/>
              </a:ext>
            </a:extLst>
          </p:cNvPr>
          <p:cNvSpPr>
            <a:spLocks noGrp="1"/>
          </p:cNvSpPr>
          <p:nvPr>
            <p:ph idx="1"/>
          </p:nvPr>
        </p:nvSpPr>
        <p:spPr>
          <a:xfrm>
            <a:off x="146050" y="746759"/>
            <a:ext cx="8066925" cy="4337605"/>
          </a:xfrm>
        </p:spPr>
        <p:txBody>
          <a:bodyPr vert="horz" lIns="91440" tIns="45720" rIns="91440" bIns="45720" rtlCol="0" anchor="t">
            <a:normAutofit/>
          </a:bodyPr>
          <a:lstStyle/>
          <a:p>
            <a:r>
              <a:rPr lang="en-US" dirty="0">
                <a:latin typeface="Calibri"/>
                <a:ea typeface="Calibri"/>
                <a:cs typeface="Calibri"/>
              </a:rPr>
              <a:t>ip</a:t>
            </a:r>
            <a:endParaRPr lang="en-US" dirty="0">
              <a:ea typeface="Calibri"/>
            </a:endParaRPr>
          </a:p>
          <a:p>
            <a:pPr lvl="1"/>
            <a:r>
              <a:rPr lang="en-US" dirty="0">
                <a:latin typeface="Calibri"/>
                <a:ea typeface="Calibri"/>
                <a:cs typeface="Calibri"/>
              </a:rPr>
              <a:t>ip addr</a:t>
            </a:r>
          </a:p>
          <a:p>
            <a:r>
              <a:rPr lang="en-US" dirty="0">
                <a:latin typeface="Calibri"/>
                <a:ea typeface="Calibri"/>
                <a:cs typeface="Calibri"/>
              </a:rPr>
              <a:t>/etc/hosts</a:t>
            </a:r>
            <a:endParaRPr lang="en-US" dirty="0">
              <a:ea typeface="Calibri"/>
            </a:endParaRPr>
          </a:p>
          <a:p>
            <a:pPr lvl="1"/>
            <a:r>
              <a:rPr lang="en-US" dirty="0">
                <a:latin typeface="Calibri"/>
                <a:ea typeface="Calibri"/>
                <a:cs typeface="Calibri"/>
              </a:rPr>
              <a:t>Host name to IP mapping locally; queried before DNS</a:t>
            </a:r>
          </a:p>
          <a:p>
            <a:r>
              <a:rPr lang="en-US" dirty="0">
                <a:latin typeface="Calibri"/>
                <a:ea typeface="Calibri"/>
                <a:cs typeface="Calibri"/>
              </a:rPr>
              <a:t>/etc/resolv.conf</a:t>
            </a:r>
            <a:endParaRPr lang="en-US" dirty="0">
              <a:ea typeface="Calibri"/>
            </a:endParaRPr>
          </a:p>
          <a:p>
            <a:pPr lvl="1"/>
            <a:r>
              <a:rPr lang="en-US" dirty="0">
                <a:latin typeface="Calibri"/>
                <a:ea typeface="Calibri"/>
                <a:cs typeface="Calibri"/>
              </a:rPr>
              <a:t>DNS server information</a:t>
            </a:r>
          </a:p>
          <a:p>
            <a:r>
              <a:rPr lang="en-US" dirty="0">
                <a:latin typeface="Calibri"/>
                <a:ea typeface="Calibri"/>
                <a:cs typeface="Calibri"/>
              </a:rPr>
              <a:t>ping</a:t>
            </a:r>
          </a:p>
          <a:p>
            <a:pPr lvl="1"/>
            <a:r>
              <a:rPr lang="en-US" dirty="0">
                <a:latin typeface="Calibri"/>
                <a:ea typeface="Calibri"/>
                <a:cs typeface="Calibri"/>
              </a:rPr>
              <a:t>Tests connectivity</a:t>
            </a:r>
            <a:endParaRPr lang="en-US" dirty="0">
              <a:ea typeface="Calibri"/>
            </a:endParaRPr>
          </a:p>
        </p:txBody>
      </p:sp>
      <p:sp>
        <p:nvSpPr>
          <p:cNvPr id="4" name="Slide Number Placeholder 3">
            <a:extLst>
              <a:ext uri="{FF2B5EF4-FFF2-40B4-BE49-F238E27FC236}">
                <a16:creationId xmlns:a16="http://schemas.microsoft.com/office/drawing/2014/main" id="{27BD4702-9D9C-C825-A8F1-C2736873EA24}"/>
              </a:ext>
            </a:extLst>
          </p:cNvPr>
          <p:cNvSpPr>
            <a:spLocks noGrp="1"/>
          </p:cNvSpPr>
          <p:nvPr>
            <p:ph type="sldNum" sz="quarter" idx="10"/>
          </p:nvPr>
        </p:nvSpPr>
        <p:spPr/>
        <p:txBody>
          <a:bodyPr/>
          <a:lstStyle/>
          <a:p>
            <a:fld id="{B7CF8A19-3A9E-4ABC-B336-2FDDE321C72D}" type="slidenum">
              <a:rPr lang="en-US" smtClean="0"/>
              <a:pPr/>
              <a:t>28</a:t>
            </a:fld>
            <a:endParaRPr lang="en-US" dirty="0"/>
          </a:p>
        </p:txBody>
      </p:sp>
    </p:spTree>
    <p:custDataLst>
      <p:tags r:id="rId1"/>
    </p:custDataLst>
    <p:extLst>
      <p:ext uri="{BB962C8B-B14F-4D97-AF65-F5344CB8AC3E}">
        <p14:creationId xmlns:p14="http://schemas.microsoft.com/office/powerpoint/2010/main" val="224443495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9B6A2F-5F51-187F-FA8C-700189EF8715}"/>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426A0C5E-E83F-A31B-A0E6-65EC0FCCAFE8}"/>
              </a:ext>
            </a:extLst>
          </p:cNvPr>
          <p:cNvSpPr>
            <a:spLocks noGrp="1"/>
          </p:cNvSpPr>
          <p:nvPr>
            <p:ph type="title"/>
          </p:nvPr>
        </p:nvSpPr>
        <p:spPr/>
        <p:txBody>
          <a:bodyPr/>
          <a:lstStyle/>
          <a:p>
            <a:r>
              <a:rPr lang="en-US" b="1" i="0" dirty="0">
                <a:solidFill>
                  <a:srgbClr val="253644"/>
                </a:solidFill>
                <a:effectLst/>
              </a:rPr>
              <a:t>Network Management Commands </a:t>
            </a:r>
            <a:r>
              <a:rPr lang="en-US" sz="2000" b="1" i="0" dirty="0">
                <a:solidFill>
                  <a:srgbClr val="253644"/>
                </a:solidFill>
                <a:effectLst/>
              </a:rPr>
              <a:t>(Slide 2 of 2)</a:t>
            </a:r>
            <a:endParaRPr lang="en-US" sz="2000" dirty="0">
              <a:solidFill>
                <a:srgbClr val="253644"/>
              </a:solidFill>
            </a:endParaRPr>
          </a:p>
        </p:txBody>
      </p:sp>
      <p:sp>
        <p:nvSpPr>
          <p:cNvPr id="3" name="Content Placeholder 2">
            <a:extLst>
              <a:ext uri="{FF2B5EF4-FFF2-40B4-BE49-F238E27FC236}">
                <a16:creationId xmlns:a16="http://schemas.microsoft.com/office/drawing/2014/main" id="{41E920BC-3941-F41C-0D22-0881B4BF4C6B}"/>
              </a:ext>
            </a:extLst>
          </p:cNvPr>
          <p:cNvSpPr>
            <a:spLocks noGrp="1"/>
          </p:cNvSpPr>
          <p:nvPr>
            <p:ph idx="1"/>
          </p:nvPr>
        </p:nvSpPr>
        <p:spPr>
          <a:xfrm>
            <a:off x="146050" y="746759"/>
            <a:ext cx="8066925" cy="4337605"/>
          </a:xfrm>
        </p:spPr>
        <p:txBody>
          <a:bodyPr vert="horz" lIns="91440" tIns="45720" rIns="91440" bIns="45720" rtlCol="0" anchor="t">
            <a:normAutofit/>
          </a:bodyPr>
          <a:lstStyle/>
          <a:p>
            <a:r>
              <a:rPr lang="en-US" dirty="0">
                <a:latin typeface="Calibri"/>
                <a:ea typeface="Calibri"/>
                <a:cs typeface="Calibri"/>
              </a:rPr>
              <a:t>dig </a:t>
            </a:r>
          </a:p>
          <a:p>
            <a:pPr lvl="1"/>
            <a:r>
              <a:rPr lang="en-US" dirty="0">
                <a:latin typeface="Calibri"/>
                <a:ea typeface="Calibri"/>
                <a:cs typeface="Calibri"/>
              </a:rPr>
              <a:t>DNS query through CLI</a:t>
            </a:r>
            <a:endParaRPr lang="en-US" dirty="0">
              <a:ea typeface="Calibri"/>
            </a:endParaRPr>
          </a:p>
          <a:p>
            <a:r>
              <a:rPr lang="en-US" dirty="0">
                <a:latin typeface="Calibri"/>
                <a:ea typeface="Calibri"/>
                <a:cs typeface="Calibri"/>
              </a:rPr>
              <a:t>curl </a:t>
            </a:r>
          </a:p>
          <a:p>
            <a:pPr lvl="1"/>
            <a:r>
              <a:rPr lang="en-US" dirty="0">
                <a:latin typeface="Calibri"/>
                <a:ea typeface="Calibri"/>
                <a:cs typeface="Calibri"/>
              </a:rPr>
              <a:t>Transfer data from one system to another</a:t>
            </a:r>
            <a:endParaRPr lang="en-US" dirty="0">
              <a:ea typeface="Calibri"/>
            </a:endParaRPr>
          </a:p>
          <a:p>
            <a:r>
              <a:rPr lang="en-US" dirty="0">
                <a:latin typeface="Calibri"/>
                <a:ea typeface="Calibri"/>
                <a:cs typeface="Calibri"/>
              </a:rPr>
              <a:t>traceroute </a:t>
            </a:r>
          </a:p>
          <a:p>
            <a:pPr lvl="1"/>
            <a:r>
              <a:rPr lang="en-US" dirty="0">
                <a:latin typeface="Calibri"/>
                <a:ea typeface="Calibri"/>
                <a:cs typeface="Calibri"/>
              </a:rPr>
              <a:t>Network diagnostic tool</a:t>
            </a:r>
            <a:endParaRPr lang="en-US" dirty="0">
              <a:ea typeface="Calibri"/>
            </a:endParaRPr>
          </a:p>
        </p:txBody>
      </p:sp>
      <p:sp>
        <p:nvSpPr>
          <p:cNvPr id="4" name="Slide Number Placeholder 3">
            <a:extLst>
              <a:ext uri="{FF2B5EF4-FFF2-40B4-BE49-F238E27FC236}">
                <a16:creationId xmlns:a16="http://schemas.microsoft.com/office/drawing/2014/main" id="{D7CE21C9-C9D1-6B63-77C5-7930976262BE}"/>
              </a:ext>
            </a:extLst>
          </p:cNvPr>
          <p:cNvSpPr>
            <a:spLocks noGrp="1"/>
          </p:cNvSpPr>
          <p:nvPr>
            <p:ph type="sldNum" sz="quarter" idx="10"/>
          </p:nvPr>
        </p:nvSpPr>
        <p:spPr/>
        <p:txBody>
          <a:bodyPr/>
          <a:lstStyle/>
          <a:p>
            <a:fld id="{B7CF8A19-3A9E-4ABC-B336-2FDDE321C72D}" type="slidenum">
              <a:rPr lang="en-US" smtClean="0"/>
              <a:pPr/>
              <a:t>29</a:t>
            </a:fld>
            <a:endParaRPr lang="en-US" dirty="0"/>
          </a:p>
        </p:txBody>
      </p:sp>
    </p:spTree>
    <p:custDataLst>
      <p:tags r:id="rId1"/>
    </p:custDataLst>
    <p:extLst>
      <p:ext uri="{BB962C8B-B14F-4D97-AF65-F5344CB8AC3E}">
        <p14:creationId xmlns:p14="http://schemas.microsoft.com/office/powerpoint/2010/main" val="169057727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D656CC-3316-5484-9F3E-64DBA32E6227}"/>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8177FAE2-CFBA-9233-D420-D0D37CEF016E}"/>
              </a:ext>
            </a:extLst>
          </p:cNvPr>
          <p:cNvSpPr>
            <a:spLocks noGrp="1"/>
          </p:cNvSpPr>
          <p:nvPr>
            <p:ph type="title"/>
          </p:nvPr>
        </p:nvSpPr>
        <p:spPr/>
        <p:txBody>
          <a:bodyPr/>
          <a:lstStyle/>
          <a:p>
            <a:r>
              <a:rPr lang="en-US" b="1" i="0" dirty="0">
                <a:solidFill>
                  <a:srgbClr val="253644"/>
                </a:solidFill>
                <a:effectLst/>
              </a:rPr>
              <a:t>Backup and Scheduling Commands</a:t>
            </a:r>
            <a:endParaRPr lang="en-US" sz="2000" dirty="0">
              <a:solidFill>
                <a:srgbClr val="253644"/>
              </a:solidFill>
            </a:endParaRPr>
          </a:p>
        </p:txBody>
      </p:sp>
      <p:sp>
        <p:nvSpPr>
          <p:cNvPr id="3" name="Content Placeholder 2">
            <a:extLst>
              <a:ext uri="{FF2B5EF4-FFF2-40B4-BE49-F238E27FC236}">
                <a16:creationId xmlns:a16="http://schemas.microsoft.com/office/drawing/2014/main" id="{57C4B166-9F67-4F52-962D-1225107F4175}"/>
              </a:ext>
            </a:extLst>
          </p:cNvPr>
          <p:cNvSpPr>
            <a:spLocks noGrp="1"/>
          </p:cNvSpPr>
          <p:nvPr>
            <p:ph idx="1"/>
          </p:nvPr>
        </p:nvSpPr>
        <p:spPr>
          <a:xfrm>
            <a:off x="146050" y="746760"/>
            <a:ext cx="8066925" cy="4046220"/>
          </a:xfrm>
        </p:spPr>
        <p:txBody>
          <a:bodyPr vert="horz" lIns="91440" tIns="45720" rIns="91440" bIns="45720" rtlCol="0" anchor="t">
            <a:normAutofit/>
          </a:bodyPr>
          <a:lstStyle/>
          <a:p>
            <a:r>
              <a:rPr lang="en-US" dirty="0">
                <a:latin typeface="Calibri"/>
                <a:ea typeface="Calibri"/>
                <a:cs typeface="Calibri"/>
              </a:rPr>
              <a:t>cron job </a:t>
            </a:r>
          </a:p>
          <a:p>
            <a:pPr lvl="1"/>
            <a:r>
              <a:rPr lang="en-US" dirty="0">
                <a:latin typeface="Calibri"/>
                <a:ea typeface="Calibri"/>
                <a:cs typeface="Calibri"/>
              </a:rPr>
              <a:t>Task scheduler for Linux</a:t>
            </a:r>
          </a:p>
          <a:p>
            <a:r>
              <a:rPr lang="en-US" dirty="0">
                <a:latin typeface="Calibri"/>
                <a:ea typeface="Calibri"/>
                <a:cs typeface="Calibri"/>
              </a:rPr>
              <a:t>crontab </a:t>
            </a:r>
          </a:p>
          <a:p>
            <a:pPr lvl="1"/>
            <a:r>
              <a:rPr lang="en-US" dirty="0">
                <a:latin typeface="Calibri"/>
                <a:ea typeface="Calibri"/>
                <a:cs typeface="Calibri"/>
              </a:rPr>
              <a:t>List of scheduled jobs</a:t>
            </a:r>
          </a:p>
          <a:p>
            <a:r>
              <a:rPr lang="en-US" dirty="0">
                <a:latin typeface="Calibri"/>
                <a:ea typeface="Calibri"/>
                <a:cs typeface="Calibri"/>
              </a:rPr>
              <a:t>Syntax for scheduling jobs</a:t>
            </a:r>
            <a:endParaRPr lang="en-US" dirty="0">
              <a:ea typeface="Calibri"/>
            </a:endParaRPr>
          </a:p>
          <a:p>
            <a:pPr lvl="1"/>
            <a:r>
              <a:rPr lang="en-US" i="1" dirty="0">
                <a:latin typeface="Calibri"/>
                <a:ea typeface="Calibri"/>
                <a:cs typeface="Calibri"/>
              </a:rPr>
              <a:t>mm hh dd MM </a:t>
            </a:r>
          </a:p>
          <a:p>
            <a:pPr lvl="1"/>
            <a:r>
              <a:rPr lang="en-US" i="1" dirty="0">
                <a:latin typeface="Calibri"/>
                <a:ea typeface="Calibri"/>
                <a:cs typeface="Calibri"/>
              </a:rPr>
              <a:t>weekday</a:t>
            </a:r>
          </a:p>
          <a:p>
            <a:pPr lvl="1"/>
            <a:r>
              <a:rPr lang="en-US" i="1" dirty="0">
                <a:latin typeface="Calibri"/>
                <a:ea typeface="Calibri"/>
                <a:cs typeface="Calibri"/>
              </a:rPr>
              <a:t>command</a:t>
            </a:r>
            <a:endParaRPr lang="en-US" i="1" dirty="0">
              <a:ea typeface="Calibri"/>
            </a:endParaRPr>
          </a:p>
        </p:txBody>
      </p:sp>
      <p:sp>
        <p:nvSpPr>
          <p:cNvPr id="4" name="Slide Number Placeholder 3">
            <a:extLst>
              <a:ext uri="{FF2B5EF4-FFF2-40B4-BE49-F238E27FC236}">
                <a16:creationId xmlns:a16="http://schemas.microsoft.com/office/drawing/2014/main" id="{A9B12DEC-BE4A-464C-5B66-7FC077DF686F}"/>
              </a:ext>
            </a:extLst>
          </p:cNvPr>
          <p:cNvSpPr>
            <a:spLocks noGrp="1"/>
          </p:cNvSpPr>
          <p:nvPr>
            <p:ph type="sldNum" sz="quarter" idx="10"/>
          </p:nvPr>
        </p:nvSpPr>
        <p:spPr/>
        <p:txBody>
          <a:bodyPr/>
          <a:lstStyle/>
          <a:p>
            <a:fld id="{B7CF8A19-3A9E-4ABC-B336-2FDDE321C72D}" type="slidenum">
              <a:rPr lang="en-US" smtClean="0"/>
              <a:pPr/>
              <a:t>30</a:t>
            </a:fld>
            <a:endParaRPr lang="en-US" dirty="0"/>
          </a:p>
        </p:txBody>
      </p:sp>
    </p:spTree>
    <p:custDataLst>
      <p:tags r:id="rId1"/>
    </p:custDataLst>
    <p:extLst>
      <p:ext uri="{BB962C8B-B14F-4D97-AF65-F5344CB8AC3E}">
        <p14:creationId xmlns:p14="http://schemas.microsoft.com/office/powerpoint/2010/main" val="264647132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5DC833-610F-16FE-96AF-7FB88D9369C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88F3FC4-673A-726A-9BB1-93CDAD27830D}"/>
              </a:ext>
            </a:extLst>
          </p:cNvPr>
          <p:cNvSpPr>
            <a:spLocks noGrp="1"/>
          </p:cNvSpPr>
          <p:nvPr>
            <p:ph sz="quarter" idx="14"/>
          </p:nvPr>
        </p:nvSpPr>
        <p:spPr/>
        <p:txBody>
          <a:bodyPr>
            <a:normAutofit/>
          </a:bodyPr>
          <a:lstStyle/>
          <a:p>
            <a:r>
              <a:rPr lang="en-US" dirty="0"/>
              <a:t>Lab: Informational and Network Tools</a:t>
            </a:r>
            <a:br>
              <a:rPr lang="en-US" dirty="0"/>
            </a:br>
            <a:r>
              <a:rPr lang="en-US" sz="2000" dirty="0"/>
              <a:t>(available in CertMaster Learn and CertMaster Perform)</a:t>
            </a:r>
          </a:p>
          <a:p>
            <a:r>
              <a:rPr lang="en-US" dirty="0"/>
              <a:t>Lab: Configure Linux</a:t>
            </a:r>
            <a:br>
              <a:rPr lang="en-US" sz="2000" dirty="0"/>
            </a:br>
            <a:r>
              <a:rPr lang="en-US" sz="2000" dirty="0"/>
              <a:t>(available in CertMaster Learn and CertMaster Perform)</a:t>
            </a:r>
          </a:p>
          <a:p>
            <a:r>
              <a:rPr lang="en-US" dirty="0"/>
              <a:t>Applied Live Lab: Manage Linux Apps and Files</a:t>
            </a:r>
            <a:br>
              <a:rPr lang="en-US" sz="2000" dirty="0"/>
            </a:br>
            <a:r>
              <a:rPr lang="en-US" sz="2000" dirty="0"/>
              <a:t>(available in CertMaster Perform and CertMaster Labs)</a:t>
            </a:r>
          </a:p>
        </p:txBody>
      </p:sp>
      <p:sp>
        <p:nvSpPr>
          <p:cNvPr id="2" name="Slide Number Placeholder 1">
            <a:extLst>
              <a:ext uri="{FF2B5EF4-FFF2-40B4-BE49-F238E27FC236}">
                <a16:creationId xmlns:a16="http://schemas.microsoft.com/office/drawing/2014/main" id="{FA8720A6-D9F3-BA23-2070-8C8E1ED76A88}"/>
              </a:ext>
            </a:extLst>
          </p:cNvPr>
          <p:cNvSpPr>
            <a:spLocks noGrp="1"/>
          </p:cNvSpPr>
          <p:nvPr>
            <p:ph type="sldNum" sz="quarter" idx="13"/>
          </p:nvPr>
        </p:nvSpPr>
        <p:spPr/>
        <p:txBody>
          <a:bodyPr/>
          <a:lstStyle/>
          <a:p>
            <a:fld id="{B7CF8A19-3A9E-4ABC-B336-2FDDE321C72D}" type="slidenum">
              <a:rPr lang="en-US" smtClean="0"/>
              <a:pPr/>
              <a:t>31</a:t>
            </a:fld>
            <a:endParaRPr lang="en-US" dirty="0"/>
          </a:p>
        </p:txBody>
      </p:sp>
    </p:spTree>
    <p:custDataLst>
      <p:tags r:id="rId1"/>
    </p:custDataLst>
    <p:extLst>
      <p:ext uri="{BB962C8B-B14F-4D97-AF65-F5344CB8AC3E}">
        <p14:creationId xmlns:p14="http://schemas.microsoft.com/office/powerpoint/2010/main" val="111851334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C1BD66-AAB0-564D-0791-CE29090DE255}"/>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BCA8031-E976-6C61-219D-1603DE4B769F}"/>
              </a:ext>
            </a:extLst>
          </p:cNvPr>
          <p:cNvSpPr>
            <a:spLocks noGrp="1"/>
          </p:cNvSpPr>
          <p:nvPr>
            <p:ph sz="quarter" idx="11"/>
          </p:nvPr>
        </p:nvSpPr>
        <p:spPr>
          <a:xfrm>
            <a:off x="146050" y="748622"/>
            <a:ext cx="8870950" cy="4394877"/>
          </a:xfrm>
        </p:spPr>
        <p:txBody>
          <a:bodyPr vert="horz" lIns="91440" tIns="45720" rIns="91440" bIns="45720" rtlCol="0" anchor="t">
            <a:normAutofit/>
          </a:bodyPr>
          <a:lstStyle/>
          <a:p>
            <a:r>
              <a:rPr lang="en-US" dirty="0"/>
              <a:t>Package Management Commands</a:t>
            </a:r>
          </a:p>
          <a:p>
            <a:r>
              <a:rPr lang="en-US" dirty="0"/>
              <a:t>Process Monitoring Commands</a:t>
            </a:r>
          </a:p>
          <a:p>
            <a:r>
              <a:rPr lang="en-US" dirty="0"/>
              <a:t>Network Management Commands</a:t>
            </a:r>
          </a:p>
          <a:p>
            <a:r>
              <a:rPr lang="en-US" dirty="0"/>
              <a:t>Backup and Scheduling Commands</a:t>
            </a:r>
          </a:p>
        </p:txBody>
      </p:sp>
      <p:sp>
        <p:nvSpPr>
          <p:cNvPr id="3" name="Title 2">
            <a:extLst>
              <a:ext uri="{FF2B5EF4-FFF2-40B4-BE49-F238E27FC236}">
                <a16:creationId xmlns:a16="http://schemas.microsoft.com/office/drawing/2014/main" id="{2E1D5A8D-C7E9-CC6D-3FF0-4A80AF988A1B}"/>
              </a:ext>
            </a:extLst>
          </p:cNvPr>
          <p:cNvSpPr>
            <a:spLocks noGrp="1"/>
          </p:cNvSpPr>
          <p:nvPr>
            <p:ph type="title"/>
          </p:nvPr>
        </p:nvSpPr>
        <p:spPr/>
        <p:txBody>
          <a:bodyPr/>
          <a:lstStyle/>
          <a:p>
            <a:r>
              <a:rPr lang="en-US" dirty="0"/>
              <a:t>Package and Network Management</a:t>
            </a:r>
          </a:p>
        </p:txBody>
      </p:sp>
      <p:sp>
        <p:nvSpPr>
          <p:cNvPr id="4" name="Slide Number Placeholder 3">
            <a:extLst>
              <a:ext uri="{FF2B5EF4-FFF2-40B4-BE49-F238E27FC236}">
                <a16:creationId xmlns:a16="http://schemas.microsoft.com/office/drawing/2014/main" id="{50F74253-8BC9-B596-3119-171FC0795D73}"/>
              </a:ext>
            </a:extLst>
          </p:cNvPr>
          <p:cNvSpPr>
            <a:spLocks noGrp="1"/>
          </p:cNvSpPr>
          <p:nvPr>
            <p:ph type="sldNum" sz="quarter" idx="12"/>
          </p:nvPr>
        </p:nvSpPr>
        <p:spPr/>
        <p:txBody>
          <a:bodyPr/>
          <a:lstStyle/>
          <a:p>
            <a:fld id="{B7CF8A19-3A9E-4ABC-B336-2FDDE321C72D}" type="slidenum">
              <a:rPr lang="en-US" smtClean="0"/>
              <a:pPr/>
              <a:t>32</a:t>
            </a:fld>
            <a:endParaRPr lang="en-US" dirty="0"/>
          </a:p>
        </p:txBody>
      </p:sp>
    </p:spTree>
    <p:custDataLst>
      <p:tags r:id="rId1"/>
    </p:custDataLst>
    <p:extLst>
      <p:ext uri="{BB962C8B-B14F-4D97-AF65-F5344CB8AC3E}">
        <p14:creationId xmlns:p14="http://schemas.microsoft.com/office/powerpoint/2010/main" val="151303471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E828D7-B50F-01A6-84E0-668DA96BA7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09406F-E04A-427E-CA15-444D22646769}"/>
              </a:ext>
            </a:extLst>
          </p:cNvPr>
          <p:cNvSpPr>
            <a:spLocks noGrp="1"/>
          </p:cNvSpPr>
          <p:nvPr>
            <p:ph type="ctrTitle"/>
          </p:nvPr>
        </p:nvSpPr>
        <p:spPr/>
        <p:txBody>
          <a:bodyPr/>
          <a:lstStyle/>
          <a:p>
            <a:r>
              <a:rPr lang="en-US" dirty="0"/>
              <a:t>macOS Features</a:t>
            </a:r>
          </a:p>
        </p:txBody>
      </p:sp>
      <p:sp>
        <p:nvSpPr>
          <p:cNvPr id="3" name="Subtitle 2">
            <a:extLst>
              <a:ext uri="{FF2B5EF4-FFF2-40B4-BE49-F238E27FC236}">
                <a16:creationId xmlns:a16="http://schemas.microsoft.com/office/drawing/2014/main" id="{293CC089-673B-B5FC-C096-2BBE09D622D5}"/>
              </a:ext>
            </a:extLst>
          </p:cNvPr>
          <p:cNvSpPr>
            <a:spLocks noGrp="1"/>
          </p:cNvSpPr>
          <p:nvPr>
            <p:ph type="subTitle" idx="1"/>
          </p:nvPr>
        </p:nvSpPr>
        <p:spPr/>
        <p:txBody>
          <a:bodyPr/>
          <a:lstStyle/>
          <a:p>
            <a:r>
              <a:rPr lang="en-US" dirty="0"/>
              <a:t>Lesson 17.3</a:t>
            </a:r>
          </a:p>
        </p:txBody>
      </p:sp>
      <p:sp>
        <p:nvSpPr>
          <p:cNvPr id="4" name="Slide Number Placeholder 3">
            <a:extLst>
              <a:ext uri="{FF2B5EF4-FFF2-40B4-BE49-F238E27FC236}">
                <a16:creationId xmlns:a16="http://schemas.microsoft.com/office/drawing/2014/main" id="{E4B441B6-9746-4966-1763-909925A37F3C}"/>
              </a:ext>
            </a:extLst>
          </p:cNvPr>
          <p:cNvSpPr>
            <a:spLocks noGrp="1"/>
          </p:cNvSpPr>
          <p:nvPr>
            <p:ph type="sldNum" sz="quarter" idx="10"/>
          </p:nvPr>
        </p:nvSpPr>
        <p:spPr/>
        <p:txBody>
          <a:bodyPr/>
          <a:lstStyle/>
          <a:p>
            <a:fld id="{B7CF8A19-3A9E-4ABC-B336-2FDDE321C72D}" type="slidenum">
              <a:rPr lang="en-US" smtClean="0"/>
              <a:pPr/>
              <a:t>33</a:t>
            </a:fld>
            <a:endParaRPr lang="en-US" dirty="0"/>
          </a:p>
        </p:txBody>
      </p:sp>
    </p:spTree>
    <p:custDataLst>
      <p:tags r:id="rId1"/>
    </p:custDataLst>
    <p:extLst>
      <p:ext uri="{BB962C8B-B14F-4D97-AF65-F5344CB8AC3E}">
        <p14:creationId xmlns:p14="http://schemas.microsoft.com/office/powerpoint/2010/main" val="383217007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C07F80-5964-07B9-B326-8FF3C836C9F9}"/>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C0308DCC-9C25-002E-10F7-8DC38CCDA7D5}"/>
              </a:ext>
            </a:extLst>
          </p:cNvPr>
          <p:cNvSpPr>
            <a:spLocks noGrp="1"/>
          </p:cNvSpPr>
          <p:nvPr>
            <p:ph type="title"/>
          </p:nvPr>
        </p:nvSpPr>
        <p:spPr/>
        <p:txBody>
          <a:bodyPr/>
          <a:lstStyle/>
          <a:p>
            <a:r>
              <a:rPr lang="en-US" b="1" i="0" dirty="0">
                <a:solidFill>
                  <a:srgbClr val="253644"/>
                </a:solidFill>
                <a:effectLst/>
              </a:rPr>
              <a:t>Interface Features </a:t>
            </a:r>
            <a:r>
              <a:rPr lang="en-US" sz="2000" b="1" i="0" dirty="0">
                <a:solidFill>
                  <a:srgbClr val="253644"/>
                </a:solidFill>
                <a:effectLst/>
              </a:rPr>
              <a:t>(Slide 1 of 3)</a:t>
            </a:r>
            <a:endParaRPr lang="en-US" sz="2000" dirty="0">
              <a:solidFill>
                <a:srgbClr val="253644"/>
              </a:solidFill>
            </a:endParaRPr>
          </a:p>
        </p:txBody>
      </p:sp>
      <p:sp>
        <p:nvSpPr>
          <p:cNvPr id="3" name="Content Placeholder 2">
            <a:extLst>
              <a:ext uri="{FF2B5EF4-FFF2-40B4-BE49-F238E27FC236}">
                <a16:creationId xmlns:a16="http://schemas.microsoft.com/office/drawing/2014/main" id="{6D5A74EA-3ADC-D1D9-D7E4-CED6E293EF4C}"/>
              </a:ext>
            </a:extLst>
          </p:cNvPr>
          <p:cNvSpPr>
            <a:spLocks noGrp="1"/>
          </p:cNvSpPr>
          <p:nvPr>
            <p:ph idx="1"/>
          </p:nvPr>
        </p:nvSpPr>
        <p:spPr>
          <a:xfrm>
            <a:off x="146050" y="746760"/>
            <a:ext cx="8066925" cy="4396740"/>
          </a:xfrm>
        </p:spPr>
        <p:txBody>
          <a:bodyPr vert="horz" lIns="91440" tIns="45720" rIns="91440" bIns="45720" rtlCol="0" anchor="t">
            <a:normAutofit lnSpcReduction="10000"/>
          </a:bodyPr>
          <a:lstStyle/>
          <a:p>
            <a:r>
              <a:rPr lang="en-US" dirty="0">
                <a:latin typeface="Calibri"/>
                <a:ea typeface="Calibri"/>
                <a:cs typeface="Calibri"/>
              </a:rPr>
              <a:t>Menu bar </a:t>
            </a:r>
          </a:p>
          <a:p>
            <a:pPr lvl="1"/>
            <a:r>
              <a:rPr lang="en-US" dirty="0">
                <a:latin typeface="Calibri"/>
                <a:ea typeface="Calibri"/>
                <a:cs typeface="Calibri"/>
              </a:rPr>
              <a:t>Top of screen</a:t>
            </a:r>
            <a:endParaRPr lang="en-US" dirty="0">
              <a:ea typeface="Calibri"/>
            </a:endParaRPr>
          </a:p>
          <a:p>
            <a:r>
              <a:rPr lang="en-US" dirty="0">
                <a:latin typeface="Calibri"/>
                <a:ea typeface="Calibri"/>
                <a:cs typeface="Calibri"/>
              </a:rPr>
              <a:t>Dock</a:t>
            </a:r>
          </a:p>
          <a:p>
            <a:pPr lvl="1"/>
            <a:r>
              <a:rPr lang="en-US" dirty="0">
                <a:latin typeface="Calibri"/>
                <a:ea typeface="Calibri"/>
                <a:cs typeface="Calibri"/>
              </a:rPr>
              <a:t>Bottom of screen with one click access to apps and files</a:t>
            </a:r>
          </a:p>
          <a:p>
            <a:r>
              <a:rPr lang="en-US" dirty="0">
                <a:latin typeface="Calibri"/>
                <a:ea typeface="Calibri"/>
                <a:cs typeface="Calibri"/>
              </a:rPr>
              <a:t>Spotlight Search searches content on system</a:t>
            </a:r>
          </a:p>
          <a:p>
            <a:pPr lvl="1"/>
            <a:r>
              <a:rPr lang="en-US" dirty="0">
                <a:latin typeface="Calibri"/>
                <a:ea typeface="Calibri"/>
                <a:cs typeface="Calibri"/>
              </a:rPr>
              <a:t>COMMAND+SPACE</a:t>
            </a:r>
          </a:p>
          <a:p>
            <a:r>
              <a:rPr lang="en-US" dirty="0">
                <a:latin typeface="Calibri"/>
                <a:ea typeface="Calibri"/>
                <a:cs typeface="Calibri"/>
              </a:rPr>
              <a:t>Terminal</a:t>
            </a:r>
          </a:p>
          <a:p>
            <a:pPr lvl="1"/>
            <a:r>
              <a:rPr lang="en-US" dirty="0">
                <a:latin typeface="Calibri"/>
                <a:ea typeface="Calibri"/>
                <a:cs typeface="Calibri"/>
              </a:rPr>
              <a:t>CLI for macOS</a:t>
            </a:r>
          </a:p>
          <a:p>
            <a:r>
              <a:rPr lang="en-US" dirty="0">
                <a:latin typeface="Calibri"/>
                <a:ea typeface="Calibri"/>
                <a:cs typeface="Calibri"/>
              </a:rPr>
              <a:t>Mission Control</a:t>
            </a:r>
          </a:p>
          <a:p>
            <a:pPr lvl="1"/>
            <a:r>
              <a:rPr lang="en-US" dirty="0">
                <a:latin typeface="Calibri"/>
                <a:ea typeface="Calibri"/>
                <a:cs typeface="Calibri"/>
              </a:rPr>
              <a:t>Multiple desktop displays</a:t>
            </a:r>
          </a:p>
          <a:p>
            <a:pPr lvl="1"/>
            <a:r>
              <a:rPr lang="en-US" dirty="0">
                <a:latin typeface="Calibri"/>
                <a:ea typeface="Calibri"/>
                <a:cs typeface="Calibri"/>
              </a:rPr>
              <a:t>F3 key to activate</a:t>
            </a:r>
          </a:p>
        </p:txBody>
      </p:sp>
      <p:sp>
        <p:nvSpPr>
          <p:cNvPr id="4" name="Slide Number Placeholder 3">
            <a:extLst>
              <a:ext uri="{FF2B5EF4-FFF2-40B4-BE49-F238E27FC236}">
                <a16:creationId xmlns:a16="http://schemas.microsoft.com/office/drawing/2014/main" id="{96D5DFF8-A47A-7CD0-EDCD-97B1C04189CA}"/>
              </a:ext>
            </a:extLst>
          </p:cNvPr>
          <p:cNvSpPr>
            <a:spLocks noGrp="1"/>
          </p:cNvSpPr>
          <p:nvPr>
            <p:ph type="sldNum" sz="quarter" idx="10"/>
          </p:nvPr>
        </p:nvSpPr>
        <p:spPr/>
        <p:txBody>
          <a:bodyPr/>
          <a:lstStyle/>
          <a:p>
            <a:fld id="{B7CF8A19-3A9E-4ABC-B336-2FDDE321C72D}" type="slidenum">
              <a:rPr lang="en-US" smtClean="0"/>
              <a:pPr/>
              <a:t>34</a:t>
            </a:fld>
            <a:endParaRPr lang="en-US" dirty="0"/>
          </a:p>
        </p:txBody>
      </p:sp>
    </p:spTree>
    <p:custDataLst>
      <p:tags r:id="rId1"/>
    </p:custDataLst>
    <p:extLst>
      <p:ext uri="{BB962C8B-B14F-4D97-AF65-F5344CB8AC3E}">
        <p14:creationId xmlns:p14="http://schemas.microsoft.com/office/powerpoint/2010/main" val="221611719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10E36F-8254-070C-A82B-4D37E56BC6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A22C31-9C53-A873-8D68-DF4791B589FA}"/>
              </a:ext>
            </a:extLst>
          </p:cNvPr>
          <p:cNvSpPr>
            <a:spLocks noGrp="1"/>
          </p:cNvSpPr>
          <p:nvPr>
            <p:ph type="title"/>
          </p:nvPr>
        </p:nvSpPr>
        <p:spPr/>
        <p:txBody>
          <a:bodyPr/>
          <a:lstStyle/>
          <a:p>
            <a:r>
              <a:rPr lang="en-US" b="1" i="0" dirty="0">
                <a:solidFill>
                  <a:srgbClr val="253644"/>
                </a:solidFill>
                <a:effectLst/>
              </a:rPr>
              <a:t>Interface Features </a:t>
            </a:r>
            <a:r>
              <a:rPr lang="en-US" sz="2000" b="1" i="0" dirty="0">
                <a:solidFill>
                  <a:srgbClr val="253644"/>
                </a:solidFill>
                <a:effectLst/>
              </a:rPr>
              <a:t>(Slide 2 of 3)</a:t>
            </a:r>
            <a:endParaRPr lang="en-US" sz="2000" dirty="0"/>
          </a:p>
        </p:txBody>
      </p:sp>
      <p:sp>
        <p:nvSpPr>
          <p:cNvPr id="4" name="Content Placeholder 11">
            <a:extLst>
              <a:ext uri="{FF2B5EF4-FFF2-40B4-BE49-F238E27FC236}">
                <a16:creationId xmlns:a16="http://schemas.microsoft.com/office/drawing/2014/main" id="{B5F804CF-87B6-FA5F-FA22-4CFF4150068B}"/>
              </a:ext>
            </a:extLst>
          </p:cNvPr>
          <p:cNvSpPr txBox="1">
            <a:spLocks/>
          </p:cNvSpPr>
          <p:nvPr/>
        </p:nvSpPr>
        <p:spPr>
          <a:xfrm>
            <a:off x="805343" y="3099418"/>
            <a:ext cx="7533314" cy="274768"/>
          </a:xfrm>
          <a:prstGeom prst="rect">
            <a:avLst/>
          </a:prstGeom>
        </p:spPr>
        <p:txBody>
          <a:bodyPr/>
          <a:lstStyle>
            <a:lvl1pPr marL="257175" indent="-257175" algn="l" defTabSz="342900" rtl="0" eaLnBrk="1" latinLnBrk="0" hangingPunct="1">
              <a:spcBef>
                <a:spcPts val="600"/>
              </a:spcBef>
              <a:spcAft>
                <a:spcPts val="0"/>
              </a:spcAft>
              <a:buClrTx/>
              <a:buFont typeface="Arial" panose="020B0604020202020204" pitchFamily="34" charset="0"/>
              <a:buChar char="•"/>
              <a:defRPr sz="2400" kern="1200">
                <a:solidFill>
                  <a:schemeClr val="tx1"/>
                </a:solidFill>
                <a:latin typeface="Calibri" panose="020F0502020204030204" pitchFamily="34" charset="0"/>
                <a:ea typeface="+mn-ea"/>
                <a:cs typeface="Calibri" panose="020F0502020204030204" pitchFamily="34" charset="0"/>
              </a:defRPr>
            </a:lvl1pPr>
            <a:lvl2pPr marL="571500" indent="-228600" algn="l" defTabSz="342900" rtl="0" eaLnBrk="1" latinLnBrk="0" hangingPunct="1">
              <a:spcBef>
                <a:spcPts val="600"/>
              </a:spcBef>
              <a:spcAft>
                <a:spcPts val="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2pPr>
            <a:lvl3pPr marL="857250" indent="-171450" algn="l" defTabSz="342900" rtl="0" eaLnBrk="1" latinLnBrk="0" hangingPunct="1">
              <a:spcBef>
                <a:spcPts val="600"/>
              </a:spcBef>
              <a:spcAft>
                <a:spcPts val="0"/>
              </a:spcAft>
              <a:buClrTx/>
              <a:buSzPct val="100000"/>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3pPr>
            <a:lvl4pPr marL="12001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4pPr>
            <a:lvl5pPr marL="15430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0" indent="0" algn="ctr">
              <a:buNone/>
            </a:pPr>
            <a:r>
              <a:rPr lang="en-US" sz="900" i="1" dirty="0"/>
              <a:t>Screenshot reprinted with permission from Apple Inc.</a:t>
            </a:r>
          </a:p>
        </p:txBody>
      </p:sp>
      <p:pic>
        <p:nvPicPr>
          <p:cNvPr id="7" name="Picture 6" descr="MacOS menu bars are shown.">
            <a:extLst>
              <a:ext uri="{FF2B5EF4-FFF2-40B4-BE49-F238E27FC236}">
                <a16:creationId xmlns:a16="http://schemas.microsoft.com/office/drawing/2014/main" id="{691A4C34-4B99-F036-F8AE-82582E16E362}"/>
              </a:ext>
            </a:extLst>
          </p:cNvPr>
          <p:cNvPicPr>
            <a:picLocks noChangeAspect="1"/>
          </p:cNvPicPr>
          <p:nvPr/>
        </p:nvPicPr>
        <p:blipFill>
          <a:blip r:embed="rId3"/>
          <a:stretch>
            <a:fillRect/>
          </a:stretch>
        </p:blipFill>
        <p:spPr>
          <a:xfrm>
            <a:off x="805342" y="2254654"/>
            <a:ext cx="7533314" cy="806664"/>
          </a:xfrm>
          <a:prstGeom prst="rect">
            <a:avLst/>
          </a:prstGeom>
          <a:ln>
            <a:solidFill>
              <a:schemeClr val="bg1">
                <a:lumMod val="85000"/>
              </a:schemeClr>
            </a:solidFill>
          </a:ln>
        </p:spPr>
      </p:pic>
      <p:sp>
        <p:nvSpPr>
          <p:cNvPr id="3" name="Slide Number Placeholder 2">
            <a:extLst>
              <a:ext uri="{FF2B5EF4-FFF2-40B4-BE49-F238E27FC236}">
                <a16:creationId xmlns:a16="http://schemas.microsoft.com/office/drawing/2014/main" id="{84A7FDA7-F3D0-AD72-0A36-FD9D0FF6214C}"/>
              </a:ext>
            </a:extLst>
          </p:cNvPr>
          <p:cNvSpPr>
            <a:spLocks noGrp="1"/>
          </p:cNvSpPr>
          <p:nvPr>
            <p:ph type="sldNum" sz="quarter" idx="10"/>
          </p:nvPr>
        </p:nvSpPr>
        <p:spPr/>
        <p:txBody>
          <a:bodyPr/>
          <a:lstStyle/>
          <a:p>
            <a:fld id="{B7CF8A19-3A9E-4ABC-B336-2FDDE321C72D}" type="slidenum">
              <a:rPr lang="en-US" smtClean="0"/>
              <a:pPr/>
              <a:t>35</a:t>
            </a:fld>
            <a:endParaRPr lang="en-US" dirty="0"/>
          </a:p>
        </p:txBody>
      </p:sp>
    </p:spTree>
    <p:extLst>
      <p:ext uri="{BB962C8B-B14F-4D97-AF65-F5344CB8AC3E}">
        <p14:creationId xmlns:p14="http://schemas.microsoft.com/office/powerpoint/2010/main" val="234487478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723B65-33AA-11DC-5884-9BE194A3C5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AB48B9-C748-A2A4-BAF1-E9F35775E2B8}"/>
              </a:ext>
            </a:extLst>
          </p:cNvPr>
          <p:cNvSpPr>
            <a:spLocks noGrp="1"/>
          </p:cNvSpPr>
          <p:nvPr>
            <p:ph type="title"/>
          </p:nvPr>
        </p:nvSpPr>
        <p:spPr/>
        <p:txBody>
          <a:bodyPr/>
          <a:lstStyle/>
          <a:p>
            <a:r>
              <a:rPr lang="en-US" b="1" i="0" dirty="0">
                <a:solidFill>
                  <a:srgbClr val="253644"/>
                </a:solidFill>
                <a:effectLst/>
              </a:rPr>
              <a:t>Interface Features </a:t>
            </a:r>
            <a:r>
              <a:rPr lang="en-US" sz="2000" b="1" i="0" dirty="0">
                <a:solidFill>
                  <a:srgbClr val="253644"/>
                </a:solidFill>
                <a:effectLst/>
              </a:rPr>
              <a:t>(Slide 3 of 3)</a:t>
            </a:r>
            <a:endParaRPr lang="en-US" sz="2000" dirty="0"/>
          </a:p>
        </p:txBody>
      </p:sp>
      <p:sp>
        <p:nvSpPr>
          <p:cNvPr id="4" name="Content Placeholder 11">
            <a:extLst>
              <a:ext uri="{FF2B5EF4-FFF2-40B4-BE49-F238E27FC236}">
                <a16:creationId xmlns:a16="http://schemas.microsoft.com/office/drawing/2014/main" id="{26D28B4D-73A4-D64A-6FAE-7A97DAE1E206}"/>
              </a:ext>
            </a:extLst>
          </p:cNvPr>
          <p:cNvSpPr txBox="1">
            <a:spLocks/>
          </p:cNvSpPr>
          <p:nvPr/>
        </p:nvSpPr>
        <p:spPr>
          <a:xfrm>
            <a:off x="1841263" y="4844202"/>
            <a:ext cx="5530243" cy="274768"/>
          </a:xfrm>
          <a:prstGeom prst="rect">
            <a:avLst/>
          </a:prstGeom>
        </p:spPr>
        <p:txBody>
          <a:bodyPr/>
          <a:lstStyle>
            <a:lvl1pPr marL="257175" indent="-257175" algn="l" defTabSz="342900" rtl="0" eaLnBrk="1" latinLnBrk="0" hangingPunct="1">
              <a:spcBef>
                <a:spcPts val="600"/>
              </a:spcBef>
              <a:spcAft>
                <a:spcPts val="0"/>
              </a:spcAft>
              <a:buClrTx/>
              <a:buFont typeface="Arial" panose="020B0604020202020204" pitchFamily="34" charset="0"/>
              <a:buChar char="•"/>
              <a:defRPr sz="2400" kern="1200">
                <a:solidFill>
                  <a:schemeClr val="tx1"/>
                </a:solidFill>
                <a:latin typeface="Calibri" panose="020F0502020204030204" pitchFamily="34" charset="0"/>
                <a:ea typeface="+mn-ea"/>
                <a:cs typeface="Calibri" panose="020F0502020204030204" pitchFamily="34" charset="0"/>
              </a:defRPr>
            </a:lvl1pPr>
            <a:lvl2pPr marL="571500" indent="-228600" algn="l" defTabSz="342900" rtl="0" eaLnBrk="1" latinLnBrk="0" hangingPunct="1">
              <a:spcBef>
                <a:spcPts val="600"/>
              </a:spcBef>
              <a:spcAft>
                <a:spcPts val="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2pPr>
            <a:lvl3pPr marL="857250" indent="-171450" algn="l" defTabSz="342900" rtl="0" eaLnBrk="1" latinLnBrk="0" hangingPunct="1">
              <a:spcBef>
                <a:spcPts val="600"/>
              </a:spcBef>
              <a:spcAft>
                <a:spcPts val="0"/>
              </a:spcAft>
              <a:buClrTx/>
              <a:buSzPct val="100000"/>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3pPr>
            <a:lvl4pPr marL="12001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4pPr>
            <a:lvl5pPr marL="15430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0" indent="0" algn="ctr">
              <a:buNone/>
            </a:pPr>
            <a:r>
              <a:rPr lang="en-US" sz="900" i="1" dirty="0"/>
              <a:t>Screenshot reprinted with permission from Apple Inc.</a:t>
            </a:r>
          </a:p>
        </p:txBody>
      </p:sp>
      <p:pic>
        <p:nvPicPr>
          <p:cNvPr id="6" name="Picture 5" descr="A mac O S Mission Control settings window is displayed.">
            <a:extLst>
              <a:ext uri="{FF2B5EF4-FFF2-40B4-BE49-F238E27FC236}">
                <a16:creationId xmlns:a16="http://schemas.microsoft.com/office/drawing/2014/main" id="{03D8324E-AA22-7A93-90EF-A3F17C6B9BD6}"/>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841263" y="706865"/>
            <a:ext cx="5530243" cy="4108765"/>
          </a:xfrm>
          <a:prstGeom prst="rect">
            <a:avLst/>
          </a:prstGeom>
          <a:ln>
            <a:solidFill>
              <a:schemeClr val="bg1">
                <a:lumMod val="85000"/>
              </a:schemeClr>
            </a:solidFill>
          </a:ln>
        </p:spPr>
      </p:pic>
      <p:sp>
        <p:nvSpPr>
          <p:cNvPr id="3" name="Slide Number Placeholder 2">
            <a:extLst>
              <a:ext uri="{FF2B5EF4-FFF2-40B4-BE49-F238E27FC236}">
                <a16:creationId xmlns:a16="http://schemas.microsoft.com/office/drawing/2014/main" id="{2FEAADC2-2FE2-6159-9474-A43BBA3444A0}"/>
              </a:ext>
            </a:extLst>
          </p:cNvPr>
          <p:cNvSpPr>
            <a:spLocks noGrp="1"/>
          </p:cNvSpPr>
          <p:nvPr>
            <p:ph type="sldNum" sz="quarter" idx="10"/>
          </p:nvPr>
        </p:nvSpPr>
        <p:spPr/>
        <p:txBody>
          <a:bodyPr/>
          <a:lstStyle/>
          <a:p>
            <a:fld id="{B7CF8A19-3A9E-4ABC-B336-2FDDE321C72D}" type="slidenum">
              <a:rPr lang="en-US" smtClean="0"/>
              <a:pPr/>
              <a:t>36</a:t>
            </a:fld>
            <a:endParaRPr lang="en-US" dirty="0"/>
          </a:p>
        </p:txBody>
      </p:sp>
    </p:spTree>
    <p:extLst>
      <p:ext uri="{BB962C8B-B14F-4D97-AF65-F5344CB8AC3E}">
        <p14:creationId xmlns:p14="http://schemas.microsoft.com/office/powerpoint/2010/main" val="149804925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4E6202-5963-C123-C4EE-FB05739CC853}"/>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53402907-A661-5CE0-9C2C-2D8813143C8E}"/>
              </a:ext>
            </a:extLst>
          </p:cNvPr>
          <p:cNvSpPr>
            <a:spLocks noGrp="1"/>
          </p:cNvSpPr>
          <p:nvPr>
            <p:ph type="title"/>
          </p:nvPr>
        </p:nvSpPr>
        <p:spPr/>
        <p:txBody>
          <a:bodyPr/>
          <a:lstStyle/>
          <a:p>
            <a:r>
              <a:rPr lang="en-US" b="1" i="0" dirty="0">
                <a:solidFill>
                  <a:srgbClr val="253644"/>
                </a:solidFill>
                <a:effectLst/>
              </a:rPr>
              <a:t>System Folders and Finder</a:t>
            </a:r>
            <a:endParaRPr lang="en-US" sz="2000" dirty="0">
              <a:solidFill>
                <a:srgbClr val="253644"/>
              </a:solidFill>
            </a:endParaRPr>
          </a:p>
        </p:txBody>
      </p:sp>
      <p:sp>
        <p:nvSpPr>
          <p:cNvPr id="3" name="Content Placeholder 2">
            <a:extLst>
              <a:ext uri="{FF2B5EF4-FFF2-40B4-BE49-F238E27FC236}">
                <a16:creationId xmlns:a16="http://schemas.microsoft.com/office/drawing/2014/main" id="{B671A0A3-00E9-C0BD-094E-485B9DBD8B19}"/>
              </a:ext>
            </a:extLst>
          </p:cNvPr>
          <p:cNvSpPr>
            <a:spLocks noGrp="1"/>
          </p:cNvSpPr>
          <p:nvPr>
            <p:ph idx="1"/>
          </p:nvPr>
        </p:nvSpPr>
        <p:spPr>
          <a:xfrm>
            <a:off x="146050" y="746760"/>
            <a:ext cx="8066925" cy="4046220"/>
          </a:xfrm>
        </p:spPr>
        <p:txBody>
          <a:bodyPr vert="horz" lIns="91440" tIns="45720" rIns="91440" bIns="45720" rtlCol="0" anchor="t">
            <a:normAutofit/>
          </a:bodyPr>
          <a:lstStyle/>
          <a:p>
            <a:r>
              <a:rPr lang="en-US" dirty="0">
                <a:latin typeface="Calibri"/>
                <a:ea typeface="Calibri"/>
                <a:cs typeface="Calibri"/>
              </a:rPr>
              <a:t>Everything stems from root of directory</a:t>
            </a:r>
            <a:endParaRPr lang="en-US" dirty="0">
              <a:ea typeface="Calibri"/>
            </a:endParaRPr>
          </a:p>
          <a:p>
            <a:pPr lvl="1"/>
            <a:r>
              <a:rPr lang="en-US" dirty="0">
                <a:latin typeface="Calibri"/>
                <a:ea typeface="Calibri"/>
                <a:cs typeface="Calibri"/>
              </a:rPr>
              <a:t>/Applications all applications installed</a:t>
            </a:r>
            <a:endParaRPr lang="en-US" dirty="0">
              <a:ea typeface="Calibri"/>
            </a:endParaRPr>
          </a:p>
          <a:p>
            <a:pPr lvl="1"/>
            <a:r>
              <a:rPr lang="en-US" dirty="0">
                <a:latin typeface="Calibri"/>
                <a:ea typeface="Calibri"/>
                <a:cs typeface="Calibri"/>
              </a:rPr>
              <a:t>/Library system-wide resources and settings</a:t>
            </a:r>
          </a:p>
          <a:p>
            <a:pPr lvl="1"/>
            <a:r>
              <a:rPr lang="en-US" dirty="0">
                <a:latin typeface="Calibri"/>
                <a:ea typeface="Calibri"/>
                <a:cs typeface="Calibri"/>
              </a:rPr>
              <a:t>/System core system files and resources for operation</a:t>
            </a:r>
          </a:p>
          <a:p>
            <a:pPr lvl="1"/>
            <a:r>
              <a:rPr lang="en-US" dirty="0">
                <a:latin typeface="Calibri"/>
                <a:ea typeface="Calibri"/>
                <a:cs typeface="Calibri"/>
              </a:rPr>
              <a:t>/Users user account data</a:t>
            </a:r>
          </a:p>
          <a:p>
            <a:pPr lvl="1"/>
            <a:r>
              <a:rPr lang="en-US" dirty="0">
                <a:latin typeface="Calibri"/>
                <a:ea typeface="Calibri"/>
                <a:cs typeface="Calibri"/>
              </a:rPr>
              <a:t>/Users/Library hidden folder for each user's home directory</a:t>
            </a:r>
          </a:p>
          <a:p>
            <a:r>
              <a:rPr lang="en-US" dirty="0">
                <a:latin typeface="Calibri"/>
                <a:ea typeface="Calibri"/>
                <a:cs typeface="Calibri"/>
              </a:rPr>
              <a:t>Finder</a:t>
            </a:r>
          </a:p>
          <a:p>
            <a:pPr lvl="1"/>
            <a:r>
              <a:rPr lang="en-US" dirty="0">
                <a:latin typeface="Calibri"/>
                <a:ea typeface="Calibri"/>
                <a:cs typeface="Calibri"/>
              </a:rPr>
              <a:t>File Explorer for macOS</a:t>
            </a:r>
          </a:p>
        </p:txBody>
      </p:sp>
      <p:sp>
        <p:nvSpPr>
          <p:cNvPr id="4" name="Slide Number Placeholder 3">
            <a:extLst>
              <a:ext uri="{FF2B5EF4-FFF2-40B4-BE49-F238E27FC236}">
                <a16:creationId xmlns:a16="http://schemas.microsoft.com/office/drawing/2014/main" id="{1CB82059-FEFA-66D0-5C33-E5D6955A7820}"/>
              </a:ext>
            </a:extLst>
          </p:cNvPr>
          <p:cNvSpPr>
            <a:spLocks noGrp="1"/>
          </p:cNvSpPr>
          <p:nvPr>
            <p:ph type="sldNum" sz="quarter" idx="10"/>
          </p:nvPr>
        </p:nvSpPr>
        <p:spPr/>
        <p:txBody>
          <a:bodyPr/>
          <a:lstStyle/>
          <a:p>
            <a:fld id="{B7CF8A19-3A9E-4ABC-B336-2FDDE321C72D}" type="slidenum">
              <a:rPr lang="en-US" smtClean="0"/>
              <a:pPr/>
              <a:t>37</a:t>
            </a:fld>
            <a:endParaRPr lang="en-US" dirty="0"/>
          </a:p>
        </p:txBody>
      </p:sp>
    </p:spTree>
    <p:custDataLst>
      <p:tags r:id="rId1"/>
    </p:custDataLst>
    <p:extLst>
      <p:ext uri="{BB962C8B-B14F-4D97-AF65-F5344CB8AC3E}">
        <p14:creationId xmlns:p14="http://schemas.microsoft.com/office/powerpoint/2010/main" val="139508593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61A8E8-62F6-8B65-5FAA-A5D17351E7EA}"/>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D07A4169-9C1A-0BD9-3050-6236175837ED}"/>
              </a:ext>
            </a:extLst>
          </p:cNvPr>
          <p:cNvSpPr>
            <a:spLocks noGrp="1"/>
          </p:cNvSpPr>
          <p:nvPr>
            <p:ph type="title"/>
          </p:nvPr>
        </p:nvSpPr>
        <p:spPr/>
        <p:txBody>
          <a:bodyPr/>
          <a:lstStyle/>
          <a:p>
            <a:r>
              <a:rPr lang="en-US" b="1" i="0" dirty="0">
                <a:solidFill>
                  <a:srgbClr val="253644"/>
                </a:solidFill>
                <a:effectLst/>
              </a:rPr>
              <a:t>System Settings </a:t>
            </a:r>
            <a:r>
              <a:rPr lang="en-US" sz="2000" b="1" i="0" dirty="0">
                <a:solidFill>
                  <a:srgbClr val="253644"/>
                </a:solidFill>
                <a:effectLst/>
              </a:rPr>
              <a:t>(Slide 1 of 3)</a:t>
            </a:r>
            <a:endParaRPr lang="en-US" sz="2000" dirty="0">
              <a:solidFill>
                <a:srgbClr val="253644"/>
              </a:solidFill>
            </a:endParaRPr>
          </a:p>
        </p:txBody>
      </p:sp>
      <p:sp>
        <p:nvSpPr>
          <p:cNvPr id="3" name="Content Placeholder 2">
            <a:extLst>
              <a:ext uri="{FF2B5EF4-FFF2-40B4-BE49-F238E27FC236}">
                <a16:creationId xmlns:a16="http://schemas.microsoft.com/office/drawing/2014/main" id="{0ED57C38-DB4C-2C60-75BB-44DDF418BD92}"/>
              </a:ext>
            </a:extLst>
          </p:cNvPr>
          <p:cNvSpPr>
            <a:spLocks noGrp="1"/>
          </p:cNvSpPr>
          <p:nvPr>
            <p:ph idx="1"/>
          </p:nvPr>
        </p:nvSpPr>
        <p:spPr>
          <a:xfrm>
            <a:off x="146050" y="746760"/>
            <a:ext cx="4425950" cy="4046220"/>
          </a:xfrm>
        </p:spPr>
        <p:txBody>
          <a:bodyPr vert="horz" lIns="91440" tIns="45720" rIns="91440" bIns="45720" rtlCol="0" anchor="t">
            <a:normAutofit lnSpcReduction="10000"/>
          </a:bodyPr>
          <a:lstStyle/>
          <a:p>
            <a:r>
              <a:rPr lang="en-US" dirty="0">
                <a:latin typeface="Calibri"/>
                <a:ea typeface="Calibri"/>
                <a:cs typeface="Calibri"/>
              </a:rPr>
              <a:t>Settings, network options, and configurations</a:t>
            </a:r>
          </a:p>
          <a:p>
            <a:r>
              <a:rPr lang="en-US" dirty="0">
                <a:latin typeface="Calibri"/>
                <a:ea typeface="Calibri"/>
                <a:cs typeface="Calibri"/>
              </a:rPr>
              <a:t>Apple keyboard differences</a:t>
            </a:r>
          </a:p>
          <a:p>
            <a:pPr lvl="1"/>
            <a:r>
              <a:rPr lang="en-US" dirty="0">
                <a:latin typeface="Calibri"/>
                <a:ea typeface="Calibri"/>
                <a:cs typeface="Calibri"/>
              </a:rPr>
              <a:t>COMMAND- CTRL on Windows</a:t>
            </a:r>
          </a:p>
          <a:p>
            <a:pPr lvl="1"/>
            <a:r>
              <a:rPr lang="en-US" dirty="0">
                <a:latin typeface="Calibri"/>
                <a:ea typeface="Calibri"/>
                <a:cs typeface="Calibri"/>
              </a:rPr>
              <a:t>OPTION- ALT key</a:t>
            </a:r>
          </a:p>
          <a:p>
            <a:pPr lvl="1"/>
            <a:r>
              <a:rPr lang="en-US" dirty="0">
                <a:latin typeface="Calibri"/>
                <a:ea typeface="Calibri"/>
                <a:cs typeface="Calibri"/>
              </a:rPr>
              <a:t>CONTROL</a:t>
            </a:r>
          </a:p>
          <a:p>
            <a:r>
              <a:rPr lang="en-US" dirty="0">
                <a:latin typeface="Calibri"/>
                <a:ea typeface="Calibri"/>
                <a:cs typeface="Calibri"/>
              </a:rPr>
              <a:t>Displays</a:t>
            </a:r>
          </a:p>
          <a:p>
            <a:pPr lvl="1"/>
            <a:r>
              <a:rPr lang="en-US" dirty="0">
                <a:latin typeface="Calibri"/>
                <a:ea typeface="Calibri"/>
                <a:cs typeface="Calibri"/>
              </a:rPr>
              <a:t>Scaling and display settings</a:t>
            </a:r>
          </a:p>
          <a:p>
            <a:r>
              <a:rPr lang="en-US" dirty="0">
                <a:latin typeface="Calibri"/>
                <a:ea typeface="Calibri"/>
                <a:cs typeface="Calibri"/>
              </a:rPr>
              <a:t>Accessibility</a:t>
            </a:r>
          </a:p>
          <a:p>
            <a:pPr lvl="1"/>
            <a:r>
              <a:rPr lang="en-US" dirty="0">
                <a:latin typeface="Calibri"/>
                <a:ea typeface="Calibri"/>
                <a:cs typeface="Calibri"/>
              </a:rPr>
              <a:t>Vision and sound</a:t>
            </a:r>
          </a:p>
        </p:txBody>
      </p:sp>
      <p:pic>
        <p:nvPicPr>
          <p:cNvPr id="5" name="Picture 4" descr="A window displays general system settings.">
            <a:extLst>
              <a:ext uri="{FF2B5EF4-FFF2-40B4-BE49-F238E27FC236}">
                <a16:creationId xmlns:a16="http://schemas.microsoft.com/office/drawing/2014/main" id="{89E054CB-70D1-6C06-BFD0-ACA8A5454A5F}"/>
              </a:ext>
            </a:extLst>
          </p:cNvPr>
          <p:cNvPicPr>
            <a:picLocks noChangeAspect="1"/>
          </p:cNvPicPr>
          <p:nvPr/>
        </p:nvPicPr>
        <p:blipFill>
          <a:blip r:embed="rId4" cstate="screen">
            <a:extLst>
              <a:ext uri="{28A0092B-C50C-407E-A947-70E740481C1C}">
                <a14:useLocalDpi xmlns:a14="http://schemas.microsoft.com/office/drawing/2010/main"/>
              </a:ext>
            </a:extLst>
          </a:blip>
          <a:srcRect/>
          <a:stretch/>
        </p:blipFill>
        <p:spPr>
          <a:xfrm>
            <a:off x="5166571" y="708660"/>
            <a:ext cx="2701253" cy="4180417"/>
          </a:xfrm>
          <a:prstGeom prst="rect">
            <a:avLst/>
          </a:prstGeom>
          <a:ln>
            <a:solidFill>
              <a:schemeClr val="bg1">
                <a:lumMod val="85000"/>
              </a:schemeClr>
            </a:solidFill>
          </a:ln>
        </p:spPr>
      </p:pic>
      <p:sp>
        <p:nvSpPr>
          <p:cNvPr id="6" name="Content Placeholder 11">
            <a:extLst>
              <a:ext uri="{FF2B5EF4-FFF2-40B4-BE49-F238E27FC236}">
                <a16:creationId xmlns:a16="http://schemas.microsoft.com/office/drawing/2014/main" id="{6C24EFBD-69EE-5C2B-C30D-70FF3856F10C}"/>
              </a:ext>
            </a:extLst>
          </p:cNvPr>
          <p:cNvSpPr txBox="1">
            <a:spLocks/>
          </p:cNvSpPr>
          <p:nvPr/>
        </p:nvSpPr>
        <p:spPr>
          <a:xfrm>
            <a:off x="5166571" y="4927177"/>
            <a:ext cx="2701253" cy="274768"/>
          </a:xfrm>
          <a:prstGeom prst="rect">
            <a:avLst/>
          </a:prstGeom>
        </p:spPr>
        <p:txBody>
          <a:bodyPr/>
          <a:lstStyle>
            <a:lvl1pPr marL="257175" indent="-257175" algn="l" defTabSz="342900" rtl="0" eaLnBrk="1" latinLnBrk="0" hangingPunct="1">
              <a:spcBef>
                <a:spcPts val="600"/>
              </a:spcBef>
              <a:spcAft>
                <a:spcPts val="0"/>
              </a:spcAft>
              <a:buClrTx/>
              <a:buFont typeface="Arial" panose="020B0604020202020204" pitchFamily="34" charset="0"/>
              <a:buChar char="•"/>
              <a:defRPr sz="2400" kern="1200">
                <a:solidFill>
                  <a:schemeClr val="tx1"/>
                </a:solidFill>
                <a:latin typeface="Calibri" panose="020F0502020204030204" pitchFamily="34" charset="0"/>
                <a:ea typeface="+mn-ea"/>
                <a:cs typeface="Calibri" panose="020F0502020204030204" pitchFamily="34" charset="0"/>
              </a:defRPr>
            </a:lvl1pPr>
            <a:lvl2pPr marL="571500" indent="-228600" algn="l" defTabSz="342900" rtl="0" eaLnBrk="1" latinLnBrk="0" hangingPunct="1">
              <a:spcBef>
                <a:spcPts val="600"/>
              </a:spcBef>
              <a:spcAft>
                <a:spcPts val="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2pPr>
            <a:lvl3pPr marL="857250" indent="-171450" algn="l" defTabSz="342900" rtl="0" eaLnBrk="1" latinLnBrk="0" hangingPunct="1">
              <a:spcBef>
                <a:spcPts val="600"/>
              </a:spcBef>
              <a:spcAft>
                <a:spcPts val="0"/>
              </a:spcAft>
              <a:buClrTx/>
              <a:buSzPct val="100000"/>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3pPr>
            <a:lvl4pPr marL="12001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4pPr>
            <a:lvl5pPr marL="15430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0" indent="0" algn="ctr">
              <a:buNone/>
            </a:pPr>
            <a:r>
              <a:rPr lang="en-US" sz="900" i="1" dirty="0"/>
              <a:t>Screenshot reprinted with permission from Apple Inc.</a:t>
            </a:r>
          </a:p>
        </p:txBody>
      </p:sp>
      <p:sp>
        <p:nvSpPr>
          <p:cNvPr id="4" name="Slide Number Placeholder 3">
            <a:extLst>
              <a:ext uri="{FF2B5EF4-FFF2-40B4-BE49-F238E27FC236}">
                <a16:creationId xmlns:a16="http://schemas.microsoft.com/office/drawing/2014/main" id="{010967C6-B25C-A28F-651C-C0395EF70A59}"/>
              </a:ext>
            </a:extLst>
          </p:cNvPr>
          <p:cNvSpPr>
            <a:spLocks noGrp="1"/>
          </p:cNvSpPr>
          <p:nvPr>
            <p:ph type="sldNum" sz="quarter" idx="10"/>
          </p:nvPr>
        </p:nvSpPr>
        <p:spPr/>
        <p:txBody>
          <a:bodyPr/>
          <a:lstStyle/>
          <a:p>
            <a:fld id="{B7CF8A19-3A9E-4ABC-B336-2FDDE321C72D}" type="slidenum">
              <a:rPr lang="en-US" smtClean="0"/>
              <a:pPr/>
              <a:t>38</a:t>
            </a:fld>
            <a:endParaRPr lang="en-US" dirty="0"/>
          </a:p>
        </p:txBody>
      </p:sp>
    </p:spTree>
    <p:custDataLst>
      <p:tags r:id="rId1"/>
    </p:custDataLst>
    <p:extLst>
      <p:ext uri="{BB962C8B-B14F-4D97-AF65-F5344CB8AC3E}">
        <p14:creationId xmlns:p14="http://schemas.microsoft.com/office/powerpoint/2010/main" val="207851883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A90372-A2FC-D0B8-230A-BCFF36CEA2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B8F21B-E1FB-12C6-EE85-D042683F6099}"/>
              </a:ext>
            </a:extLst>
          </p:cNvPr>
          <p:cNvSpPr>
            <a:spLocks noGrp="1"/>
          </p:cNvSpPr>
          <p:nvPr>
            <p:ph type="title"/>
          </p:nvPr>
        </p:nvSpPr>
        <p:spPr/>
        <p:txBody>
          <a:bodyPr/>
          <a:lstStyle/>
          <a:p>
            <a:r>
              <a:rPr lang="en-US" b="1" i="0" dirty="0">
                <a:solidFill>
                  <a:srgbClr val="253644"/>
                </a:solidFill>
                <a:effectLst/>
              </a:rPr>
              <a:t>System Settings </a:t>
            </a:r>
            <a:r>
              <a:rPr lang="en-US" sz="2000" b="1" i="0" dirty="0">
                <a:solidFill>
                  <a:srgbClr val="253644"/>
                </a:solidFill>
                <a:effectLst/>
              </a:rPr>
              <a:t>(Slide 2 of 3)</a:t>
            </a:r>
            <a:endParaRPr lang="en-US" sz="2000" dirty="0"/>
          </a:p>
        </p:txBody>
      </p:sp>
      <p:pic>
        <p:nvPicPr>
          <p:cNvPr id="6" name="Picture 5" descr="A mac O S Trackpad settings window is displayed. It has tabs labeled Point and Click, Scroll and Zoom, and More Gestures.">
            <a:extLst>
              <a:ext uri="{FF2B5EF4-FFF2-40B4-BE49-F238E27FC236}">
                <a16:creationId xmlns:a16="http://schemas.microsoft.com/office/drawing/2014/main" id="{C9B1E340-4EDD-78FA-1B89-24BB11B1399B}"/>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2993517" y="687897"/>
            <a:ext cx="3172377" cy="4197793"/>
          </a:xfrm>
          <a:prstGeom prst="rect">
            <a:avLst/>
          </a:prstGeom>
          <a:ln>
            <a:solidFill>
              <a:schemeClr val="bg1">
                <a:lumMod val="85000"/>
              </a:schemeClr>
            </a:solidFill>
          </a:ln>
        </p:spPr>
      </p:pic>
      <p:sp>
        <p:nvSpPr>
          <p:cNvPr id="7" name="Content Placeholder 11">
            <a:extLst>
              <a:ext uri="{FF2B5EF4-FFF2-40B4-BE49-F238E27FC236}">
                <a16:creationId xmlns:a16="http://schemas.microsoft.com/office/drawing/2014/main" id="{8BBF22DC-C9BB-F6A5-9F25-E7460AA8F573}"/>
              </a:ext>
            </a:extLst>
          </p:cNvPr>
          <p:cNvSpPr txBox="1">
            <a:spLocks/>
          </p:cNvSpPr>
          <p:nvPr/>
        </p:nvSpPr>
        <p:spPr>
          <a:xfrm>
            <a:off x="2993517" y="4885690"/>
            <a:ext cx="3133333" cy="274768"/>
          </a:xfrm>
          <a:prstGeom prst="rect">
            <a:avLst/>
          </a:prstGeom>
        </p:spPr>
        <p:txBody>
          <a:bodyPr/>
          <a:lstStyle>
            <a:lvl1pPr marL="257175" indent="-257175" algn="l" defTabSz="342900" rtl="0" eaLnBrk="1" latinLnBrk="0" hangingPunct="1">
              <a:spcBef>
                <a:spcPts val="600"/>
              </a:spcBef>
              <a:spcAft>
                <a:spcPts val="0"/>
              </a:spcAft>
              <a:buClrTx/>
              <a:buFont typeface="Arial" panose="020B0604020202020204" pitchFamily="34" charset="0"/>
              <a:buChar char="•"/>
              <a:defRPr sz="2400" kern="1200">
                <a:solidFill>
                  <a:schemeClr val="tx1"/>
                </a:solidFill>
                <a:latin typeface="Calibri" panose="020F0502020204030204" pitchFamily="34" charset="0"/>
                <a:ea typeface="+mn-ea"/>
                <a:cs typeface="Calibri" panose="020F0502020204030204" pitchFamily="34" charset="0"/>
              </a:defRPr>
            </a:lvl1pPr>
            <a:lvl2pPr marL="571500" indent="-228600" algn="l" defTabSz="342900" rtl="0" eaLnBrk="1" latinLnBrk="0" hangingPunct="1">
              <a:spcBef>
                <a:spcPts val="600"/>
              </a:spcBef>
              <a:spcAft>
                <a:spcPts val="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2pPr>
            <a:lvl3pPr marL="857250" indent="-171450" algn="l" defTabSz="342900" rtl="0" eaLnBrk="1" latinLnBrk="0" hangingPunct="1">
              <a:spcBef>
                <a:spcPts val="600"/>
              </a:spcBef>
              <a:spcAft>
                <a:spcPts val="0"/>
              </a:spcAft>
              <a:buClrTx/>
              <a:buSzPct val="100000"/>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3pPr>
            <a:lvl4pPr marL="12001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4pPr>
            <a:lvl5pPr marL="15430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0" indent="0" algn="ctr">
              <a:buNone/>
            </a:pPr>
            <a:r>
              <a:rPr lang="en-US" sz="900" i="1" dirty="0"/>
              <a:t>Screenshot reprinted with permission from Apple Inc.</a:t>
            </a:r>
          </a:p>
        </p:txBody>
      </p:sp>
      <p:sp>
        <p:nvSpPr>
          <p:cNvPr id="3" name="Slide Number Placeholder 2">
            <a:extLst>
              <a:ext uri="{FF2B5EF4-FFF2-40B4-BE49-F238E27FC236}">
                <a16:creationId xmlns:a16="http://schemas.microsoft.com/office/drawing/2014/main" id="{3FF1668C-3F55-2D35-0AD9-E62704E43581}"/>
              </a:ext>
            </a:extLst>
          </p:cNvPr>
          <p:cNvSpPr>
            <a:spLocks noGrp="1"/>
          </p:cNvSpPr>
          <p:nvPr>
            <p:ph type="sldNum" sz="quarter" idx="10"/>
          </p:nvPr>
        </p:nvSpPr>
        <p:spPr/>
        <p:txBody>
          <a:bodyPr/>
          <a:lstStyle/>
          <a:p>
            <a:fld id="{B7CF8A19-3A9E-4ABC-B336-2FDDE321C72D}" type="slidenum">
              <a:rPr lang="en-US" smtClean="0"/>
              <a:pPr/>
              <a:t>39</a:t>
            </a:fld>
            <a:endParaRPr lang="en-US" dirty="0"/>
          </a:p>
        </p:txBody>
      </p:sp>
    </p:spTree>
    <p:extLst>
      <p:ext uri="{BB962C8B-B14F-4D97-AF65-F5344CB8AC3E}">
        <p14:creationId xmlns:p14="http://schemas.microsoft.com/office/powerpoint/2010/main" val="166421216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D5D5B3-13AC-2183-E35C-C64F248ADF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085EE5-0587-584F-1634-93C258449AB5}"/>
              </a:ext>
            </a:extLst>
          </p:cNvPr>
          <p:cNvSpPr>
            <a:spLocks noGrp="1"/>
          </p:cNvSpPr>
          <p:nvPr>
            <p:ph type="title"/>
          </p:nvPr>
        </p:nvSpPr>
        <p:spPr/>
        <p:txBody>
          <a:bodyPr/>
          <a:lstStyle/>
          <a:p>
            <a:r>
              <a:rPr lang="en-US" b="1" i="0" dirty="0">
                <a:solidFill>
                  <a:srgbClr val="253644"/>
                </a:solidFill>
                <a:effectLst/>
              </a:rPr>
              <a:t>System Settings </a:t>
            </a:r>
            <a:r>
              <a:rPr lang="en-US" sz="2000" b="1" i="0" dirty="0">
                <a:solidFill>
                  <a:srgbClr val="253644"/>
                </a:solidFill>
                <a:effectLst/>
              </a:rPr>
              <a:t>(Slide 3 of 3)</a:t>
            </a:r>
            <a:endParaRPr lang="en-US" sz="2000" dirty="0"/>
          </a:p>
        </p:txBody>
      </p:sp>
      <p:pic>
        <p:nvPicPr>
          <p:cNvPr id="6" name="Picture 5" descr="An accessibility prefpane shows the zoom options.">
            <a:extLst>
              <a:ext uri="{FF2B5EF4-FFF2-40B4-BE49-F238E27FC236}">
                <a16:creationId xmlns:a16="http://schemas.microsoft.com/office/drawing/2014/main" id="{72179870-4ED4-0CF4-C3AA-6CA68843DF99}"/>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2634141" y="712446"/>
            <a:ext cx="3875714" cy="4173244"/>
          </a:xfrm>
          <a:prstGeom prst="rect">
            <a:avLst/>
          </a:prstGeom>
          <a:ln>
            <a:solidFill>
              <a:schemeClr val="bg1">
                <a:lumMod val="85000"/>
              </a:schemeClr>
            </a:solidFill>
          </a:ln>
        </p:spPr>
      </p:pic>
      <p:sp>
        <p:nvSpPr>
          <p:cNvPr id="7" name="Content Placeholder 11">
            <a:extLst>
              <a:ext uri="{FF2B5EF4-FFF2-40B4-BE49-F238E27FC236}">
                <a16:creationId xmlns:a16="http://schemas.microsoft.com/office/drawing/2014/main" id="{E62FD6B9-EC22-9E0C-A45D-9FA1CD0BA524}"/>
              </a:ext>
            </a:extLst>
          </p:cNvPr>
          <p:cNvSpPr txBox="1">
            <a:spLocks/>
          </p:cNvSpPr>
          <p:nvPr/>
        </p:nvSpPr>
        <p:spPr>
          <a:xfrm>
            <a:off x="2634141" y="4885690"/>
            <a:ext cx="3875714" cy="274768"/>
          </a:xfrm>
          <a:prstGeom prst="rect">
            <a:avLst/>
          </a:prstGeom>
        </p:spPr>
        <p:txBody>
          <a:bodyPr/>
          <a:lstStyle>
            <a:lvl1pPr marL="257175" indent="-257175" algn="l" defTabSz="342900" rtl="0" eaLnBrk="1" latinLnBrk="0" hangingPunct="1">
              <a:spcBef>
                <a:spcPts val="600"/>
              </a:spcBef>
              <a:spcAft>
                <a:spcPts val="0"/>
              </a:spcAft>
              <a:buClrTx/>
              <a:buFont typeface="Arial" panose="020B0604020202020204" pitchFamily="34" charset="0"/>
              <a:buChar char="•"/>
              <a:defRPr sz="2400" kern="1200">
                <a:solidFill>
                  <a:schemeClr val="tx1"/>
                </a:solidFill>
                <a:latin typeface="Calibri" panose="020F0502020204030204" pitchFamily="34" charset="0"/>
                <a:ea typeface="+mn-ea"/>
                <a:cs typeface="Calibri" panose="020F0502020204030204" pitchFamily="34" charset="0"/>
              </a:defRPr>
            </a:lvl1pPr>
            <a:lvl2pPr marL="571500" indent="-228600" algn="l" defTabSz="342900" rtl="0" eaLnBrk="1" latinLnBrk="0" hangingPunct="1">
              <a:spcBef>
                <a:spcPts val="600"/>
              </a:spcBef>
              <a:spcAft>
                <a:spcPts val="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2pPr>
            <a:lvl3pPr marL="857250" indent="-171450" algn="l" defTabSz="342900" rtl="0" eaLnBrk="1" latinLnBrk="0" hangingPunct="1">
              <a:spcBef>
                <a:spcPts val="600"/>
              </a:spcBef>
              <a:spcAft>
                <a:spcPts val="0"/>
              </a:spcAft>
              <a:buClrTx/>
              <a:buSzPct val="100000"/>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3pPr>
            <a:lvl4pPr marL="12001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4pPr>
            <a:lvl5pPr marL="15430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0" indent="0" algn="ctr">
              <a:buNone/>
            </a:pPr>
            <a:r>
              <a:rPr lang="en-US" sz="900" i="1" dirty="0"/>
              <a:t>Screenshot reprinted with permission Apple Inc.</a:t>
            </a:r>
          </a:p>
        </p:txBody>
      </p:sp>
      <p:sp>
        <p:nvSpPr>
          <p:cNvPr id="3" name="Slide Number Placeholder 2">
            <a:extLst>
              <a:ext uri="{FF2B5EF4-FFF2-40B4-BE49-F238E27FC236}">
                <a16:creationId xmlns:a16="http://schemas.microsoft.com/office/drawing/2014/main" id="{1D7739DC-D1A9-5F2E-C414-F751831D9F4B}"/>
              </a:ext>
            </a:extLst>
          </p:cNvPr>
          <p:cNvSpPr>
            <a:spLocks noGrp="1"/>
          </p:cNvSpPr>
          <p:nvPr>
            <p:ph type="sldNum" sz="quarter" idx="10"/>
          </p:nvPr>
        </p:nvSpPr>
        <p:spPr/>
        <p:txBody>
          <a:bodyPr/>
          <a:lstStyle/>
          <a:p>
            <a:fld id="{B7CF8A19-3A9E-4ABC-B336-2FDDE321C72D}" type="slidenum">
              <a:rPr lang="en-US" smtClean="0"/>
              <a:pPr/>
              <a:t>40</a:t>
            </a:fld>
            <a:endParaRPr lang="en-US" dirty="0"/>
          </a:p>
        </p:txBody>
      </p:sp>
    </p:spTree>
    <p:extLst>
      <p:ext uri="{BB962C8B-B14F-4D97-AF65-F5344CB8AC3E}">
        <p14:creationId xmlns:p14="http://schemas.microsoft.com/office/powerpoint/2010/main" val="363203465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AC438C-A3B2-B0D0-58F7-6A6022189A03}"/>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3EDDB001-DD2D-4773-72C2-27105B9DE73B}"/>
              </a:ext>
            </a:extLst>
          </p:cNvPr>
          <p:cNvSpPr>
            <a:spLocks noGrp="1"/>
          </p:cNvSpPr>
          <p:nvPr>
            <p:ph type="title"/>
          </p:nvPr>
        </p:nvSpPr>
        <p:spPr/>
        <p:txBody>
          <a:bodyPr/>
          <a:lstStyle/>
          <a:p>
            <a:r>
              <a:rPr lang="en-US" b="1" i="0" dirty="0">
                <a:solidFill>
                  <a:srgbClr val="253644"/>
                </a:solidFill>
                <a:effectLst/>
              </a:rPr>
              <a:t>Security and User Management </a:t>
            </a:r>
            <a:r>
              <a:rPr lang="en-US" sz="2000" b="1" i="0" dirty="0">
                <a:solidFill>
                  <a:srgbClr val="253644"/>
                </a:solidFill>
                <a:effectLst/>
              </a:rPr>
              <a:t>(Slide 1 of </a:t>
            </a:r>
            <a:r>
              <a:rPr lang="en-US" sz="2000" dirty="0">
                <a:solidFill>
                  <a:srgbClr val="253644"/>
                </a:solidFill>
              </a:rPr>
              <a:t>2</a:t>
            </a:r>
            <a:r>
              <a:rPr lang="en-US" sz="2000" b="1" i="0" dirty="0">
                <a:solidFill>
                  <a:srgbClr val="253644"/>
                </a:solidFill>
                <a:effectLst/>
              </a:rPr>
              <a:t>)</a:t>
            </a:r>
            <a:endParaRPr lang="en-US" sz="2000" dirty="0">
              <a:solidFill>
                <a:srgbClr val="253644"/>
              </a:solidFill>
            </a:endParaRPr>
          </a:p>
        </p:txBody>
      </p:sp>
      <p:sp>
        <p:nvSpPr>
          <p:cNvPr id="3" name="Content Placeholder 2">
            <a:extLst>
              <a:ext uri="{FF2B5EF4-FFF2-40B4-BE49-F238E27FC236}">
                <a16:creationId xmlns:a16="http://schemas.microsoft.com/office/drawing/2014/main" id="{9A3C3200-E3C1-9C41-E25A-FD87DD103525}"/>
              </a:ext>
            </a:extLst>
          </p:cNvPr>
          <p:cNvSpPr>
            <a:spLocks noGrp="1"/>
          </p:cNvSpPr>
          <p:nvPr>
            <p:ph idx="1"/>
          </p:nvPr>
        </p:nvSpPr>
        <p:spPr>
          <a:xfrm>
            <a:off x="146050" y="746759"/>
            <a:ext cx="4333671" cy="4337606"/>
          </a:xfrm>
          <a:ln>
            <a:noFill/>
          </a:ln>
        </p:spPr>
        <p:txBody>
          <a:bodyPr vert="horz" lIns="91440" tIns="45720" rIns="91440" bIns="45720" rtlCol="0" anchor="t">
            <a:normAutofit/>
          </a:bodyPr>
          <a:lstStyle/>
          <a:p>
            <a:r>
              <a:rPr lang="en-US" dirty="0">
                <a:ea typeface="Calibri"/>
              </a:rPr>
              <a:t>System Settings &gt; Users &amp; Groups</a:t>
            </a:r>
            <a:endParaRPr lang="en-US" dirty="0"/>
          </a:p>
          <a:p>
            <a:r>
              <a:rPr lang="en-US" dirty="0">
                <a:latin typeface="Calibri"/>
                <a:ea typeface="Calibri"/>
                <a:cs typeface="Calibri"/>
              </a:rPr>
              <a:t>Apple ID</a:t>
            </a:r>
            <a:endParaRPr lang="en-US" dirty="0">
              <a:latin typeface="Calibri"/>
              <a:cs typeface="Calibri"/>
            </a:endParaRPr>
          </a:p>
          <a:p>
            <a:pPr lvl="1"/>
            <a:r>
              <a:rPr lang="en-US" dirty="0">
                <a:latin typeface="Calibri"/>
                <a:ea typeface="Calibri"/>
                <a:cs typeface="Calibri"/>
              </a:rPr>
              <a:t>Appstore purchases</a:t>
            </a:r>
          </a:p>
          <a:p>
            <a:pPr lvl="1"/>
            <a:r>
              <a:rPr lang="en-US" dirty="0">
                <a:latin typeface="Calibri"/>
                <a:ea typeface="Calibri"/>
                <a:cs typeface="Calibri"/>
              </a:rPr>
              <a:t>iCloud sync and data storage</a:t>
            </a:r>
          </a:p>
        </p:txBody>
      </p:sp>
      <p:pic>
        <p:nvPicPr>
          <p:cNvPr id="7" name="Picture 6" descr="An Apple account page.">
            <a:extLst>
              <a:ext uri="{FF2B5EF4-FFF2-40B4-BE49-F238E27FC236}">
                <a16:creationId xmlns:a16="http://schemas.microsoft.com/office/drawing/2014/main" id="{D5F9F54E-7C5D-C863-729B-85CAEAF7BD79}"/>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4529406" y="746760"/>
            <a:ext cx="4434988" cy="3726143"/>
          </a:xfrm>
          <a:prstGeom prst="rect">
            <a:avLst/>
          </a:prstGeom>
          <a:noFill/>
          <a:ln>
            <a:solidFill>
              <a:schemeClr val="bg1">
                <a:lumMod val="85000"/>
              </a:schemeClr>
            </a:solidFill>
          </a:ln>
        </p:spPr>
      </p:pic>
      <p:sp>
        <p:nvSpPr>
          <p:cNvPr id="6" name="Content Placeholder 11">
            <a:extLst>
              <a:ext uri="{FF2B5EF4-FFF2-40B4-BE49-F238E27FC236}">
                <a16:creationId xmlns:a16="http://schemas.microsoft.com/office/drawing/2014/main" id="{A7BD9EE3-CC69-4FAD-CFFB-887D3A58E89A}"/>
              </a:ext>
            </a:extLst>
          </p:cNvPr>
          <p:cNvSpPr txBox="1">
            <a:spLocks/>
          </p:cNvSpPr>
          <p:nvPr/>
        </p:nvSpPr>
        <p:spPr>
          <a:xfrm>
            <a:off x="4572000" y="4472903"/>
            <a:ext cx="4425949" cy="274768"/>
          </a:xfrm>
          <a:prstGeom prst="rect">
            <a:avLst/>
          </a:prstGeom>
        </p:spPr>
        <p:txBody>
          <a:bodyPr/>
          <a:lstStyle>
            <a:lvl1pPr marL="257175" indent="-257175" algn="l" defTabSz="342900" rtl="0" eaLnBrk="1" latinLnBrk="0" hangingPunct="1">
              <a:spcBef>
                <a:spcPts val="600"/>
              </a:spcBef>
              <a:spcAft>
                <a:spcPts val="0"/>
              </a:spcAft>
              <a:buClrTx/>
              <a:buFont typeface="Arial" panose="020B0604020202020204" pitchFamily="34" charset="0"/>
              <a:buChar char="•"/>
              <a:defRPr sz="2400" kern="1200">
                <a:solidFill>
                  <a:schemeClr val="tx1"/>
                </a:solidFill>
                <a:latin typeface="Calibri" panose="020F0502020204030204" pitchFamily="34" charset="0"/>
                <a:ea typeface="+mn-ea"/>
                <a:cs typeface="Calibri" panose="020F0502020204030204" pitchFamily="34" charset="0"/>
              </a:defRPr>
            </a:lvl1pPr>
            <a:lvl2pPr marL="571500" indent="-228600" algn="l" defTabSz="342900" rtl="0" eaLnBrk="1" latinLnBrk="0" hangingPunct="1">
              <a:spcBef>
                <a:spcPts val="600"/>
              </a:spcBef>
              <a:spcAft>
                <a:spcPts val="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2pPr>
            <a:lvl3pPr marL="857250" indent="-171450" algn="l" defTabSz="342900" rtl="0" eaLnBrk="1" latinLnBrk="0" hangingPunct="1">
              <a:spcBef>
                <a:spcPts val="600"/>
              </a:spcBef>
              <a:spcAft>
                <a:spcPts val="0"/>
              </a:spcAft>
              <a:buClrTx/>
              <a:buSzPct val="100000"/>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3pPr>
            <a:lvl4pPr marL="12001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4pPr>
            <a:lvl5pPr marL="15430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0" indent="0" algn="ctr">
              <a:buNone/>
            </a:pPr>
            <a:r>
              <a:rPr lang="en-US" sz="900" i="1" dirty="0"/>
              <a:t>Screenshot reprinted with permission from Apple Inc.</a:t>
            </a:r>
          </a:p>
        </p:txBody>
      </p:sp>
      <p:sp>
        <p:nvSpPr>
          <p:cNvPr id="4" name="Slide Number Placeholder 3">
            <a:extLst>
              <a:ext uri="{FF2B5EF4-FFF2-40B4-BE49-F238E27FC236}">
                <a16:creationId xmlns:a16="http://schemas.microsoft.com/office/drawing/2014/main" id="{E66B5B2A-75BC-0C81-6327-2057DB1C9E4B}"/>
              </a:ext>
            </a:extLst>
          </p:cNvPr>
          <p:cNvSpPr>
            <a:spLocks noGrp="1"/>
          </p:cNvSpPr>
          <p:nvPr>
            <p:ph type="sldNum" sz="quarter" idx="10"/>
          </p:nvPr>
        </p:nvSpPr>
        <p:spPr/>
        <p:txBody>
          <a:bodyPr/>
          <a:lstStyle/>
          <a:p>
            <a:fld id="{B7CF8A19-3A9E-4ABC-B336-2FDDE321C72D}" type="slidenum">
              <a:rPr lang="en-US" smtClean="0"/>
              <a:pPr/>
              <a:t>41</a:t>
            </a:fld>
            <a:endParaRPr lang="en-US" dirty="0"/>
          </a:p>
        </p:txBody>
      </p:sp>
    </p:spTree>
    <p:custDataLst>
      <p:tags r:id="rId1"/>
    </p:custDataLst>
    <p:extLst>
      <p:ext uri="{BB962C8B-B14F-4D97-AF65-F5344CB8AC3E}">
        <p14:creationId xmlns:p14="http://schemas.microsoft.com/office/powerpoint/2010/main" val="133075185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9B8EAA-3460-3C4B-DDD5-8F771ECD8055}"/>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6A8087E0-979B-ED58-5810-918B01778642}"/>
              </a:ext>
            </a:extLst>
          </p:cNvPr>
          <p:cNvSpPr>
            <a:spLocks noGrp="1"/>
          </p:cNvSpPr>
          <p:nvPr>
            <p:ph type="title"/>
          </p:nvPr>
        </p:nvSpPr>
        <p:spPr/>
        <p:txBody>
          <a:bodyPr/>
          <a:lstStyle/>
          <a:p>
            <a:r>
              <a:rPr lang="en-US" b="1" i="0" dirty="0">
                <a:solidFill>
                  <a:srgbClr val="253644"/>
                </a:solidFill>
                <a:effectLst/>
              </a:rPr>
              <a:t>Security and User Management </a:t>
            </a:r>
            <a:r>
              <a:rPr lang="en-US" sz="2000" b="1" i="0" dirty="0">
                <a:solidFill>
                  <a:srgbClr val="253644"/>
                </a:solidFill>
                <a:effectLst/>
              </a:rPr>
              <a:t>(Slide 2 of </a:t>
            </a:r>
            <a:r>
              <a:rPr lang="en-US" sz="2000" dirty="0">
                <a:solidFill>
                  <a:srgbClr val="253644"/>
                </a:solidFill>
              </a:rPr>
              <a:t>2</a:t>
            </a:r>
            <a:r>
              <a:rPr lang="en-US" sz="2000" b="1" i="0" dirty="0">
                <a:solidFill>
                  <a:srgbClr val="253644"/>
                </a:solidFill>
                <a:effectLst/>
              </a:rPr>
              <a:t>)</a:t>
            </a:r>
            <a:endParaRPr lang="en-US" sz="2000" dirty="0">
              <a:solidFill>
                <a:srgbClr val="253644"/>
              </a:solidFill>
            </a:endParaRPr>
          </a:p>
        </p:txBody>
      </p:sp>
      <p:sp>
        <p:nvSpPr>
          <p:cNvPr id="3" name="Content Placeholder 2">
            <a:extLst>
              <a:ext uri="{FF2B5EF4-FFF2-40B4-BE49-F238E27FC236}">
                <a16:creationId xmlns:a16="http://schemas.microsoft.com/office/drawing/2014/main" id="{148B2BFE-70D9-DD82-0EB1-CF6045F6F06F}"/>
              </a:ext>
            </a:extLst>
          </p:cNvPr>
          <p:cNvSpPr>
            <a:spLocks noGrp="1"/>
          </p:cNvSpPr>
          <p:nvPr>
            <p:ph idx="1"/>
          </p:nvPr>
        </p:nvSpPr>
        <p:spPr>
          <a:xfrm>
            <a:off x="4591050" y="746759"/>
            <a:ext cx="4425950" cy="4337606"/>
          </a:xfrm>
          <a:ln>
            <a:noFill/>
          </a:ln>
        </p:spPr>
        <p:txBody>
          <a:bodyPr vert="horz" lIns="91440" tIns="45720" rIns="91440" bIns="45720" rtlCol="0" anchor="t">
            <a:normAutofit/>
          </a:bodyPr>
          <a:lstStyle/>
          <a:p>
            <a:r>
              <a:rPr lang="en-US" dirty="0">
                <a:latin typeface="Calibri"/>
                <a:ea typeface="Calibri"/>
                <a:cs typeface="Calibri"/>
              </a:rPr>
              <a:t>Privacy and Security</a:t>
            </a:r>
            <a:endParaRPr lang="en-US" dirty="0">
              <a:ea typeface="Calibri"/>
            </a:endParaRPr>
          </a:p>
          <a:p>
            <a:pPr lvl="1"/>
            <a:r>
              <a:rPr lang="en-US" dirty="0">
                <a:latin typeface="Calibri"/>
                <a:ea typeface="Calibri"/>
                <a:cs typeface="Calibri"/>
              </a:rPr>
              <a:t>Analytics</a:t>
            </a:r>
            <a:endParaRPr lang="en-US" dirty="0">
              <a:ea typeface="Calibri"/>
            </a:endParaRPr>
          </a:p>
          <a:p>
            <a:pPr lvl="1"/>
            <a:r>
              <a:rPr lang="en-US" dirty="0">
                <a:latin typeface="Calibri"/>
                <a:ea typeface="Calibri"/>
                <a:cs typeface="Calibri"/>
              </a:rPr>
              <a:t>Telemetry data</a:t>
            </a:r>
          </a:p>
          <a:p>
            <a:pPr lvl="1"/>
            <a:r>
              <a:rPr lang="en-US" dirty="0">
                <a:latin typeface="Calibri"/>
                <a:ea typeface="Calibri"/>
                <a:cs typeface="Calibri"/>
              </a:rPr>
              <a:t>Permissions </a:t>
            </a:r>
          </a:p>
          <a:p>
            <a:r>
              <a:rPr lang="en-US" dirty="0">
                <a:latin typeface="Calibri"/>
                <a:ea typeface="Calibri"/>
                <a:cs typeface="Calibri"/>
              </a:rPr>
              <a:t>Internet Accounts</a:t>
            </a:r>
          </a:p>
          <a:p>
            <a:pPr lvl="1"/>
            <a:r>
              <a:rPr lang="en-US" dirty="0">
                <a:latin typeface="Calibri"/>
                <a:ea typeface="Calibri"/>
                <a:cs typeface="Calibri"/>
              </a:rPr>
              <a:t>Keychain</a:t>
            </a:r>
          </a:p>
          <a:p>
            <a:r>
              <a:rPr lang="en-US" dirty="0">
                <a:latin typeface="Calibri"/>
                <a:ea typeface="Calibri"/>
                <a:cs typeface="Calibri"/>
              </a:rPr>
              <a:t>File Vault</a:t>
            </a:r>
            <a:endParaRPr lang="en-US" dirty="0">
              <a:ea typeface="Calibri"/>
            </a:endParaRPr>
          </a:p>
          <a:p>
            <a:pPr lvl="1"/>
            <a:r>
              <a:rPr lang="en-US" dirty="0">
                <a:latin typeface="Calibri"/>
                <a:ea typeface="Calibri"/>
                <a:cs typeface="Calibri"/>
              </a:rPr>
              <a:t>Disk encryption </a:t>
            </a:r>
          </a:p>
        </p:txBody>
      </p:sp>
      <p:sp>
        <p:nvSpPr>
          <p:cNvPr id="4" name="Slide Number Placeholder 3">
            <a:extLst>
              <a:ext uri="{FF2B5EF4-FFF2-40B4-BE49-F238E27FC236}">
                <a16:creationId xmlns:a16="http://schemas.microsoft.com/office/drawing/2014/main" id="{AE551925-A164-AF32-4F94-49A55B28FB74}"/>
              </a:ext>
            </a:extLst>
          </p:cNvPr>
          <p:cNvSpPr>
            <a:spLocks noGrp="1"/>
          </p:cNvSpPr>
          <p:nvPr>
            <p:ph type="sldNum" sz="quarter" idx="10"/>
          </p:nvPr>
        </p:nvSpPr>
        <p:spPr/>
        <p:txBody>
          <a:bodyPr/>
          <a:lstStyle/>
          <a:p>
            <a:fld id="{B7CF8A19-3A9E-4ABC-B336-2FDDE321C72D}" type="slidenum">
              <a:rPr lang="en-US" smtClean="0"/>
              <a:pPr/>
              <a:t>42</a:t>
            </a:fld>
            <a:endParaRPr lang="en-US" dirty="0"/>
          </a:p>
        </p:txBody>
      </p:sp>
      <p:pic>
        <p:nvPicPr>
          <p:cNvPr id="5" name="Picture 4" descr="Privacy and security settings are displayed.">
            <a:extLst>
              <a:ext uri="{FF2B5EF4-FFF2-40B4-BE49-F238E27FC236}">
                <a16:creationId xmlns:a16="http://schemas.microsoft.com/office/drawing/2014/main" id="{EE47D37F-794E-A571-8F88-583B9635EE90}"/>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529234" y="712787"/>
            <a:ext cx="3132529" cy="4170377"/>
          </a:xfrm>
          <a:prstGeom prst="rect">
            <a:avLst/>
          </a:prstGeom>
          <a:ln>
            <a:solidFill>
              <a:schemeClr val="bg1">
                <a:lumMod val="85000"/>
              </a:schemeClr>
            </a:solidFill>
          </a:ln>
        </p:spPr>
      </p:pic>
      <p:sp>
        <p:nvSpPr>
          <p:cNvPr id="2" name="Content Placeholder 11">
            <a:extLst>
              <a:ext uri="{FF2B5EF4-FFF2-40B4-BE49-F238E27FC236}">
                <a16:creationId xmlns:a16="http://schemas.microsoft.com/office/drawing/2014/main" id="{9AEE8F0B-19EA-480E-719E-DB377599104A}"/>
              </a:ext>
            </a:extLst>
          </p:cNvPr>
          <p:cNvSpPr txBox="1">
            <a:spLocks/>
          </p:cNvSpPr>
          <p:nvPr/>
        </p:nvSpPr>
        <p:spPr>
          <a:xfrm>
            <a:off x="528430" y="4887291"/>
            <a:ext cx="3133333" cy="274768"/>
          </a:xfrm>
          <a:prstGeom prst="rect">
            <a:avLst/>
          </a:prstGeom>
        </p:spPr>
        <p:txBody>
          <a:bodyPr/>
          <a:lstStyle>
            <a:lvl1pPr marL="257175" indent="-257175" algn="l" defTabSz="342900" rtl="0" eaLnBrk="1" latinLnBrk="0" hangingPunct="1">
              <a:spcBef>
                <a:spcPts val="600"/>
              </a:spcBef>
              <a:spcAft>
                <a:spcPts val="0"/>
              </a:spcAft>
              <a:buClrTx/>
              <a:buFont typeface="Arial" panose="020B0604020202020204" pitchFamily="34" charset="0"/>
              <a:buChar char="•"/>
              <a:defRPr sz="2400" kern="1200">
                <a:solidFill>
                  <a:schemeClr val="tx1"/>
                </a:solidFill>
                <a:latin typeface="Calibri" panose="020F0502020204030204" pitchFamily="34" charset="0"/>
                <a:ea typeface="+mn-ea"/>
                <a:cs typeface="Calibri" panose="020F0502020204030204" pitchFamily="34" charset="0"/>
              </a:defRPr>
            </a:lvl1pPr>
            <a:lvl2pPr marL="571500" indent="-228600" algn="l" defTabSz="342900" rtl="0" eaLnBrk="1" latinLnBrk="0" hangingPunct="1">
              <a:spcBef>
                <a:spcPts val="600"/>
              </a:spcBef>
              <a:spcAft>
                <a:spcPts val="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2pPr>
            <a:lvl3pPr marL="857250" indent="-171450" algn="l" defTabSz="342900" rtl="0" eaLnBrk="1" latinLnBrk="0" hangingPunct="1">
              <a:spcBef>
                <a:spcPts val="600"/>
              </a:spcBef>
              <a:spcAft>
                <a:spcPts val="0"/>
              </a:spcAft>
              <a:buClrTx/>
              <a:buSzPct val="100000"/>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3pPr>
            <a:lvl4pPr marL="12001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4pPr>
            <a:lvl5pPr marL="15430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0" indent="0" algn="ctr">
              <a:buNone/>
            </a:pPr>
            <a:r>
              <a:rPr lang="en-US" sz="900" i="1" dirty="0"/>
              <a:t>Screenshot reprinted with permission from Apple Inc.</a:t>
            </a:r>
          </a:p>
        </p:txBody>
      </p:sp>
    </p:spTree>
    <p:custDataLst>
      <p:tags r:id="rId1"/>
    </p:custDataLst>
    <p:extLst>
      <p:ext uri="{BB962C8B-B14F-4D97-AF65-F5344CB8AC3E}">
        <p14:creationId xmlns:p14="http://schemas.microsoft.com/office/powerpoint/2010/main" val="184319081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D379E1-8DD9-FA2E-9D52-E1E47B7A0F46}"/>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AA7EEEA1-2AE7-EC49-01E3-9428CAC4A005}"/>
              </a:ext>
            </a:extLst>
          </p:cNvPr>
          <p:cNvSpPr>
            <a:spLocks noGrp="1"/>
          </p:cNvSpPr>
          <p:nvPr>
            <p:ph type="title"/>
          </p:nvPr>
        </p:nvSpPr>
        <p:spPr/>
        <p:txBody>
          <a:bodyPr/>
          <a:lstStyle/>
          <a:p>
            <a:r>
              <a:rPr lang="en-US" b="1" i="0" dirty="0">
                <a:solidFill>
                  <a:srgbClr val="253644"/>
                </a:solidFill>
                <a:effectLst/>
              </a:rPr>
              <a:t>iCloud and Continuity </a:t>
            </a:r>
            <a:r>
              <a:rPr lang="en-US" sz="2000" b="1" i="0" dirty="0">
                <a:solidFill>
                  <a:srgbClr val="253644"/>
                </a:solidFill>
                <a:effectLst/>
              </a:rPr>
              <a:t>(Slide 1 of 2)</a:t>
            </a:r>
            <a:endParaRPr lang="en-US" sz="2000" dirty="0">
              <a:solidFill>
                <a:srgbClr val="253644"/>
              </a:solidFill>
            </a:endParaRPr>
          </a:p>
        </p:txBody>
      </p:sp>
      <p:sp>
        <p:nvSpPr>
          <p:cNvPr id="3" name="Content Placeholder 2">
            <a:extLst>
              <a:ext uri="{FF2B5EF4-FFF2-40B4-BE49-F238E27FC236}">
                <a16:creationId xmlns:a16="http://schemas.microsoft.com/office/drawing/2014/main" id="{983FF77F-73FE-69B2-6F1C-BB118C0D1A1B}"/>
              </a:ext>
            </a:extLst>
          </p:cNvPr>
          <p:cNvSpPr>
            <a:spLocks noGrp="1"/>
          </p:cNvSpPr>
          <p:nvPr>
            <p:ph idx="1"/>
          </p:nvPr>
        </p:nvSpPr>
        <p:spPr>
          <a:xfrm>
            <a:off x="146050" y="746760"/>
            <a:ext cx="8188325" cy="4263390"/>
          </a:xfrm>
        </p:spPr>
        <p:txBody>
          <a:bodyPr vert="horz" lIns="91440" tIns="45720" rIns="91440" bIns="45720" rtlCol="0" anchor="t">
            <a:normAutofit fontScale="92500" lnSpcReduction="20000"/>
          </a:bodyPr>
          <a:lstStyle/>
          <a:p>
            <a:r>
              <a:rPr lang="en-US" sz="2600" dirty="0">
                <a:latin typeface="Calibri"/>
                <a:ea typeface="Calibri"/>
                <a:cs typeface="Calibri"/>
              </a:rPr>
              <a:t>Cloud storage including Mail, Contacts,</a:t>
            </a:r>
            <a:r>
              <a:rPr lang="en-US" sz="2600" dirty="0">
                <a:ea typeface="Calibri"/>
              </a:rPr>
              <a:t> </a:t>
            </a:r>
            <a:r>
              <a:rPr lang="en-US" sz="2600" dirty="0">
                <a:latin typeface="Calibri"/>
                <a:ea typeface="Calibri"/>
                <a:cs typeface="Calibri"/>
              </a:rPr>
              <a:t>Calendar, Photos, Notes and Reminders</a:t>
            </a:r>
          </a:p>
          <a:p>
            <a:r>
              <a:rPr lang="en-US" sz="2600" dirty="0">
                <a:latin typeface="Calibri"/>
                <a:ea typeface="Calibri"/>
                <a:cs typeface="Calibri"/>
              </a:rPr>
              <a:t>FaceTime</a:t>
            </a:r>
          </a:p>
          <a:p>
            <a:pPr lvl="1"/>
            <a:r>
              <a:rPr lang="en-US" sz="2200" dirty="0">
                <a:latin typeface="Calibri"/>
                <a:ea typeface="Calibri"/>
                <a:cs typeface="Calibri"/>
              </a:rPr>
              <a:t>Audio and video call service</a:t>
            </a:r>
          </a:p>
          <a:p>
            <a:r>
              <a:rPr lang="en-US" sz="2600" dirty="0">
                <a:latin typeface="Calibri"/>
                <a:ea typeface="Calibri"/>
                <a:cs typeface="Calibri"/>
              </a:rPr>
              <a:t>iMessage</a:t>
            </a:r>
          </a:p>
          <a:p>
            <a:pPr lvl="1"/>
            <a:r>
              <a:rPr lang="en-US" sz="2200" dirty="0">
                <a:latin typeface="Calibri"/>
                <a:ea typeface="Calibri"/>
                <a:cs typeface="Calibri"/>
              </a:rPr>
              <a:t>Apple’s proprietary messaging service</a:t>
            </a:r>
          </a:p>
          <a:p>
            <a:r>
              <a:rPr lang="en-US" sz="2600" dirty="0">
                <a:latin typeface="Calibri"/>
                <a:ea typeface="Calibri"/>
                <a:cs typeface="Calibri"/>
              </a:rPr>
              <a:t>iCloud Drive </a:t>
            </a:r>
          </a:p>
          <a:p>
            <a:pPr lvl="1"/>
            <a:r>
              <a:rPr lang="en-US" sz="2200" dirty="0">
                <a:latin typeface="Calibri"/>
                <a:ea typeface="Calibri"/>
                <a:cs typeface="Calibri"/>
              </a:rPr>
              <a:t>Store and access files</a:t>
            </a:r>
          </a:p>
          <a:p>
            <a:r>
              <a:rPr lang="en-US" sz="2600" dirty="0">
                <a:latin typeface="Calibri"/>
                <a:ea typeface="Calibri"/>
                <a:cs typeface="Calibri"/>
              </a:rPr>
              <a:t>Continuity</a:t>
            </a:r>
          </a:p>
          <a:p>
            <a:pPr lvl="1"/>
            <a:r>
              <a:rPr lang="en-US" sz="2200" dirty="0">
                <a:latin typeface="Calibri"/>
                <a:ea typeface="Calibri"/>
                <a:cs typeface="Calibri"/>
              </a:rPr>
              <a:t>Switch between devices seamlessly</a:t>
            </a:r>
          </a:p>
          <a:p>
            <a:r>
              <a:rPr lang="en-US" sz="2600" dirty="0">
                <a:latin typeface="Calibri"/>
                <a:ea typeface="Calibri"/>
                <a:cs typeface="Calibri"/>
              </a:rPr>
              <a:t>AirDrop</a:t>
            </a:r>
            <a:r>
              <a:rPr lang="en-US" dirty="0">
                <a:latin typeface="Calibri"/>
                <a:ea typeface="Calibri"/>
                <a:cs typeface="Calibri"/>
              </a:rPr>
              <a:t> </a:t>
            </a:r>
          </a:p>
          <a:p>
            <a:pPr lvl="1"/>
            <a:r>
              <a:rPr lang="en-US" sz="2200" dirty="0">
                <a:latin typeface="Calibri"/>
                <a:ea typeface="Calibri"/>
                <a:cs typeface="Calibri"/>
              </a:rPr>
              <a:t>File sharing service direct between two Apple devices</a:t>
            </a:r>
          </a:p>
        </p:txBody>
      </p:sp>
      <p:sp>
        <p:nvSpPr>
          <p:cNvPr id="4" name="Slide Number Placeholder 3">
            <a:extLst>
              <a:ext uri="{FF2B5EF4-FFF2-40B4-BE49-F238E27FC236}">
                <a16:creationId xmlns:a16="http://schemas.microsoft.com/office/drawing/2014/main" id="{45EA1E54-C67A-C8C3-CED4-1F28AF9A3816}"/>
              </a:ext>
            </a:extLst>
          </p:cNvPr>
          <p:cNvSpPr>
            <a:spLocks noGrp="1"/>
          </p:cNvSpPr>
          <p:nvPr>
            <p:ph type="sldNum" sz="quarter" idx="10"/>
          </p:nvPr>
        </p:nvSpPr>
        <p:spPr/>
        <p:txBody>
          <a:bodyPr/>
          <a:lstStyle/>
          <a:p>
            <a:fld id="{B7CF8A19-3A9E-4ABC-B336-2FDDE321C72D}" type="slidenum">
              <a:rPr lang="en-US" smtClean="0"/>
              <a:pPr/>
              <a:t>43</a:t>
            </a:fld>
            <a:endParaRPr lang="en-US" dirty="0"/>
          </a:p>
        </p:txBody>
      </p:sp>
    </p:spTree>
    <p:custDataLst>
      <p:tags r:id="rId1"/>
    </p:custDataLst>
    <p:extLst>
      <p:ext uri="{BB962C8B-B14F-4D97-AF65-F5344CB8AC3E}">
        <p14:creationId xmlns:p14="http://schemas.microsoft.com/office/powerpoint/2010/main" val="114180731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CD3554-B826-4234-062D-3DE64EC577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5733A4-C561-1F06-3D08-A20666403565}"/>
              </a:ext>
            </a:extLst>
          </p:cNvPr>
          <p:cNvSpPr>
            <a:spLocks noGrp="1"/>
          </p:cNvSpPr>
          <p:nvPr>
            <p:ph type="title"/>
          </p:nvPr>
        </p:nvSpPr>
        <p:spPr/>
        <p:txBody>
          <a:bodyPr/>
          <a:lstStyle/>
          <a:p>
            <a:r>
              <a:rPr lang="en-US" b="1" i="0" dirty="0">
                <a:solidFill>
                  <a:srgbClr val="253644"/>
                </a:solidFill>
                <a:effectLst/>
              </a:rPr>
              <a:t>iCloud and Continuity </a:t>
            </a:r>
            <a:r>
              <a:rPr lang="en-US" sz="2000" b="1" i="0" dirty="0">
                <a:solidFill>
                  <a:srgbClr val="253644"/>
                </a:solidFill>
                <a:effectLst/>
              </a:rPr>
              <a:t>(Slide 2 of </a:t>
            </a:r>
            <a:r>
              <a:rPr lang="en-US" sz="2000" dirty="0">
                <a:solidFill>
                  <a:srgbClr val="253644"/>
                </a:solidFill>
              </a:rPr>
              <a:t>2</a:t>
            </a:r>
            <a:r>
              <a:rPr lang="en-US" sz="2000" b="1" i="0" dirty="0">
                <a:solidFill>
                  <a:srgbClr val="253644"/>
                </a:solidFill>
                <a:effectLst/>
              </a:rPr>
              <a:t>)</a:t>
            </a:r>
            <a:endParaRPr lang="en-US" sz="2000" dirty="0"/>
          </a:p>
        </p:txBody>
      </p:sp>
      <p:pic>
        <p:nvPicPr>
          <p:cNvPr id="6" name="Picture 5" descr="A screen shows iCloud synchronization options.">
            <a:extLst>
              <a:ext uri="{FF2B5EF4-FFF2-40B4-BE49-F238E27FC236}">
                <a16:creationId xmlns:a16="http://schemas.microsoft.com/office/drawing/2014/main" id="{6F2B419E-7379-90F8-FBEA-F1D053C490F4}"/>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2463386" y="727665"/>
            <a:ext cx="4217225" cy="4110159"/>
          </a:xfrm>
          <a:prstGeom prst="rect">
            <a:avLst/>
          </a:prstGeom>
          <a:ln>
            <a:solidFill>
              <a:schemeClr val="bg1">
                <a:lumMod val="85000"/>
              </a:schemeClr>
            </a:solidFill>
          </a:ln>
        </p:spPr>
      </p:pic>
      <p:sp>
        <p:nvSpPr>
          <p:cNvPr id="7" name="Content Placeholder 11">
            <a:extLst>
              <a:ext uri="{FF2B5EF4-FFF2-40B4-BE49-F238E27FC236}">
                <a16:creationId xmlns:a16="http://schemas.microsoft.com/office/drawing/2014/main" id="{9045C260-0619-3314-017E-81EFA113ADEC}"/>
              </a:ext>
            </a:extLst>
          </p:cNvPr>
          <p:cNvSpPr txBox="1">
            <a:spLocks/>
          </p:cNvSpPr>
          <p:nvPr/>
        </p:nvSpPr>
        <p:spPr>
          <a:xfrm>
            <a:off x="2463386" y="4877301"/>
            <a:ext cx="4217225" cy="274768"/>
          </a:xfrm>
          <a:prstGeom prst="rect">
            <a:avLst/>
          </a:prstGeom>
        </p:spPr>
        <p:txBody>
          <a:bodyPr/>
          <a:lstStyle>
            <a:lvl1pPr marL="257175" indent="-257175" algn="l" defTabSz="342900" rtl="0" eaLnBrk="1" latinLnBrk="0" hangingPunct="1">
              <a:spcBef>
                <a:spcPts val="600"/>
              </a:spcBef>
              <a:spcAft>
                <a:spcPts val="0"/>
              </a:spcAft>
              <a:buClrTx/>
              <a:buFont typeface="Arial" panose="020B0604020202020204" pitchFamily="34" charset="0"/>
              <a:buChar char="•"/>
              <a:defRPr sz="2400" kern="1200">
                <a:solidFill>
                  <a:schemeClr val="tx1"/>
                </a:solidFill>
                <a:latin typeface="Calibri" panose="020F0502020204030204" pitchFamily="34" charset="0"/>
                <a:ea typeface="+mn-ea"/>
                <a:cs typeface="Calibri" panose="020F0502020204030204" pitchFamily="34" charset="0"/>
              </a:defRPr>
            </a:lvl1pPr>
            <a:lvl2pPr marL="571500" indent="-228600" algn="l" defTabSz="342900" rtl="0" eaLnBrk="1" latinLnBrk="0" hangingPunct="1">
              <a:spcBef>
                <a:spcPts val="600"/>
              </a:spcBef>
              <a:spcAft>
                <a:spcPts val="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2pPr>
            <a:lvl3pPr marL="857250" indent="-171450" algn="l" defTabSz="342900" rtl="0" eaLnBrk="1" latinLnBrk="0" hangingPunct="1">
              <a:spcBef>
                <a:spcPts val="600"/>
              </a:spcBef>
              <a:spcAft>
                <a:spcPts val="0"/>
              </a:spcAft>
              <a:buClrTx/>
              <a:buSzPct val="100000"/>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3pPr>
            <a:lvl4pPr marL="12001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4pPr>
            <a:lvl5pPr marL="15430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0" indent="0" algn="ctr">
              <a:buNone/>
            </a:pPr>
            <a:r>
              <a:rPr lang="en-US" sz="900" i="1" dirty="0"/>
              <a:t>Screenshot reprinted with permission from Apple Inc.</a:t>
            </a:r>
          </a:p>
        </p:txBody>
      </p:sp>
      <p:sp>
        <p:nvSpPr>
          <p:cNvPr id="3" name="Slide Number Placeholder 2">
            <a:extLst>
              <a:ext uri="{FF2B5EF4-FFF2-40B4-BE49-F238E27FC236}">
                <a16:creationId xmlns:a16="http://schemas.microsoft.com/office/drawing/2014/main" id="{44719B57-7AF7-039E-975D-85AE734E24E9}"/>
              </a:ext>
            </a:extLst>
          </p:cNvPr>
          <p:cNvSpPr>
            <a:spLocks noGrp="1"/>
          </p:cNvSpPr>
          <p:nvPr>
            <p:ph type="sldNum" sz="quarter" idx="10"/>
          </p:nvPr>
        </p:nvSpPr>
        <p:spPr/>
        <p:txBody>
          <a:bodyPr/>
          <a:lstStyle/>
          <a:p>
            <a:fld id="{B7CF8A19-3A9E-4ABC-B336-2FDDE321C72D}" type="slidenum">
              <a:rPr lang="en-US" smtClean="0"/>
              <a:pPr/>
              <a:t>44</a:t>
            </a:fld>
            <a:endParaRPr lang="en-US" dirty="0"/>
          </a:p>
        </p:txBody>
      </p:sp>
    </p:spTree>
    <p:extLst>
      <p:ext uri="{BB962C8B-B14F-4D97-AF65-F5344CB8AC3E}">
        <p14:creationId xmlns:p14="http://schemas.microsoft.com/office/powerpoint/2010/main" val="297630699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102AFF-297F-D503-F9F9-50A411DCE56F}"/>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C4294381-2BDE-7D68-8325-99381737A712}"/>
              </a:ext>
            </a:extLst>
          </p:cNvPr>
          <p:cNvSpPr>
            <a:spLocks noGrp="1"/>
          </p:cNvSpPr>
          <p:nvPr>
            <p:ph type="title"/>
          </p:nvPr>
        </p:nvSpPr>
        <p:spPr/>
        <p:txBody>
          <a:bodyPr/>
          <a:lstStyle/>
          <a:p>
            <a:r>
              <a:rPr lang="en-US" b="1" i="0" dirty="0">
                <a:solidFill>
                  <a:srgbClr val="253644"/>
                </a:solidFill>
                <a:effectLst/>
              </a:rPr>
              <a:t>App Installation and Management </a:t>
            </a:r>
            <a:r>
              <a:rPr lang="en-US" sz="2000" b="1" i="0" dirty="0">
                <a:solidFill>
                  <a:srgbClr val="253644"/>
                </a:solidFill>
                <a:effectLst/>
              </a:rPr>
              <a:t>(Slide 1 of 3)</a:t>
            </a:r>
            <a:endParaRPr lang="en-US" sz="2000" dirty="0">
              <a:solidFill>
                <a:srgbClr val="253644"/>
              </a:solidFill>
            </a:endParaRPr>
          </a:p>
        </p:txBody>
      </p:sp>
      <p:sp>
        <p:nvSpPr>
          <p:cNvPr id="3" name="Content Placeholder 2">
            <a:extLst>
              <a:ext uri="{FF2B5EF4-FFF2-40B4-BE49-F238E27FC236}">
                <a16:creationId xmlns:a16="http://schemas.microsoft.com/office/drawing/2014/main" id="{C8C97019-3BD4-7268-8972-A1246A6942CB}"/>
              </a:ext>
            </a:extLst>
          </p:cNvPr>
          <p:cNvSpPr>
            <a:spLocks noGrp="1"/>
          </p:cNvSpPr>
          <p:nvPr>
            <p:ph idx="1"/>
          </p:nvPr>
        </p:nvSpPr>
        <p:spPr>
          <a:xfrm>
            <a:off x="146050" y="746759"/>
            <a:ext cx="8066925" cy="4337605"/>
          </a:xfrm>
        </p:spPr>
        <p:txBody>
          <a:bodyPr vert="horz" lIns="91440" tIns="45720" rIns="91440" bIns="45720" rtlCol="0" anchor="t">
            <a:normAutofit/>
          </a:bodyPr>
          <a:lstStyle/>
          <a:p>
            <a:r>
              <a:rPr lang="en-US" dirty="0">
                <a:latin typeface="Calibri"/>
                <a:ea typeface="Calibri"/>
                <a:cs typeface="Calibri"/>
              </a:rPr>
              <a:t>App Store</a:t>
            </a:r>
          </a:p>
          <a:p>
            <a:pPr lvl="1"/>
            <a:r>
              <a:rPr lang="en-US" dirty="0">
                <a:latin typeface="Calibri"/>
                <a:ea typeface="Calibri"/>
                <a:cs typeface="Calibri"/>
              </a:rPr>
              <a:t>Applications and OS updates and new releases</a:t>
            </a:r>
          </a:p>
          <a:p>
            <a:pPr lvl="1"/>
            <a:r>
              <a:rPr lang="en-US" dirty="0">
                <a:latin typeface="Calibri"/>
                <a:ea typeface="Calibri"/>
                <a:cs typeface="Calibri"/>
              </a:rPr>
              <a:t>Apple ID required</a:t>
            </a:r>
          </a:p>
          <a:p>
            <a:r>
              <a:rPr lang="en-US" dirty="0">
                <a:latin typeface="Calibri"/>
                <a:ea typeface="Calibri"/>
                <a:cs typeface="Calibri"/>
              </a:rPr>
              <a:t>System Settings &gt; Security and Privacy to adjust settings</a:t>
            </a:r>
          </a:p>
          <a:p>
            <a:r>
              <a:rPr lang="en-US" dirty="0">
                <a:latin typeface="Calibri"/>
                <a:ea typeface="Calibri"/>
                <a:cs typeface="Calibri"/>
              </a:rPr>
              <a:t>.dmg</a:t>
            </a:r>
          </a:p>
          <a:p>
            <a:pPr lvl="1"/>
            <a:r>
              <a:rPr lang="en-US" dirty="0">
                <a:latin typeface="Calibri"/>
                <a:ea typeface="Calibri"/>
                <a:cs typeface="Calibri"/>
              </a:rPr>
              <a:t>Disk image like Windows .iso files</a:t>
            </a:r>
          </a:p>
          <a:p>
            <a:r>
              <a:rPr lang="en-US" dirty="0">
                <a:latin typeface="Calibri"/>
                <a:ea typeface="Calibri"/>
                <a:cs typeface="Calibri"/>
              </a:rPr>
              <a:t>.pkg</a:t>
            </a:r>
          </a:p>
          <a:p>
            <a:pPr lvl="1"/>
            <a:r>
              <a:rPr lang="en-US" dirty="0">
                <a:latin typeface="Calibri"/>
                <a:ea typeface="Calibri"/>
                <a:cs typeface="Calibri"/>
              </a:rPr>
              <a:t>Package files</a:t>
            </a:r>
          </a:p>
        </p:txBody>
      </p:sp>
      <p:sp>
        <p:nvSpPr>
          <p:cNvPr id="4" name="Slide Number Placeholder 3">
            <a:extLst>
              <a:ext uri="{FF2B5EF4-FFF2-40B4-BE49-F238E27FC236}">
                <a16:creationId xmlns:a16="http://schemas.microsoft.com/office/drawing/2014/main" id="{961C7B1D-B462-CE4D-CB06-5ED990CF6F2E}"/>
              </a:ext>
            </a:extLst>
          </p:cNvPr>
          <p:cNvSpPr>
            <a:spLocks noGrp="1"/>
          </p:cNvSpPr>
          <p:nvPr>
            <p:ph type="sldNum" sz="quarter" idx="10"/>
          </p:nvPr>
        </p:nvSpPr>
        <p:spPr/>
        <p:txBody>
          <a:bodyPr/>
          <a:lstStyle/>
          <a:p>
            <a:fld id="{B7CF8A19-3A9E-4ABC-B336-2FDDE321C72D}" type="slidenum">
              <a:rPr lang="en-US" smtClean="0"/>
              <a:pPr/>
              <a:t>45</a:t>
            </a:fld>
            <a:endParaRPr lang="en-US" dirty="0"/>
          </a:p>
        </p:txBody>
      </p:sp>
    </p:spTree>
    <p:custDataLst>
      <p:tags r:id="rId1"/>
    </p:custDataLst>
    <p:extLst>
      <p:ext uri="{BB962C8B-B14F-4D97-AF65-F5344CB8AC3E}">
        <p14:creationId xmlns:p14="http://schemas.microsoft.com/office/powerpoint/2010/main" val="350254771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42A307-B8E8-77CE-6730-112B4631D4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89400F-5181-AAB2-8F12-480E95DD146D}"/>
              </a:ext>
            </a:extLst>
          </p:cNvPr>
          <p:cNvSpPr>
            <a:spLocks noGrp="1"/>
          </p:cNvSpPr>
          <p:nvPr>
            <p:ph type="title"/>
          </p:nvPr>
        </p:nvSpPr>
        <p:spPr/>
        <p:txBody>
          <a:bodyPr/>
          <a:lstStyle/>
          <a:p>
            <a:r>
              <a:rPr lang="en-US" b="1" i="0" dirty="0">
                <a:solidFill>
                  <a:srgbClr val="253644"/>
                </a:solidFill>
                <a:effectLst/>
              </a:rPr>
              <a:t>App Installation and Management </a:t>
            </a:r>
            <a:r>
              <a:rPr lang="en-US" sz="2000" b="1" i="0" dirty="0">
                <a:solidFill>
                  <a:srgbClr val="253644"/>
                </a:solidFill>
                <a:effectLst/>
              </a:rPr>
              <a:t>(Slide 2 of 3)</a:t>
            </a:r>
            <a:endParaRPr lang="en-US" sz="2000" dirty="0"/>
          </a:p>
        </p:txBody>
      </p:sp>
      <p:pic>
        <p:nvPicPr>
          <p:cNvPr id="5" name="Picture 4" descr="A mac O S App Store updates window is displayed. The main section lists upcoming automatic updates, including an update for X code.">
            <a:extLst>
              <a:ext uri="{FF2B5EF4-FFF2-40B4-BE49-F238E27FC236}">
                <a16:creationId xmlns:a16="http://schemas.microsoft.com/office/drawing/2014/main" id="{4E6D9A63-5DFD-A069-B54E-750A10ACCEAE}"/>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838897" y="885986"/>
            <a:ext cx="7466202" cy="3829392"/>
          </a:xfrm>
          <a:prstGeom prst="rect">
            <a:avLst/>
          </a:prstGeom>
          <a:ln>
            <a:solidFill>
              <a:schemeClr val="bg1">
                <a:lumMod val="85000"/>
              </a:schemeClr>
            </a:solidFill>
          </a:ln>
        </p:spPr>
      </p:pic>
      <p:sp>
        <p:nvSpPr>
          <p:cNvPr id="7" name="Content Placeholder 11">
            <a:extLst>
              <a:ext uri="{FF2B5EF4-FFF2-40B4-BE49-F238E27FC236}">
                <a16:creationId xmlns:a16="http://schemas.microsoft.com/office/drawing/2014/main" id="{66F33255-B1F1-792F-6995-DABE84AE155E}"/>
              </a:ext>
            </a:extLst>
          </p:cNvPr>
          <p:cNvSpPr txBox="1">
            <a:spLocks/>
          </p:cNvSpPr>
          <p:nvPr/>
        </p:nvSpPr>
        <p:spPr>
          <a:xfrm>
            <a:off x="838898" y="4734688"/>
            <a:ext cx="7466202" cy="274768"/>
          </a:xfrm>
          <a:prstGeom prst="rect">
            <a:avLst/>
          </a:prstGeom>
        </p:spPr>
        <p:txBody>
          <a:bodyPr/>
          <a:lstStyle>
            <a:lvl1pPr marL="257175" indent="-257175" algn="l" defTabSz="342900" rtl="0" eaLnBrk="1" latinLnBrk="0" hangingPunct="1">
              <a:spcBef>
                <a:spcPts val="600"/>
              </a:spcBef>
              <a:spcAft>
                <a:spcPts val="0"/>
              </a:spcAft>
              <a:buClrTx/>
              <a:buFont typeface="Arial" panose="020B0604020202020204" pitchFamily="34" charset="0"/>
              <a:buChar char="•"/>
              <a:defRPr sz="2400" kern="1200">
                <a:solidFill>
                  <a:schemeClr val="tx1"/>
                </a:solidFill>
                <a:latin typeface="Calibri" panose="020F0502020204030204" pitchFamily="34" charset="0"/>
                <a:ea typeface="+mn-ea"/>
                <a:cs typeface="Calibri" panose="020F0502020204030204" pitchFamily="34" charset="0"/>
              </a:defRPr>
            </a:lvl1pPr>
            <a:lvl2pPr marL="571500" indent="-228600" algn="l" defTabSz="342900" rtl="0" eaLnBrk="1" latinLnBrk="0" hangingPunct="1">
              <a:spcBef>
                <a:spcPts val="600"/>
              </a:spcBef>
              <a:spcAft>
                <a:spcPts val="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2pPr>
            <a:lvl3pPr marL="857250" indent="-171450" algn="l" defTabSz="342900" rtl="0" eaLnBrk="1" latinLnBrk="0" hangingPunct="1">
              <a:spcBef>
                <a:spcPts val="600"/>
              </a:spcBef>
              <a:spcAft>
                <a:spcPts val="0"/>
              </a:spcAft>
              <a:buClrTx/>
              <a:buSzPct val="100000"/>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3pPr>
            <a:lvl4pPr marL="12001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4pPr>
            <a:lvl5pPr marL="15430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0" indent="0" algn="ctr">
              <a:buNone/>
            </a:pPr>
            <a:r>
              <a:rPr lang="en-US" sz="900" i="1" dirty="0"/>
              <a:t>Screenshot reprinted with permission from Apple Inc.</a:t>
            </a:r>
          </a:p>
        </p:txBody>
      </p:sp>
      <p:sp>
        <p:nvSpPr>
          <p:cNvPr id="3" name="Slide Number Placeholder 2">
            <a:extLst>
              <a:ext uri="{FF2B5EF4-FFF2-40B4-BE49-F238E27FC236}">
                <a16:creationId xmlns:a16="http://schemas.microsoft.com/office/drawing/2014/main" id="{7DC1E88C-E469-183E-0BE2-A207B1C02493}"/>
              </a:ext>
            </a:extLst>
          </p:cNvPr>
          <p:cNvSpPr>
            <a:spLocks noGrp="1"/>
          </p:cNvSpPr>
          <p:nvPr>
            <p:ph type="sldNum" sz="quarter" idx="10"/>
          </p:nvPr>
        </p:nvSpPr>
        <p:spPr/>
        <p:txBody>
          <a:bodyPr/>
          <a:lstStyle/>
          <a:p>
            <a:fld id="{B7CF8A19-3A9E-4ABC-B336-2FDDE321C72D}" type="slidenum">
              <a:rPr lang="en-US" smtClean="0"/>
              <a:pPr/>
              <a:t>46</a:t>
            </a:fld>
            <a:endParaRPr lang="en-US" dirty="0"/>
          </a:p>
        </p:txBody>
      </p:sp>
    </p:spTree>
    <p:extLst>
      <p:ext uri="{BB962C8B-B14F-4D97-AF65-F5344CB8AC3E}">
        <p14:creationId xmlns:p14="http://schemas.microsoft.com/office/powerpoint/2010/main" val="385315555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7A98FD-7051-BA4D-5F77-24C7548E405A}"/>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E1F967D2-693E-FB74-1BD0-3B4A0C5818F7}"/>
              </a:ext>
            </a:extLst>
          </p:cNvPr>
          <p:cNvSpPr>
            <a:spLocks noGrp="1"/>
          </p:cNvSpPr>
          <p:nvPr>
            <p:ph type="title"/>
          </p:nvPr>
        </p:nvSpPr>
        <p:spPr/>
        <p:txBody>
          <a:bodyPr/>
          <a:lstStyle/>
          <a:p>
            <a:r>
              <a:rPr lang="en-US" b="1" i="0" dirty="0">
                <a:solidFill>
                  <a:srgbClr val="253644"/>
                </a:solidFill>
                <a:effectLst/>
              </a:rPr>
              <a:t>App Installation and Management </a:t>
            </a:r>
            <a:r>
              <a:rPr lang="en-US" sz="2000" b="1" i="0" dirty="0">
                <a:solidFill>
                  <a:srgbClr val="253644"/>
                </a:solidFill>
                <a:effectLst/>
              </a:rPr>
              <a:t>(Slide 3 of 3)</a:t>
            </a:r>
            <a:endParaRPr lang="en-US" sz="2000" dirty="0">
              <a:solidFill>
                <a:srgbClr val="253644"/>
              </a:solidFill>
            </a:endParaRPr>
          </a:p>
        </p:txBody>
      </p:sp>
      <p:sp>
        <p:nvSpPr>
          <p:cNvPr id="3" name="Content Placeholder 2">
            <a:extLst>
              <a:ext uri="{FF2B5EF4-FFF2-40B4-BE49-F238E27FC236}">
                <a16:creationId xmlns:a16="http://schemas.microsoft.com/office/drawing/2014/main" id="{1F7C8231-02D5-D0DE-094F-2C2C9EC7FFD8}"/>
              </a:ext>
            </a:extLst>
          </p:cNvPr>
          <p:cNvSpPr>
            <a:spLocks noGrp="1"/>
          </p:cNvSpPr>
          <p:nvPr>
            <p:ph idx="1"/>
          </p:nvPr>
        </p:nvSpPr>
        <p:spPr>
          <a:xfrm>
            <a:off x="146050" y="746759"/>
            <a:ext cx="8066925" cy="4337605"/>
          </a:xfrm>
        </p:spPr>
        <p:txBody>
          <a:bodyPr vert="horz" lIns="91440" tIns="45720" rIns="91440" bIns="45720" rtlCol="0" anchor="t">
            <a:normAutofit/>
          </a:bodyPr>
          <a:lstStyle/>
          <a:p>
            <a:r>
              <a:rPr lang="en-US" dirty="0">
                <a:latin typeface="Calibri"/>
                <a:ea typeface="Calibri"/>
                <a:cs typeface="Calibri"/>
              </a:rPr>
              <a:t>Uninstall</a:t>
            </a:r>
          </a:p>
          <a:p>
            <a:pPr lvl="1"/>
            <a:r>
              <a:rPr lang="en-US" dirty="0">
                <a:latin typeface="Calibri"/>
                <a:ea typeface="Calibri"/>
                <a:cs typeface="Calibri"/>
              </a:rPr>
              <a:t>Drag app to Trash</a:t>
            </a:r>
          </a:p>
          <a:p>
            <a:r>
              <a:rPr lang="en-US" dirty="0">
                <a:latin typeface="Calibri"/>
                <a:ea typeface="Calibri"/>
                <a:cs typeface="Calibri"/>
              </a:rPr>
              <a:t>Ensure regular updates are enabled for Antivirus</a:t>
            </a:r>
          </a:p>
          <a:p>
            <a:r>
              <a:rPr lang="en-US" dirty="0">
                <a:latin typeface="Calibri"/>
                <a:ea typeface="Calibri"/>
                <a:cs typeface="Calibri"/>
              </a:rPr>
              <a:t>Corporate Restrictions</a:t>
            </a:r>
          </a:p>
          <a:p>
            <a:pPr lvl="1"/>
            <a:r>
              <a:rPr lang="en-US" dirty="0">
                <a:latin typeface="Calibri"/>
                <a:ea typeface="Calibri"/>
                <a:cs typeface="Calibri"/>
              </a:rPr>
              <a:t>Managed in Business Manager portal</a:t>
            </a:r>
          </a:p>
        </p:txBody>
      </p:sp>
      <p:sp>
        <p:nvSpPr>
          <p:cNvPr id="4" name="Slide Number Placeholder 3">
            <a:extLst>
              <a:ext uri="{FF2B5EF4-FFF2-40B4-BE49-F238E27FC236}">
                <a16:creationId xmlns:a16="http://schemas.microsoft.com/office/drawing/2014/main" id="{F1EA2E4B-D3EB-6987-4E15-B04FC96C0B46}"/>
              </a:ext>
            </a:extLst>
          </p:cNvPr>
          <p:cNvSpPr>
            <a:spLocks noGrp="1"/>
          </p:cNvSpPr>
          <p:nvPr>
            <p:ph type="sldNum" sz="quarter" idx="10"/>
          </p:nvPr>
        </p:nvSpPr>
        <p:spPr/>
        <p:txBody>
          <a:bodyPr/>
          <a:lstStyle/>
          <a:p>
            <a:fld id="{B7CF8A19-3A9E-4ABC-B336-2FDDE321C72D}" type="slidenum">
              <a:rPr lang="en-US" smtClean="0"/>
              <a:pPr/>
              <a:t>47</a:t>
            </a:fld>
            <a:endParaRPr lang="en-US" dirty="0"/>
          </a:p>
        </p:txBody>
      </p:sp>
    </p:spTree>
    <p:custDataLst>
      <p:tags r:id="rId1"/>
    </p:custDataLst>
    <p:extLst>
      <p:ext uri="{BB962C8B-B14F-4D97-AF65-F5344CB8AC3E}">
        <p14:creationId xmlns:p14="http://schemas.microsoft.com/office/powerpoint/2010/main" val="411690215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244ABE-E332-7EFF-0B1C-7C9E0F6C607E}"/>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DEB78034-22ED-6562-D3BB-BBA8E58615E6}"/>
              </a:ext>
            </a:extLst>
          </p:cNvPr>
          <p:cNvSpPr>
            <a:spLocks noGrp="1"/>
          </p:cNvSpPr>
          <p:nvPr>
            <p:ph type="title"/>
          </p:nvPr>
        </p:nvSpPr>
        <p:spPr/>
        <p:txBody>
          <a:bodyPr/>
          <a:lstStyle/>
          <a:p>
            <a:r>
              <a:rPr lang="en-US" b="1" i="0" dirty="0">
                <a:solidFill>
                  <a:srgbClr val="253644"/>
                </a:solidFill>
                <a:effectLst/>
              </a:rPr>
              <a:t>OS and App Updates </a:t>
            </a:r>
            <a:r>
              <a:rPr lang="en-US" sz="2000" b="1" i="0" dirty="0">
                <a:solidFill>
                  <a:srgbClr val="253644"/>
                </a:solidFill>
                <a:effectLst/>
              </a:rPr>
              <a:t>(Slide 1 of 2)</a:t>
            </a:r>
            <a:endParaRPr lang="en-US" sz="2000" dirty="0">
              <a:solidFill>
                <a:srgbClr val="253644"/>
              </a:solidFill>
            </a:endParaRPr>
          </a:p>
        </p:txBody>
      </p:sp>
      <p:sp>
        <p:nvSpPr>
          <p:cNvPr id="3" name="Content Placeholder 2">
            <a:extLst>
              <a:ext uri="{FF2B5EF4-FFF2-40B4-BE49-F238E27FC236}">
                <a16:creationId xmlns:a16="http://schemas.microsoft.com/office/drawing/2014/main" id="{A100C87B-CE95-F1F3-A298-C2DABDCCD12D}"/>
              </a:ext>
            </a:extLst>
          </p:cNvPr>
          <p:cNvSpPr>
            <a:spLocks noGrp="1"/>
          </p:cNvSpPr>
          <p:nvPr>
            <p:ph idx="1"/>
          </p:nvPr>
        </p:nvSpPr>
        <p:spPr>
          <a:xfrm>
            <a:off x="146050" y="746760"/>
            <a:ext cx="8066925" cy="4046220"/>
          </a:xfrm>
        </p:spPr>
        <p:txBody>
          <a:bodyPr vert="horz" lIns="91440" tIns="45720" rIns="91440" bIns="45720" rtlCol="0" anchor="t">
            <a:normAutofit/>
          </a:bodyPr>
          <a:lstStyle/>
          <a:p>
            <a:r>
              <a:rPr lang="en-US" dirty="0">
                <a:latin typeface="Calibri"/>
                <a:ea typeface="Calibri"/>
                <a:cs typeface="Calibri"/>
              </a:rPr>
              <a:t>App Store </a:t>
            </a:r>
          </a:p>
          <a:p>
            <a:pPr lvl="1"/>
            <a:r>
              <a:rPr lang="en-US" dirty="0">
                <a:latin typeface="Calibri"/>
                <a:ea typeface="Calibri"/>
                <a:cs typeface="Calibri"/>
              </a:rPr>
              <a:t>Enable auto download of updates</a:t>
            </a:r>
          </a:p>
          <a:p>
            <a:r>
              <a:rPr lang="en-US" dirty="0">
                <a:latin typeface="Calibri"/>
                <a:ea typeface="Calibri"/>
                <a:cs typeface="Calibri"/>
              </a:rPr>
              <a:t>macOS updates </a:t>
            </a:r>
          </a:p>
          <a:p>
            <a:pPr lvl="1"/>
            <a:r>
              <a:rPr lang="en-US" dirty="0">
                <a:latin typeface="Calibri"/>
                <a:ea typeface="Calibri"/>
                <a:cs typeface="Calibri"/>
              </a:rPr>
              <a:t>System Settings &gt; General &gt; Software Update</a:t>
            </a:r>
          </a:p>
          <a:p>
            <a:r>
              <a:rPr lang="en-US" dirty="0">
                <a:latin typeface="Calibri"/>
                <a:ea typeface="Calibri"/>
                <a:cs typeface="Calibri"/>
              </a:rPr>
              <a:t>Rapid Security Response (RSR)</a:t>
            </a:r>
          </a:p>
          <a:p>
            <a:pPr lvl="1"/>
            <a:r>
              <a:rPr lang="en-US" dirty="0">
                <a:latin typeface="Calibri"/>
                <a:ea typeface="Calibri"/>
                <a:cs typeface="Calibri"/>
              </a:rPr>
              <a:t>Security updates direct from Apple</a:t>
            </a:r>
          </a:p>
          <a:p>
            <a:pPr lvl="1"/>
            <a:r>
              <a:rPr lang="en-US" dirty="0">
                <a:latin typeface="Calibri"/>
                <a:ea typeface="Calibri"/>
                <a:cs typeface="Calibri"/>
              </a:rPr>
              <a:t>Enable automatic install is best practice</a:t>
            </a:r>
          </a:p>
        </p:txBody>
      </p:sp>
      <p:sp>
        <p:nvSpPr>
          <p:cNvPr id="4" name="Slide Number Placeholder 3">
            <a:extLst>
              <a:ext uri="{FF2B5EF4-FFF2-40B4-BE49-F238E27FC236}">
                <a16:creationId xmlns:a16="http://schemas.microsoft.com/office/drawing/2014/main" id="{5673A007-C1D7-CFE5-BA0D-8335283F87A6}"/>
              </a:ext>
            </a:extLst>
          </p:cNvPr>
          <p:cNvSpPr>
            <a:spLocks noGrp="1"/>
          </p:cNvSpPr>
          <p:nvPr>
            <p:ph type="sldNum" sz="quarter" idx="10"/>
          </p:nvPr>
        </p:nvSpPr>
        <p:spPr/>
        <p:txBody>
          <a:bodyPr/>
          <a:lstStyle/>
          <a:p>
            <a:fld id="{B7CF8A19-3A9E-4ABC-B336-2FDDE321C72D}" type="slidenum">
              <a:rPr lang="en-US" smtClean="0"/>
              <a:pPr/>
              <a:t>48</a:t>
            </a:fld>
            <a:endParaRPr lang="en-US" dirty="0"/>
          </a:p>
        </p:txBody>
      </p:sp>
    </p:spTree>
    <p:custDataLst>
      <p:tags r:id="rId1"/>
    </p:custDataLst>
    <p:extLst>
      <p:ext uri="{BB962C8B-B14F-4D97-AF65-F5344CB8AC3E}">
        <p14:creationId xmlns:p14="http://schemas.microsoft.com/office/powerpoint/2010/main" val="375228268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4BF150-A9A9-3F29-97D7-507A1761D4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23D8D3-8EC0-E5D3-B6C8-AD518641EA0B}"/>
              </a:ext>
            </a:extLst>
          </p:cNvPr>
          <p:cNvSpPr>
            <a:spLocks noGrp="1"/>
          </p:cNvSpPr>
          <p:nvPr>
            <p:ph type="title"/>
          </p:nvPr>
        </p:nvSpPr>
        <p:spPr/>
        <p:txBody>
          <a:bodyPr/>
          <a:lstStyle/>
          <a:p>
            <a:r>
              <a:rPr lang="en-US" b="1" i="0" dirty="0">
                <a:solidFill>
                  <a:srgbClr val="253644"/>
                </a:solidFill>
                <a:effectLst/>
              </a:rPr>
              <a:t>OS and App Updates </a:t>
            </a:r>
            <a:r>
              <a:rPr lang="en-US" sz="2000" b="1" i="0" dirty="0">
                <a:solidFill>
                  <a:srgbClr val="253644"/>
                </a:solidFill>
                <a:effectLst/>
              </a:rPr>
              <a:t>(Slide 2 of 2)</a:t>
            </a:r>
            <a:endParaRPr lang="en-US" sz="2000" dirty="0"/>
          </a:p>
        </p:txBody>
      </p:sp>
      <p:pic>
        <p:nvPicPr>
          <p:cNvPr id="6" name="Picture 5" descr="A mac O S Software Update window showing an available mac O S Sequoia 15.2 update with an Upgrade Tonite and Update Now button.">
            <a:extLst>
              <a:ext uri="{FF2B5EF4-FFF2-40B4-BE49-F238E27FC236}">
                <a16:creationId xmlns:a16="http://schemas.microsoft.com/office/drawing/2014/main" id="{0D067ADE-D398-D932-C405-3F3F82280573}"/>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2186587" y="725269"/>
            <a:ext cx="4770824" cy="4038402"/>
          </a:xfrm>
          <a:prstGeom prst="rect">
            <a:avLst/>
          </a:prstGeom>
          <a:ln>
            <a:solidFill>
              <a:schemeClr val="bg1">
                <a:lumMod val="85000"/>
              </a:schemeClr>
            </a:solidFill>
          </a:ln>
        </p:spPr>
      </p:pic>
      <p:sp>
        <p:nvSpPr>
          <p:cNvPr id="7" name="Content Placeholder 11">
            <a:extLst>
              <a:ext uri="{FF2B5EF4-FFF2-40B4-BE49-F238E27FC236}">
                <a16:creationId xmlns:a16="http://schemas.microsoft.com/office/drawing/2014/main" id="{01FA06F3-65AE-4C15-D184-4558FF9BDE53}"/>
              </a:ext>
            </a:extLst>
          </p:cNvPr>
          <p:cNvSpPr txBox="1">
            <a:spLocks/>
          </p:cNvSpPr>
          <p:nvPr/>
        </p:nvSpPr>
        <p:spPr>
          <a:xfrm>
            <a:off x="2186587" y="4809597"/>
            <a:ext cx="4770824" cy="274768"/>
          </a:xfrm>
          <a:prstGeom prst="rect">
            <a:avLst/>
          </a:prstGeom>
        </p:spPr>
        <p:txBody>
          <a:bodyPr/>
          <a:lstStyle>
            <a:lvl1pPr marL="257175" indent="-257175" algn="l" defTabSz="342900" rtl="0" eaLnBrk="1" latinLnBrk="0" hangingPunct="1">
              <a:spcBef>
                <a:spcPts val="600"/>
              </a:spcBef>
              <a:spcAft>
                <a:spcPts val="0"/>
              </a:spcAft>
              <a:buClrTx/>
              <a:buFont typeface="Arial" panose="020B0604020202020204" pitchFamily="34" charset="0"/>
              <a:buChar char="•"/>
              <a:defRPr sz="2400" kern="1200">
                <a:solidFill>
                  <a:schemeClr val="tx1"/>
                </a:solidFill>
                <a:latin typeface="Calibri" panose="020F0502020204030204" pitchFamily="34" charset="0"/>
                <a:ea typeface="+mn-ea"/>
                <a:cs typeface="Calibri" panose="020F0502020204030204" pitchFamily="34" charset="0"/>
              </a:defRPr>
            </a:lvl1pPr>
            <a:lvl2pPr marL="571500" indent="-228600" algn="l" defTabSz="342900" rtl="0" eaLnBrk="1" latinLnBrk="0" hangingPunct="1">
              <a:spcBef>
                <a:spcPts val="600"/>
              </a:spcBef>
              <a:spcAft>
                <a:spcPts val="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2pPr>
            <a:lvl3pPr marL="857250" indent="-171450" algn="l" defTabSz="342900" rtl="0" eaLnBrk="1" latinLnBrk="0" hangingPunct="1">
              <a:spcBef>
                <a:spcPts val="600"/>
              </a:spcBef>
              <a:spcAft>
                <a:spcPts val="0"/>
              </a:spcAft>
              <a:buClrTx/>
              <a:buSzPct val="100000"/>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3pPr>
            <a:lvl4pPr marL="12001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4pPr>
            <a:lvl5pPr marL="15430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0" indent="0" algn="ctr">
              <a:buNone/>
            </a:pPr>
            <a:r>
              <a:rPr lang="en-US" sz="900" i="1" dirty="0"/>
              <a:t>Screenshot reprinted with permission from Apple Inc.</a:t>
            </a:r>
          </a:p>
        </p:txBody>
      </p:sp>
      <p:sp>
        <p:nvSpPr>
          <p:cNvPr id="3" name="Slide Number Placeholder 2">
            <a:extLst>
              <a:ext uri="{FF2B5EF4-FFF2-40B4-BE49-F238E27FC236}">
                <a16:creationId xmlns:a16="http://schemas.microsoft.com/office/drawing/2014/main" id="{5774AF93-42BD-625C-5069-4ABDC3CCC6DD}"/>
              </a:ext>
            </a:extLst>
          </p:cNvPr>
          <p:cNvSpPr>
            <a:spLocks noGrp="1"/>
          </p:cNvSpPr>
          <p:nvPr>
            <p:ph type="sldNum" sz="quarter" idx="10"/>
          </p:nvPr>
        </p:nvSpPr>
        <p:spPr/>
        <p:txBody>
          <a:bodyPr/>
          <a:lstStyle/>
          <a:p>
            <a:fld id="{B7CF8A19-3A9E-4ABC-B336-2FDDE321C72D}" type="slidenum">
              <a:rPr lang="en-US" smtClean="0"/>
              <a:pPr/>
              <a:t>49</a:t>
            </a:fld>
            <a:endParaRPr lang="en-US" dirty="0"/>
          </a:p>
        </p:txBody>
      </p:sp>
    </p:spTree>
    <p:extLst>
      <p:ext uri="{BB962C8B-B14F-4D97-AF65-F5344CB8AC3E}">
        <p14:creationId xmlns:p14="http://schemas.microsoft.com/office/powerpoint/2010/main" val="121658793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15525C-8FDD-E613-057A-E7A2CB34C2E9}"/>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FC379296-B95C-C7A9-9870-05FB83A2CF1E}"/>
              </a:ext>
            </a:extLst>
          </p:cNvPr>
          <p:cNvSpPr>
            <a:spLocks noGrp="1"/>
          </p:cNvSpPr>
          <p:nvPr>
            <p:ph type="title"/>
          </p:nvPr>
        </p:nvSpPr>
        <p:spPr/>
        <p:txBody>
          <a:bodyPr/>
          <a:lstStyle/>
          <a:p>
            <a:r>
              <a:rPr lang="en-US" b="1" i="0" dirty="0">
                <a:solidFill>
                  <a:srgbClr val="253644"/>
                </a:solidFill>
                <a:effectLst/>
              </a:rPr>
              <a:t>Network and Device Settings </a:t>
            </a:r>
            <a:r>
              <a:rPr lang="en-US" sz="2000" b="1" i="0" dirty="0">
                <a:solidFill>
                  <a:srgbClr val="253644"/>
                </a:solidFill>
                <a:effectLst/>
              </a:rPr>
              <a:t>(Slide 1 of 3)</a:t>
            </a:r>
            <a:endParaRPr lang="en-US" sz="2000" dirty="0">
              <a:solidFill>
                <a:srgbClr val="253644"/>
              </a:solidFill>
            </a:endParaRPr>
          </a:p>
        </p:txBody>
      </p:sp>
      <p:sp>
        <p:nvSpPr>
          <p:cNvPr id="3" name="Content Placeholder 2">
            <a:extLst>
              <a:ext uri="{FF2B5EF4-FFF2-40B4-BE49-F238E27FC236}">
                <a16:creationId xmlns:a16="http://schemas.microsoft.com/office/drawing/2014/main" id="{BF118F52-6837-3E29-D9F4-2CAB1BD16A6A}"/>
              </a:ext>
            </a:extLst>
          </p:cNvPr>
          <p:cNvSpPr>
            <a:spLocks noGrp="1"/>
          </p:cNvSpPr>
          <p:nvPr>
            <p:ph idx="1"/>
          </p:nvPr>
        </p:nvSpPr>
        <p:spPr>
          <a:xfrm>
            <a:off x="159389" y="754652"/>
            <a:ext cx="8112155" cy="2198273"/>
          </a:xfrm>
        </p:spPr>
        <p:txBody>
          <a:bodyPr vert="horz" lIns="91440" tIns="45720" rIns="91440" bIns="45720" rtlCol="0" anchor="t">
            <a:normAutofit/>
          </a:bodyPr>
          <a:lstStyle/>
          <a:p>
            <a:r>
              <a:rPr lang="en-US" dirty="0">
                <a:latin typeface="Calibri"/>
                <a:ea typeface="Calibri"/>
                <a:cs typeface="Calibri"/>
              </a:rPr>
              <a:t>Status menu &gt; Advanced</a:t>
            </a:r>
          </a:p>
          <a:p>
            <a:pPr lvl="1"/>
            <a:r>
              <a:rPr lang="en-US" dirty="0">
                <a:latin typeface="Calibri"/>
                <a:ea typeface="Calibri"/>
                <a:cs typeface="Calibri"/>
              </a:rPr>
              <a:t>Configure IP, DNS, and Wi-Fi options</a:t>
            </a:r>
          </a:p>
          <a:p>
            <a:r>
              <a:rPr lang="en-US" dirty="0">
                <a:latin typeface="Calibri"/>
                <a:ea typeface="Calibri"/>
                <a:cs typeface="Calibri"/>
              </a:rPr>
              <a:t>Printers &amp; Scanners </a:t>
            </a:r>
          </a:p>
          <a:p>
            <a:pPr lvl="1"/>
            <a:r>
              <a:rPr lang="en-US" dirty="0">
                <a:latin typeface="Calibri"/>
                <a:ea typeface="Calibri"/>
                <a:cs typeface="Calibri"/>
              </a:rPr>
              <a:t>Add and manage devices</a:t>
            </a:r>
          </a:p>
          <a:p>
            <a:r>
              <a:rPr lang="en-US" dirty="0">
                <a:latin typeface="Calibri"/>
                <a:ea typeface="Calibri"/>
                <a:cs typeface="Calibri"/>
              </a:rPr>
              <a:t>Disk Utility used to verify and repair disk or file system</a:t>
            </a:r>
          </a:p>
        </p:txBody>
      </p:sp>
      <p:pic>
        <p:nvPicPr>
          <p:cNvPr id="5" name="Picture 4" descr="A mac O S menu bar with icons for battery, Wi-Fi, user profile, search, screen mirroring, and Siri. The date and time are displayed.">
            <a:extLst>
              <a:ext uri="{FF2B5EF4-FFF2-40B4-BE49-F238E27FC236}">
                <a16:creationId xmlns:a16="http://schemas.microsoft.com/office/drawing/2014/main" id="{F9715C68-792A-4A28-C23A-3CF60885A4A3}"/>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743317" y="3599283"/>
            <a:ext cx="5657362" cy="428838"/>
          </a:xfrm>
          <a:prstGeom prst="rect">
            <a:avLst/>
          </a:prstGeom>
          <a:ln>
            <a:solidFill>
              <a:schemeClr val="bg1">
                <a:lumMod val="85000"/>
              </a:schemeClr>
            </a:solidFill>
          </a:ln>
        </p:spPr>
      </p:pic>
      <p:sp>
        <p:nvSpPr>
          <p:cNvPr id="6" name="Content Placeholder 11" descr="A Windows settings screen for configuring proxy settings.">
            <a:extLst>
              <a:ext uri="{FF2B5EF4-FFF2-40B4-BE49-F238E27FC236}">
                <a16:creationId xmlns:a16="http://schemas.microsoft.com/office/drawing/2014/main" id="{8868A672-AC60-F35A-C43D-8543B0C6E2A6}"/>
              </a:ext>
            </a:extLst>
          </p:cNvPr>
          <p:cNvSpPr txBox="1">
            <a:spLocks/>
          </p:cNvSpPr>
          <p:nvPr/>
        </p:nvSpPr>
        <p:spPr>
          <a:xfrm>
            <a:off x="1743317" y="4072135"/>
            <a:ext cx="5657362" cy="274768"/>
          </a:xfrm>
          <a:prstGeom prst="rect">
            <a:avLst/>
          </a:prstGeom>
          <a:ln>
            <a:noFill/>
          </a:ln>
        </p:spPr>
        <p:txBody>
          <a:bodyPr/>
          <a:lstStyle>
            <a:lvl1pPr marL="257175" indent="-257175" algn="l" defTabSz="342900" rtl="0" eaLnBrk="1" latinLnBrk="0" hangingPunct="1">
              <a:spcBef>
                <a:spcPts val="600"/>
              </a:spcBef>
              <a:spcAft>
                <a:spcPts val="0"/>
              </a:spcAft>
              <a:buClrTx/>
              <a:buFont typeface="Arial" panose="020B0604020202020204" pitchFamily="34" charset="0"/>
              <a:buChar char="•"/>
              <a:defRPr sz="2400" kern="1200">
                <a:solidFill>
                  <a:schemeClr val="tx1"/>
                </a:solidFill>
                <a:latin typeface="Calibri" panose="020F0502020204030204" pitchFamily="34" charset="0"/>
                <a:ea typeface="+mn-ea"/>
                <a:cs typeface="Calibri" panose="020F0502020204030204" pitchFamily="34" charset="0"/>
              </a:defRPr>
            </a:lvl1pPr>
            <a:lvl2pPr marL="571500" indent="-228600" algn="l" defTabSz="342900" rtl="0" eaLnBrk="1" latinLnBrk="0" hangingPunct="1">
              <a:spcBef>
                <a:spcPts val="600"/>
              </a:spcBef>
              <a:spcAft>
                <a:spcPts val="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2pPr>
            <a:lvl3pPr marL="857250" indent="-171450" algn="l" defTabSz="342900" rtl="0" eaLnBrk="1" latinLnBrk="0" hangingPunct="1">
              <a:spcBef>
                <a:spcPts val="600"/>
              </a:spcBef>
              <a:spcAft>
                <a:spcPts val="0"/>
              </a:spcAft>
              <a:buClrTx/>
              <a:buSzPct val="100000"/>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3pPr>
            <a:lvl4pPr marL="12001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4pPr>
            <a:lvl5pPr marL="15430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0" indent="0" algn="ctr">
              <a:buNone/>
            </a:pPr>
            <a:r>
              <a:rPr lang="en-US" sz="900" i="1" dirty="0"/>
              <a:t>Screenshot reprinted with permission from Apple Inc.</a:t>
            </a:r>
          </a:p>
        </p:txBody>
      </p:sp>
      <p:sp>
        <p:nvSpPr>
          <p:cNvPr id="4" name="Slide Number Placeholder 3">
            <a:extLst>
              <a:ext uri="{FF2B5EF4-FFF2-40B4-BE49-F238E27FC236}">
                <a16:creationId xmlns:a16="http://schemas.microsoft.com/office/drawing/2014/main" id="{B5856976-ECF1-93DC-D806-1D7446BFC26C}"/>
              </a:ext>
            </a:extLst>
          </p:cNvPr>
          <p:cNvSpPr>
            <a:spLocks noGrp="1"/>
          </p:cNvSpPr>
          <p:nvPr>
            <p:ph type="sldNum" sz="quarter" idx="10"/>
          </p:nvPr>
        </p:nvSpPr>
        <p:spPr/>
        <p:txBody>
          <a:bodyPr/>
          <a:lstStyle/>
          <a:p>
            <a:fld id="{B7CF8A19-3A9E-4ABC-B336-2FDDE321C72D}" type="slidenum">
              <a:rPr lang="en-US" smtClean="0"/>
              <a:pPr/>
              <a:t>50</a:t>
            </a:fld>
            <a:endParaRPr lang="en-US" dirty="0"/>
          </a:p>
        </p:txBody>
      </p:sp>
    </p:spTree>
    <p:custDataLst>
      <p:tags r:id="rId1"/>
    </p:custDataLst>
    <p:extLst>
      <p:ext uri="{BB962C8B-B14F-4D97-AF65-F5344CB8AC3E}">
        <p14:creationId xmlns:p14="http://schemas.microsoft.com/office/powerpoint/2010/main" val="247685765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711BDE-2E48-6D92-0CC3-A08B11B76A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B37A25-2E53-8E7D-B283-E8664D83AC4F}"/>
              </a:ext>
            </a:extLst>
          </p:cNvPr>
          <p:cNvSpPr>
            <a:spLocks noGrp="1"/>
          </p:cNvSpPr>
          <p:nvPr>
            <p:ph type="title"/>
          </p:nvPr>
        </p:nvSpPr>
        <p:spPr/>
        <p:txBody>
          <a:bodyPr/>
          <a:lstStyle/>
          <a:p>
            <a:r>
              <a:rPr lang="en-US" b="1" i="0" dirty="0">
                <a:solidFill>
                  <a:srgbClr val="253644"/>
                </a:solidFill>
                <a:effectLst/>
              </a:rPr>
              <a:t>Network and Device Settings </a:t>
            </a:r>
            <a:r>
              <a:rPr lang="en-US" sz="2000" b="1" i="0" dirty="0">
                <a:solidFill>
                  <a:srgbClr val="253644"/>
                </a:solidFill>
                <a:effectLst/>
              </a:rPr>
              <a:t>(Slide 2 of 3)</a:t>
            </a:r>
            <a:endParaRPr lang="en-US" sz="2000" dirty="0"/>
          </a:p>
        </p:txBody>
      </p:sp>
      <p:pic>
        <p:nvPicPr>
          <p:cNvPr id="5" name="Picture 4" descr="A mac O S Network settings window showing I P v 4 configurations.">
            <a:extLst>
              <a:ext uri="{FF2B5EF4-FFF2-40B4-BE49-F238E27FC236}">
                <a16:creationId xmlns:a16="http://schemas.microsoft.com/office/drawing/2014/main" id="{64896A02-76E8-74C7-20BB-86C7788774EB}"/>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2252466" y="741392"/>
            <a:ext cx="4639066" cy="4006155"/>
          </a:xfrm>
          <a:prstGeom prst="rect">
            <a:avLst/>
          </a:prstGeom>
          <a:ln>
            <a:solidFill>
              <a:schemeClr val="bg1">
                <a:lumMod val="85000"/>
              </a:schemeClr>
            </a:solidFill>
          </a:ln>
        </p:spPr>
      </p:pic>
      <p:sp>
        <p:nvSpPr>
          <p:cNvPr id="7" name="Content Placeholder 11">
            <a:extLst>
              <a:ext uri="{FF2B5EF4-FFF2-40B4-BE49-F238E27FC236}">
                <a16:creationId xmlns:a16="http://schemas.microsoft.com/office/drawing/2014/main" id="{01D96993-E896-BEF4-E497-B81FBD718549}"/>
              </a:ext>
            </a:extLst>
          </p:cNvPr>
          <p:cNvSpPr txBox="1">
            <a:spLocks/>
          </p:cNvSpPr>
          <p:nvPr/>
        </p:nvSpPr>
        <p:spPr>
          <a:xfrm>
            <a:off x="2252466" y="4784430"/>
            <a:ext cx="4639066" cy="274768"/>
          </a:xfrm>
          <a:prstGeom prst="rect">
            <a:avLst/>
          </a:prstGeom>
        </p:spPr>
        <p:txBody>
          <a:bodyPr/>
          <a:lstStyle>
            <a:lvl1pPr marL="257175" indent="-257175" algn="l" defTabSz="342900" rtl="0" eaLnBrk="1" latinLnBrk="0" hangingPunct="1">
              <a:spcBef>
                <a:spcPts val="600"/>
              </a:spcBef>
              <a:spcAft>
                <a:spcPts val="0"/>
              </a:spcAft>
              <a:buClrTx/>
              <a:buFont typeface="Arial" panose="020B0604020202020204" pitchFamily="34" charset="0"/>
              <a:buChar char="•"/>
              <a:defRPr sz="2400" kern="1200">
                <a:solidFill>
                  <a:schemeClr val="tx1"/>
                </a:solidFill>
                <a:latin typeface="Calibri" panose="020F0502020204030204" pitchFamily="34" charset="0"/>
                <a:ea typeface="+mn-ea"/>
                <a:cs typeface="Calibri" panose="020F0502020204030204" pitchFamily="34" charset="0"/>
              </a:defRPr>
            </a:lvl1pPr>
            <a:lvl2pPr marL="571500" indent="-228600" algn="l" defTabSz="342900" rtl="0" eaLnBrk="1" latinLnBrk="0" hangingPunct="1">
              <a:spcBef>
                <a:spcPts val="600"/>
              </a:spcBef>
              <a:spcAft>
                <a:spcPts val="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2pPr>
            <a:lvl3pPr marL="857250" indent="-171450" algn="l" defTabSz="342900" rtl="0" eaLnBrk="1" latinLnBrk="0" hangingPunct="1">
              <a:spcBef>
                <a:spcPts val="600"/>
              </a:spcBef>
              <a:spcAft>
                <a:spcPts val="0"/>
              </a:spcAft>
              <a:buClrTx/>
              <a:buSzPct val="100000"/>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3pPr>
            <a:lvl4pPr marL="12001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4pPr>
            <a:lvl5pPr marL="15430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0" indent="0" algn="ctr">
              <a:buNone/>
            </a:pPr>
            <a:r>
              <a:rPr lang="en-US" sz="900" i="1" dirty="0"/>
              <a:t>Screenshot reprinted with permission from Apple Inc.</a:t>
            </a:r>
          </a:p>
        </p:txBody>
      </p:sp>
      <p:sp>
        <p:nvSpPr>
          <p:cNvPr id="3" name="Slide Number Placeholder 2">
            <a:extLst>
              <a:ext uri="{FF2B5EF4-FFF2-40B4-BE49-F238E27FC236}">
                <a16:creationId xmlns:a16="http://schemas.microsoft.com/office/drawing/2014/main" id="{B6EF7B7A-81F2-31F4-3692-136EE0F46765}"/>
              </a:ext>
            </a:extLst>
          </p:cNvPr>
          <p:cNvSpPr>
            <a:spLocks noGrp="1"/>
          </p:cNvSpPr>
          <p:nvPr>
            <p:ph type="sldNum" sz="quarter" idx="10"/>
          </p:nvPr>
        </p:nvSpPr>
        <p:spPr/>
        <p:txBody>
          <a:bodyPr/>
          <a:lstStyle/>
          <a:p>
            <a:fld id="{B7CF8A19-3A9E-4ABC-B336-2FDDE321C72D}" type="slidenum">
              <a:rPr lang="en-US" smtClean="0"/>
              <a:pPr/>
              <a:t>51</a:t>
            </a:fld>
            <a:endParaRPr lang="en-US" dirty="0"/>
          </a:p>
        </p:txBody>
      </p:sp>
    </p:spTree>
    <p:extLst>
      <p:ext uri="{BB962C8B-B14F-4D97-AF65-F5344CB8AC3E}">
        <p14:creationId xmlns:p14="http://schemas.microsoft.com/office/powerpoint/2010/main" val="287745741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64B85B-B51E-2FDB-FC7C-4AC1B5705A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0F4E8E-D319-85BB-FCBB-DBCAC84997C6}"/>
              </a:ext>
            </a:extLst>
          </p:cNvPr>
          <p:cNvSpPr>
            <a:spLocks noGrp="1"/>
          </p:cNvSpPr>
          <p:nvPr>
            <p:ph type="title"/>
          </p:nvPr>
        </p:nvSpPr>
        <p:spPr/>
        <p:txBody>
          <a:bodyPr/>
          <a:lstStyle/>
          <a:p>
            <a:r>
              <a:rPr lang="en-US" b="1" i="0" dirty="0">
                <a:solidFill>
                  <a:srgbClr val="253644"/>
                </a:solidFill>
                <a:effectLst/>
              </a:rPr>
              <a:t>Network and Device Settings </a:t>
            </a:r>
            <a:r>
              <a:rPr lang="en-US" sz="2000" b="1" i="0" dirty="0">
                <a:solidFill>
                  <a:srgbClr val="253644"/>
                </a:solidFill>
                <a:effectLst/>
              </a:rPr>
              <a:t>(Slide 3 of 3)</a:t>
            </a:r>
            <a:endParaRPr lang="en-US" sz="2000" dirty="0"/>
          </a:p>
        </p:txBody>
      </p:sp>
      <p:pic>
        <p:nvPicPr>
          <p:cNvPr id="5" name="Picture 4" descr="A mac O S Disk Utility window showing Macintosh H D as an A P F S System Snapshot with storage, usage details, and a graphical storage bar.">
            <a:extLst>
              <a:ext uri="{FF2B5EF4-FFF2-40B4-BE49-F238E27FC236}">
                <a16:creationId xmlns:a16="http://schemas.microsoft.com/office/drawing/2014/main" id="{E95E1A34-F0AB-0A38-7BF0-248782765F64}"/>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2074832" y="748490"/>
            <a:ext cx="4994334" cy="4086274"/>
          </a:xfrm>
          <a:prstGeom prst="rect">
            <a:avLst/>
          </a:prstGeom>
          <a:noFill/>
          <a:ln>
            <a:noFill/>
          </a:ln>
        </p:spPr>
      </p:pic>
      <p:sp>
        <p:nvSpPr>
          <p:cNvPr id="7" name="Content Placeholder 11">
            <a:extLst>
              <a:ext uri="{FF2B5EF4-FFF2-40B4-BE49-F238E27FC236}">
                <a16:creationId xmlns:a16="http://schemas.microsoft.com/office/drawing/2014/main" id="{4682514D-315C-AAE1-A24A-9EED4B8F9BAE}"/>
              </a:ext>
            </a:extLst>
          </p:cNvPr>
          <p:cNvSpPr txBox="1">
            <a:spLocks/>
          </p:cNvSpPr>
          <p:nvPr/>
        </p:nvSpPr>
        <p:spPr>
          <a:xfrm>
            <a:off x="2074832" y="4868957"/>
            <a:ext cx="4994334" cy="274768"/>
          </a:xfrm>
          <a:prstGeom prst="rect">
            <a:avLst/>
          </a:prstGeom>
        </p:spPr>
        <p:txBody>
          <a:bodyPr/>
          <a:lstStyle>
            <a:lvl1pPr marL="257175" indent="-257175" algn="l" defTabSz="342900" rtl="0" eaLnBrk="1" latinLnBrk="0" hangingPunct="1">
              <a:spcBef>
                <a:spcPts val="600"/>
              </a:spcBef>
              <a:spcAft>
                <a:spcPts val="0"/>
              </a:spcAft>
              <a:buClrTx/>
              <a:buFont typeface="Arial" panose="020B0604020202020204" pitchFamily="34" charset="0"/>
              <a:buChar char="•"/>
              <a:defRPr sz="2400" kern="1200">
                <a:solidFill>
                  <a:schemeClr val="tx1"/>
                </a:solidFill>
                <a:latin typeface="Calibri" panose="020F0502020204030204" pitchFamily="34" charset="0"/>
                <a:ea typeface="+mn-ea"/>
                <a:cs typeface="Calibri" panose="020F0502020204030204" pitchFamily="34" charset="0"/>
              </a:defRPr>
            </a:lvl1pPr>
            <a:lvl2pPr marL="571500" indent="-228600" algn="l" defTabSz="342900" rtl="0" eaLnBrk="1" latinLnBrk="0" hangingPunct="1">
              <a:spcBef>
                <a:spcPts val="600"/>
              </a:spcBef>
              <a:spcAft>
                <a:spcPts val="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2pPr>
            <a:lvl3pPr marL="857250" indent="-171450" algn="l" defTabSz="342900" rtl="0" eaLnBrk="1" latinLnBrk="0" hangingPunct="1">
              <a:spcBef>
                <a:spcPts val="600"/>
              </a:spcBef>
              <a:spcAft>
                <a:spcPts val="0"/>
              </a:spcAft>
              <a:buClrTx/>
              <a:buSzPct val="100000"/>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3pPr>
            <a:lvl4pPr marL="12001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4pPr>
            <a:lvl5pPr marL="15430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0" indent="0" algn="ctr">
              <a:buNone/>
            </a:pPr>
            <a:r>
              <a:rPr lang="en-US" sz="900" i="1" dirty="0"/>
              <a:t>Screenshot reprinted with permission from Apple Inc.</a:t>
            </a:r>
          </a:p>
        </p:txBody>
      </p:sp>
      <p:sp>
        <p:nvSpPr>
          <p:cNvPr id="3" name="Slide Number Placeholder 2">
            <a:extLst>
              <a:ext uri="{FF2B5EF4-FFF2-40B4-BE49-F238E27FC236}">
                <a16:creationId xmlns:a16="http://schemas.microsoft.com/office/drawing/2014/main" id="{AAFDCC46-D941-D19B-1726-BEC479B8EEF8}"/>
              </a:ext>
            </a:extLst>
          </p:cNvPr>
          <p:cNvSpPr>
            <a:spLocks noGrp="1"/>
          </p:cNvSpPr>
          <p:nvPr>
            <p:ph type="sldNum" sz="quarter" idx="10"/>
          </p:nvPr>
        </p:nvSpPr>
        <p:spPr/>
        <p:txBody>
          <a:bodyPr/>
          <a:lstStyle/>
          <a:p>
            <a:fld id="{B7CF8A19-3A9E-4ABC-B336-2FDDE321C72D}" type="slidenum">
              <a:rPr lang="en-US" smtClean="0"/>
              <a:pPr/>
              <a:t>52</a:t>
            </a:fld>
            <a:endParaRPr lang="en-US" dirty="0"/>
          </a:p>
        </p:txBody>
      </p:sp>
    </p:spTree>
    <p:extLst>
      <p:ext uri="{BB962C8B-B14F-4D97-AF65-F5344CB8AC3E}">
        <p14:creationId xmlns:p14="http://schemas.microsoft.com/office/powerpoint/2010/main" val="194965547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920379-77B3-FE7C-29E5-0F3A7BA8A0B7}"/>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320C168C-D33E-FFD7-0488-E3D9855614AA}"/>
              </a:ext>
            </a:extLst>
          </p:cNvPr>
          <p:cNvSpPr>
            <a:spLocks noGrp="1"/>
          </p:cNvSpPr>
          <p:nvPr>
            <p:ph type="title"/>
          </p:nvPr>
        </p:nvSpPr>
        <p:spPr/>
        <p:txBody>
          <a:bodyPr/>
          <a:lstStyle/>
          <a:p>
            <a:r>
              <a:rPr lang="en-US" b="1" i="0" dirty="0">
                <a:solidFill>
                  <a:srgbClr val="253644"/>
                </a:solidFill>
                <a:effectLst/>
              </a:rPr>
              <a:t>Time Machine Backup </a:t>
            </a:r>
            <a:r>
              <a:rPr lang="en-US" sz="2000" b="1" i="0" dirty="0">
                <a:solidFill>
                  <a:srgbClr val="253644"/>
                </a:solidFill>
                <a:effectLst/>
              </a:rPr>
              <a:t>(Slide 1 of 2)</a:t>
            </a:r>
            <a:endParaRPr lang="en-US" sz="2000" dirty="0">
              <a:solidFill>
                <a:srgbClr val="253644"/>
              </a:solidFill>
            </a:endParaRPr>
          </a:p>
        </p:txBody>
      </p:sp>
      <p:sp>
        <p:nvSpPr>
          <p:cNvPr id="3" name="Content Placeholder 2">
            <a:extLst>
              <a:ext uri="{FF2B5EF4-FFF2-40B4-BE49-F238E27FC236}">
                <a16:creationId xmlns:a16="http://schemas.microsoft.com/office/drawing/2014/main" id="{AF2834F7-F89E-02B2-9120-58FFA77743DD}"/>
              </a:ext>
            </a:extLst>
          </p:cNvPr>
          <p:cNvSpPr>
            <a:spLocks noGrp="1"/>
          </p:cNvSpPr>
          <p:nvPr>
            <p:ph idx="1"/>
          </p:nvPr>
        </p:nvSpPr>
        <p:spPr>
          <a:xfrm>
            <a:off x="146050" y="746760"/>
            <a:ext cx="8066925" cy="4046220"/>
          </a:xfrm>
        </p:spPr>
        <p:txBody>
          <a:bodyPr vert="horz" lIns="91440" tIns="45720" rIns="91440" bIns="45720" rtlCol="0" anchor="t">
            <a:normAutofit/>
          </a:bodyPr>
          <a:lstStyle/>
          <a:p>
            <a:r>
              <a:rPr lang="en-US" dirty="0">
                <a:latin typeface="Calibri"/>
                <a:ea typeface="Calibri"/>
                <a:cs typeface="Calibri"/>
              </a:rPr>
              <a:t>Utility that uses a separate physical drive or partition to backup a system</a:t>
            </a:r>
          </a:p>
          <a:p>
            <a:r>
              <a:rPr lang="en-US" dirty="0">
                <a:latin typeface="Calibri"/>
                <a:ea typeface="Calibri"/>
                <a:cs typeface="Calibri"/>
              </a:rPr>
              <a:t>Partition or drive must be formatted using APFS</a:t>
            </a:r>
          </a:p>
          <a:p>
            <a:r>
              <a:rPr lang="en-US" dirty="0">
                <a:latin typeface="Calibri"/>
                <a:ea typeface="Calibri"/>
                <a:cs typeface="Calibri"/>
              </a:rPr>
              <a:t>Auto deletes oldest backup when full</a:t>
            </a:r>
            <a:endParaRPr lang="en-US" dirty="0">
              <a:ea typeface="Calibri"/>
            </a:endParaRPr>
          </a:p>
        </p:txBody>
      </p:sp>
      <p:sp>
        <p:nvSpPr>
          <p:cNvPr id="4" name="Slide Number Placeholder 3">
            <a:extLst>
              <a:ext uri="{FF2B5EF4-FFF2-40B4-BE49-F238E27FC236}">
                <a16:creationId xmlns:a16="http://schemas.microsoft.com/office/drawing/2014/main" id="{AA641E9F-8DA6-3CBD-0AB5-3A67F58B49D2}"/>
              </a:ext>
            </a:extLst>
          </p:cNvPr>
          <p:cNvSpPr>
            <a:spLocks noGrp="1"/>
          </p:cNvSpPr>
          <p:nvPr>
            <p:ph type="sldNum" sz="quarter" idx="10"/>
          </p:nvPr>
        </p:nvSpPr>
        <p:spPr/>
        <p:txBody>
          <a:bodyPr/>
          <a:lstStyle/>
          <a:p>
            <a:fld id="{B7CF8A19-3A9E-4ABC-B336-2FDDE321C72D}" type="slidenum">
              <a:rPr lang="en-US" smtClean="0"/>
              <a:pPr/>
              <a:t>53</a:t>
            </a:fld>
            <a:endParaRPr lang="en-US" dirty="0"/>
          </a:p>
        </p:txBody>
      </p:sp>
    </p:spTree>
    <p:custDataLst>
      <p:tags r:id="rId1"/>
    </p:custDataLst>
    <p:extLst>
      <p:ext uri="{BB962C8B-B14F-4D97-AF65-F5344CB8AC3E}">
        <p14:creationId xmlns:p14="http://schemas.microsoft.com/office/powerpoint/2010/main" val="8280117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C63685-DA21-47F8-0D56-04479CF8A3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EDBB00-B980-6678-9394-274C5A921BEC}"/>
              </a:ext>
            </a:extLst>
          </p:cNvPr>
          <p:cNvSpPr>
            <a:spLocks noGrp="1"/>
          </p:cNvSpPr>
          <p:nvPr>
            <p:ph type="title"/>
          </p:nvPr>
        </p:nvSpPr>
        <p:spPr/>
        <p:txBody>
          <a:bodyPr/>
          <a:lstStyle/>
          <a:p>
            <a:r>
              <a:rPr lang="en-US" b="1" i="0" dirty="0">
                <a:solidFill>
                  <a:srgbClr val="253644"/>
                </a:solidFill>
                <a:effectLst/>
              </a:rPr>
              <a:t>Time Machine Backup </a:t>
            </a:r>
            <a:r>
              <a:rPr lang="en-US" sz="2000" b="1" i="0" dirty="0">
                <a:solidFill>
                  <a:srgbClr val="253644"/>
                </a:solidFill>
                <a:effectLst/>
              </a:rPr>
              <a:t>(Slide 2 of 2)</a:t>
            </a:r>
            <a:endParaRPr lang="en-US" sz="2000" dirty="0"/>
          </a:p>
        </p:txBody>
      </p:sp>
      <p:pic>
        <p:nvPicPr>
          <p:cNvPr id="6" name="Picture 5" descr="A mac O S Time Machine settings window showing backup options. The disk has 640 G B available, with automatic backups enabled but no backups yet.">
            <a:extLst>
              <a:ext uri="{FF2B5EF4-FFF2-40B4-BE49-F238E27FC236}">
                <a16:creationId xmlns:a16="http://schemas.microsoft.com/office/drawing/2014/main" id="{7FEC5BAE-1499-F796-2C23-7456AEF8DF17}"/>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614527" y="750108"/>
            <a:ext cx="5914944" cy="4055836"/>
          </a:xfrm>
          <a:prstGeom prst="rect">
            <a:avLst/>
          </a:prstGeom>
          <a:ln>
            <a:solidFill>
              <a:schemeClr val="bg1">
                <a:lumMod val="85000"/>
              </a:schemeClr>
            </a:solidFill>
          </a:ln>
        </p:spPr>
      </p:pic>
      <p:sp>
        <p:nvSpPr>
          <p:cNvPr id="7" name="Content Placeholder 11">
            <a:extLst>
              <a:ext uri="{FF2B5EF4-FFF2-40B4-BE49-F238E27FC236}">
                <a16:creationId xmlns:a16="http://schemas.microsoft.com/office/drawing/2014/main" id="{3A615009-EE38-B34C-A2D5-4F77035AB953}"/>
              </a:ext>
            </a:extLst>
          </p:cNvPr>
          <p:cNvSpPr txBox="1">
            <a:spLocks/>
          </p:cNvSpPr>
          <p:nvPr/>
        </p:nvSpPr>
        <p:spPr>
          <a:xfrm>
            <a:off x="1614527" y="4832196"/>
            <a:ext cx="5914943" cy="274768"/>
          </a:xfrm>
          <a:prstGeom prst="rect">
            <a:avLst/>
          </a:prstGeom>
        </p:spPr>
        <p:txBody>
          <a:bodyPr/>
          <a:lstStyle>
            <a:lvl1pPr marL="257175" indent="-257175" algn="l" defTabSz="342900" rtl="0" eaLnBrk="1" latinLnBrk="0" hangingPunct="1">
              <a:spcBef>
                <a:spcPts val="600"/>
              </a:spcBef>
              <a:spcAft>
                <a:spcPts val="0"/>
              </a:spcAft>
              <a:buClrTx/>
              <a:buFont typeface="Arial" panose="020B0604020202020204" pitchFamily="34" charset="0"/>
              <a:buChar char="•"/>
              <a:defRPr sz="2400" kern="1200">
                <a:solidFill>
                  <a:schemeClr val="tx1"/>
                </a:solidFill>
                <a:latin typeface="Calibri" panose="020F0502020204030204" pitchFamily="34" charset="0"/>
                <a:ea typeface="+mn-ea"/>
                <a:cs typeface="Calibri" panose="020F0502020204030204" pitchFamily="34" charset="0"/>
              </a:defRPr>
            </a:lvl1pPr>
            <a:lvl2pPr marL="571500" indent="-228600" algn="l" defTabSz="342900" rtl="0" eaLnBrk="1" latinLnBrk="0" hangingPunct="1">
              <a:spcBef>
                <a:spcPts val="600"/>
              </a:spcBef>
              <a:spcAft>
                <a:spcPts val="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2pPr>
            <a:lvl3pPr marL="857250" indent="-171450" algn="l" defTabSz="342900" rtl="0" eaLnBrk="1" latinLnBrk="0" hangingPunct="1">
              <a:spcBef>
                <a:spcPts val="600"/>
              </a:spcBef>
              <a:spcAft>
                <a:spcPts val="0"/>
              </a:spcAft>
              <a:buClrTx/>
              <a:buSzPct val="100000"/>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3pPr>
            <a:lvl4pPr marL="12001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4pPr>
            <a:lvl5pPr marL="15430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0" indent="0" algn="ctr">
              <a:buNone/>
            </a:pPr>
            <a:r>
              <a:rPr lang="en-US" sz="900" i="1" dirty="0"/>
              <a:t>Screenshot reprinted with permission from Apple Inc.</a:t>
            </a:r>
          </a:p>
        </p:txBody>
      </p:sp>
      <p:sp>
        <p:nvSpPr>
          <p:cNvPr id="3" name="Slide Number Placeholder 2">
            <a:extLst>
              <a:ext uri="{FF2B5EF4-FFF2-40B4-BE49-F238E27FC236}">
                <a16:creationId xmlns:a16="http://schemas.microsoft.com/office/drawing/2014/main" id="{9E73244E-B260-19AA-F036-FBE7F76F84B6}"/>
              </a:ext>
            </a:extLst>
          </p:cNvPr>
          <p:cNvSpPr>
            <a:spLocks noGrp="1"/>
          </p:cNvSpPr>
          <p:nvPr>
            <p:ph type="sldNum" sz="quarter" idx="10"/>
          </p:nvPr>
        </p:nvSpPr>
        <p:spPr/>
        <p:txBody>
          <a:bodyPr/>
          <a:lstStyle/>
          <a:p>
            <a:fld id="{B7CF8A19-3A9E-4ABC-B336-2FDDE321C72D}" type="slidenum">
              <a:rPr lang="en-US" smtClean="0"/>
              <a:pPr/>
              <a:t>54</a:t>
            </a:fld>
            <a:endParaRPr lang="en-US" dirty="0"/>
          </a:p>
        </p:txBody>
      </p:sp>
    </p:spTree>
    <p:extLst>
      <p:ext uri="{BB962C8B-B14F-4D97-AF65-F5344CB8AC3E}">
        <p14:creationId xmlns:p14="http://schemas.microsoft.com/office/powerpoint/2010/main" val="290707978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4BA6FF-3FE2-30B1-ADAF-CE2FDE1CC759}"/>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2A7FDD57-4D07-E7AF-634D-A2F2913E4F50}"/>
              </a:ext>
            </a:extLst>
          </p:cNvPr>
          <p:cNvSpPr>
            <a:spLocks noGrp="1"/>
          </p:cNvSpPr>
          <p:nvPr>
            <p:ph type="title"/>
          </p:nvPr>
        </p:nvSpPr>
        <p:spPr/>
        <p:txBody>
          <a:bodyPr/>
          <a:lstStyle/>
          <a:p>
            <a:r>
              <a:rPr lang="en-US" b="1" i="0" dirty="0">
                <a:solidFill>
                  <a:srgbClr val="253644"/>
                </a:solidFill>
                <a:effectLst/>
              </a:rPr>
              <a:t>Troubleshoot Crashes and Boot Issues </a:t>
            </a:r>
            <a:r>
              <a:rPr lang="en-US" sz="2000" b="1" i="0" dirty="0">
                <a:solidFill>
                  <a:srgbClr val="253644"/>
                </a:solidFill>
                <a:effectLst/>
              </a:rPr>
              <a:t>(Slide 1 of 2)</a:t>
            </a:r>
            <a:endParaRPr lang="en-US" sz="2000" dirty="0">
              <a:solidFill>
                <a:srgbClr val="253644"/>
              </a:solidFill>
            </a:endParaRPr>
          </a:p>
        </p:txBody>
      </p:sp>
      <p:sp>
        <p:nvSpPr>
          <p:cNvPr id="3" name="Content Placeholder 2">
            <a:extLst>
              <a:ext uri="{FF2B5EF4-FFF2-40B4-BE49-F238E27FC236}">
                <a16:creationId xmlns:a16="http://schemas.microsoft.com/office/drawing/2014/main" id="{113FF7F5-79AC-C21E-9864-480D4DA1E270}"/>
              </a:ext>
            </a:extLst>
          </p:cNvPr>
          <p:cNvSpPr>
            <a:spLocks noGrp="1"/>
          </p:cNvSpPr>
          <p:nvPr>
            <p:ph idx="1"/>
          </p:nvPr>
        </p:nvSpPr>
        <p:spPr>
          <a:xfrm>
            <a:off x="146050" y="746760"/>
            <a:ext cx="4333671" cy="4046220"/>
          </a:xfrm>
          <a:ln>
            <a:noFill/>
          </a:ln>
        </p:spPr>
        <p:txBody>
          <a:bodyPr vert="horz" lIns="91440" tIns="45720" rIns="91440" bIns="45720" rtlCol="0" anchor="t">
            <a:normAutofit/>
          </a:bodyPr>
          <a:lstStyle/>
          <a:p>
            <a:r>
              <a:rPr lang="en-US" dirty="0">
                <a:latin typeface="Calibri"/>
                <a:ea typeface="Calibri"/>
                <a:cs typeface="Calibri"/>
              </a:rPr>
              <a:t>Use Force Quit from Apple menu for unresponsive apps</a:t>
            </a:r>
            <a:endParaRPr lang="en-US" dirty="0">
              <a:ea typeface="Calibri"/>
            </a:endParaRPr>
          </a:p>
          <a:p>
            <a:r>
              <a:rPr lang="en-US" dirty="0">
                <a:latin typeface="Calibri"/>
                <a:ea typeface="Calibri"/>
                <a:cs typeface="Calibri"/>
              </a:rPr>
              <a:t>Recovery Menu</a:t>
            </a:r>
          </a:p>
          <a:p>
            <a:pPr lvl="1"/>
            <a:r>
              <a:rPr lang="en-US" dirty="0">
                <a:latin typeface="Calibri"/>
                <a:ea typeface="Calibri"/>
                <a:cs typeface="Calibri"/>
              </a:rPr>
              <a:t>Hold COMMAND+R while powering up Mac until Apple icon appears</a:t>
            </a:r>
          </a:p>
          <a:p>
            <a:r>
              <a:rPr lang="en-US" dirty="0">
                <a:latin typeface="Calibri"/>
                <a:ea typeface="Calibri"/>
                <a:cs typeface="Calibri"/>
              </a:rPr>
              <a:t>If internet access is available, Recovery can download a fresh installation of the OS</a:t>
            </a:r>
          </a:p>
        </p:txBody>
      </p:sp>
      <p:pic>
        <p:nvPicPr>
          <p:cNvPr id="5" name="Picture 4" descr="A mac O S Force Quit Applications window listing open apps, with Mail marked as not responding. A Force Quit button is at the bottom.">
            <a:extLst>
              <a:ext uri="{FF2B5EF4-FFF2-40B4-BE49-F238E27FC236}">
                <a16:creationId xmlns:a16="http://schemas.microsoft.com/office/drawing/2014/main" id="{8C7638B8-BA19-F78F-9A6A-47EF3E866B72}"/>
              </a:ext>
            </a:extLst>
          </p:cNvPr>
          <p:cNvPicPr>
            <a:picLocks noChangeAspect="1"/>
          </p:cNvPicPr>
          <p:nvPr/>
        </p:nvPicPr>
        <p:blipFill>
          <a:blip r:embed="rId4"/>
          <a:stretch>
            <a:fillRect/>
          </a:stretch>
        </p:blipFill>
        <p:spPr>
          <a:xfrm>
            <a:off x="4664281" y="741269"/>
            <a:ext cx="3947707" cy="3520556"/>
          </a:xfrm>
          <a:prstGeom prst="rect">
            <a:avLst/>
          </a:prstGeom>
          <a:ln>
            <a:solidFill>
              <a:schemeClr val="bg1">
                <a:lumMod val="85000"/>
              </a:schemeClr>
            </a:solidFill>
          </a:ln>
        </p:spPr>
      </p:pic>
      <p:sp>
        <p:nvSpPr>
          <p:cNvPr id="6" name="Content Placeholder 11">
            <a:extLst>
              <a:ext uri="{FF2B5EF4-FFF2-40B4-BE49-F238E27FC236}">
                <a16:creationId xmlns:a16="http://schemas.microsoft.com/office/drawing/2014/main" id="{85762F82-FEC0-B4EB-043D-8EE4B51D4FBE}"/>
              </a:ext>
            </a:extLst>
          </p:cNvPr>
          <p:cNvSpPr txBox="1">
            <a:spLocks/>
          </p:cNvSpPr>
          <p:nvPr/>
        </p:nvSpPr>
        <p:spPr>
          <a:xfrm>
            <a:off x="4664281" y="4298989"/>
            <a:ext cx="3947707" cy="274768"/>
          </a:xfrm>
          <a:prstGeom prst="rect">
            <a:avLst/>
          </a:prstGeom>
        </p:spPr>
        <p:txBody>
          <a:bodyPr/>
          <a:lstStyle>
            <a:lvl1pPr marL="257175" indent="-257175" algn="l" defTabSz="342900" rtl="0" eaLnBrk="1" latinLnBrk="0" hangingPunct="1">
              <a:spcBef>
                <a:spcPts val="600"/>
              </a:spcBef>
              <a:spcAft>
                <a:spcPts val="0"/>
              </a:spcAft>
              <a:buClrTx/>
              <a:buFont typeface="Arial" panose="020B0604020202020204" pitchFamily="34" charset="0"/>
              <a:buChar char="•"/>
              <a:defRPr sz="2400" kern="1200">
                <a:solidFill>
                  <a:schemeClr val="tx1"/>
                </a:solidFill>
                <a:latin typeface="Calibri" panose="020F0502020204030204" pitchFamily="34" charset="0"/>
                <a:ea typeface="+mn-ea"/>
                <a:cs typeface="Calibri" panose="020F0502020204030204" pitchFamily="34" charset="0"/>
              </a:defRPr>
            </a:lvl1pPr>
            <a:lvl2pPr marL="571500" indent="-228600" algn="l" defTabSz="342900" rtl="0" eaLnBrk="1" latinLnBrk="0" hangingPunct="1">
              <a:spcBef>
                <a:spcPts val="600"/>
              </a:spcBef>
              <a:spcAft>
                <a:spcPts val="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2pPr>
            <a:lvl3pPr marL="857250" indent="-171450" algn="l" defTabSz="342900" rtl="0" eaLnBrk="1" latinLnBrk="0" hangingPunct="1">
              <a:spcBef>
                <a:spcPts val="600"/>
              </a:spcBef>
              <a:spcAft>
                <a:spcPts val="0"/>
              </a:spcAft>
              <a:buClrTx/>
              <a:buSzPct val="100000"/>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3pPr>
            <a:lvl4pPr marL="12001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4pPr>
            <a:lvl5pPr marL="15430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0" indent="0" algn="ctr">
              <a:buNone/>
            </a:pPr>
            <a:r>
              <a:rPr lang="en-US" sz="900" i="1" dirty="0"/>
              <a:t>Screenshot reprinted with permission from Apple Inc.</a:t>
            </a:r>
          </a:p>
        </p:txBody>
      </p:sp>
      <p:sp>
        <p:nvSpPr>
          <p:cNvPr id="4" name="Slide Number Placeholder 3">
            <a:extLst>
              <a:ext uri="{FF2B5EF4-FFF2-40B4-BE49-F238E27FC236}">
                <a16:creationId xmlns:a16="http://schemas.microsoft.com/office/drawing/2014/main" id="{7591EA66-0B74-50DF-70A7-EC1DC8A1E6CF}"/>
              </a:ext>
            </a:extLst>
          </p:cNvPr>
          <p:cNvSpPr>
            <a:spLocks noGrp="1"/>
          </p:cNvSpPr>
          <p:nvPr>
            <p:ph type="sldNum" sz="quarter" idx="10"/>
          </p:nvPr>
        </p:nvSpPr>
        <p:spPr/>
        <p:txBody>
          <a:bodyPr/>
          <a:lstStyle/>
          <a:p>
            <a:fld id="{B7CF8A19-3A9E-4ABC-B336-2FDDE321C72D}" type="slidenum">
              <a:rPr lang="en-US" smtClean="0"/>
              <a:pPr/>
              <a:t>55</a:t>
            </a:fld>
            <a:endParaRPr lang="en-US" dirty="0"/>
          </a:p>
        </p:txBody>
      </p:sp>
    </p:spTree>
    <p:custDataLst>
      <p:tags r:id="rId1"/>
    </p:custDataLst>
    <p:extLst>
      <p:ext uri="{BB962C8B-B14F-4D97-AF65-F5344CB8AC3E}">
        <p14:creationId xmlns:p14="http://schemas.microsoft.com/office/powerpoint/2010/main" val="129322898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E335FA-5C49-7263-58C1-90A33494B0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DDFC23-710A-730F-07D2-90588000018F}"/>
              </a:ext>
            </a:extLst>
          </p:cNvPr>
          <p:cNvSpPr>
            <a:spLocks noGrp="1"/>
          </p:cNvSpPr>
          <p:nvPr>
            <p:ph type="title"/>
          </p:nvPr>
        </p:nvSpPr>
        <p:spPr/>
        <p:txBody>
          <a:bodyPr/>
          <a:lstStyle/>
          <a:p>
            <a:r>
              <a:rPr lang="en-US" b="1" i="0" dirty="0">
                <a:solidFill>
                  <a:srgbClr val="253644"/>
                </a:solidFill>
                <a:effectLst/>
              </a:rPr>
              <a:t>Troubleshoot Crashes and Boot Issues </a:t>
            </a:r>
            <a:r>
              <a:rPr lang="en-US" sz="2000" b="1" i="0" dirty="0">
                <a:solidFill>
                  <a:srgbClr val="253644"/>
                </a:solidFill>
                <a:effectLst/>
              </a:rPr>
              <a:t>(Slide 2 of 2)</a:t>
            </a:r>
            <a:endParaRPr lang="en-US" sz="2000" dirty="0"/>
          </a:p>
        </p:txBody>
      </p:sp>
      <p:pic>
        <p:nvPicPr>
          <p:cNvPr id="5" name="Picture 4" descr="A mac O S Utilities window with options to restore from Time Machine, reinstall mac O S, get help online, or use Disk Utility.">
            <a:extLst>
              <a:ext uri="{FF2B5EF4-FFF2-40B4-BE49-F238E27FC236}">
                <a16:creationId xmlns:a16="http://schemas.microsoft.com/office/drawing/2014/main" id="{A8E596AD-FE66-D70F-16AD-898BCE01116E}"/>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2564774" y="821036"/>
            <a:ext cx="4014451" cy="3696641"/>
          </a:xfrm>
          <a:prstGeom prst="rect">
            <a:avLst/>
          </a:prstGeom>
          <a:ln>
            <a:solidFill>
              <a:schemeClr val="bg1">
                <a:lumMod val="85000"/>
              </a:schemeClr>
            </a:solidFill>
          </a:ln>
        </p:spPr>
      </p:pic>
      <p:sp>
        <p:nvSpPr>
          <p:cNvPr id="7" name="Content Placeholder 11">
            <a:extLst>
              <a:ext uri="{FF2B5EF4-FFF2-40B4-BE49-F238E27FC236}">
                <a16:creationId xmlns:a16="http://schemas.microsoft.com/office/drawing/2014/main" id="{A2DD0764-93D1-2040-C708-2057331B82E4}"/>
              </a:ext>
            </a:extLst>
          </p:cNvPr>
          <p:cNvSpPr txBox="1">
            <a:spLocks/>
          </p:cNvSpPr>
          <p:nvPr/>
        </p:nvSpPr>
        <p:spPr>
          <a:xfrm>
            <a:off x="2564774" y="4564660"/>
            <a:ext cx="4014452" cy="274768"/>
          </a:xfrm>
          <a:prstGeom prst="rect">
            <a:avLst/>
          </a:prstGeom>
        </p:spPr>
        <p:txBody>
          <a:bodyPr/>
          <a:lstStyle>
            <a:lvl1pPr marL="257175" indent="-257175" algn="l" defTabSz="342900" rtl="0" eaLnBrk="1" latinLnBrk="0" hangingPunct="1">
              <a:spcBef>
                <a:spcPts val="600"/>
              </a:spcBef>
              <a:spcAft>
                <a:spcPts val="0"/>
              </a:spcAft>
              <a:buClrTx/>
              <a:buFont typeface="Arial" panose="020B0604020202020204" pitchFamily="34" charset="0"/>
              <a:buChar char="•"/>
              <a:defRPr sz="2400" kern="1200">
                <a:solidFill>
                  <a:schemeClr val="tx1"/>
                </a:solidFill>
                <a:latin typeface="Calibri" panose="020F0502020204030204" pitchFamily="34" charset="0"/>
                <a:ea typeface="+mn-ea"/>
                <a:cs typeface="Calibri" panose="020F0502020204030204" pitchFamily="34" charset="0"/>
              </a:defRPr>
            </a:lvl1pPr>
            <a:lvl2pPr marL="571500" indent="-228600" algn="l" defTabSz="342900" rtl="0" eaLnBrk="1" latinLnBrk="0" hangingPunct="1">
              <a:spcBef>
                <a:spcPts val="600"/>
              </a:spcBef>
              <a:spcAft>
                <a:spcPts val="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2pPr>
            <a:lvl3pPr marL="857250" indent="-171450" algn="l" defTabSz="342900" rtl="0" eaLnBrk="1" latinLnBrk="0" hangingPunct="1">
              <a:spcBef>
                <a:spcPts val="600"/>
              </a:spcBef>
              <a:spcAft>
                <a:spcPts val="0"/>
              </a:spcAft>
              <a:buClrTx/>
              <a:buSzPct val="100000"/>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3pPr>
            <a:lvl4pPr marL="12001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4pPr>
            <a:lvl5pPr marL="15430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0" indent="0" algn="ctr">
              <a:buNone/>
            </a:pPr>
            <a:r>
              <a:rPr lang="en-US" sz="900" i="1" dirty="0"/>
              <a:t>Screenshot reprinted with permission from Apple Inc.</a:t>
            </a:r>
          </a:p>
        </p:txBody>
      </p:sp>
      <p:sp>
        <p:nvSpPr>
          <p:cNvPr id="3" name="Slide Number Placeholder 2">
            <a:extLst>
              <a:ext uri="{FF2B5EF4-FFF2-40B4-BE49-F238E27FC236}">
                <a16:creationId xmlns:a16="http://schemas.microsoft.com/office/drawing/2014/main" id="{C332544E-52F0-62C5-46D0-8F6272EAC07D}"/>
              </a:ext>
            </a:extLst>
          </p:cNvPr>
          <p:cNvSpPr>
            <a:spLocks noGrp="1"/>
          </p:cNvSpPr>
          <p:nvPr>
            <p:ph type="sldNum" sz="quarter" idx="10"/>
          </p:nvPr>
        </p:nvSpPr>
        <p:spPr/>
        <p:txBody>
          <a:bodyPr/>
          <a:lstStyle/>
          <a:p>
            <a:fld id="{B7CF8A19-3A9E-4ABC-B336-2FDDE321C72D}" type="slidenum">
              <a:rPr lang="en-US" smtClean="0"/>
              <a:pPr/>
              <a:t>56</a:t>
            </a:fld>
            <a:endParaRPr lang="en-US" dirty="0"/>
          </a:p>
        </p:txBody>
      </p:sp>
    </p:spTree>
    <p:extLst>
      <p:ext uri="{BB962C8B-B14F-4D97-AF65-F5344CB8AC3E}">
        <p14:creationId xmlns:p14="http://schemas.microsoft.com/office/powerpoint/2010/main" val="416905090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168FF6-9460-BB9F-5B69-B466CD7C9F9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3CBCE7E-70C5-0794-C3E0-758581D4D74A}"/>
              </a:ext>
            </a:extLst>
          </p:cNvPr>
          <p:cNvSpPr>
            <a:spLocks noGrp="1"/>
          </p:cNvSpPr>
          <p:nvPr>
            <p:ph sz="quarter" idx="14"/>
          </p:nvPr>
        </p:nvSpPr>
        <p:spPr/>
        <p:txBody>
          <a:bodyPr>
            <a:normAutofit/>
          </a:bodyPr>
          <a:lstStyle/>
          <a:p>
            <a:r>
              <a:rPr lang="en-US" dirty="0"/>
              <a:t>Challenge Live Lab: Install and Support Linux OS</a:t>
            </a:r>
            <a:br>
              <a:rPr lang="en-US" sz="2000" dirty="0"/>
            </a:br>
            <a:r>
              <a:rPr lang="en-US" sz="2000" dirty="0"/>
              <a:t>(available in CertMaster Perform and CertMaster Labs)</a:t>
            </a:r>
          </a:p>
        </p:txBody>
      </p:sp>
      <p:sp>
        <p:nvSpPr>
          <p:cNvPr id="2" name="Slide Number Placeholder 1">
            <a:extLst>
              <a:ext uri="{FF2B5EF4-FFF2-40B4-BE49-F238E27FC236}">
                <a16:creationId xmlns:a16="http://schemas.microsoft.com/office/drawing/2014/main" id="{AA4E954F-51A0-783A-9728-8E9DD5F12CB9}"/>
              </a:ext>
            </a:extLst>
          </p:cNvPr>
          <p:cNvSpPr>
            <a:spLocks noGrp="1"/>
          </p:cNvSpPr>
          <p:nvPr>
            <p:ph type="sldNum" sz="quarter" idx="13"/>
          </p:nvPr>
        </p:nvSpPr>
        <p:spPr/>
        <p:txBody>
          <a:bodyPr/>
          <a:lstStyle/>
          <a:p>
            <a:fld id="{B7CF8A19-3A9E-4ABC-B336-2FDDE321C72D}" type="slidenum">
              <a:rPr lang="en-US" smtClean="0"/>
              <a:pPr/>
              <a:t>57</a:t>
            </a:fld>
            <a:endParaRPr lang="en-US" dirty="0"/>
          </a:p>
        </p:txBody>
      </p:sp>
    </p:spTree>
    <p:custDataLst>
      <p:tags r:id="rId1"/>
    </p:custDataLst>
    <p:extLst>
      <p:ext uri="{BB962C8B-B14F-4D97-AF65-F5344CB8AC3E}">
        <p14:creationId xmlns:p14="http://schemas.microsoft.com/office/powerpoint/2010/main" val="354681816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854D2F-3D7C-83E3-78E9-05E59C51AB7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1C662A7-52F3-1865-4DDD-57D5F2D5F1B6}"/>
              </a:ext>
            </a:extLst>
          </p:cNvPr>
          <p:cNvSpPr>
            <a:spLocks noGrp="1"/>
          </p:cNvSpPr>
          <p:nvPr>
            <p:ph type="title"/>
          </p:nvPr>
        </p:nvSpPr>
        <p:spPr/>
        <p:txBody>
          <a:bodyPr/>
          <a:lstStyle/>
          <a:p>
            <a:r>
              <a:rPr lang="en-US" dirty="0"/>
              <a:t>macOS Features</a:t>
            </a:r>
          </a:p>
        </p:txBody>
      </p:sp>
      <p:sp>
        <p:nvSpPr>
          <p:cNvPr id="2" name="Content Placeholder 1">
            <a:extLst>
              <a:ext uri="{FF2B5EF4-FFF2-40B4-BE49-F238E27FC236}">
                <a16:creationId xmlns:a16="http://schemas.microsoft.com/office/drawing/2014/main" id="{0CCDEA47-7E44-8EB9-591D-8E6A68D0D221}"/>
              </a:ext>
            </a:extLst>
          </p:cNvPr>
          <p:cNvSpPr>
            <a:spLocks noGrp="1"/>
          </p:cNvSpPr>
          <p:nvPr>
            <p:ph sz="quarter" idx="11"/>
          </p:nvPr>
        </p:nvSpPr>
        <p:spPr>
          <a:xfrm>
            <a:off x="146050" y="622376"/>
            <a:ext cx="8870950" cy="4454012"/>
          </a:xfrm>
        </p:spPr>
        <p:txBody>
          <a:bodyPr vert="horz" lIns="91440" tIns="45720" rIns="91440" bIns="45720" rtlCol="0" anchor="t">
            <a:normAutofit/>
          </a:bodyPr>
          <a:lstStyle/>
          <a:p>
            <a:r>
              <a:rPr lang="en-US" dirty="0"/>
              <a:t>Interface Features</a:t>
            </a:r>
          </a:p>
          <a:p>
            <a:r>
              <a:rPr lang="en-US" dirty="0"/>
              <a:t>System Folders and Finder</a:t>
            </a:r>
          </a:p>
          <a:p>
            <a:r>
              <a:rPr lang="en-US" dirty="0"/>
              <a:t>System Settings</a:t>
            </a:r>
          </a:p>
          <a:p>
            <a:r>
              <a:rPr lang="en-US" dirty="0"/>
              <a:t>Security and User Management</a:t>
            </a:r>
          </a:p>
          <a:p>
            <a:r>
              <a:rPr lang="en-US" dirty="0"/>
              <a:t>iCloud and Continuity</a:t>
            </a:r>
          </a:p>
          <a:p>
            <a:r>
              <a:rPr lang="en-US" dirty="0"/>
              <a:t>App Installation and Management</a:t>
            </a:r>
          </a:p>
          <a:p>
            <a:r>
              <a:rPr lang="en-US" dirty="0"/>
              <a:t>OS and App Updates</a:t>
            </a:r>
          </a:p>
          <a:p>
            <a:r>
              <a:rPr lang="en-US" dirty="0"/>
              <a:t>Network and Device Settings</a:t>
            </a:r>
          </a:p>
          <a:p>
            <a:r>
              <a:rPr lang="en-US" dirty="0"/>
              <a:t>Time Machine Backup</a:t>
            </a:r>
          </a:p>
          <a:p>
            <a:r>
              <a:rPr lang="en-US" dirty="0"/>
              <a:t>Troubleshoot Crashes and Boot Issues</a:t>
            </a:r>
          </a:p>
        </p:txBody>
      </p:sp>
      <p:sp>
        <p:nvSpPr>
          <p:cNvPr id="4" name="Slide Number Placeholder 3">
            <a:extLst>
              <a:ext uri="{FF2B5EF4-FFF2-40B4-BE49-F238E27FC236}">
                <a16:creationId xmlns:a16="http://schemas.microsoft.com/office/drawing/2014/main" id="{5A7CAAC7-8D4A-15AC-64A5-FDE943892659}"/>
              </a:ext>
            </a:extLst>
          </p:cNvPr>
          <p:cNvSpPr>
            <a:spLocks noGrp="1"/>
          </p:cNvSpPr>
          <p:nvPr>
            <p:ph type="sldNum" sz="quarter" idx="12"/>
          </p:nvPr>
        </p:nvSpPr>
        <p:spPr/>
        <p:txBody>
          <a:bodyPr/>
          <a:lstStyle/>
          <a:p>
            <a:fld id="{B7CF8A19-3A9E-4ABC-B336-2FDDE321C72D}" type="slidenum">
              <a:rPr lang="en-US" smtClean="0"/>
              <a:pPr/>
              <a:t>58</a:t>
            </a:fld>
            <a:endParaRPr lang="en-US" dirty="0"/>
          </a:p>
        </p:txBody>
      </p:sp>
    </p:spTree>
    <p:custDataLst>
      <p:tags r:id="rId1"/>
    </p:custDataLst>
    <p:extLst>
      <p:ext uri="{BB962C8B-B14F-4D97-AF65-F5344CB8AC3E}">
        <p14:creationId xmlns:p14="http://schemas.microsoft.com/office/powerpoint/2010/main" val="326749559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DESIGN_ID_COMPTIA_OV" val="o1GHjmgH"/>
  <p:tag name="ARTICULATE_SLIDE_COUNT" val="14"/>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comptia_ov">
  <a:themeElements>
    <a:clrScheme name="comptia">
      <a:dk1>
        <a:srgbClr val="253644"/>
      </a:dk1>
      <a:lt1>
        <a:srgbClr val="FFFFFF"/>
      </a:lt1>
      <a:dk2>
        <a:srgbClr val="45545F"/>
      </a:dk2>
      <a:lt2>
        <a:srgbClr val="F4F4F4"/>
      </a:lt2>
      <a:accent1>
        <a:srgbClr val="00688E"/>
      </a:accent1>
      <a:accent2>
        <a:srgbClr val="0198A7"/>
      </a:accent2>
      <a:accent3>
        <a:srgbClr val="028EBD"/>
      </a:accent3>
      <a:accent4>
        <a:srgbClr val="778691"/>
      </a:accent4>
      <a:accent5>
        <a:srgbClr val="CF0B2B"/>
      </a:accent5>
      <a:accent6>
        <a:srgbClr val="ED6D00"/>
      </a:accent6>
      <a:hlink>
        <a:srgbClr val="B24FC3"/>
      </a:hlink>
      <a:folHlink>
        <a:srgbClr val="732281"/>
      </a:folHlink>
    </a:clrScheme>
    <a:fontScheme name="Open Sans">
      <a:majorFont>
        <a:latin typeface="Open Sans Semibold"/>
        <a:ea typeface=""/>
        <a:cs typeface=""/>
      </a:majorFont>
      <a:minorFont>
        <a:latin typeface="Open San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28575" cap="flat" cmpd="sng" algn="ctr">
          <a:solidFill>
            <a:srgbClr val="FF0000"/>
          </a:solidFill>
          <a:prstDash val="solid"/>
        </a:ln>
        <a:effectLst/>
      </a:spPr>
      <a:bodyPr rtlCol="0" anchor="ctr"/>
      <a:lstStyle>
        <a:defPPr algn="ctr" defTabSz="914400">
          <a:defRPr sz="1100" b="1" kern="0" dirty="0" err="1" smtClean="0">
            <a:solidFill>
              <a:srgbClr val="FF0000"/>
            </a:solidFill>
            <a:latin typeface="Arial"/>
          </a:defRPr>
        </a:defPPr>
      </a:lstStyle>
    </a:spDef>
    <a:lnDef>
      <a:spPr>
        <a:ln w="19050">
          <a:solidFill>
            <a:schemeClr val="tx1"/>
          </a:solidFill>
        </a:ln>
        <a:effectLst/>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comptia_ova" id="{478531A2-6CBB-47DF-8787-97F322309993}" vid="{27DBB225-2D25-419A-A575-CF909A3C9BB4}"/>
    </a:ext>
  </a:extLst>
</a:theme>
</file>

<file path=ppt/theme/theme2.xml><?xml version="1.0" encoding="utf-8"?>
<a:theme xmlns:a="http://schemas.openxmlformats.org/drawingml/2006/main" name="Office Theme">
  <a:themeElements>
    <a:clrScheme name="comptia">
      <a:dk1>
        <a:srgbClr val="253644"/>
      </a:dk1>
      <a:lt1>
        <a:srgbClr val="FFFFFF"/>
      </a:lt1>
      <a:dk2>
        <a:srgbClr val="778691"/>
      </a:dk2>
      <a:lt2>
        <a:srgbClr val="F4F4F4"/>
      </a:lt2>
      <a:accent1>
        <a:srgbClr val="00688E"/>
      </a:accent1>
      <a:accent2>
        <a:srgbClr val="0198A7"/>
      </a:accent2>
      <a:accent3>
        <a:srgbClr val="028EBD"/>
      </a:accent3>
      <a:accent4>
        <a:srgbClr val="DADFE1"/>
      </a:accent4>
      <a:accent5>
        <a:srgbClr val="CF0B2B"/>
      </a:accent5>
      <a:accent6>
        <a:srgbClr val="ED6D00"/>
      </a:accent6>
      <a:hlink>
        <a:srgbClr val="B24FC3"/>
      </a:hlink>
      <a:folHlink>
        <a:srgbClr val="732281"/>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comptia">
      <a:dk1>
        <a:srgbClr val="253644"/>
      </a:dk1>
      <a:lt1>
        <a:srgbClr val="FFFFFF"/>
      </a:lt1>
      <a:dk2>
        <a:srgbClr val="778691"/>
      </a:dk2>
      <a:lt2>
        <a:srgbClr val="F4F4F4"/>
      </a:lt2>
      <a:accent1>
        <a:srgbClr val="00688E"/>
      </a:accent1>
      <a:accent2>
        <a:srgbClr val="0198A7"/>
      </a:accent2>
      <a:accent3>
        <a:srgbClr val="028EBD"/>
      </a:accent3>
      <a:accent4>
        <a:srgbClr val="DADFE1"/>
      </a:accent4>
      <a:accent5>
        <a:srgbClr val="CF0B2B"/>
      </a:accent5>
      <a:accent6>
        <a:srgbClr val="ED6D00"/>
      </a:accent6>
      <a:hlink>
        <a:srgbClr val="B24FC3"/>
      </a:hlink>
      <a:folHlink>
        <a:srgbClr val="732281"/>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TaxCatchAll xmlns="315eb565-7267-4a95-9087-2f433ded3c8b" xsi:nil="true"/>
    <_ip_UnifiedCompliancePolicyProperties xmlns="http://schemas.microsoft.com/sharepoint/v3" xsi:nil="true"/>
    <lcf76f155ced4ddcb4097134ff3c332f xmlns="95a46270-66ec-4bdf-aabc-d78887d51418">
      <Terms xmlns="http://schemas.microsoft.com/office/infopath/2007/PartnerControls"/>
    </lcf76f155ced4ddcb4097134ff3c332f>
    <HerettoFileName xmlns="95a46270-66ec-4bdf-aabc-d78887d51418"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F8AB8BE3257A504EB15FA3D006F5CE14" ma:contentTypeVersion="22" ma:contentTypeDescription="Create a new document." ma:contentTypeScope="" ma:versionID="ff8c8c30a2863312a87f708ebf1733ea">
  <xsd:schema xmlns:xsd="http://www.w3.org/2001/XMLSchema" xmlns:xs="http://www.w3.org/2001/XMLSchema" xmlns:p="http://schemas.microsoft.com/office/2006/metadata/properties" xmlns:ns1="http://schemas.microsoft.com/sharepoint/v3" xmlns:ns2="95a46270-66ec-4bdf-aabc-d78887d51418" xmlns:ns3="315eb565-7267-4a95-9087-2f433ded3c8b" targetNamespace="http://schemas.microsoft.com/office/2006/metadata/properties" ma:root="true" ma:fieldsID="196b0126f59aa052fd2c13f8292a2f5e" ns1:_="" ns2:_="" ns3:_="">
    <xsd:import namespace="http://schemas.microsoft.com/sharepoint/v3"/>
    <xsd:import namespace="95a46270-66ec-4bdf-aabc-d78887d51418"/>
    <xsd:import namespace="315eb565-7267-4a95-9087-2f433ded3c8b"/>
    <xsd:element name="properties">
      <xsd:complexType>
        <xsd:sequence>
          <xsd:element name="documentManagement">
            <xsd:complexType>
              <xsd:all>
                <xsd:element ref="ns2:MediaServiceMetadata" minOccurs="0"/>
                <xsd:element ref="ns2:MediaServiceFastMetadata" minOccurs="0"/>
                <xsd:element ref="ns2:MediaServiceDateTaken" minOccurs="0"/>
                <xsd:element ref="ns3:SharedWithUsers" minOccurs="0"/>
                <xsd:element ref="ns3:SharedWithDetails" minOccurs="0"/>
                <xsd:element ref="ns2:MediaServiceAutoTags" minOccurs="0"/>
                <xsd:element ref="ns2:MediaServiceOCR" minOccurs="0"/>
                <xsd:element ref="ns2:MediaServiceEventHashCode" minOccurs="0"/>
                <xsd:element ref="ns2:MediaServiceGenerationTime" minOccurs="0"/>
                <xsd:element ref="ns2:MediaServiceLocation" minOccurs="0"/>
                <xsd:element ref="ns2:MediaServiceAutoKeyPoints" minOccurs="0"/>
                <xsd:element ref="ns2:MediaServiceKeyPoints" minOccurs="0"/>
                <xsd:element ref="ns2:MediaLengthInSeconds" minOccurs="0"/>
                <xsd:element ref="ns2:lcf76f155ced4ddcb4097134ff3c332f" minOccurs="0"/>
                <xsd:element ref="ns3:TaxCatchAll" minOccurs="0"/>
                <xsd:element ref="ns1:_ip_UnifiedCompliancePolicyProperties" minOccurs="0"/>
                <xsd:element ref="ns1:_ip_UnifiedCompliancePolicyUIAction" minOccurs="0"/>
                <xsd:element ref="ns2:MediaServiceObjectDetectorVersions" minOccurs="0"/>
                <xsd:element ref="ns2:MediaServiceSearchProperties" minOccurs="0"/>
                <xsd:element ref="ns2:HerettoFileNam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4" nillable="true" ma:displayName="Unified Compliance Policy Properties" ma:hidden="true" ma:internalName="_ip_UnifiedCompliancePolicyProperties">
      <xsd:simpleType>
        <xsd:restriction base="dms:Note"/>
      </xsd:simpleType>
    </xsd:element>
    <xsd:element name="_ip_UnifiedCompliancePolicyUIAction" ma:index="25"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5a46270-66ec-4bdf-aabc-d78887d5141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3" nillable="true" ma:displayName="MediaServiceAutoTags" ma:internalName="MediaServiceAutoTags" ma:readOnly="true">
      <xsd:simpleType>
        <xsd:restriction base="dms:Text"/>
      </xsd:simpleType>
    </xsd:element>
    <xsd:element name="MediaServiceOCR" ma:index="14" nillable="true" ma:displayName="MediaServiceOCR" ma:internalName="MediaServiceOCR" ma:readOnly="true">
      <xsd:simpleType>
        <xsd:restriction base="dms:Note">
          <xsd:maxLength value="255"/>
        </xsd:restriction>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27b08e0c-9838-438a-a46d-e871ec00c003"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6"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7" nillable="true" ma:displayName="MediaServiceSearchProperties" ma:hidden="true" ma:internalName="MediaServiceSearchProperties" ma:readOnly="true">
      <xsd:simpleType>
        <xsd:restriction base="dms:Note"/>
      </xsd:simpleType>
    </xsd:element>
    <xsd:element name="HerettoFileName" ma:index="28" nillable="true" ma:displayName="Heretto File Name" ma:format="Dropdown" ma:internalName="HerettoFileName">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315eb565-7267-4a95-9087-2f433ded3c8b"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c32a667b-0d96-4d3d-ae00-1e23d06ed90f}" ma:internalName="TaxCatchAll" ma:showField="CatchAllData" ma:web="315eb565-7267-4a95-9087-2f433ded3c8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9804A4A-BEBA-46F7-8D91-096B77966F98}">
  <ds:schemaRefs>
    <ds:schemaRef ds:uri="315eb565-7267-4a95-9087-2f433ded3c8b"/>
    <ds:schemaRef ds:uri="http://schemas.microsoft.com/office/2006/documentManagement/types"/>
    <ds:schemaRef ds:uri="http://purl.org/dc/elements/1.1/"/>
    <ds:schemaRef ds:uri="http://purl.org/dc/dcmitype/"/>
    <ds:schemaRef ds:uri="http://www.w3.org/XML/1998/namespace"/>
    <ds:schemaRef ds:uri="http://schemas.openxmlformats.org/package/2006/metadata/core-properties"/>
    <ds:schemaRef ds:uri="http://purl.org/dc/terms/"/>
    <ds:schemaRef ds:uri="http://schemas.microsoft.com/office/infopath/2007/PartnerControls"/>
    <ds:schemaRef ds:uri="95a46270-66ec-4bdf-aabc-d78887d51418"/>
    <ds:schemaRef ds:uri="http://schemas.microsoft.com/sharepoint/v3"/>
    <ds:schemaRef ds:uri="http://schemas.microsoft.com/office/2006/metadata/properties"/>
  </ds:schemaRefs>
</ds:datastoreItem>
</file>

<file path=customXml/itemProps2.xml><?xml version="1.0" encoding="utf-8"?>
<ds:datastoreItem xmlns:ds="http://schemas.openxmlformats.org/officeDocument/2006/customXml" ds:itemID="{C4A1B69E-2575-4F78-B4B6-39A9EF09A7A1}">
  <ds:schemaRefs>
    <ds:schemaRef ds:uri="315eb565-7267-4a95-9087-2f433ded3c8b"/>
    <ds:schemaRef ds:uri="95a46270-66ec-4bdf-aabc-d78887d51418"/>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EA2CFB8D-1019-43EC-BFD1-51DA4001639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comptia_ova</Template>
  <TotalTime>0</TotalTime>
  <Words>2617</Words>
  <Application>Microsoft Office PowerPoint</Application>
  <PresentationFormat>On-screen Show (16:9)</PresentationFormat>
  <Paragraphs>482</Paragraphs>
  <Slides>58</Slides>
  <Notes>52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58</vt:i4>
      </vt:variant>
    </vt:vector>
  </HeadingPairs>
  <TitlesOfParts>
    <vt:vector size="61" baseType="lpstr">
      <vt:lpstr>Arial</vt:lpstr>
      <vt:lpstr>Calibri</vt:lpstr>
      <vt:lpstr>comptia_ov</vt:lpstr>
      <vt:lpstr>Exam 220-1202</vt:lpstr>
      <vt:lpstr>Supporting Other OS</vt:lpstr>
      <vt:lpstr>Learning Outcomes</vt:lpstr>
      <vt:lpstr>Linux Features</vt:lpstr>
      <vt:lpstr>Shells, Terminals, and Consoles (Slide 1 of 2)</vt:lpstr>
      <vt:lpstr>Shells, Terminals, and Consoles (Slide 2 of 2)</vt:lpstr>
      <vt:lpstr>Command Interface (Slide 1 of 2)</vt:lpstr>
      <vt:lpstr>Command Interface (Slide 2 of 2)</vt:lpstr>
      <vt:lpstr>Navigation Commands (Slide 1 of 3)</vt:lpstr>
      <vt:lpstr>Navigation Commands (Slide 2 of 3)</vt:lpstr>
      <vt:lpstr>Navigation Commands (Slide 3 of 3)</vt:lpstr>
      <vt:lpstr>Search Commands (Slide 1 of 3)</vt:lpstr>
      <vt:lpstr>Search Commands (Slide 2 of 3)</vt:lpstr>
      <vt:lpstr>Search Commands (Slide 3 of 3)</vt:lpstr>
      <vt:lpstr>Filesystem Management</vt:lpstr>
      <vt:lpstr>File Management Commands</vt:lpstr>
      <vt:lpstr>User Account Management</vt:lpstr>
      <vt:lpstr>File Permissions Commands (Slide 1 of 2)</vt:lpstr>
      <vt:lpstr>File Permissions Commands (Slide 2 of 2)</vt:lpstr>
      <vt:lpstr>PowerPoint Presentation</vt:lpstr>
      <vt:lpstr>Linux Features</vt:lpstr>
      <vt:lpstr>Package and Network Management</vt:lpstr>
      <vt:lpstr>Package Management Commands (Slide 1 of 2)</vt:lpstr>
      <vt:lpstr>Package Management Commands (Slide 2 of 2)</vt:lpstr>
      <vt:lpstr>Process Monitoring Commands (Slide 1 of 3)</vt:lpstr>
      <vt:lpstr>Process Monitoring Commands (Slide 2 of 3)</vt:lpstr>
      <vt:lpstr>Process Monitoring Commands (Slide 3 of 3)</vt:lpstr>
      <vt:lpstr>Network Management Commands (Slide 1 of 2)</vt:lpstr>
      <vt:lpstr>Network Management Commands (Slide 2 of 2)</vt:lpstr>
      <vt:lpstr>Backup and Scheduling Commands</vt:lpstr>
      <vt:lpstr>PowerPoint Presentation</vt:lpstr>
      <vt:lpstr>Package and Network Management</vt:lpstr>
      <vt:lpstr>macOS Features</vt:lpstr>
      <vt:lpstr>Interface Features (Slide 1 of 3)</vt:lpstr>
      <vt:lpstr>Interface Features (Slide 2 of 3)</vt:lpstr>
      <vt:lpstr>Interface Features (Slide 3 of 3)</vt:lpstr>
      <vt:lpstr>System Folders and Finder</vt:lpstr>
      <vt:lpstr>System Settings (Slide 1 of 3)</vt:lpstr>
      <vt:lpstr>System Settings (Slide 2 of 3)</vt:lpstr>
      <vt:lpstr>System Settings (Slide 3 of 3)</vt:lpstr>
      <vt:lpstr>Security and User Management (Slide 1 of 2)</vt:lpstr>
      <vt:lpstr>Security and User Management (Slide 2 of 2)</vt:lpstr>
      <vt:lpstr>iCloud and Continuity (Slide 1 of 2)</vt:lpstr>
      <vt:lpstr>iCloud and Continuity (Slide 2 of 2)</vt:lpstr>
      <vt:lpstr>App Installation and Management (Slide 1 of 3)</vt:lpstr>
      <vt:lpstr>App Installation and Management (Slide 2 of 3)</vt:lpstr>
      <vt:lpstr>App Installation and Management (Slide 3 of 3)</vt:lpstr>
      <vt:lpstr>OS and App Updates (Slide 1 of 2)</vt:lpstr>
      <vt:lpstr>OS and App Updates (Slide 2 of 2)</vt:lpstr>
      <vt:lpstr>Network and Device Settings (Slide 1 of 3)</vt:lpstr>
      <vt:lpstr>Network and Device Settings (Slide 2 of 3)</vt:lpstr>
      <vt:lpstr>Network and Device Settings (Slide 3 of 3)</vt:lpstr>
      <vt:lpstr>Time Machine Backup (Slide 1 of 2)</vt:lpstr>
      <vt:lpstr>Time Machine Backup (Slide 2 of 2)</vt:lpstr>
      <vt:lpstr>Troubleshoot Crashes and Boot Issues (Slide 1 of 2)</vt:lpstr>
      <vt:lpstr>Troubleshoot Crashes and Boot Issues (Slide 2 of 2)</vt:lpstr>
      <vt:lpstr>PowerPoint Presentation</vt:lpstr>
      <vt:lpstr>macOS Features</vt:lpstr>
    </vt:vector>
  </TitlesOfParts>
  <Company>CompTIA,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Slide deck to accompany a CompTIA OCC study guide</dc:subject>
  <dc:creator>James Pengelly</dc:creator>
  <dc:description>Copyright © 2022 CompTIA, Inc. All Rights Reserved.  |  CompTIA.org</dc:description>
  <cp:lastModifiedBy>Amy Glidewell</cp:lastModifiedBy>
  <cp:revision>1</cp:revision>
  <dcterms:created xsi:type="dcterms:W3CDTF">2021-09-20T08:36:44Z</dcterms:created>
  <dcterms:modified xsi:type="dcterms:W3CDTF">2025-06-17T00:02:54Z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0x010100F8AB8BE3257A504EB15FA3D006F5CE14</vt:lpwstr>
  </property>
  <property fmtid="{D5CDD505-2E9C-101B-9397-08002B2CF9AE}" pid="3" name="MediaServiceImageTags">
    <vt:lpwstr/>
  </property>
  <property fmtid="{D5CDD505-2E9C-101B-9397-08002B2CF9AE}" pid="4" name="ArticulateGUID">
    <vt:lpwstr>567649D6-F736-4A37-87B2-390358C7F3B1</vt:lpwstr>
  </property>
  <property fmtid="{D5CDD505-2E9C-101B-9397-08002B2CF9AE}" pid="5" name="ArticulatePath">
    <vt:lpwstr>https://comptia365.sharepoint.com/sites/content-team/Shared Documents/Learning Solutions Team/Training and Instruction/Learning Product PowerPoints/_PPT Redesign/comptia_PPT_template</vt:lpwstr>
  </property>
</Properties>
</file>