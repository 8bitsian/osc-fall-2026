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notesSlides/notesSlide5.xml" ContentType="application/vnd.openxmlformats-officedocument.presentationml.notesSlide+xml"/>
  <Override PartName="/ppt/tags/tag36.xml" ContentType="application/vnd.openxmlformats-officedocument.presentationml.tags+xml"/>
  <Override PartName="/ppt/notesSlides/notesSlide6.xml" ContentType="application/vnd.openxmlformats-officedocument.presentationml.notesSlide+xml"/>
  <Override PartName="/ppt/tags/tag37.xml" ContentType="application/vnd.openxmlformats-officedocument.presentationml.tags+xml"/>
  <Override PartName="/ppt/notesSlides/notesSlide7.xml" ContentType="application/vnd.openxmlformats-officedocument.presentationml.notesSlide+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0.xml" ContentType="application/vnd.openxmlformats-officedocument.presentationml.notesSlide+xml"/>
  <Override PartName="/ppt/tags/tag52.xml" ContentType="application/vnd.openxmlformats-officedocument.presentationml.tags+xml"/>
  <Override PartName="/ppt/notesSlides/notesSlide21.xml" ContentType="application/vnd.openxmlformats-officedocument.presentationml.notesSlide+xml"/>
  <Override PartName="/ppt/tags/tag53.xml" ContentType="application/vnd.openxmlformats-officedocument.presentationml.tags+xml"/>
  <Override PartName="/ppt/notesSlides/notesSlide22.xml" ContentType="application/vnd.openxmlformats-officedocument.presentationml.notesSlide+xml"/>
  <Override PartName="/ppt/tags/tag54.xml" ContentType="application/vnd.openxmlformats-officedocument.presentationml.tags+xml"/>
  <Override PartName="/ppt/notesSlides/notesSlide23.xml" ContentType="application/vnd.openxmlformats-officedocument.presentationml.notesSlide+xml"/>
  <Override PartName="/ppt/tags/tag55.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6.xml" ContentType="application/vnd.openxmlformats-officedocument.presentationml.tags+xml"/>
  <Override PartName="/ppt/notesSlides/notesSlide26.xml" ContentType="application/vnd.openxmlformats-officedocument.presentationml.notesSlide+xml"/>
  <Override PartName="/ppt/tags/tag57.xml" ContentType="application/vnd.openxmlformats-officedocument.presentationml.tags+xml"/>
  <Override PartName="/ppt/notesSlides/notesSlide27.xml" ContentType="application/vnd.openxmlformats-officedocument.presentationml.notesSlide+xml"/>
  <Override PartName="/ppt/tags/tag58.xml" ContentType="application/vnd.openxmlformats-officedocument.presentationml.tags+xml"/>
  <Override PartName="/ppt/notesSlides/notesSlide28.xml" ContentType="application/vnd.openxmlformats-officedocument.presentationml.notesSlide+xml"/>
  <Override PartName="/ppt/tags/tag59.xml" ContentType="application/vnd.openxmlformats-officedocument.presentationml.tags+xml"/>
  <Override PartName="/ppt/notesSlides/notesSlide29.xml" ContentType="application/vnd.openxmlformats-officedocument.presentationml.notesSlide+xml"/>
  <Override PartName="/ppt/tags/tag60.xml" ContentType="application/vnd.openxmlformats-officedocument.presentationml.tags+xml"/>
  <Override PartName="/ppt/notesSlides/notesSlide30.xml" ContentType="application/vnd.openxmlformats-officedocument.presentationml.notesSlide+xml"/>
  <Override PartName="/ppt/tags/tag61.xml" ContentType="application/vnd.openxmlformats-officedocument.presentationml.tags+xml"/>
  <Override PartName="/ppt/notesSlides/notesSlide31.xml" ContentType="application/vnd.openxmlformats-officedocument.presentationml.notesSlide+xml"/>
  <Override PartName="/ppt/tags/tag62.xml" ContentType="application/vnd.openxmlformats-officedocument.presentationml.tags+xml"/>
  <Override PartName="/ppt/notesSlides/notesSlide3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3"/>
  </p:notesMasterIdLst>
  <p:handoutMasterIdLst>
    <p:handoutMasterId r:id="rId44"/>
  </p:handoutMasterIdLst>
  <p:sldIdLst>
    <p:sldId id="299" r:id="rId5"/>
    <p:sldId id="465" r:id="rId6"/>
    <p:sldId id="297" r:id="rId7"/>
    <p:sldId id="302" r:id="rId8"/>
    <p:sldId id="569" r:id="rId9"/>
    <p:sldId id="684" r:id="rId10"/>
    <p:sldId id="685" r:id="rId11"/>
    <p:sldId id="686" r:id="rId12"/>
    <p:sldId id="687" r:id="rId13"/>
    <p:sldId id="688" r:id="rId14"/>
    <p:sldId id="309" r:id="rId15"/>
    <p:sldId id="315" r:id="rId16"/>
    <p:sldId id="674" r:id="rId17"/>
    <p:sldId id="690" r:id="rId18"/>
    <p:sldId id="691" r:id="rId19"/>
    <p:sldId id="692" r:id="rId20"/>
    <p:sldId id="693" r:id="rId21"/>
    <p:sldId id="694" r:id="rId22"/>
    <p:sldId id="695" r:id="rId23"/>
    <p:sldId id="696" r:id="rId24"/>
    <p:sldId id="697" r:id="rId25"/>
    <p:sldId id="675" r:id="rId26"/>
    <p:sldId id="310" r:id="rId27"/>
    <p:sldId id="689" r:id="rId28"/>
    <p:sldId id="441" r:id="rId29"/>
    <p:sldId id="567" r:id="rId30"/>
    <p:sldId id="681" r:id="rId31"/>
    <p:sldId id="699" r:id="rId32"/>
    <p:sldId id="671" r:id="rId33"/>
    <p:sldId id="700" r:id="rId34"/>
    <p:sldId id="701" r:id="rId35"/>
    <p:sldId id="703" r:id="rId36"/>
    <p:sldId id="704" r:id="rId37"/>
    <p:sldId id="705" r:id="rId38"/>
    <p:sldId id="682" r:id="rId39"/>
    <p:sldId id="683" r:id="rId40"/>
    <p:sldId id="631" r:id="rId41"/>
    <p:sldId id="673" r:id="rId42"/>
  </p:sldIdLst>
  <p:sldSz cx="9144000" cy="5143500" type="screen16x9"/>
  <p:notesSz cx="6858000" cy="9144000"/>
  <p:custDataLst>
    <p:tags r:id="rId4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946050-04B1-44F5-8623-673220636B27}" v="4" dt="2025-06-17T21:01:16.681"/>
    <p1510:client id="{A8CA8DB0-7513-420E-8E4E-0106DF8376BD}" v="27" dt="2025-06-17T21:01:39.2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gs" Target="tags/tag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A8CA8DB0-7513-420E-8E4E-0106DF8376BD}"/>
    <pc:docChg chg="modSld">
      <pc:chgData name="Yvette Delim" userId="1eb1221e-2905-468b-b6ca-e1e332e3c4b6" providerId="ADAL" clId="{A8CA8DB0-7513-420E-8E4E-0106DF8376BD}" dt="2025-06-17T21:01:39.216" v="16" actId="20577"/>
      <pc:docMkLst>
        <pc:docMk/>
      </pc:docMkLst>
      <pc:sldChg chg="modSp mod">
        <pc:chgData name="Yvette Delim" userId="1eb1221e-2905-468b-b6ca-e1e332e3c4b6" providerId="ADAL" clId="{A8CA8DB0-7513-420E-8E4E-0106DF8376BD}" dt="2025-06-17T21:01:39.216" v="16" actId="20577"/>
        <pc:sldMkLst>
          <pc:docMk/>
          <pc:sldMk cId="2615260713" sldId="297"/>
        </pc:sldMkLst>
        <pc:spChg chg="mod">
          <ac:chgData name="Yvette Delim" userId="1eb1221e-2905-468b-b6ca-e1e332e3c4b6" providerId="ADAL" clId="{A8CA8DB0-7513-420E-8E4E-0106DF8376BD}" dt="2025-06-17T21:01:39.216" v="16" actId="20577"/>
          <ac:spMkLst>
            <pc:docMk/>
            <pc:sldMk cId="2615260713" sldId="297"/>
            <ac:spMk id="5" creationId="{3F9B06E0-25E2-2207-FA53-43B03A3DD8B6}"/>
          </ac:spMkLst>
        </pc:spChg>
      </pc:sld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Nicholas Pierce" userId="S::npierce@comptia.global::ee89543b-d064-42d7-b9d5-60e771afdcba" providerId="AD" clId="Web-{0DFC40D1-95B6-6612-FDC9-2B75FF096409}"/>
    <pc:docChg chg="delSld modSld">
      <pc:chgData name="Nicholas Pierce" userId="S::npierce@comptia.global::ee89543b-d064-42d7-b9d5-60e771afdcba" providerId="AD" clId="Web-{0DFC40D1-95B6-6612-FDC9-2B75FF096409}" dt="2025-06-10T17:50:30.883" v="1853"/>
      <pc:docMkLst>
        <pc:docMk/>
      </pc:docMkLst>
      <pc:sldChg chg="modSp modNotes">
        <pc:chgData name="Nicholas Pierce" userId="S::npierce@comptia.global::ee89543b-d064-42d7-b9d5-60e771afdcba" providerId="AD" clId="Web-{0DFC40D1-95B6-6612-FDC9-2B75FF096409}" dt="2025-06-10T17:42:25.883" v="1388" actId="20577"/>
        <pc:sldMkLst>
          <pc:docMk/>
          <pc:sldMk cId="1760471389" sldId="567"/>
        </pc:sldMkLst>
        <pc:spChg chg="mod">
          <ac:chgData name="Nicholas Pierce" userId="S::npierce@comptia.global::ee89543b-d064-42d7-b9d5-60e771afdcba" providerId="AD" clId="Web-{0DFC40D1-95B6-6612-FDC9-2B75FF096409}" dt="2025-06-10T17:42:25.883" v="1388" actId="20577"/>
          <ac:spMkLst>
            <pc:docMk/>
            <pc:sldMk cId="1760471389" sldId="567"/>
            <ac:spMk id="3" creationId="{3F9375CA-7E26-5D57-3A32-F6CA6D2D5B06}"/>
          </ac:spMkLst>
        </pc:spChg>
      </pc:sldChg>
      <pc:sldChg chg="modSp modNotes">
        <pc:chgData name="Nicholas Pierce" userId="S::npierce@comptia.global::ee89543b-d064-42d7-b9d5-60e771afdcba" providerId="AD" clId="Web-{0DFC40D1-95B6-6612-FDC9-2B75FF096409}" dt="2025-06-10T17:18:20.476" v="167"/>
        <pc:sldMkLst>
          <pc:docMk/>
          <pc:sldMk cId="2436142003" sldId="569"/>
        </pc:sldMkLst>
        <pc:spChg chg="mod">
          <ac:chgData name="Nicholas Pierce" userId="S::npierce@comptia.global::ee89543b-d064-42d7-b9d5-60e771afdcba" providerId="AD" clId="Web-{0DFC40D1-95B6-6612-FDC9-2B75FF096409}" dt="2025-06-10T17:16:21.160" v="55" actId="20577"/>
          <ac:spMkLst>
            <pc:docMk/>
            <pc:sldMk cId="2436142003" sldId="569"/>
            <ac:spMk id="3" creationId="{C6F96774-36B8-B8FC-7220-DEB733B577E6}"/>
          </ac:spMkLst>
        </pc:spChg>
      </pc:sldChg>
      <pc:sldChg chg="modSp modNotes">
        <pc:chgData name="Nicholas Pierce" userId="S::npierce@comptia.global::ee89543b-d064-42d7-b9d5-60e771afdcba" providerId="AD" clId="Web-{0DFC40D1-95B6-6612-FDC9-2B75FF096409}" dt="2025-06-10T17:27:01.446" v="635"/>
        <pc:sldMkLst>
          <pc:docMk/>
          <pc:sldMk cId="3228756336" sldId="674"/>
        </pc:sldMkLst>
        <pc:spChg chg="mod">
          <ac:chgData name="Nicholas Pierce" userId="S::npierce@comptia.global::ee89543b-d064-42d7-b9d5-60e771afdcba" providerId="AD" clId="Web-{0DFC40D1-95B6-6612-FDC9-2B75FF096409}" dt="2025-06-10T17:25:59.538" v="577" actId="20577"/>
          <ac:spMkLst>
            <pc:docMk/>
            <pc:sldMk cId="3228756336" sldId="674"/>
            <ac:spMk id="3" creationId="{C3FF473A-AE43-6872-253B-F75DA36CF937}"/>
          </ac:spMkLst>
        </pc:spChg>
      </pc:sldChg>
      <pc:sldChg chg="modSp modNotes">
        <pc:chgData name="Nicholas Pierce" userId="S::npierce@comptia.global::ee89543b-d064-42d7-b9d5-60e771afdcba" providerId="AD" clId="Web-{0DFC40D1-95B6-6612-FDC9-2B75FF096409}" dt="2025-06-10T17:38:01.437" v="1130"/>
        <pc:sldMkLst>
          <pc:docMk/>
          <pc:sldMk cId="1457680660" sldId="675"/>
        </pc:sldMkLst>
        <pc:spChg chg="mod">
          <ac:chgData name="Nicholas Pierce" userId="S::npierce@comptia.global::ee89543b-d064-42d7-b9d5-60e771afdcba" providerId="AD" clId="Web-{0DFC40D1-95B6-6612-FDC9-2B75FF096409}" dt="2025-06-10T17:37:59.187" v="1129" actId="20577"/>
          <ac:spMkLst>
            <pc:docMk/>
            <pc:sldMk cId="1457680660" sldId="675"/>
            <ac:spMk id="3" creationId="{F7F86BA0-18E7-E91B-437C-4B9932CCD84B}"/>
          </ac:spMkLst>
        </pc:spChg>
      </pc:sldChg>
      <pc:sldChg chg="modNotes">
        <pc:chgData name="Nicholas Pierce" userId="S::npierce@comptia.global::ee89543b-d064-42d7-b9d5-60e771afdcba" providerId="AD" clId="Web-{0DFC40D1-95B6-6612-FDC9-2B75FF096409}" dt="2025-06-10T17:40:55.302" v="1278"/>
        <pc:sldMkLst>
          <pc:docMk/>
          <pc:sldMk cId="1807084183" sldId="681"/>
        </pc:sldMkLst>
      </pc:sldChg>
      <pc:sldChg chg="modSp modNotes">
        <pc:chgData name="Nicholas Pierce" userId="S::npierce@comptia.global::ee89543b-d064-42d7-b9d5-60e771afdcba" providerId="AD" clId="Web-{0DFC40D1-95B6-6612-FDC9-2B75FF096409}" dt="2025-06-10T17:50:30.883" v="1853"/>
        <pc:sldMkLst>
          <pc:docMk/>
          <pc:sldMk cId="3127974341" sldId="682"/>
        </pc:sldMkLst>
        <pc:spChg chg="mod">
          <ac:chgData name="Nicholas Pierce" userId="S::npierce@comptia.global::ee89543b-d064-42d7-b9d5-60e771afdcba" providerId="AD" clId="Web-{0DFC40D1-95B6-6612-FDC9-2B75FF096409}" dt="2025-06-10T17:46:58.361" v="1682" actId="20577"/>
          <ac:spMkLst>
            <pc:docMk/>
            <pc:sldMk cId="3127974341" sldId="682"/>
            <ac:spMk id="3" creationId="{4583DE34-BD98-428E-AD76-463A6E577F52}"/>
          </ac:spMkLst>
        </pc:spChg>
      </pc:sldChg>
      <pc:sldChg chg="modSp modNotes">
        <pc:chgData name="Nicholas Pierce" userId="S::npierce@comptia.global::ee89543b-d064-42d7-b9d5-60e771afdcba" providerId="AD" clId="Web-{0DFC40D1-95B6-6612-FDC9-2B75FF096409}" dt="2025-06-10T17:47:44.378" v="1732"/>
        <pc:sldMkLst>
          <pc:docMk/>
          <pc:sldMk cId="2789337598" sldId="683"/>
        </pc:sldMkLst>
        <pc:spChg chg="mod">
          <ac:chgData name="Nicholas Pierce" userId="S::npierce@comptia.global::ee89543b-d064-42d7-b9d5-60e771afdcba" providerId="AD" clId="Web-{0DFC40D1-95B6-6612-FDC9-2B75FF096409}" dt="2025-06-10T17:47:42.128" v="1731" actId="20577"/>
          <ac:spMkLst>
            <pc:docMk/>
            <pc:sldMk cId="2789337598" sldId="683"/>
            <ac:spMk id="3" creationId="{C2300C68-6C45-C59B-A677-99978EB30739}"/>
          </ac:spMkLst>
        </pc:spChg>
      </pc:sldChg>
      <pc:sldChg chg="modSp modNotes">
        <pc:chgData name="Nicholas Pierce" userId="S::npierce@comptia.global::ee89543b-d064-42d7-b9d5-60e771afdcba" providerId="AD" clId="Web-{0DFC40D1-95B6-6612-FDC9-2B75FF096409}" dt="2025-06-10T17:18:42.852" v="187" actId="20577"/>
        <pc:sldMkLst>
          <pc:docMk/>
          <pc:sldMk cId="2702425543" sldId="684"/>
        </pc:sldMkLst>
        <pc:spChg chg="mod">
          <ac:chgData name="Nicholas Pierce" userId="S::npierce@comptia.global::ee89543b-d064-42d7-b9d5-60e771afdcba" providerId="AD" clId="Web-{0DFC40D1-95B6-6612-FDC9-2B75FF096409}" dt="2025-06-10T17:18:42.852" v="187" actId="20577"/>
          <ac:spMkLst>
            <pc:docMk/>
            <pc:sldMk cId="2702425543" sldId="684"/>
            <ac:spMk id="3" creationId="{1C45D08E-A885-97EF-D7C1-CADD356E3F25}"/>
          </ac:spMkLst>
        </pc:spChg>
      </pc:sldChg>
      <pc:sldChg chg="modSp modNotes">
        <pc:chgData name="Nicholas Pierce" userId="S::npierce@comptia.global::ee89543b-d064-42d7-b9d5-60e771afdcba" providerId="AD" clId="Web-{0DFC40D1-95B6-6612-FDC9-2B75FF096409}" dt="2025-06-10T17:20:16.745" v="289"/>
        <pc:sldMkLst>
          <pc:docMk/>
          <pc:sldMk cId="1819727071" sldId="685"/>
        </pc:sldMkLst>
        <pc:spChg chg="mod">
          <ac:chgData name="Nicholas Pierce" userId="S::npierce@comptia.global::ee89543b-d064-42d7-b9d5-60e771afdcba" providerId="AD" clId="Web-{0DFC40D1-95B6-6612-FDC9-2B75FF096409}" dt="2025-06-10T17:20:14.464" v="288" actId="20577"/>
          <ac:spMkLst>
            <pc:docMk/>
            <pc:sldMk cId="1819727071" sldId="685"/>
            <ac:spMk id="3" creationId="{13E8A3B6-0578-0F7B-5A96-72C2525BB054}"/>
          </ac:spMkLst>
        </pc:spChg>
      </pc:sldChg>
      <pc:sldChg chg="modSp modNotes">
        <pc:chgData name="Nicholas Pierce" userId="S::npierce@comptia.global::ee89543b-d064-42d7-b9d5-60e771afdcba" providerId="AD" clId="Web-{0DFC40D1-95B6-6612-FDC9-2B75FF096409}" dt="2025-06-10T17:20:56.669" v="332"/>
        <pc:sldMkLst>
          <pc:docMk/>
          <pc:sldMk cId="2618266911" sldId="686"/>
        </pc:sldMkLst>
        <pc:spChg chg="mod">
          <ac:chgData name="Nicholas Pierce" userId="S::npierce@comptia.global::ee89543b-d064-42d7-b9d5-60e771afdcba" providerId="AD" clId="Web-{0DFC40D1-95B6-6612-FDC9-2B75FF096409}" dt="2025-06-10T17:20:54.419" v="331" actId="20577"/>
          <ac:spMkLst>
            <pc:docMk/>
            <pc:sldMk cId="2618266911" sldId="686"/>
            <ac:spMk id="3" creationId="{19A0FE05-D2B4-145A-0468-603AAE9653BD}"/>
          </ac:spMkLst>
        </pc:spChg>
      </pc:sldChg>
      <pc:sldChg chg="modSp">
        <pc:chgData name="Nicholas Pierce" userId="S::npierce@comptia.global::ee89543b-d064-42d7-b9d5-60e771afdcba" providerId="AD" clId="Web-{0DFC40D1-95B6-6612-FDC9-2B75FF096409}" dt="2025-06-10T17:23:02.313" v="452" actId="20577"/>
        <pc:sldMkLst>
          <pc:docMk/>
          <pc:sldMk cId="4266900345" sldId="687"/>
        </pc:sldMkLst>
        <pc:spChg chg="mod">
          <ac:chgData name="Nicholas Pierce" userId="S::npierce@comptia.global::ee89543b-d064-42d7-b9d5-60e771afdcba" providerId="AD" clId="Web-{0DFC40D1-95B6-6612-FDC9-2B75FF096409}" dt="2025-06-10T17:23:02.313" v="452" actId="20577"/>
          <ac:spMkLst>
            <pc:docMk/>
            <pc:sldMk cId="4266900345" sldId="687"/>
            <ac:spMk id="3" creationId="{95EFDB21-B012-46D5-ECD9-F733F9D50043}"/>
          </ac:spMkLst>
        </pc:spChg>
      </pc:sldChg>
      <pc:sldChg chg="modSp modNotes">
        <pc:chgData name="Nicholas Pierce" userId="S::npierce@comptia.global::ee89543b-d064-42d7-b9d5-60e771afdcba" providerId="AD" clId="Web-{0DFC40D1-95B6-6612-FDC9-2B75FF096409}" dt="2025-06-10T17:24:23.285" v="502"/>
        <pc:sldMkLst>
          <pc:docMk/>
          <pc:sldMk cId="1537060356" sldId="688"/>
        </pc:sldMkLst>
        <pc:spChg chg="mod">
          <ac:chgData name="Nicholas Pierce" userId="S::npierce@comptia.global::ee89543b-d064-42d7-b9d5-60e771afdcba" providerId="AD" clId="Web-{0DFC40D1-95B6-6612-FDC9-2B75FF096409}" dt="2025-06-10T17:24:18.847" v="501" actId="20577"/>
          <ac:spMkLst>
            <pc:docMk/>
            <pc:sldMk cId="1537060356" sldId="688"/>
            <ac:spMk id="3" creationId="{59CA7134-ADA5-C29D-2DC4-BCE58BFD7930}"/>
          </ac:spMkLst>
        </pc:spChg>
      </pc:sldChg>
      <pc:sldChg chg="modSp modNotes">
        <pc:chgData name="Nicholas Pierce" userId="S::npierce@comptia.global::ee89543b-d064-42d7-b9d5-60e771afdcba" providerId="AD" clId="Web-{0DFC40D1-95B6-6612-FDC9-2B75FF096409}" dt="2025-06-10T17:32:16.519" v="858"/>
        <pc:sldMkLst>
          <pc:docMk/>
          <pc:sldMk cId="2761038829" sldId="690"/>
        </pc:sldMkLst>
        <pc:spChg chg="mod">
          <ac:chgData name="Nicholas Pierce" userId="S::npierce@comptia.global::ee89543b-d064-42d7-b9d5-60e771afdcba" providerId="AD" clId="Web-{0DFC40D1-95B6-6612-FDC9-2B75FF096409}" dt="2025-06-10T17:29:30.514" v="737" actId="20577"/>
          <ac:spMkLst>
            <pc:docMk/>
            <pc:sldMk cId="2761038829" sldId="690"/>
            <ac:spMk id="3" creationId="{73EDB4A2-6095-4B82-1CAC-4FD014408813}"/>
          </ac:spMkLst>
        </pc:spChg>
      </pc:sldChg>
      <pc:sldChg chg="modNotes">
        <pc:chgData name="Nicholas Pierce" userId="S::npierce@comptia.global::ee89543b-d064-42d7-b9d5-60e771afdcba" providerId="AD" clId="Web-{0DFC40D1-95B6-6612-FDC9-2B75FF096409}" dt="2025-06-10T17:31:36.143" v="820"/>
        <pc:sldMkLst>
          <pc:docMk/>
          <pc:sldMk cId="2867635830" sldId="691"/>
        </pc:sldMkLst>
      </pc:sldChg>
      <pc:sldChg chg="modSp modNotes">
        <pc:chgData name="Nicholas Pierce" userId="S::npierce@comptia.global::ee89543b-d064-42d7-b9d5-60e771afdcba" providerId="AD" clId="Web-{0DFC40D1-95B6-6612-FDC9-2B75FF096409}" dt="2025-06-10T17:31:31.565" v="819"/>
        <pc:sldMkLst>
          <pc:docMk/>
          <pc:sldMk cId="1218851692" sldId="692"/>
        </pc:sldMkLst>
        <pc:spChg chg="mod">
          <ac:chgData name="Nicholas Pierce" userId="S::npierce@comptia.global::ee89543b-d064-42d7-b9d5-60e771afdcba" providerId="AD" clId="Web-{0DFC40D1-95B6-6612-FDC9-2B75FF096409}" dt="2025-06-10T17:31:26.455" v="818" actId="20577"/>
          <ac:spMkLst>
            <pc:docMk/>
            <pc:sldMk cId="1218851692" sldId="692"/>
            <ac:spMk id="3" creationId="{4D7459FA-96DE-EB7F-258A-0D8732A5813E}"/>
          </ac:spMkLst>
        </pc:spChg>
      </pc:sldChg>
      <pc:sldChg chg="modSp modNotes">
        <pc:chgData name="Nicholas Pierce" userId="S::npierce@comptia.global::ee89543b-d064-42d7-b9d5-60e771afdcba" providerId="AD" clId="Web-{0DFC40D1-95B6-6612-FDC9-2B75FF096409}" dt="2025-06-10T17:33:03.724" v="911" actId="20577"/>
        <pc:sldMkLst>
          <pc:docMk/>
          <pc:sldMk cId="2589304335" sldId="693"/>
        </pc:sldMkLst>
        <pc:spChg chg="mod">
          <ac:chgData name="Nicholas Pierce" userId="S::npierce@comptia.global::ee89543b-d064-42d7-b9d5-60e771afdcba" providerId="AD" clId="Web-{0DFC40D1-95B6-6612-FDC9-2B75FF096409}" dt="2025-06-10T17:33:03.724" v="911" actId="20577"/>
          <ac:spMkLst>
            <pc:docMk/>
            <pc:sldMk cId="2589304335" sldId="693"/>
            <ac:spMk id="3" creationId="{476A19D7-BC9B-9980-99DD-382A75D60F0D}"/>
          </ac:spMkLst>
        </pc:spChg>
      </pc:sldChg>
      <pc:sldChg chg="modSp modNotes">
        <pc:chgData name="Nicholas Pierce" userId="S::npierce@comptia.global::ee89543b-d064-42d7-b9d5-60e771afdcba" providerId="AD" clId="Web-{0DFC40D1-95B6-6612-FDC9-2B75FF096409}" dt="2025-06-10T17:34:28.305" v="969"/>
        <pc:sldMkLst>
          <pc:docMk/>
          <pc:sldMk cId="1347686890" sldId="694"/>
        </pc:sldMkLst>
        <pc:spChg chg="mod">
          <ac:chgData name="Nicholas Pierce" userId="S::npierce@comptia.global::ee89543b-d064-42d7-b9d5-60e771afdcba" providerId="AD" clId="Web-{0DFC40D1-95B6-6612-FDC9-2B75FF096409}" dt="2025-06-10T17:34:27.586" v="968" actId="20577"/>
          <ac:spMkLst>
            <pc:docMk/>
            <pc:sldMk cId="1347686890" sldId="694"/>
            <ac:spMk id="3" creationId="{269E1066-1CBC-F05D-B9AF-1495BD8C50F7}"/>
          </ac:spMkLst>
        </pc:spChg>
      </pc:sldChg>
      <pc:sldChg chg="modNotes">
        <pc:chgData name="Nicholas Pierce" userId="S::npierce@comptia.global::ee89543b-d064-42d7-b9d5-60e771afdcba" providerId="AD" clId="Web-{0DFC40D1-95B6-6612-FDC9-2B75FF096409}" dt="2025-06-10T17:34:33.227" v="970"/>
        <pc:sldMkLst>
          <pc:docMk/>
          <pc:sldMk cId="3222451132" sldId="695"/>
        </pc:sldMkLst>
      </pc:sldChg>
      <pc:sldChg chg="modSp">
        <pc:chgData name="Nicholas Pierce" userId="S::npierce@comptia.global::ee89543b-d064-42d7-b9d5-60e771afdcba" providerId="AD" clId="Web-{0DFC40D1-95B6-6612-FDC9-2B75FF096409}" dt="2025-06-10T17:36:39.168" v="1073" actId="20577"/>
        <pc:sldMkLst>
          <pc:docMk/>
          <pc:sldMk cId="974603018" sldId="696"/>
        </pc:sldMkLst>
        <pc:spChg chg="mod">
          <ac:chgData name="Nicholas Pierce" userId="S::npierce@comptia.global::ee89543b-d064-42d7-b9d5-60e771afdcba" providerId="AD" clId="Web-{0DFC40D1-95B6-6612-FDC9-2B75FF096409}" dt="2025-06-10T17:36:39.168" v="1073" actId="20577"/>
          <ac:spMkLst>
            <pc:docMk/>
            <pc:sldMk cId="974603018" sldId="696"/>
            <ac:spMk id="3" creationId="{E9B0BDEC-3BA4-62D9-8574-A5359A04C27B}"/>
          </ac:spMkLst>
        </pc:spChg>
      </pc:sldChg>
      <pc:sldChg chg="modNotes">
        <pc:chgData name="Nicholas Pierce" userId="S::npierce@comptia.global::ee89543b-d064-42d7-b9d5-60e771afdcba" providerId="AD" clId="Web-{0DFC40D1-95B6-6612-FDC9-2B75FF096409}" dt="2025-06-10T17:36:43.825" v="1074"/>
        <pc:sldMkLst>
          <pc:docMk/>
          <pc:sldMk cId="1468064978" sldId="697"/>
        </pc:sldMkLst>
      </pc:sldChg>
      <pc:sldChg chg="modSp modNotes">
        <pc:chgData name="Nicholas Pierce" userId="S::npierce@comptia.global::ee89543b-d064-42d7-b9d5-60e771afdcba" providerId="AD" clId="Web-{0DFC40D1-95B6-6612-FDC9-2B75FF096409}" dt="2025-06-10T17:42:12.867" v="1384"/>
        <pc:sldMkLst>
          <pc:docMk/>
          <pc:sldMk cId="1457890313" sldId="699"/>
        </pc:sldMkLst>
        <pc:spChg chg="mod">
          <ac:chgData name="Nicholas Pierce" userId="S::npierce@comptia.global::ee89543b-d064-42d7-b9d5-60e771afdcba" providerId="AD" clId="Web-{0DFC40D1-95B6-6612-FDC9-2B75FF096409}" dt="2025-06-10T17:41:43.116" v="1327" actId="20577"/>
          <ac:spMkLst>
            <pc:docMk/>
            <pc:sldMk cId="1457890313" sldId="699"/>
            <ac:spMk id="3" creationId="{8724953D-8176-4ED4-8ACE-272C3860319C}"/>
          </ac:spMkLst>
        </pc:spChg>
      </pc:sldChg>
      <pc:sldChg chg="addSp delSp modSp modNotes">
        <pc:chgData name="Nicholas Pierce" userId="S::npierce@comptia.global::ee89543b-d064-42d7-b9d5-60e771afdcba" providerId="AD" clId="Web-{0DFC40D1-95B6-6612-FDC9-2B75FF096409}" dt="2025-06-10T17:44:15.277" v="1481" actId="20577"/>
        <pc:sldMkLst>
          <pc:docMk/>
          <pc:sldMk cId="3850238743" sldId="700"/>
        </pc:sldMkLst>
        <pc:spChg chg="add del mod">
          <ac:chgData name="Nicholas Pierce" userId="S::npierce@comptia.global::ee89543b-d064-42d7-b9d5-60e771afdcba" providerId="AD" clId="Web-{0DFC40D1-95B6-6612-FDC9-2B75FF096409}" dt="2025-06-10T17:43:25.338" v="1437" actId="20577"/>
          <ac:spMkLst>
            <pc:docMk/>
            <pc:sldMk cId="3850238743" sldId="700"/>
            <ac:spMk id="3" creationId="{475ED90D-EED4-C8BA-0064-DFFB91384C23}"/>
          </ac:spMkLst>
        </pc:spChg>
        <pc:spChg chg="add del">
          <ac:chgData name="Nicholas Pierce" userId="S::npierce@comptia.global::ee89543b-d064-42d7-b9d5-60e771afdcba" providerId="AD" clId="Web-{0DFC40D1-95B6-6612-FDC9-2B75FF096409}" dt="2025-06-10T17:42:32.508" v="1394"/>
          <ac:spMkLst>
            <pc:docMk/>
            <pc:sldMk cId="3850238743" sldId="700"/>
            <ac:spMk id="4" creationId="{AA7D0E9E-6CB6-490F-A07D-FFDC323EC741}"/>
          </ac:spMkLst>
        </pc:spChg>
        <pc:spChg chg="add del mod">
          <ac:chgData name="Nicholas Pierce" userId="S::npierce@comptia.global::ee89543b-d064-42d7-b9d5-60e771afdcba" providerId="AD" clId="Web-{0DFC40D1-95B6-6612-FDC9-2B75FF096409}" dt="2025-06-10T17:44:15.277" v="1481" actId="20577"/>
          <ac:spMkLst>
            <pc:docMk/>
            <pc:sldMk cId="3850238743" sldId="700"/>
            <ac:spMk id="8" creationId="{CADF7481-3CA0-E450-999C-1017039991E1}"/>
          </ac:spMkLst>
        </pc:spChg>
      </pc:sldChg>
      <pc:sldChg chg="modSp">
        <pc:chgData name="Nicholas Pierce" userId="S::npierce@comptia.global::ee89543b-d064-42d7-b9d5-60e771afdcba" providerId="AD" clId="Web-{0DFC40D1-95B6-6612-FDC9-2B75FF096409}" dt="2025-06-10T17:44:21.731" v="1482" actId="20577"/>
        <pc:sldMkLst>
          <pc:docMk/>
          <pc:sldMk cId="1019603650" sldId="701"/>
        </pc:sldMkLst>
        <pc:spChg chg="mod">
          <ac:chgData name="Nicholas Pierce" userId="S::npierce@comptia.global::ee89543b-d064-42d7-b9d5-60e771afdcba" providerId="AD" clId="Web-{0DFC40D1-95B6-6612-FDC9-2B75FF096409}" dt="2025-06-10T17:44:21.731" v="1482" actId="20577"/>
          <ac:spMkLst>
            <pc:docMk/>
            <pc:sldMk cId="1019603650" sldId="701"/>
            <ac:spMk id="8" creationId="{E7960BEB-5BE7-0432-B14C-B6D62C1C3204}"/>
          </ac:spMkLst>
        </pc:spChg>
      </pc:sldChg>
      <pc:sldChg chg="del">
        <pc:chgData name="Nicholas Pierce" userId="S::npierce@comptia.global::ee89543b-d064-42d7-b9d5-60e771afdcba" providerId="AD" clId="Web-{0DFC40D1-95B6-6612-FDC9-2B75FF096409}" dt="2025-06-10T17:44:24.777" v="1483"/>
        <pc:sldMkLst>
          <pc:docMk/>
          <pc:sldMk cId="2539189400" sldId="702"/>
        </pc:sldMkLst>
      </pc:sldChg>
      <pc:sldChg chg="modSp modNotes">
        <pc:chgData name="Nicholas Pierce" userId="S::npierce@comptia.global::ee89543b-d064-42d7-b9d5-60e771afdcba" providerId="AD" clId="Web-{0DFC40D1-95B6-6612-FDC9-2B75FF096409}" dt="2025-06-10T17:45:43.171" v="1575"/>
        <pc:sldMkLst>
          <pc:docMk/>
          <pc:sldMk cId="4243034652" sldId="703"/>
        </pc:sldMkLst>
        <pc:spChg chg="mod">
          <ac:chgData name="Nicholas Pierce" userId="S::npierce@comptia.global::ee89543b-d064-42d7-b9d5-60e771afdcba" providerId="AD" clId="Web-{0DFC40D1-95B6-6612-FDC9-2B75FF096409}" dt="2025-06-10T17:45:40.796" v="1574" actId="20577"/>
          <ac:spMkLst>
            <pc:docMk/>
            <pc:sldMk cId="4243034652" sldId="703"/>
            <ac:spMk id="3" creationId="{4E895413-6CF3-AC43-F38F-2A3C061FDDF7}"/>
          </ac:spMkLst>
        </pc:spChg>
      </pc:sldChg>
      <pc:sldChg chg="modNotes">
        <pc:chgData name="Nicholas Pierce" userId="S::npierce@comptia.global::ee89543b-d064-42d7-b9d5-60e771afdcba" providerId="AD" clId="Web-{0DFC40D1-95B6-6612-FDC9-2B75FF096409}" dt="2025-06-10T17:45:51.390" v="1576"/>
        <pc:sldMkLst>
          <pc:docMk/>
          <pc:sldMk cId="1910909295" sldId="704"/>
        </pc:sldMkLst>
      </pc:sldChg>
      <pc:sldChg chg="modNotes">
        <pc:chgData name="Nicholas Pierce" userId="S::npierce@comptia.global::ee89543b-d064-42d7-b9d5-60e771afdcba" providerId="AD" clId="Web-{0DFC40D1-95B6-6612-FDC9-2B75FF096409}" dt="2025-06-10T17:45:55.921" v="1577"/>
        <pc:sldMkLst>
          <pc:docMk/>
          <pc:sldMk cId="1300436496" sldId="705"/>
        </pc:sldMkLst>
      </pc:sldChg>
    </pc:docChg>
  </pc:docChgLst>
  <pc:docChgLst>
    <pc:chgData name="Danielle Andries" userId="93d179e4-3c18-40f7-920e-ae80b202540d" providerId="ADAL" clId="{D4EC93B8-2BF8-4056-85C9-6FDEC90912E0}"/>
    <pc:docChg chg="modSld sldOrd modMainMaster">
      <pc:chgData name="Danielle Andries" userId="93d179e4-3c18-40f7-920e-ae80b202540d" providerId="ADAL" clId="{D4EC93B8-2BF8-4056-85C9-6FDEC90912E0}" dt="2025-06-11T20:48:08.391" v="84"/>
      <pc:docMkLst>
        <pc:docMk/>
      </pc:docMkLst>
      <pc:sldChg chg="ord">
        <pc:chgData name="Danielle Andries" userId="93d179e4-3c18-40f7-920e-ae80b202540d" providerId="ADAL" clId="{D4EC93B8-2BF8-4056-85C9-6FDEC90912E0}" dt="2025-06-11T20:40:47.554" v="65"/>
        <pc:sldMkLst>
          <pc:docMk/>
          <pc:sldMk cId="1169523784" sldId="310"/>
        </pc:sldMkLst>
      </pc:sldChg>
      <pc:sldChg chg="modSp mod">
        <pc:chgData name="Danielle Andries" userId="93d179e4-3c18-40f7-920e-ae80b202540d" providerId="ADAL" clId="{D4EC93B8-2BF8-4056-85C9-6FDEC90912E0}" dt="2025-06-11T20:42:08.360" v="67" actId="20577"/>
        <pc:sldMkLst>
          <pc:docMk/>
          <pc:sldMk cId="1760471389" sldId="567"/>
        </pc:sldMkLst>
        <pc:spChg chg="mod">
          <ac:chgData name="Danielle Andries" userId="93d179e4-3c18-40f7-920e-ae80b202540d" providerId="ADAL" clId="{D4EC93B8-2BF8-4056-85C9-6FDEC90912E0}" dt="2025-06-11T20:42:08.360" v="67" actId="20577"/>
          <ac:spMkLst>
            <pc:docMk/>
            <pc:sldMk cId="1760471389" sldId="567"/>
            <ac:spMk id="3" creationId="{3F9375CA-7E26-5D57-3A32-F6CA6D2D5B06}"/>
          </ac:spMkLst>
        </pc:spChg>
      </pc:sldChg>
      <pc:sldChg chg="modSp mod">
        <pc:chgData name="Danielle Andries" userId="93d179e4-3c18-40f7-920e-ae80b202540d" providerId="ADAL" clId="{D4EC93B8-2BF8-4056-85C9-6FDEC90912E0}" dt="2025-06-11T20:35:09.420" v="3" actId="20577"/>
        <pc:sldMkLst>
          <pc:docMk/>
          <pc:sldMk cId="2436142003" sldId="569"/>
        </pc:sldMkLst>
        <pc:spChg chg="mod">
          <ac:chgData name="Danielle Andries" userId="93d179e4-3c18-40f7-920e-ae80b202540d" providerId="ADAL" clId="{D4EC93B8-2BF8-4056-85C9-6FDEC90912E0}" dt="2025-06-11T20:35:09.420" v="3" actId="20577"/>
          <ac:spMkLst>
            <pc:docMk/>
            <pc:sldMk cId="2436142003" sldId="569"/>
            <ac:spMk id="3" creationId="{C6F96774-36B8-B8FC-7220-DEB733B577E6}"/>
          </ac:spMkLst>
        </pc:spChg>
      </pc:sldChg>
      <pc:sldChg chg="ord">
        <pc:chgData name="Danielle Andries" userId="93d179e4-3c18-40f7-920e-ae80b202540d" providerId="ADAL" clId="{D4EC93B8-2BF8-4056-85C9-6FDEC90912E0}" dt="2025-06-11T20:48:08.391" v="84"/>
        <pc:sldMkLst>
          <pc:docMk/>
          <pc:sldMk cId="1667709354" sldId="631"/>
        </pc:sldMkLst>
      </pc:sldChg>
      <pc:sldChg chg="modSp mod">
        <pc:chgData name="Danielle Andries" userId="93d179e4-3c18-40f7-920e-ae80b202540d" providerId="ADAL" clId="{D4EC93B8-2BF8-4056-85C9-6FDEC90912E0}" dt="2025-06-11T20:40:35.021" v="63" actId="20577"/>
        <pc:sldMkLst>
          <pc:docMk/>
          <pc:sldMk cId="1457680660" sldId="675"/>
        </pc:sldMkLst>
        <pc:spChg chg="mod">
          <ac:chgData name="Danielle Andries" userId="93d179e4-3c18-40f7-920e-ae80b202540d" providerId="ADAL" clId="{D4EC93B8-2BF8-4056-85C9-6FDEC90912E0}" dt="2025-06-11T20:40:35.021" v="63" actId="20577"/>
          <ac:spMkLst>
            <pc:docMk/>
            <pc:sldMk cId="1457680660" sldId="675"/>
            <ac:spMk id="3" creationId="{F7F86BA0-18E7-E91B-437C-4B9932CCD84B}"/>
          </ac:spMkLst>
        </pc:spChg>
      </pc:sldChg>
      <pc:sldChg chg="modSp mod">
        <pc:chgData name="Danielle Andries" userId="93d179e4-3c18-40f7-920e-ae80b202540d" providerId="ADAL" clId="{D4EC93B8-2BF8-4056-85C9-6FDEC90912E0}" dt="2025-06-11T20:48:01.567" v="82" actId="20577"/>
        <pc:sldMkLst>
          <pc:docMk/>
          <pc:sldMk cId="2789337598" sldId="683"/>
        </pc:sldMkLst>
        <pc:spChg chg="mod">
          <ac:chgData name="Danielle Andries" userId="93d179e4-3c18-40f7-920e-ae80b202540d" providerId="ADAL" clId="{D4EC93B8-2BF8-4056-85C9-6FDEC90912E0}" dt="2025-06-11T20:48:01.567" v="82" actId="20577"/>
          <ac:spMkLst>
            <pc:docMk/>
            <pc:sldMk cId="2789337598" sldId="683"/>
            <ac:spMk id="3" creationId="{C2300C68-6C45-C59B-A677-99978EB30739}"/>
          </ac:spMkLst>
        </pc:spChg>
      </pc:sldChg>
      <pc:sldChg chg="modSp mod">
        <pc:chgData name="Danielle Andries" userId="93d179e4-3c18-40f7-920e-ae80b202540d" providerId="ADAL" clId="{D4EC93B8-2BF8-4056-85C9-6FDEC90912E0}" dt="2025-06-11T20:35:47.231" v="4" actId="20577"/>
        <pc:sldMkLst>
          <pc:docMk/>
          <pc:sldMk cId="1819727071" sldId="685"/>
        </pc:sldMkLst>
        <pc:spChg chg="mod">
          <ac:chgData name="Danielle Andries" userId="93d179e4-3c18-40f7-920e-ae80b202540d" providerId="ADAL" clId="{D4EC93B8-2BF8-4056-85C9-6FDEC90912E0}" dt="2025-06-11T20:35:47.231" v="4" actId="20577"/>
          <ac:spMkLst>
            <pc:docMk/>
            <pc:sldMk cId="1819727071" sldId="685"/>
            <ac:spMk id="3" creationId="{13E8A3B6-0578-0F7B-5A96-72C2525BB054}"/>
          </ac:spMkLst>
        </pc:spChg>
      </pc:sldChg>
      <pc:sldChg chg="modSp mod">
        <pc:chgData name="Danielle Andries" userId="93d179e4-3c18-40f7-920e-ae80b202540d" providerId="ADAL" clId="{D4EC93B8-2BF8-4056-85C9-6FDEC90912E0}" dt="2025-06-11T20:38:01.990" v="19" actId="20577"/>
        <pc:sldMkLst>
          <pc:docMk/>
          <pc:sldMk cId="2761038829" sldId="690"/>
        </pc:sldMkLst>
        <pc:spChg chg="mod">
          <ac:chgData name="Danielle Andries" userId="93d179e4-3c18-40f7-920e-ae80b202540d" providerId="ADAL" clId="{D4EC93B8-2BF8-4056-85C9-6FDEC90912E0}" dt="2025-06-11T20:38:01.990" v="19" actId="20577"/>
          <ac:spMkLst>
            <pc:docMk/>
            <pc:sldMk cId="2761038829" sldId="690"/>
            <ac:spMk id="3" creationId="{73EDB4A2-6095-4B82-1CAC-4FD014408813}"/>
          </ac:spMkLst>
        </pc:spChg>
      </pc:sldChg>
      <pc:sldChg chg="modNotesTx">
        <pc:chgData name="Danielle Andries" userId="93d179e4-3c18-40f7-920e-ae80b202540d" providerId="ADAL" clId="{D4EC93B8-2BF8-4056-85C9-6FDEC90912E0}" dt="2025-06-11T20:38:43.341" v="37" actId="20577"/>
        <pc:sldMkLst>
          <pc:docMk/>
          <pc:sldMk cId="2867635830" sldId="691"/>
        </pc:sldMkLst>
      </pc:sldChg>
      <pc:sldChg chg="modSp mod">
        <pc:chgData name="Danielle Andries" userId="93d179e4-3c18-40f7-920e-ae80b202540d" providerId="ADAL" clId="{D4EC93B8-2BF8-4056-85C9-6FDEC90912E0}" dt="2025-06-11T20:38:51.033" v="38" actId="20577"/>
        <pc:sldMkLst>
          <pc:docMk/>
          <pc:sldMk cId="1218851692" sldId="692"/>
        </pc:sldMkLst>
        <pc:spChg chg="mod">
          <ac:chgData name="Danielle Andries" userId="93d179e4-3c18-40f7-920e-ae80b202540d" providerId="ADAL" clId="{D4EC93B8-2BF8-4056-85C9-6FDEC90912E0}" dt="2025-06-11T20:38:51.033" v="38" actId="20577"/>
          <ac:spMkLst>
            <pc:docMk/>
            <pc:sldMk cId="1218851692" sldId="692"/>
            <ac:spMk id="3" creationId="{4D7459FA-96DE-EB7F-258A-0D8732A5813E}"/>
          </ac:spMkLst>
        </pc:spChg>
      </pc:sldChg>
      <pc:sldChg chg="modNotesTx">
        <pc:chgData name="Danielle Andries" userId="93d179e4-3c18-40f7-920e-ae80b202540d" providerId="ADAL" clId="{D4EC93B8-2BF8-4056-85C9-6FDEC90912E0}" dt="2025-06-11T20:39:25.240" v="54"/>
        <pc:sldMkLst>
          <pc:docMk/>
          <pc:sldMk cId="2589304335" sldId="693"/>
        </pc:sldMkLst>
      </pc:sldChg>
      <pc:sldChg chg="modNotesTx">
        <pc:chgData name="Danielle Andries" userId="93d179e4-3c18-40f7-920e-ae80b202540d" providerId="ADAL" clId="{D4EC93B8-2BF8-4056-85C9-6FDEC90912E0}" dt="2025-06-11T20:39:51.863" v="61"/>
        <pc:sldMkLst>
          <pc:docMk/>
          <pc:sldMk cId="1347686890" sldId="694"/>
        </pc:sldMkLst>
      </pc:sldChg>
      <pc:sldChg chg="modSp mod">
        <pc:chgData name="Danielle Andries" userId="93d179e4-3c18-40f7-920e-ae80b202540d" providerId="ADAL" clId="{D4EC93B8-2BF8-4056-85C9-6FDEC90912E0}" dt="2025-06-11T20:40:15.087" v="62" actId="20577"/>
        <pc:sldMkLst>
          <pc:docMk/>
          <pc:sldMk cId="974603018" sldId="696"/>
        </pc:sldMkLst>
        <pc:spChg chg="mod">
          <ac:chgData name="Danielle Andries" userId="93d179e4-3c18-40f7-920e-ae80b202540d" providerId="ADAL" clId="{D4EC93B8-2BF8-4056-85C9-6FDEC90912E0}" dt="2025-06-11T20:40:15.087" v="62" actId="20577"/>
          <ac:spMkLst>
            <pc:docMk/>
            <pc:sldMk cId="974603018" sldId="696"/>
            <ac:spMk id="3" creationId="{E9B0BDEC-3BA4-62D9-8574-A5359A04C27B}"/>
          </ac:spMkLst>
        </pc:spChg>
      </pc:sldChg>
      <pc:sldChg chg="modNotesTx">
        <pc:chgData name="Danielle Andries" userId="93d179e4-3c18-40f7-920e-ae80b202540d" providerId="ADAL" clId="{D4EC93B8-2BF8-4056-85C9-6FDEC90912E0}" dt="2025-06-11T20:43:23.930" v="68" actId="20577"/>
        <pc:sldMkLst>
          <pc:docMk/>
          <pc:sldMk cId="1019603650" sldId="701"/>
        </pc:sldMkLst>
      </pc:sldChg>
      <pc:sldChg chg="modNotesTx">
        <pc:chgData name="Danielle Andries" userId="93d179e4-3c18-40f7-920e-ae80b202540d" providerId="ADAL" clId="{D4EC93B8-2BF8-4056-85C9-6FDEC90912E0}" dt="2025-06-11T20:44:15.054" v="80" actId="20577"/>
        <pc:sldMkLst>
          <pc:docMk/>
          <pc:sldMk cId="1910909295" sldId="704"/>
        </pc:sldMkLst>
      </pc:sldChg>
      <pc:sldChg chg="modNotesTx">
        <pc:chgData name="Danielle Andries" userId="93d179e4-3c18-40f7-920e-ae80b202540d" providerId="ADAL" clId="{D4EC93B8-2BF8-4056-85C9-6FDEC90912E0}" dt="2025-06-11T20:44:28.914" v="81"/>
        <pc:sldMkLst>
          <pc:docMk/>
          <pc:sldMk cId="1300436496" sldId="705"/>
        </pc:sldMkLst>
      </pc:sldChg>
      <pc:sldMasterChg chg="modSldLayout sldLayoutOrd">
        <pc:chgData name="Danielle Andries" userId="93d179e4-3c18-40f7-920e-ae80b202540d" providerId="ADAL" clId="{D4EC93B8-2BF8-4056-85C9-6FDEC90912E0}" dt="2025-06-11T20:36:47.740" v="16" actId="20578"/>
        <pc:sldMasterMkLst>
          <pc:docMk/>
          <pc:sldMasterMk cId="58932730" sldId="2147483910"/>
        </pc:sldMasterMkLst>
        <pc:sldLayoutChg chg="modSp mod">
          <pc:chgData name="Danielle Andries" userId="93d179e4-3c18-40f7-920e-ae80b202540d" providerId="ADAL" clId="{D4EC93B8-2BF8-4056-85C9-6FDEC90912E0}" dt="2025-06-11T20:36:37.351" v="15" actId="20577"/>
          <pc:sldLayoutMkLst>
            <pc:docMk/>
            <pc:sldMasterMk cId="58932730" sldId="2147483910"/>
            <pc:sldLayoutMk cId="3198385692" sldId="2147483922"/>
          </pc:sldLayoutMkLst>
          <pc:spChg chg="mod">
            <ac:chgData name="Danielle Andries" userId="93d179e4-3c18-40f7-920e-ae80b202540d" providerId="ADAL" clId="{D4EC93B8-2BF8-4056-85C9-6FDEC90912E0}" dt="2025-06-11T20:36:37.351" v="15" actId="20577"/>
            <ac:spMkLst>
              <pc:docMk/>
              <pc:sldMasterMk cId="58932730" sldId="2147483910"/>
              <pc:sldLayoutMk cId="3198385692" sldId="2147483922"/>
              <ac:spMk id="4" creationId="{48DA206A-2516-457B-9C8F-9BDD445DD373}"/>
            </ac:spMkLst>
          </pc:spChg>
        </pc:sldLayoutChg>
        <pc:sldLayoutChg chg="ord">
          <pc:chgData name="Danielle Andries" userId="93d179e4-3c18-40f7-920e-ae80b202540d" providerId="ADAL" clId="{D4EC93B8-2BF8-4056-85C9-6FDEC90912E0}" dt="2025-06-11T20:36:47.740" v="16" actId="20578"/>
          <pc:sldLayoutMkLst>
            <pc:docMk/>
            <pc:sldMasterMk cId="58932730" sldId="2147483910"/>
            <pc:sldLayoutMk cId="3241009506" sldId="2147483924"/>
          </pc:sldLayoutMkLst>
        </pc:sldLayoutChg>
      </pc:sldMasterChg>
    </pc:docChg>
  </pc:docChgLst>
  <pc:docChgLst>
    <pc:chgData name="Amy Glidewell" userId="095a4851-014c-47ed-bf1b-0c4b57406e94" providerId="ADAL" clId="{5F946050-04B1-44F5-8623-673220636B27}"/>
    <pc:docChg chg="custSel addSld delSld modSld">
      <pc:chgData name="Amy Glidewell" userId="095a4851-014c-47ed-bf1b-0c4b57406e94" providerId="ADAL" clId="{5F946050-04B1-44F5-8623-673220636B27}" dt="2025-06-17T21:01:16.681" v="26" actId="313"/>
      <pc:docMkLst>
        <pc:docMk/>
      </pc:docMkLst>
      <pc:sldChg chg="modNotesTx">
        <pc:chgData name="Amy Glidewell" userId="095a4851-014c-47ed-bf1b-0c4b57406e94" providerId="ADAL" clId="{5F946050-04B1-44F5-8623-673220636B27}" dt="2025-06-17T20:50:21.390" v="2" actId="2711"/>
        <pc:sldMkLst>
          <pc:docMk/>
          <pc:sldMk cId="2349293421" sldId="302"/>
        </pc:sldMkLst>
      </pc:sldChg>
      <pc:sldChg chg="modNotesTx">
        <pc:chgData name="Amy Glidewell" userId="095a4851-014c-47ed-bf1b-0c4b57406e94" providerId="ADAL" clId="{5F946050-04B1-44F5-8623-673220636B27}" dt="2025-06-17T21:01:15.722" v="25" actId="313"/>
        <pc:sldMkLst>
          <pc:docMk/>
          <pc:sldMk cId="1878458843" sldId="309"/>
        </pc:sldMkLst>
      </pc:sldChg>
      <pc:sldChg chg="modNotesTx">
        <pc:chgData name="Amy Glidewell" userId="095a4851-014c-47ed-bf1b-0c4b57406e94" providerId="ADAL" clId="{5F946050-04B1-44F5-8623-673220636B27}" dt="2025-06-17T20:55:57.683" v="3" actId="2711"/>
        <pc:sldMkLst>
          <pc:docMk/>
          <pc:sldMk cId="1686946997" sldId="315"/>
        </pc:sldMkLst>
      </pc:sldChg>
      <pc:sldChg chg="modNotesTx">
        <pc:chgData name="Amy Glidewell" userId="095a4851-014c-47ed-bf1b-0c4b57406e94" providerId="ADAL" clId="{5F946050-04B1-44F5-8623-673220636B27}" dt="2025-06-17T20:58:56.640" v="20" actId="2711"/>
        <pc:sldMkLst>
          <pc:docMk/>
          <pc:sldMk cId="3832170073" sldId="441"/>
        </pc:sldMkLst>
      </pc:sldChg>
      <pc:sldChg chg="modNotesTx">
        <pc:chgData name="Amy Glidewell" userId="095a4851-014c-47ed-bf1b-0c4b57406e94" providerId="ADAL" clId="{5F946050-04B1-44F5-8623-673220636B27}" dt="2025-06-17T21:01:14.261" v="24" actId="313"/>
        <pc:sldMkLst>
          <pc:docMk/>
          <pc:sldMk cId="191234453" sldId="673"/>
        </pc:sldMkLst>
      </pc:sldChg>
      <pc:sldChg chg="modSp mod modNotesTx">
        <pc:chgData name="Amy Glidewell" userId="095a4851-014c-47ed-bf1b-0c4b57406e94" providerId="ADAL" clId="{5F946050-04B1-44F5-8623-673220636B27}" dt="2025-06-17T21:01:16.681" v="26" actId="313"/>
        <pc:sldMkLst>
          <pc:docMk/>
          <pc:sldMk cId="971419842" sldId="689"/>
        </pc:sldMkLst>
        <pc:spChg chg="mod">
          <ac:chgData name="Amy Glidewell" userId="095a4851-014c-47ed-bf1b-0c4b57406e94" providerId="ADAL" clId="{5F946050-04B1-44F5-8623-673220636B27}" dt="2025-06-17T20:58:40.850" v="19" actId="255"/>
          <ac:spMkLst>
            <pc:docMk/>
            <pc:sldMk cId="971419842" sldId="689"/>
            <ac:spMk id="3" creationId="{A581CCAB-04A6-49EF-4A70-9B6F73EE21F7}"/>
          </ac:spMkLst>
        </pc:spChg>
      </pc:sldChg>
      <pc:sldChg chg="modNotesTx">
        <pc:chgData name="Amy Glidewell" userId="095a4851-014c-47ed-bf1b-0c4b57406e94" providerId="ADAL" clId="{5F946050-04B1-44F5-8623-673220636B27}" dt="2025-06-17T20:56:44.760" v="6" actId="20577"/>
        <pc:sldMkLst>
          <pc:docMk/>
          <pc:sldMk cId="1347686890" sldId="694"/>
        </pc:sldMkLst>
      </pc:sldChg>
      <pc:sldChg chg="modSp mod">
        <pc:chgData name="Amy Glidewell" userId="095a4851-014c-47ed-bf1b-0c4b57406e94" providerId="ADAL" clId="{5F946050-04B1-44F5-8623-673220636B27}" dt="2025-06-17T20:57:34.531" v="11" actId="1076"/>
        <pc:sldMkLst>
          <pc:docMk/>
          <pc:sldMk cId="3222451132" sldId="695"/>
        </pc:sldMkLst>
        <pc:picChg chg="mod">
          <ac:chgData name="Amy Glidewell" userId="095a4851-014c-47ed-bf1b-0c4b57406e94" providerId="ADAL" clId="{5F946050-04B1-44F5-8623-673220636B27}" dt="2025-06-17T20:57:34.531" v="11" actId="1076"/>
          <ac:picMkLst>
            <pc:docMk/>
            <pc:sldMk cId="3222451132" sldId="695"/>
            <ac:picMk id="6" creationId="{50E0DAD9-C7DA-40F8-D646-C320F72F96C1}"/>
          </ac:picMkLst>
        </pc:picChg>
      </pc:sldChg>
      <pc:sldChg chg="modSp mod modNotesTx">
        <pc:chgData name="Amy Glidewell" userId="095a4851-014c-47ed-bf1b-0c4b57406e94" providerId="ADAL" clId="{5F946050-04B1-44F5-8623-673220636B27}" dt="2025-06-17T20:57:43.364" v="13" actId="20577"/>
        <pc:sldMkLst>
          <pc:docMk/>
          <pc:sldMk cId="974603018" sldId="696"/>
        </pc:sldMkLst>
        <pc:spChg chg="mod">
          <ac:chgData name="Amy Glidewell" userId="095a4851-014c-47ed-bf1b-0c4b57406e94" providerId="ADAL" clId="{5F946050-04B1-44F5-8623-673220636B27}" dt="2025-06-17T20:57:43.364" v="13" actId="20577"/>
          <ac:spMkLst>
            <pc:docMk/>
            <pc:sldMk cId="974603018" sldId="696"/>
            <ac:spMk id="3" creationId="{E9B0BDEC-3BA4-62D9-8574-A5359A04C27B}"/>
          </ac:spMkLst>
        </pc:spChg>
      </pc:sldChg>
      <pc:sldChg chg="modSp mod">
        <pc:chgData name="Amy Glidewell" userId="095a4851-014c-47ed-bf1b-0c4b57406e94" providerId="ADAL" clId="{5F946050-04B1-44F5-8623-673220636B27}" dt="2025-06-17T20:58:01.873" v="17" actId="1076"/>
        <pc:sldMkLst>
          <pc:docMk/>
          <pc:sldMk cId="1468064978" sldId="697"/>
        </pc:sldMkLst>
        <pc:picChg chg="mod">
          <ac:chgData name="Amy Glidewell" userId="095a4851-014c-47ed-bf1b-0c4b57406e94" providerId="ADAL" clId="{5F946050-04B1-44F5-8623-673220636B27}" dt="2025-06-17T20:58:01.873" v="17" actId="1076"/>
          <ac:picMkLst>
            <pc:docMk/>
            <pc:sldMk cId="1468064978" sldId="697"/>
            <ac:picMk id="3" creationId="{B90B4A3A-22A6-66E5-1558-452F3F55B5ED}"/>
          </ac:picMkLst>
        </pc:picChg>
      </pc:sldChg>
      <pc:sldChg chg="modSp mod">
        <pc:chgData name="Amy Glidewell" userId="095a4851-014c-47ed-bf1b-0c4b57406e94" providerId="ADAL" clId="{5F946050-04B1-44F5-8623-673220636B27}" dt="2025-06-17T20:59:34.217" v="22" actId="1076"/>
        <pc:sldMkLst>
          <pc:docMk/>
          <pc:sldMk cId="1910909295" sldId="704"/>
        </pc:sldMkLst>
        <pc:picChg chg="mod">
          <ac:chgData name="Amy Glidewell" userId="095a4851-014c-47ed-bf1b-0c4b57406e94" providerId="ADAL" clId="{5F946050-04B1-44F5-8623-673220636B27}" dt="2025-06-17T20:59:34.217" v="22" actId="1076"/>
          <ac:picMkLst>
            <pc:docMk/>
            <pc:sldMk cId="1910909295" sldId="704"/>
            <ac:picMk id="6" creationId="{5AF85AB9-E09A-217B-F264-AB8248734C07}"/>
          </ac:picMkLst>
        </pc:picChg>
      </pc:sldChg>
      <pc:sldChg chg="modSp mod">
        <pc:chgData name="Amy Glidewell" userId="095a4851-014c-47ed-bf1b-0c4b57406e94" providerId="ADAL" clId="{5F946050-04B1-44F5-8623-673220636B27}" dt="2025-06-17T20:59:41.733" v="23" actId="2085"/>
        <pc:sldMkLst>
          <pc:docMk/>
          <pc:sldMk cId="1300436496" sldId="705"/>
        </pc:sldMkLst>
        <pc:picChg chg="mod">
          <ac:chgData name="Amy Glidewell" userId="095a4851-014c-47ed-bf1b-0c4b57406e94" providerId="ADAL" clId="{5F946050-04B1-44F5-8623-673220636B27}" dt="2025-06-17T20:59:41.733" v="23" actId="2085"/>
          <ac:picMkLst>
            <pc:docMk/>
            <pc:sldMk cId="1300436496" sldId="705"/>
            <ac:picMk id="6" creationId="{5149D365-B7AD-4530-7210-849C3ACA755B}"/>
          </ac:picMkLst>
        </pc:picChg>
      </pc:sldChg>
      <pc:sldChg chg="new del">
        <pc:chgData name="Amy Glidewell" userId="095a4851-014c-47ed-bf1b-0c4b57406e94" providerId="ADAL" clId="{5F946050-04B1-44F5-8623-673220636B27}" dt="2025-06-17T20:48:55.413" v="1" actId="2696"/>
        <pc:sldMkLst>
          <pc:docMk/>
          <pc:sldMk cId="939163473" sldId="706"/>
        </pc:sldMkLst>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a:latin typeface="+mn-lt"/>
              </a:rPr>
              <a:t>Core 2 Exam Objectives</a:t>
            </a:r>
          </a:p>
          <a:p>
            <a:pPr marL="171450" indent="-171450" algn="l">
              <a:buFont typeface="Arial" panose="020B0604020202020204" pitchFamily="34" charset="0"/>
              <a:buChar char="•"/>
            </a:pPr>
            <a:r>
              <a:rPr lang="en-US" b="0" i="0">
                <a:solidFill>
                  <a:srgbClr val="191D1F"/>
                </a:solidFill>
                <a:effectLst/>
                <a:latin typeface="+mn-lt"/>
              </a:rPr>
              <a:t>4.1 Given a scenario, implement best practices associated with documentation and support systems information management.</a:t>
            </a:r>
          </a:p>
          <a:p>
            <a:pPr marL="171450" indent="-171450" algn="l">
              <a:buFont typeface="Arial" panose="020B0604020202020204" pitchFamily="34" charset="0"/>
              <a:buChar char="•"/>
            </a:pPr>
            <a:r>
              <a:rPr lang="en-US" b="0" i="0">
                <a:solidFill>
                  <a:srgbClr val="191D1F"/>
                </a:solidFill>
                <a:effectLst/>
                <a:latin typeface="+mn-lt"/>
              </a:rPr>
              <a:t>4.2 Given a scenario, apply change management procedures.</a:t>
            </a:r>
          </a:p>
          <a:p>
            <a:pPr marL="0" indent="0">
              <a:buFont typeface="Arial" panose="020B0604020202020204" pitchFamily="34" charset="0"/>
              <a:buNone/>
            </a:pPr>
            <a:endParaRPr lang="en-US">
              <a:latin typeface="+mn-lt"/>
            </a:endParaRPr>
          </a:p>
          <a:p>
            <a:r>
              <a:rPr lang="en-US">
                <a:latin typeface="+mn-lt"/>
              </a:rPr>
              <a:t>Learning Outcomes</a:t>
            </a:r>
          </a:p>
          <a:p>
            <a:pPr marL="171450" indent="-171450" algn="l">
              <a:buFont typeface="Arial" panose="020B0604020202020204" pitchFamily="34" charset="0"/>
              <a:buChar char="•"/>
            </a:pPr>
            <a:r>
              <a:rPr lang="en-US" b="0" i="0">
                <a:solidFill>
                  <a:srgbClr val="191D1F"/>
                </a:solidFill>
                <a:effectLst/>
                <a:latin typeface="+mn-lt"/>
              </a:rPr>
              <a:t>What is a change request?</a:t>
            </a:r>
          </a:p>
          <a:p>
            <a:pPr marL="171450" indent="-171450" algn="l">
              <a:buFont typeface="Arial" panose="020B0604020202020204" pitchFamily="34" charset="0"/>
              <a:buChar char="•"/>
            </a:pPr>
            <a:r>
              <a:rPr lang="en-US" b="0" i="0">
                <a:solidFill>
                  <a:srgbClr val="191D1F"/>
                </a:solidFill>
                <a:effectLst/>
                <a:latin typeface="+mn-lt"/>
              </a:rPr>
              <a:t>What purpose does a change advisory board serve?</a:t>
            </a:r>
          </a:p>
          <a:p>
            <a:pPr marL="171450" indent="-171450" algn="l">
              <a:buFont typeface="Arial" panose="020B0604020202020204" pitchFamily="34" charset="0"/>
              <a:buChar char="•"/>
            </a:pPr>
            <a:r>
              <a:rPr lang="en-US" b="0" i="0">
                <a:solidFill>
                  <a:srgbClr val="191D1F"/>
                </a:solidFill>
                <a:effectLst/>
                <a:latin typeface="+mn-lt"/>
              </a:rPr>
              <a:t>What is an asset?</a:t>
            </a:r>
          </a:p>
          <a:p>
            <a:pPr marL="171450" indent="-171450" algn="l">
              <a:buFont typeface="Arial" panose="020B0604020202020204" pitchFamily="34" charset="0"/>
              <a:buChar char="•"/>
            </a:pPr>
            <a:r>
              <a:rPr lang="en-US" b="0" i="0">
                <a:solidFill>
                  <a:srgbClr val="191D1F"/>
                </a:solidFill>
                <a:effectLst/>
                <a:latin typeface="+mn-lt"/>
              </a:rPr>
              <a:t>What information should be included in an inventory of assets?</a:t>
            </a:r>
          </a:p>
          <a:p>
            <a:pPr marL="171450" indent="-171450" algn="l">
              <a:buFont typeface="Arial" panose="020B0604020202020204" pitchFamily="34" charset="0"/>
              <a:buChar char="•"/>
            </a:pPr>
            <a:r>
              <a:rPr lang="en-US" b="0" i="0">
                <a:solidFill>
                  <a:srgbClr val="191D1F"/>
                </a:solidFill>
                <a:effectLst/>
                <a:latin typeface="+mn-lt"/>
              </a:rPr>
              <a:t>Why must a technician understand the warranty process for a particular system?</a:t>
            </a:r>
          </a:p>
          <a:p>
            <a:endParaRPr lang="en-US"/>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a:defRPr/>
            </a:pPr>
            <a:r>
              <a:rPr lang="en-US">
                <a:ea typeface="Calibri"/>
                <a:cs typeface="Calibri"/>
              </a:rPr>
              <a:t>Many organizations utilize a documented process to request to implement changes and also have an approval process to do so.</a:t>
            </a: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84661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F009B-E9BE-AABA-3430-4EE2283E3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7A37E-F004-CB3A-DD7B-AD0DBEB19D0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3D00773-DC51-9860-4010-E0E7A378046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0E4B574F-F5D0-4A21-4853-86C4879C8B2A}"/>
              </a:ext>
            </a:extLst>
          </p:cNvPr>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441382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30A6-55C5-16FC-6D66-A4DE8BFE2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E062A-300D-1D4C-A99E-CA2396B26F2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FF6FD1A-68FA-2520-2C8B-50B51ACC50B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E33EB702-3F6C-FE23-011F-F5601D2D82C5}"/>
              </a:ext>
            </a:extLst>
          </p:cNvPr>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3894513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60B3-3551-90E1-6D56-EEB341FCF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B42E8-9F17-5356-E39E-DF44EF4B9A3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C4C12CE-4392-7A0F-E814-BA24496E642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EA000A27-4C04-9613-3E2F-46D8FF6C79E6}"/>
              </a:ext>
            </a:extLst>
          </p:cNvPr>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427629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102B-4288-DF18-02BE-9181832D0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43E21-3076-778C-EE45-283109FFA1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1367B1D-EC3F-AB71-077F-87277126470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The Notes section should refer to any inline or standalone videos, interactive activities, or additional resources that instructors should review or demonstrate to support learners.</a:t>
            </a:r>
          </a:p>
        </p:txBody>
      </p:sp>
      <p:sp>
        <p:nvSpPr>
          <p:cNvPr id="4" name="Slide Number Placeholder 3">
            <a:extLst>
              <a:ext uri="{FF2B5EF4-FFF2-40B4-BE49-F238E27FC236}">
                <a16:creationId xmlns:a16="http://schemas.microsoft.com/office/drawing/2014/main" id="{7CFB8065-4F63-F388-70E4-E15BB66BAF9F}"/>
              </a:ext>
            </a:extLst>
          </p:cNvPr>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658500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20D5-5C57-9BF6-9B48-AA6AE9AD3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45AEC-E87C-6795-21E9-443A5514B79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8F1A757-45AD-64F4-658D-1F78971777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F262FA35-E6B7-F1C5-F76E-1EBA6595F253}"/>
              </a:ext>
            </a:extLst>
          </p:cNvPr>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395583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862827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a:latin typeface="+mn-lt"/>
              </a:rPr>
              <a:t>Core 2 Exam Objectives</a:t>
            </a:r>
          </a:p>
          <a:p>
            <a:pPr marL="171450" indent="-171450" algn="l">
              <a:buFont typeface="Arial" panose="020B0604020202020204" pitchFamily="34" charset="0"/>
              <a:buChar char="•"/>
            </a:pPr>
            <a:r>
              <a:rPr lang="en-US" b="0" i="0">
                <a:solidFill>
                  <a:srgbClr val="191D1F"/>
                </a:solidFill>
                <a:effectLst/>
                <a:latin typeface="+mn-lt"/>
              </a:rPr>
              <a:t>4.4 Given a scenario, use common safety procedures.</a:t>
            </a:r>
          </a:p>
          <a:p>
            <a:pPr marL="171450" indent="-171450" algn="l">
              <a:buFont typeface="Arial" panose="020B0604020202020204" pitchFamily="34" charset="0"/>
              <a:buChar char="•"/>
            </a:pPr>
            <a:r>
              <a:rPr lang="en-US" b="0" i="0">
                <a:solidFill>
                  <a:srgbClr val="191D1F"/>
                </a:solidFill>
                <a:effectLst/>
                <a:latin typeface="+mn-lt"/>
              </a:rPr>
              <a:t>4.5 Summarize environmental impacts and local environmental controls.</a:t>
            </a:r>
          </a:p>
          <a:p>
            <a:pPr marL="0" indent="0">
              <a:buFont typeface="Arial" panose="020B0604020202020204" pitchFamily="34" charset="0"/>
              <a:buNone/>
            </a:pPr>
            <a:endParaRPr lang="en-US">
              <a:latin typeface="+mn-lt"/>
            </a:endParaRPr>
          </a:p>
          <a:p>
            <a:r>
              <a:rPr lang="en-US">
                <a:latin typeface="+mn-lt"/>
              </a:rPr>
              <a:t>Learning Outcomes</a:t>
            </a:r>
          </a:p>
          <a:p>
            <a:pPr marL="171450" indent="-171450" algn="l">
              <a:buFont typeface="Arial" panose="020B0604020202020204" pitchFamily="34" charset="0"/>
              <a:buChar char="•"/>
            </a:pPr>
            <a:r>
              <a:rPr lang="en-US" b="0" i="0">
                <a:solidFill>
                  <a:srgbClr val="191D1F"/>
                </a:solidFill>
                <a:effectLst/>
                <a:latin typeface="+mn-lt"/>
              </a:rPr>
              <a:t>Why is electrical safety important?</a:t>
            </a:r>
          </a:p>
          <a:p>
            <a:pPr marL="171450" indent="-171450" algn="l">
              <a:buFont typeface="Arial" panose="020B0604020202020204" pitchFamily="34" charset="0"/>
              <a:buChar char="•"/>
            </a:pPr>
            <a:r>
              <a:rPr lang="en-US" b="0" i="0">
                <a:solidFill>
                  <a:srgbClr val="191D1F"/>
                </a:solidFill>
                <a:effectLst/>
                <a:latin typeface="+mn-lt"/>
              </a:rPr>
              <a:t>What purpose do fuses and grounding straps serve?</a:t>
            </a:r>
          </a:p>
          <a:p>
            <a:pPr marL="171450" indent="-171450" algn="l">
              <a:buFont typeface="Arial" panose="020B0604020202020204" pitchFamily="34" charset="0"/>
              <a:buChar char="•"/>
            </a:pPr>
            <a:r>
              <a:rPr lang="en-US" b="0" i="0">
                <a:solidFill>
                  <a:srgbClr val="191D1F"/>
                </a:solidFill>
                <a:effectLst/>
                <a:latin typeface="+mn-lt"/>
              </a:rPr>
              <a:t>What precautions should be taken with hazardous materials?</a:t>
            </a:r>
          </a:p>
          <a:p>
            <a:pPr marL="171450" indent="-171450" algn="l">
              <a:buFont typeface="Arial" panose="020B0604020202020204" pitchFamily="34" charset="0"/>
              <a:buChar char="•"/>
            </a:pPr>
            <a:r>
              <a:rPr lang="en-US" b="0" i="0">
                <a:solidFill>
                  <a:srgbClr val="191D1F"/>
                </a:solidFill>
                <a:effectLst/>
                <a:latin typeface="+mn-lt"/>
              </a:rPr>
              <a:t>What causes ESD and how can it be minimized?</a:t>
            </a:r>
          </a:p>
          <a:p>
            <a:endParaRPr lang="en-US"/>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2582330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B9639-52C0-F621-520F-4905E1B08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02168-C0A3-DD35-5020-BD647B6F36D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5F1F075-FFFE-B508-54C5-E0AE5D2DF2B8}"/>
              </a:ext>
            </a:extLst>
          </p:cNvPr>
          <p:cNvSpPr>
            <a:spLocks noGrp="1"/>
          </p:cNvSpPr>
          <p:nvPr>
            <p:ph type="body" idx="1"/>
          </p:nvPr>
        </p:nvSpPr>
        <p:spPr/>
        <p:txBody>
          <a:bodyPr/>
          <a:lstStyle/>
          <a:p>
            <a:pPr>
              <a:defRPr/>
            </a:pPr>
            <a:r>
              <a:rPr lang="en-US">
                <a:ea typeface="Calibri"/>
                <a:cs typeface="Calibri"/>
              </a:rPr>
              <a:t>Safety should be stressed to all learners!</a:t>
            </a:r>
          </a:p>
        </p:txBody>
      </p:sp>
      <p:sp>
        <p:nvSpPr>
          <p:cNvPr id="4" name="Slide Number Placeholder 3">
            <a:extLst>
              <a:ext uri="{FF2B5EF4-FFF2-40B4-BE49-F238E27FC236}">
                <a16:creationId xmlns:a16="http://schemas.microsoft.com/office/drawing/2014/main" id="{A1EA7288-E439-22F2-444E-F4FB4AE3D80C}"/>
              </a:ext>
            </a:extLst>
          </p:cNvPr>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743123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C1DF-8681-D76E-C806-7E57D405A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97EE3-6E25-6946-2583-E792C0CC315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CA6565-8BC0-B49E-5867-0024CAE6C032}"/>
              </a:ext>
            </a:extLst>
          </p:cNvPr>
          <p:cNvSpPr>
            <a:spLocks noGrp="1"/>
          </p:cNvSpPr>
          <p:nvPr>
            <p:ph type="body" idx="1"/>
          </p:nvPr>
        </p:nvSpPr>
        <p:spPr/>
        <p:txBody>
          <a:bodyPr/>
          <a:lstStyle/>
          <a:p>
            <a:pPr>
              <a:defRPr/>
            </a:pPr>
            <a:r>
              <a:rPr lang="en-US"/>
              <a:t>It is a matter of life and death when working with electrical systems. Company policy may prohibit live electrical system work. </a:t>
            </a:r>
            <a:endParaRPr lang="en-US">
              <a:solidFill>
                <a:srgbClr val="000000"/>
              </a:solidFill>
            </a:endParaRPr>
          </a:p>
        </p:txBody>
      </p:sp>
      <p:sp>
        <p:nvSpPr>
          <p:cNvPr id="4" name="Slide Number Placeholder 3">
            <a:extLst>
              <a:ext uri="{FF2B5EF4-FFF2-40B4-BE49-F238E27FC236}">
                <a16:creationId xmlns:a16="http://schemas.microsoft.com/office/drawing/2014/main" id="{9FA1D1C3-CEA1-4AE5-3ED7-A1EBC673891D}"/>
              </a:ext>
            </a:extLst>
          </p:cNvPr>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496946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F46C-AFAC-15ED-3E9D-008BE6C86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A697D-F4CB-6B82-7F8D-606EE6DCAFB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6034881-2AAC-DD6E-10F1-B010AB1D902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ea typeface="Calibri"/>
                <a:cs typeface="Calibri"/>
              </a:rPr>
              <a:t>Note: </a:t>
            </a:r>
            <a:r>
              <a:rPr lang="en-US"/>
              <a:t>Electrical currents can pass through metal and most liquids, so neither should be allowed to come into contact with any electrical device installations. Damaged components or cables are also a risk and should be replaced or isolated immediately. It is important to test electrical devices regularly. The frequency will depend on the environment in which the device is used. In some countries, portable appliance testing (PAT) carried out by a qualified electrician or technician ensures that a device is safe to use.</a:t>
            </a:r>
          </a:p>
        </p:txBody>
      </p:sp>
      <p:sp>
        <p:nvSpPr>
          <p:cNvPr id="4" name="Slide Number Placeholder 3">
            <a:extLst>
              <a:ext uri="{FF2B5EF4-FFF2-40B4-BE49-F238E27FC236}">
                <a16:creationId xmlns:a16="http://schemas.microsoft.com/office/drawing/2014/main" id="{25273627-ED2B-8491-07ED-7939030941D0}"/>
              </a:ext>
            </a:extLst>
          </p:cNvPr>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4122154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942BD-0A67-B33D-158F-A2374E53C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25261-38AA-5B92-6FAF-6614907FE47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E1EF8D5-2CDC-98E1-0322-83B0C827A64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83DC539C-CC4E-0E90-9CD8-EBEE1E46E74E}"/>
              </a:ext>
            </a:extLst>
          </p:cNvPr>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445697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8CD67-DBDE-0AE1-BE26-067D86E51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194CF-812B-CC91-1243-D60F5AB1095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4449074-580E-66B5-32CA-C285B00ACFF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ea typeface="Calibri"/>
                <a:cs typeface="Calibri"/>
              </a:rPr>
              <a:t>Note: </a:t>
            </a:r>
            <a:r>
              <a:rPr lang="en-US"/>
              <a:t>Do not use compressed air blasters to clean up a toner spill or a laser printer within an office-type area. You will blow fine toner dust into the atmosphere and create a health hazard.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ea typeface="Calibri"/>
                <a:cs typeface="Calibri"/>
              </a:rPr>
              <a:t>Note: </a:t>
            </a:r>
            <a:r>
              <a:rPr lang="en-US"/>
              <a:t>A PC vacuum can be used to deal with toner spills only if the filter and bag are fine enough to contain toner particles. Such vacuums should be labeled as toner-safe. Ideally, move the printer to a maintenance room with filters to contain airborne particles. Alternatively, a toner cloth is a special cloth for wiping up loose toner. Be careful if you are using it inside the printer so that the cloth does not get caught on any components and leave fibers behind.</a:t>
            </a:r>
            <a:endParaRPr lang="en-US">
              <a:ea typeface="Calibri"/>
              <a:cs typeface="Calibri"/>
            </a:endParaRPr>
          </a:p>
        </p:txBody>
      </p:sp>
      <p:sp>
        <p:nvSpPr>
          <p:cNvPr id="4" name="Slide Number Placeholder 3">
            <a:extLst>
              <a:ext uri="{FF2B5EF4-FFF2-40B4-BE49-F238E27FC236}">
                <a16:creationId xmlns:a16="http://schemas.microsoft.com/office/drawing/2014/main" id="{5259DEB7-1BBA-12FB-EB4D-942D9E3798E1}"/>
              </a:ext>
            </a:extLst>
          </p:cNvPr>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7965227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07C8-5BBE-449A-703C-46A141A56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CC123-E511-B1DE-9DBB-93ACCC7C67E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B84655A-974F-E191-549B-579CD29AFDC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ea typeface="Calibri"/>
                <a:cs typeface="Calibri"/>
              </a:rPr>
              <a:t>Note: </a:t>
            </a:r>
            <a:r>
              <a:rPr lang="en-US"/>
              <a:t>Ensure that the strap has a working current-limiting resistor for safety (straps should be tested daily). Do not use a grounding plug if there is any suspicion of a fault in the socket or the building’s electrical wiring or if the wiring is not regularly inspected and tested.</a:t>
            </a:r>
            <a:endParaRPr lang="en-US">
              <a:ea typeface="Calibri"/>
              <a:cs typeface="Calibri"/>
            </a:endParaRPr>
          </a:p>
        </p:txBody>
      </p:sp>
      <p:sp>
        <p:nvSpPr>
          <p:cNvPr id="4" name="Slide Number Placeholder 3">
            <a:extLst>
              <a:ext uri="{FF2B5EF4-FFF2-40B4-BE49-F238E27FC236}">
                <a16:creationId xmlns:a16="http://schemas.microsoft.com/office/drawing/2014/main" id="{23C97E22-876C-6434-DF64-93093ECF84CB}"/>
              </a:ext>
            </a:extLst>
          </p:cNvPr>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197600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4D55-12E9-F27B-A90C-448ACA9E0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1159D-2181-9187-2DCC-BD48B61237F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F111DF6-1CC5-D0AD-8CC0-5F077116625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112750C4-48CF-FAAF-AAE9-16DD8F70412B}"/>
              </a:ext>
            </a:extLst>
          </p:cNvPr>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229762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37EF-8399-00C3-2DDC-FE8F8F692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C8DAC-DB38-562A-AF96-0A21938E4A0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36C8782-2B05-496A-0039-DA385871DAF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CF2F7A5-B796-C53E-5BC2-65410E4C981C}"/>
              </a:ext>
            </a:extLst>
          </p:cNvPr>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2529228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6AF4B-9A3D-6F87-B825-04035C2FE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113C-2C95-11A2-2D74-8A120BD8302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8463D7E-1064-5244-5BE9-C5B5CC6CCE9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D3A2D406-6589-EE1E-3E46-7C8AA39F04E8}"/>
              </a:ext>
            </a:extLst>
          </p:cNvPr>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1217239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FED5-D6C1-BAB1-92CF-863381CF9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97BB5-1B46-12FA-C89A-AA936AAA65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2C5A66C-DFD5-AC78-E5DD-1BBCFBA660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AD26BC0E-8BBE-7081-BBE1-F1CFEA89CBFD}"/>
              </a:ext>
            </a:extLst>
          </p:cNvPr>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0755598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2076-5324-3AB8-2C3B-C2030A191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4BEDA-A4A4-D184-F267-115FDA55A16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16BD1D1-FD60-EF38-1CD5-BFD8520767B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62946CD3-3866-E26F-0594-64E355E09E4D}"/>
              </a:ext>
            </a:extLst>
          </p:cNvPr>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2461055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a:latin typeface="+mn-lt"/>
              </a:rPr>
              <a:t>Core 2 Exam Objectives</a:t>
            </a:r>
          </a:p>
          <a:p>
            <a:pPr marL="171450" indent="-171450" algn="l">
              <a:buFont typeface="Arial" panose="020B0604020202020204" pitchFamily="34" charset="0"/>
              <a:buChar char="•"/>
            </a:pPr>
            <a:r>
              <a:rPr lang="en-US" b="0" i="0">
                <a:solidFill>
                  <a:srgbClr val="191D1F"/>
                </a:solidFill>
                <a:effectLst/>
                <a:latin typeface="+mn-lt"/>
              </a:rPr>
              <a:t>4.8 Identify the basics of scripting</a:t>
            </a:r>
          </a:p>
          <a:p>
            <a:pPr marL="0" indent="0">
              <a:buFont typeface="Arial" panose="020B0604020202020204" pitchFamily="34" charset="0"/>
              <a:buNone/>
            </a:pPr>
            <a:endParaRPr lang="en-US">
              <a:latin typeface="+mn-lt"/>
            </a:endParaRPr>
          </a:p>
          <a:p>
            <a:r>
              <a:rPr lang="en-US">
                <a:latin typeface="+mn-lt"/>
              </a:rPr>
              <a:t>Learning Outcomes</a:t>
            </a:r>
          </a:p>
          <a:p>
            <a:pPr marL="171450" indent="-171450" algn="l">
              <a:buFont typeface="Arial" panose="020B0604020202020204" pitchFamily="34" charset="0"/>
              <a:buChar char="•"/>
            </a:pPr>
            <a:r>
              <a:rPr lang="en-US" b="0" i="0">
                <a:solidFill>
                  <a:srgbClr val="191D1F"/>
                </a:solidFill>
                <a:effectLst/>
                <a:latin typeface="+mn-lt"/>
              </a:rPr>
              <a:t>What is a script?</a:t>
            </a:r>
          </a:p>
          <a:p>
            <a:pPr marL="171450" indent="-171450" algn="l">
              <a:buFont typeface="Arial" panose="020B0604020202020204" pitchFamily="34" charset="0"/>
              <a:buChar char="•"/>
            </a:pPr>
            <a:r>
              <a:rPr lang="en-US" b="0" i="0">
                <a:solidFill>
                  <a:srgbClr val="191D1F"/>
                </a:solidFill>
                <a:effectLst/>
                <a:latin typeface="+mn-lt"/>
              </a:rPr>
              <a:t>What are the common scripting languages and file types?</a:t>
            </a:r>
          </a:p>
          <a:p>
            <a:pPr marL="171450" indent="-171450" algn="l">
              <a:buFont typeface="Arial" panose="020B0604020202020204" pitchFamily="34" charset="0"/>
              <a:buChar char="•"/>
            </a:pPr>
            <a:r>
              <a:rPr lang="en-US" b="0" i="0">
                <a:solidFill>
                  <a:srgbClr val="191D1F"/>
                </a:solidFill>
                <a:effectLst/>
                <a:latin typeface="+mn-lt"/>
              </a:rPr>
              <a:t>What are some examples of tasks that can be completed using a script?</a:t>
            </a:r>
          </a:p>
          <a:p>
            <a:endParaRPr lang="en-US"/>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2394898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5039-E74D-F384-5673-032BB717F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FCCB-E267-1287-358F-CD9D64E427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B6E75A-22ED-02D7-9192-AF4901DF2F4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455DB894-84D3-6C3B-7223-B024C768ABE0}"/>
              </a:ext>
            </a:extLst>
          </p:cNvPr>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1899505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50BE-A19D-D742-AEA3-F711DCCE5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F2FD8-BD10-14D1-8960-C3F9205B2CE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A1511CC-9E27-59F1-DB5E-84D3E44A07C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5851C3FE-8D6C-5A83-B298-9062952B6D31}"/>
              </a:ext>
            </a:extLst>
          </p:cNvPr>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7223864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EDB77-92CF-77D7-8204-0CF7C0B0C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5092C-0DF0-3674-1411-EE868089038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E277038-BA1F-EC25-6860-D083D10FF4A5}"/>
              </a:ext>
            </a:extLst>
          </p:cNvPr>
          <p:cNvSpPr>
            <a:spLocks noGrp="1"/>
          </p:cNvSpPr>
          <p:nvPr>
            <p:ph type="body" idx="1"/>
          </p:nvPr>
        </p:nvSpPr>
        <p:spPr/>
        <p:txBody>
          <a:bodyPr/>
          <a:lstStyle/>
          <a:p>
            <a:pPr>
              <a:defRPr/>
            </a:pPr>
            <a:r>
              <a:rPr lang="en-US">
                <a:ea typeface="Calibri"/>
                <a:cs typeface="Calibri"/>
              </a:rPr>
              <a:t>Learners should be able to define each term and identify them within an example script.</a:t>
            </a:r>
          </a:p>
        </p:txBody>
      </p:sp>
      <p:sp>
        <p:nvSpPr>
          <p:cNvPr id="4" name="Slide Number Placeholder 3">
            <a:extLst>
              <a:ext uri="{FF2B5EF4-FFF2-40B4-BE49-F238E27FC236}">
                <a16:creationId xmlns:a16="http://schemas.microsoft.com/office/drawing/2014/main" id="{58C8E951-28DB-D526-1B78-36780F5529FD}"/>
              </a:ext>
            </a:extLst>
          </p:cNvPr>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181761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D5D49-1C2E-CC68-B066-0301AC895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9241A-C4C1-2265-3C4B-1EF1BF3D76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3EEA427-5537-9447-8031-EBF42D6492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049E99-06DE-0EF7-BB86-3058749F5610}"/>
              </a:ext>
            </a:extLst>
          </p:cNvPr>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734710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0D6D-AC75-069A-9B4B-6EEBA58D6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96944-5F3E-6E1A-37C3-BCBD02D0613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896FB04-3A62-739F-748B-97AA430CD19F}"/>
              </a:ext>
            </a:extLst>
          </p:cNvPr>
          <p:cNvSpPr>
            <a:spLocks noGrp="1"/>
          </p:cNvSpPr>
          <p:nvPr>
            <p:ph type="body" idx="1"/>
          </p:nvPr>
        </p:nvSpPr>
        <p:spPr/>
        <p:txBody>
          <a:bodyPr/>
          <a:lstStyle/>
          <a:p>
            <a:pPr>
              <a:defRPr/>
            </a:pPr>
            <a:r>
              <a:rPr lang="en-US">
                <a:ea typeface="Calibri"/>
                <a:cs typeface="Calibri"/>
              </a:rPr>
              <a:t>Instructors may want to demonstrate the Windows PowerShell ISE with their learners.</a:t>
            </a:r>
          </a:p>
        </p:txBody>
      </p:sp>
      <p:sp>
        <p:nvSpPr>
          <p:cNvPr id="4" name="Slide Number Placeholder 3">
            <a:extLst>
              <a:ext uri="{FF2B5EF4-FFF2-40B4-BE49-F238E27FC236}">
                <a16:creationId xmlns:a16="http://schemas.microsoft.com/office/drawing/2014/main" id="{BD617F57-13A9-A444-8DD9-30D8D3082273}"/>
              </a:ext>
            </a:extLst>
          </p:cNvPr>
          <p:cNvSpPr>
            <a:spLocks noGrp="1"/>
          </p:cNvSpPr>
          <p:nvPr>
            <p:ph type="sldNum" sz="quarter" idx="5"/>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1352683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39D0C-AA6D-2AF4-5DC8-CF8AB48A9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6CECD-45C2-FC40-71C6-553189E1176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40E38E3-FE7F-3170-2939-7F53375B6B1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E743B8B7-5B7A-9450-26A2-47A0ADF9D1B2}"/>
              </a:ext>
            </a:extLst>
          </p:cNvPr>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325145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17342-84F4-1A72-9031-90D7CCF08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B0F94-49CD-10E5-7F60-6C9F9286C5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E8383BA-743E-4CEB-A14F-D3BC81A8EF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C812B587-EAB0-3C0B-A649-A9B5F8FFA373}"/>
              </a:ext>
            </a:extLst>
          </p:cNvPr>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32977277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7DC5B-3BC0-064E-0741-04216A737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B581D-CF94-CB13-AAE7-A938892ABC1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164FA50-DC2F-A0B5-A8F6-8E175914A63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CEA48D8E-11DD-74B6-9B18-DBB333407AD3}"/>
              </a:ext>
            </a:extLst>
          </p:cNvPr>
          <p:cNvSpPr>
            <a:spLocks noGrp="1"/>
          </p:cNvSpPr>
          <p:nvPr>
            <p:ph type="sldNum" sz="quarter" idx="5"/>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36827166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3791-222E-347B-A655-4E0DA671A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7A5C0-D56B-420D-5533-E4FA362488B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3A8DC86-4258-A18F-74A0-B50A5EE73CF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ea typeface="Calibri"/>
                <a:cs typeface="Calibri"/>
              </a:rPr>
              <a:t>Note: </a:t>
            </a:r>
            <a:r>
              <a:rPr lang="en-US"/>
              <a:t>There are two major versions of Python: version 2 and version 3. Both to be installed at the same time. In Linux, using the keyword ​python​ executes a script as version 2, while ​python3​ executes a script in the version 3 interpreter. As of 2020, Python 2 is end of life (EOL), so scripts should be updated to version 3 syntax.</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03B00923-764C-6594-B7C1-652DC0D89F81}"/>
              </a:ext>
            </a:extLst>
          </p:cNvPr>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607438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CF6B4-2CA9-0B88-D173-591910C10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90185-4085-8ED5-CD83-86737EF9B10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FDBB945-9223-30A4-07EC-2144C61748CA}"/>
              </a:ext>
            </a:extLst>
          </p:cNvPr>
          <p:cNvSpPr>
            <a:spLocks noGrp="1"/>
          </p:cNvSpPr>
          <p:nvPr>
            <p:ph type="body" idx="1"/>
          </p:nvPr>
        </p:nvSpPr>
        <p:spPr/>
        <p:txBody>
          <a:bodyPr/>
          <a:lstStyle/>
          <a:p>
            <a:pPr>
              <a:defRPr/>
            </a:pPr>
            <a:r>
              <a:rPr lang="en-US">
                <a:ea typeface="Calibri"/>
                <a:cs typeface="Calibri"/>
              </a:rPr>
              <a:t>Examples of various scripts in different languages should be reviewed and explained by instructor. Learners may be asked to identify components or functionality of a script as part of interviewing processes and potential employers.</a:t>
            </a:r>
          </a:p>
        </p:txBody>
      </p:sp>
      <p:sp>
        <p:nvSpPr>
          <p:cNvPr id="4" name="Slide Number Placeholder 3">
            <a:extLst>
              <a:ext uri="{FF2B5EF4-FFF2-40B4-BE49-F238E27FC236}">
                <a16:creationId xmlns:a16="http://schemas.microsoft.com/office/drawing/2014/main" id="{E4584FA2-5069-2C54-E080-D5492234E5B1}"/>
              </a:ext>
            </a:extLst>
          </p:cNvPr>
          <p:cNvSpPr>
            <a:spLocks noGrp="1"/>
          </p:cNvSpPr>
          <p:nvPr>
            <p:ph type="sldNum" sz="quarter" idx="5"/>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41731672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44EC-957C-DBF0-9A78-4180ACF5A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2C9C-FDBD-A1D5-FC7F-0120E0E2B09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9FC794D-CA4A-6C9E-5862-F9A37AE7456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B78353B4-DD83-47F6-D316-6C38CF022E15}"/>
              </a:ext>
            </a:extLst>
          </p:cNvPr>
          <p:cNvSpPr>
            <a:spLocks noGrp="1"/>
          </p:cNvSpPr>
          <p:nvPr>
            <p:ph type="sldNum" sz="quarter" idx="5"/>
          </p:nvPr>
        </p:nvSpPr>
        <p:spPr/>
        <p:txBody>
          <a:bodyPr/>
          <a:lstStyle/>
          <a:p>
            <a:fld id="{B7CF8A19-3A9E-4ABC-B336-2FDDE321C72D}" type="slidenum">
              <a:rPr lang="en-US" smtClean="0"/>
              <a:pPr/>
              <a:t>36</a:t>
            </a:fld>
            <a:endParaRPr lang="en-US"/>
          </a:p>
        </p:txBody>
      </p:sp>
    </p:spTree>
    <p:extLst>
      <p:ext uri="{BB962C8B-B14F-4D97-AF65-F5344CB8AC3E}">
        <p14:creationId xmlns:p14="http://schemas.microsoft.com/office/powerpoint/2010/main" val="39761057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F483-1213-E8FA-F229-30745DFD1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77CE3-F796-C605-0C05-EC8CD2D427E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B7F40FF-FDC4-4A09-DC08-9126D00FFD9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1EFF171-D4A2-EBDE-E40C-1517B23EC236}"/>
              </a:ext>
            </a:extLst>
          </p:cNvPr>
          <p:cNvSpPr>
            <a:spLocks noGrp="1"/>
          </p:cNvSpPr>
          <p:nvPr>
            <p:ph type="sldNum" sz="quarter" idx="5"/>
          </p:nvPr>
        </p:nvSpPr>
        <p:spPr/>
        <p:txBody>
          <a:bodyPr/>
          <a:lstStyle/>
          <a:p>
            <a:fld id="{B7CF8A19-3A9E-4ABC-B336-2FDDE321C72D}" type="slidenum">
              <a:rPr lang="en-US" smtClean="0"/>
              <a:pPr/>
              <a:t>38</a:t>
            </a:fld>
            <a:endParaRPr lang="en-US"/>
          </a:p>
        </p:txBody>
      </p:sp>
    </p:spTree>
    <p:extLst>
      <p:ext uri="{BB962C8B-B14F-4D97-AF65-F5344CB8AC3E}">
        <p14:creationId xmlns:p14="http://schemas.microsoft.com/office/powerpoint/2010/main" val="34922243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4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42.xml"/><Relationship Id="rId5" Type="http://schemas.openxmlformats.org/officeDocument/2006/relationships/image" Target="../media/image16.pn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44.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5.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46.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1.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5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54.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7.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59.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60.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6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6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6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1.xml"/><Relationship Id="rId1" Type="http://schemas.openxmlformats.org/officeDocument/2006/relationships/tags" Target="../tags/tag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a:t>Implementing Operational Procedures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a:t>Module 22</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a:t>Prepare for A+ Core 2 by:</a:t>
            </a:r>
          </a:p>
          <a:p>
            <a:r>
              <a:rPr lang="en-US"/>
              <a:t>Implementing best practice documentation to track assets</a:t>
            </a:r>
          </a:p>
          <a:p>
            <a:r>
              <a:rPr lang="en-US"/>
              <a:t>Using common safety and environmental procedures</a:t>
            </a:r>
          </a:p>
          <a:p>
            <a:r>
              <a:rPr lang="en-US"/>
              <a:t>Explaining basic scripting constructs and use cases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a:t>Change and Inventory Management</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a:t>Lesson 22.1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a:solidFill>
                  <a:srgbClr val="253644"/>
                </a:solidFill>
                <a:effectLst/>
              </a:rPr>
              <a:t>Change Requests</a:t>
            </a:r>
            <a:endParaRPr lang="en-US" sz="200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Policies and procedures that reduce risk of outages caused by changes</a:t>
            </a:r>
          </a:p>
          <a:p>
            <a:r>
              <a:rPr lang="en-US">
                <a:latin typeface="Calibri"/>
                <a:ea typeface="Calibri"/>
                <a:cs typeface="Calibri"/>
              </a:rPr>
              <a:t>Should include:</a:t>
            </a:r>
            <a:endParaRPr lang="en-US">
              <a:ea typeface="Calibri"/>
            </a:endParaRPr>
          </a:p>
          <a:p>
            <a:pPr lvl="1"/>
            <a:r>
              <a:rPr lang="en-US">
                <a:latin typeface="Calibri"/>
                <a:ea typeface="Calibri"/>
                <a:cs typeface="Calibri"/>
              </a:rPr>
              <a:t>Purpose, scope, type, timeline, effect</a:t>
            </a:r>
            <a:endParaRPr lang="en-US">
              <a:ea typeface="Calibri"/>
            </a:endParaRP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5</a:t>
            </a:fld>
            <a:endParaRPr lang="en-US"/>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3343-E84A-D3C3-C91F-5EBFF42ED4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48ACA5E-BBB7-8CBC-1604-A9D01013DAD4}"/>
              </a:ext>
            </a:extLst>
          </p:cNvPr>
          <p:cNvSpPr>
            <a:spLocks noGrp="1"/>
          </p:cNvSpPr>
          <p:nvPr>
            <p:ph type="title"/>
          </p:nvPr>
        </p:nvSpPr>
        <p:spPr/>
        <p:txBody>
          <a:bodyPr/>
          <a:lstStyle/>
          <a:p>
            <a:r>
              <a:rPr lang="en-US" b="1" i="0">
                <a:solidFill>
                  <a:srgbClr val="253644"/>
                </a:solidFill>
                <a:effectLst/>
              </a:rPr>
              <a:t>Risk Analysis</a:t>
            </a:r>
            <a:endParaRPr lang="en-US" sz="2000">
              <a:solidFill>
                <a:srgbClr val="253644"/>
              </a:solidFill>
            </a:endParaRPr>
          </a:p>
        </p:txBody>
      </p:sp>
      <p:sp>
        <p:nvSpPr>
          <p:cNvPr id="3" name="Content Placeholder 2">
            <a:extLst>
              <a:ext uri="{FF2B5EF4-FFF2-40B4-BE49-F238E27FC236}">
                <a16:creationId xmlns:a16="http://schemas.microsoft.com/office/drawing/2014/main" id="{1C45D08E-A885-97EF-D7C1-CADD356E3F2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Identify possible issues with implementation</a:t>
            </a:r>
          </a:p>
          <a:p>
            <a:r>
              <a:rPr lang="en-US">
                <a:latin typeface="Calibri"/>
                <a:ea typeface="Calibri"/>
                <a:cs typeface="Calibri"/>
              </a:rPr>
              <a:t>What controls or monitors can be implemented to reduce the risk</a:t>
            </a:r>
          </a:p>
          <a:p>
            <a:r>
              <a:rPr lang="en-US">
                <a:latin typeface="Calibri"/>
                <a:ea typeface="Calibri"/>
                <a:cs typeface="Calibri"/>
              </a:rPr>
              <a:t>Identify cause and effect</a:t>
            </a:r>
          </a:p>
          <a:p>
            <a:r>
              <a:rPr lang="en-US">
                <a:latin typeface="Calibri"/>
                <a:ea typeface="Calibri"/>
                <a:cs typeface="Calibri"/>
              </a:rPr>
              <a:t>Qualitative and quantitative analysis</a:t>
            </a:r>
            <a:endParaRPr lang="en-US">
              <a:ea typeface="Calibri"/>
            </a:endParaRPr>
          </a:p>
          <a:p>
            <a:endParaRPr lang="en-US">
              <a:ea typeface="Calibri"/>
            </a:endParaRPr>
          </a:p>
        </p:txBody>
      </p:sp>
      <p:sp>
        <p:nvSpPr>
          <p:cNvPr id="4" name="Slide Number Placeholder 3">
            <a:extLst>
              <a:ext uri="{FF2B5EF4-FFF2-40B4-BE49-F238E27FC236}">
                <a16:creationId xmlns:a16="http://schemas.microsoft.com/office/drawing/2014/main" id="{D937DDA1-9462-7ED2-D627-9C709A0CE5FB}"/>
              </a:ext>
            </a:extLst>
          </p:cNvPr>
          <p:cNvSpPr>
            <a:spLocks noGrp="1"/>
          </p:cNvSpPr>
          <p:nvPr>
            <p:ph type="sldNum" sz="quarter" idx="10"/>
          </p:nvPr>
        </p:nvSpPr>
        <p:spPr/>
        <p:txBody>
          <a:bodyPr/>
          <a:lstStyle/>
          <a:p>
            <a:fld id="{B7CF8A19-3A9E-4ABC-B336-2FDDE321C72D}" type="slidenum">
              <a:rPr lang="en-US" smtClean="0"/>
              <a:pPr/>
              <a:t>6</a:t>
            </a:fld>
            <a:endParaRPr lang="en-US"/>
          </a:p>
        </p:txBody>
      </p:sp>
    </p:spTree>
    <p:custDataLst>
      <p:tags r:id="rId1"/>
    </p:custDataLst>
    <p:extLst>
      <p:ext uri="{BB962C8B-B14F-4D97-AF65-F5344CB8AC3E}">
        <p14:creationId xmlns:p14="http://schemas.microsoft.com/office/powerpoint/2010/main" val="2702425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A2078-D42F-4EBF-388E-CD1F48A393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11AFE7E-3293-92CC-A50F-9F23E7182BA9}"/>
              </a:ext>
            </a:extLst>
          </p:cNvPr>
          <p:cNvSpPr>
            <a:spLocks noGrp="1"/>
          </p:cNvSpPr>
          <p:nvPr>
            <p:ph type="title"/>
          </p:nvPr>
        </p:nvSpPr>
        <p:spPr/>
        <p:txBody>
          <a:bodyPr/>
          <a:lstStyle/>
          <a:p>
            <a:r>
              <a:rPr lang="en-US" b="1" i="0">
                <a:solidFill>
                  <a:srgbClr val="253644"/>
                </a:solidFill>
                <a:effectLst/>
              </a:rPr>
              <a:t>Change Board Approvals</a:t>
            </a:r>
            <a:endParaRPr lang="en-US" sz="2000">
              <a:solidFill>
                <a:srgbClr val="253644"/>
              </a:solidFill>
            </a:endParaRPr>
          </a:p>
        </p:txBody>
      </p:sp>
      <p:sp>
        <p:nvSpPr>
          <p:cNvPr id="3" name="Content Placeholder 2">
            <a:extLst>
              <a:ext uri="{FF2B5EF4-FFF2-40B4-BE49-F238E27FC236}">
                <a16:creationId xmlns:a16="http://schemas.microsoft.com/office/drawing/2014/main" id="{13E8A3B6-0578-0F7B-5A96-72C2525BB054}"/>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Change advisory board (CAB)</a:t>
            </a:r>
            <a:endParaRPr lang="en-US">
              <a:ea typeface="Calibri"/>
            </a:endParaRPr>
          </a:p>
          <a:p>
            <a:pPr lvl="1"/>
            <a:r>
              <a:rPr lang="en-US">
                <a:latin typeface="Calibri"/>
                <a:ea typeface="Calibri"/>
                <a:cs typeface="Calibri"/>
              </a:rPr>
              <a:t>Officially approves changes after request is thoroughly reviewed</a:t>
            </a:r>
          </a:p>
          <a:p>
            <a:r>
              <a:rPr lang="en-US">
                <a:latin typeface="Calibri"/>
                <a:ea typeface="Calibri"/>
                <a:cs typeface="Calibri"/>
              </a:rPr>
              <a:t>Some changes may not need full approval of board, especially during incident response or emergency procedures</a:t>
            </a:r>
            <a:endParaRPr lang="en-US">
              <a:ea typeface="Calibri"/>
            </a:endParaRPr>
          </a:p>
        </p:txBody>
      </p:sp>
      <p:sp>
        <p:nvSpPr>
          <p:cNvPr id="4" name="Slide Number Placeholder 3">
            <a:extLst>
              <a:ext uri="{FF2B5EF4-FFF2-40B4-BE49-F238E27FC236}">
                <a16:creationId xmlns:a16="http://schemas.microsoft.com/office/drawing/2014/main" id="{B8CF81AB-77EE-DA93-6F9E-C00837B6DD41}"/>
              </a:ext>
            </a:extLst>
          </p:cNvPr>
          <p:cNvSpPr>
            <a:spLocks noGrp="1"/>
          </p:cNvSpPr>
          <p:nvPr>
            <p:ph type="sldNum" sz="quarter" idx="10"/>
          </p:nvPr>
        </p:nvSpPr>
        <p:spPr/>
        <p:txBody>
          <a:bodyPr/>
          <a:lstStyle/>
          <a:p>
            <a:fld id="{B7CF8A19-3A9E-4ABC-B336-2FDDE321C72D}" type="slidenum">
              <a:rPr lang="en-US" smtClean="0"/>
              <a:pPr/>
              <a:t>7</a:t>
            </a:fld>
            <a:endParaRPr lang="en-US"/>
          </a:p>
        </p:txBody>
      </p:sp>
    </p:spTree>
    <p:custDataLst>
      <p:tags r:id="rId1"/>
    </p:custDataLst>
    <p:extLst>
      <p:ext uri="{BB962C8B-B14F-4D97-AF65-F5344CB8AC3E}">
        <p14:creationId xmlns:p14="http://schemas.microsoft.com/office/powerpoint/2010/main" val="181972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833BD-6C94-1EE3-45C9-FEBA804213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E22638-4D5E-7D5D-6C10-344AC853D325}"/>
              </a:ext>
            </a:extLst>
          </p:cNvPr>
          <p:cNvSpPr>
            <a:spLocks noGrp="1"/>
          </p:cNvSpPr>
          <p:nvPr>
            <p:ph type="title"/>
          </p:nvPr>
        </p:nvSpPr>
        <p:spPr/>
        <p:txBody>
          <a:bodyPr/>
          <a:lstStyle/>
          <a:p>
            <a:r>
              <a:rPr lang="en-US" b="1" i="0">
                <a:solidFill>
                  <a:srgbClr val="253644"/>
                </a:solidFill>
                <a:effectLst/>
              </a:rPr>
              <a:t>Implementation and Acceptance</a:t>
            </a:r>
            <a:endParaRPr lang="en-US" sz="2000">
              <a:solidFill>
                <a:srgbClr val="253644"/>
              </a:solidFill>
            </a:endParaRPr>
          </a:p>
        </p:txBody>
      </p:sp>
      <p:sp>
        <p:nvSpPr>
          <p:cNvPr id="3" name="Content Placeholder 2">
            <a:extLst>
              <a:ext uri="{FF2B5EF4-FFF2-40B4-BE49-F238E27FC236}">
                <a16:creationId xmlns:a16="http://schemas.microsoft.com/office/drawing/2014/main" id="{19A0FE05-D2B4-145A-0468-603AAE9653B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Implement change</a:t>
            </a:r>
          </a:p>
          <a:p>
            <a:r>
              <a:rPr lang="en-US">
                <a:latin typeface="Calibri"/>
                <a:ea typeface="Calibri"/>
                <a:cs typeface="Calibri"/>
              </a:rPr>
              <a:t>Rollback and/or backup plan</a:t>
            </a:r>
            <a:endParaRPr lang="en-US">
              <a:ea typeface="Calibri"/>
            </a:endParaRPr>
          </a:p>
          <a:p>
            <a:r>
              <a:rPr lang="en-US">
                <a:latin typeface="Calibri"/>
                <a:ea typeface="Calibri"/>
                <a:cs typeface="Calibri"/>
              </a:rPr>
              <a:t>End-user acceptance</a:t>
            </a:r>
          </a:p>
        </p:txBody>
      </p:sp>
      <p:sp>
        <p:nvSpPr>
          <p:cNvPr id="4" name="Slide Number Placeholder 3">
            <a:extLst>
              <a:ext uri="{FF2B5EF4-FFF2-40B4-BE49-F238E27FC236}">
                <a16:creationId xmlns:a16="http://schemas.microsoft.com/office/drawing/2014/main" id="{1D0B8476-4F70-F865-7BA8-86824981015D}"/>
              </a:ext>
            </a:extLst>
          </p:cNvPr>
          <p:cNvSpPr>
            <a:spLocks noGrp="1"/>
          </p:cNvSpPr>
          <p:nvPr>
            <p:ph type="sldNum" sz="quarter" idx="10"/>
          </p:nvPr>
        </p:nvSpPr>
        <p:spPr/>
        <p:txBody>
          <a:bodyPr/>
          <a:lstStyle/>
          <a:p>
            <a:fld id="{B7CF8A19-3A9E-4ABC-B336-2FDDE321C72D}" type="slidenum">
              <a:rPr lang="en-US" smtClean="0"/>
              <a:pPr/>
              <a:t>8</a:t>
            </a:fld>
            <a:endParaRPr lang="en-US"/>
          </a:p>
        </p:txBody>
      </p:sp>
    </p:spTree>
    <p:custDataLst>
      <p:tags r:id="rId1"/>
    </p:custDataLst>
    <p:extLst>
      <p:ext uri="{BB962C8B-B14F-4D97-AF65-F5344CB8AC3E}">
        <p14:creationId xmlns:p14="http://schemas.microsoft.com/office/powerpoint/2010/main" val="2618266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6E8CC-6FEA-C05A-B27A-B9566A78F13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BE755F-10E4-684A-7633-80F9063CE64D}"/>
              </a:ext>
            </a:extLst>
          </p:cNvPr>
          <p:cNvSpPr>
            <a:spLocks noGrp="1"/>
          </p:cNvSpPr>
          <p:nvPr>
            <p:ph type="title"/>
          </p:nvPr>
        </p:nvSpPr>
        <p:spPr/>
        <p:txBody>
          <a:bodyPr/>
          <a:lstStyle/>
          <a:p>
            <a:r>
              <a:rPr lang="en-US" b="1" i="0">
                <a:solidFill>
                  <a:srgbClr val="253644"/>
                </a:solidFill>
                <a:effectLst/>
              </a:rPr>
              <a:t>Asset Management</a:t>
            </a:r>
            <a:endParaRPr lang="en-US" sz="2000">
              <a:solidFill>
                <a:srgbClr val="253644"/>
              </a:solidFill>
            </a:endParaRPr>
          </a:p>
        </p:txBody>
      </p:sp>
      <p:sp>
        <p:nvSpPr>
          <p:cNvPr id="3" name="Content Placeholder 2">
            <a:extLst>
              <a:ext uri="{FF2B5EF4-FFF2-40B4-BE49-F238E27FC236}">
                <a16:creationId xmlns:a16="http://schemas.microsoft.com/office/drawing/2014/main" id="{95EFDB21-B012-46D5-ECD9-F733F9D50043}"/>
              </a:ext>
            </a:extLst>
          </p:cNvPr>
          <p:cNvSpPr>
            <a:spLocks noGrp="1"/>
          </p:cNvSpPr>
          <p:nvPr>
            <p:ph idx="1"/>
          </p:nvPr>
        </p:nvSpPr>
        <p:spPr>
          <a:xfrm>
            <a:off x="146050" y="746760"/>
            <a:ext cx="4425950" cy="4046220"/>
          </a:xfrm>
        </p:spPr>
        <p:txBody>
          <a:bodyPr vert="horz" lIns="91440" tIns="45720" rIns="91440" bIns="45720" rtlCol="0" anchor="t">
            <a:normAutofit fontScale="85000" lnSpcReduction="20000"/>
          </a:bodyPr>
          <a:lstStyle/>
          <a:p>
            <a:r>
              <a:rPr lang="en-US">
                <a:latin typeface="Calibri"/>
                <a:ea typeface="Calibri"/>
                <a:cs typeface="Calibri"/>
              </a:rPr>
              <a:t>Inventory</a:t>
            </a:r>
            <a:endParaRPr lang="en-US">
              <a:ea typeface="Calibri" panose="020F0502020204030204" pitchFamily="34" charset="0"/>
            </a:endParaRPr>
          </a:p>
          <a:p>
            <a:pPr lvl="1"/>
            <a:r>
              <a:rPr lang="en-US">
                <a:latin typeface="Calibri"/>
                <a:ea typeface="Calibri"/>
                <a:cs typeface="Calibri"/>
              </a:rPr>
              <a:t>Name, make, model</a:t>
            </a:r>
          </a:p>
          <a:p>
            <a:pPr lvl="1"/>
            <a:r>
              <a:rPr lang="en-US">
                <a:latin typeface="Calibri"/>
                <a:ea typeface="Calibri"/>
                <a:cs typeface="Calibri"/>
              </a:rPr>
              <a:t>Asset ID</a:t>
            </a:r>
            <a:endParaRPr lang="en-US">
              <a:ea typeface="Calibri"/>
            </a:endParaRPr>
          </a:p>
          <a:p>
            <a:pPr lvl="2">
              <a:buFont typeface="Wingdings" panose="020B0604020202020204" pitchFamily="34" charset="0"/>
              <a:buChar char="§"/>
            </a:pPr>
            <a:r>
              <a:rPr lang="en-US">
                <a:latin typeface="Calibri"/>
                <a:ea typeface="Calibri"/>
                <a:cs typeface="Calibri"/>
              </a:rPr>
              <a:t>Tag or barcodes are popular</a:t>
            </a:r>
            <a:endParaRPr lang="en-US">
              <a:ea typeface="Calibri"/>
            </a:endParaRPr>
          </a:p>
          <a:p>
            <a:pPr lvl="1"/>
            <a:r>
              <a:rPr lang="en-US">
                <a:latin typeface="Calibri"/>
                <a:ea typeface="Calibri"/>
                <a:cs typeface="Calibri"/>
              </a:rPr>
              <a:t>Manufacturer</a:t>
            </a:r>
            <a:endParaRPr lang="en-US">
              <a:ea typeface="Calibri"/>
            </a:endParaRPr>
          </a:p>
          <a:p>
            <a:pPr lvl="1"/>
            <a:r>
              <a:rPr lang="en-US">
                <a:latin typeface="Calibri"/>
                <a:ea typeface="Calibri"/>
                <a:cs typeface="Calibri"/>
              </a:rPr>
              <a:t>Specifications</a:t>
            </a:r>
            <a:endParaRPr lang="en-US">
              <a:ea typeface="Calibri"/>
            </a:endParaRPr>
          </a:p>
          <a:p>
            <a:pPr lvl="1"/>
            <a:r>
              <a:rPr lang="en-US">
                <a:latin typeface="Calibri"/>
                <a:ea typeface="Calibri"/>
                <a:cs typeface="Calibri"/>
              </a:rPr>
              <a:t>Dates</a:t>
            </a:r>
          </a:p>
          <a:p>
            <a:pPr lvl="2">
              <a:buFont typeface="Wingdings" panose="020B0604020202020204" pitchFamily="34" charset="0"/>
              <a:buChar char="§"/>
            </a:pPr>
            <a:r>
              <a:rPr lang="en-US">
                <a:latin typeface="Calibri"/>
                <a:ea typeface="Calibri"/>
                <a:cs typeface="Calibri"/>
              </a:rPr>
              <a:t>Warranty, purchase, etc.</a:t>
            </a:r>
            <a:endParaRPr lang="en-US">
              <a:ea typeface="Calibri"/>
            </a:endParaRPr>
          </a:p>
          <a:p>
            <a:pPr lvl="1"/>
            <a:r>
              <a:rPr lang="en-US">
                <a:ea typeface="Calibri"/>
              </a:rPr>
              <a:t>Cost</a:t>
            </a:r>
          </a:p>
          <a:p>
            <a:r>
              <a:rPr lang="en-US">
                <a:latin typeface="Calibri"/>
                <a:ea typeface="Calibri"/>
                <a:cs typeface="Calibri"/>
              </a:rPr>
              <a:t>Configuration management database (CMDB)</a:t>
            </a:r>
          </a:p>
          <a:p>
            <a:r>
              <a:rPr lang="en-US">
                <a:latin typeface="Calibri"/>
                <a:ea typeface="Calibri"/>
                <a:cs typeface="Calibri"/>
              </a:rPr>
              <a:t>Lifecycle</a:t>
            </a:r>
            <a:endParaRPr lang="en-US">
              <a:ea typeface="Calibri"/>
            </a:endParaRPr>
          </a:p>
          <a:p>
            <a:pPr lvl="1"/>
            <a:r>
              <a:rPr lang="en-US">
                <a:latin typeface="Calibri"/>
                <a:ea typeface="Calibri"/>
                <a:cs typeface="Calibri"/>
              </a:rPr>
              <a:t>Procurement through disposal/destruction</a:t>
            </a:r>
            <a:endParaRPr lang="en-US">
              <a:ea typeface="Calibri"/>
            </a:endParaRPr>
          </a:p>
        </p:txBody>
      </p:sp>
      <p:sp>
        <p:nvSpPr>
          <p:cNvPr id="4" name="Slide Number Placeholder 3">
            <a:extLst>
              <a:ext uri="{FF2B5EF4-FFF2-40B4-BE49-F238E27FC236}">
                <a16:creationId xmlns:a16="http://schemas.microsoft.com/office/drawing/2014/main" id="{805401E9-6FEA-542F-05C9-F2B0A01E5961}"/>
              </a:ext>
            </a:extLst>
          </p:cNvPr>
          <p:cNvSpPr>
            <a:spLocks noGrp="1"/>
          </p:cNvSpPr>
          <p:nvPr>
            <p:ph type="sldNum" sz="quarter" idx="10"/>
          </p:nvPr>
        </p:nvSpPr>
        <p:spPr/>
        <p:txBody>
          <a:bodyPr/>
          <a:lstStyle/>
          <a:p>
            <a:fld id="{B7CF8A19-3A9E-4ABC-B336-2FDDE321C72D}" type="slidenum">
              <a:rPr lang="en-US" smtClean="0"/>
              <a:pPr/>
              <a:t>9</a:t>
            </a:fld>
            <a:endParaRPr lang="en-US"/>
          </a:p>
        </p:txBody>
      </p:sp>
      <p:pic>
        <p:nvPicPr>
          <p:cNvPr id="5" name="Picture 4" descr="A Dell ProSupport Plus service tag label with a barcode, service tag number, and an express service code for technical support.">
            <a:extLst>
              <a:ext uri="{FF2B5EF4-FFF2-40B4-BE49-F238E27FC236}">
                <a16:creationId xmlns:a16="http://schemas.microsoft.com/office/drawing/2014/main" id="{8A7C9FB4-709A-A957-CBA2-41FD5372CCB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19357" y="1051695"/>
            <a:ext cx="2870271" cy="1520055"/>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4266900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778E-796E-AF4E-D576-2F6E0979451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8918350-B7E1-FA37-8736-FDDF5DA2804F}"/>
              </a:ext>
            </a:extLst>
          </p:cNvPr>
          <p:cNvSpPr>
            <a:spLocks noGrp="1"/>
          </p:cNvSpPr>
          <p:nvPr>
            <p:ph type="title"/>
          </p:nvPr>
        </p:nvSpPr>
        <p:spPr/>
        <p:txBody>
          <a:bodyPr/>
          <a:lstStyle/>
          <a:p>
            <a:r>
              <a:rPr lang="en-US" b="1" i="0">
                <a:solidFill>
                  <a:srgbClr val="253644"/>
                </a:solidFill>
                <a:effectLst/>
              </a:rPr>
              <a:t>Warranty and Licensing</a:t>
            </a:r>
            <a:endParaRPr lang="en-US" sz="2000">
              <a:solidFill>
                <a:srgbClr val="253644"/>
              </a:solidFill>
            </a:endParaRPr>
          </a:p>
        </p:txBody>
      </p:sp>
      <p:sp>
        <p:nvSpPr>
          <p:cNvPr id="3" name="Content Placeholder 2">
            <a:extLst>
              <a:ext uri="{FF2B5EF4-FFF2-40B4-BE49-F238E27FC236}">
                <a16:creationId xmlns:a16="http://schemas.microsoft.com/office/drawing/2014/main" id="{59CA7134-ADA5-C29D-2DC4-BCE58BFD7930}"/>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Invoice documentation</a:t>
            </a:r>
          </a:p>
          <a:p>
            <a:r>
              <a:rPr lang="en-US">
                <a:latin typeface="Calibri"/>
                <a:ea typeface="Calibri"/>
                <a:cs typeface="Calibri"/>
              </a:rPr>
              <a:t>Warranty timelines and paperwork</a:t>
            </a:r>
          </a:p>
          <a:p>
            <a:r>
              <a:rPr lang="en-US">
                <a:latin typeface="Calibri"/>
                <a:ea typeface="Calibri"/>
                <a:cs typeface="Calibri"/>
              </a:rPr>
              <a:t>Document limits and license allocations/use</a:t>
            </a:r>
            <a:endParaRPr lang="en-US">
              <a:ea typeface="Calibri"/>
            </a:endParaRPr>
          </a:p>
        </p:txBody>
      </p:sp>
      <p:sp>
        <p:nvSpPr>
          <p:cNvPr id="4" name="Slide Number Placeholder 3">
            <a:extLst>
              <a:ext uri="{FF2B5EF4-FFF2-40B4-BE49-F238E27FC236}">
                <a16:creationId xmlns:a16="http://schemas.microsoft.com/office/drawing/2014/main" id="{EFA5FA51-9B6D-F032-AD40-A4B510F007B5}"/>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custDataLst>
      <p:tags r:id="rId1"/>
    </p:custDataLst>
    <p:extLst>
      <p:ext uri="{BB962C8B-B14F-4D97-AF65-F5344CB8AC3E}">
        <p14:creationId xmlns:p14="http://schemas.microsoft.com/office/powerpoint/2010/main" val="1537060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a:t>Change Requests</a:t>
            </a:r>
          </a:p>
          <a:p>
            <a:r>
              <a:rPr lang="en-US"/>
              <a:t>Risk Analysis</a:t>
            </a:r>
          </a:p>
          <a:p>
            <a:r>
              <a:rPr lang="en-US"/>
              <a:t>Change Board Approvals</a:t>
            </a:r>
          </a:p>
          <a:p>
            <a:r>
              <a:rPr lang="en-US"/>
              <a:t>Implementation and Acceptance</a:t>
            </a:r>
          </a:p>
          <a:p>
            <a:r>
              <a:rPr lang="en-US"/>
              <a:t>Asset Management</a:t>
            </a:r>
          </a:p>
          <a:p>
            <a:r>
              <a:rPr lang="en-US"/>
              <a:t>Warranty and Licensing</a:t>
            </a:r>
          </a:p>
          <a:p>
            <a:endParaRPr lang="en-US"/>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a:t>Change and Inventory Management</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11</a:t>
            </a:fld>
            <a:endParaRPr lang="en-US"/>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a:t>Common Safety and Environmental Procedures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a:t>Lesson 22.2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3DDEE-A9E9-7492-6474-9F0AC8F5F79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F7EB13-415D-A9CF-E3E7-60C0FF545278}"/>
              </a:ext>
            </a:extLst>
          </p:cNvPr>
          <p:cNvSpPr>
            <a:spLocks noGrp="1"/>
          </p:cNvSpPr>
          <p:nvPr>
            <p:ph type="title"/>
          </p:nvPr>
        </p:nvSpPr>
        <p:spPr/>
        <p:txBody>
          <a:bodyPr/>
          <a:lstStyle/>
          <a:p>
            <a:r>
              <a:rPr lang="en-US" b="1" i="0">
                <a:solidFill>
                  <a:srgbClr val="253644"/>
                </a:solidFill>
                <a:effectLst/>
              </a:rPr>
              <a:t>Compliance with Regulations</a:t>
            </a:r>
            <a:endParaRPr lang="en-US" sz="2000">
              <a:solidFill>
                <a:srgbClr val="253644"/>
              </a:solidFill>
            </a:endParaRPr>
          </a:p>
        </p:txBody>
      </p:sp>
      <p:sp>
        <p:nvSpPr>
          <p:cNvPr id="3" name="Content Placeholder 2">
            <a:extLst>
              <a:ext uri="{FF2B5EF4-FFF2-40B4-BE49-F238E27FC236}">
                <a16:creationId xmlns:a16="http://schemas.microsoft.com/office/drawing/2014/main" id="{C3FF473A-AE43-6872-253B-F75DA36CF93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Health and safety</a:t>
            </a:r>
          </a:p>
          <a:p>
            <a:r>
              <a:rPr lang="en-US">
                <a:latin typeface="Calibri"/>
                <a:ea typeface="Calibri"/>
                <a:cs typeface="Calibri"/>
              </a:rPr>
              <a:t>Building codes</a:t>
            </a:r>
            <a:endParaRPr lang="en-US">
              <a:ea typeface="Calibri"/>
            </a:endParaRPr>
          </a:p>
          <a:p>
            <a:pPr lvl="1"/>
            <a:r>
              <a:rPr lang="en-US">
                <a:latin typeface="Calibri"/>
                <a:ea typeface="Calibri"/>
                <a:cs typeface="Calibri"/>
              </a:rPr>
              <a:t>Fire and electrical system protection</a:t>
            </a:r>
          </a:p>
          <a:p>
            <a:r>
              <a:rPr lang="en-US">
                <a:latin typeface="Calibri"/>
                <a:ea typeface="Calibri"/>
                <a:cs typeface="Calibri"/>
              </a:rPr>
              <a:t>Environmental regulations</a:t>
            </a:r>
          </a:p>
          <a:p>
            <a:pPr lvl="1"/>
            <a:r>
              <a:rPr lang="en-US">
                <a:latin typeface="Calibri"/>
                <a:ea typeface="Calibri"/>
                <a:cs typeface="Calibri"/>
              </a:rPr>
              <a:t>Waste disposal like chemicals and lithium batteries</a:t>
            </a:r>
          </a:p>
        </p:txBody>
      </p:sp>
      <p:sp>
        <p:nvSpPr>
          <p:cNvPr id="4" name="Slide Number Placeholder 3">
            <a:extLst>
              <a:ext uri="{FF2B5EF4-FFF2-40B4-BE49-F238E27FC236}">
                <a16:creationId xmlns:a16="http://schemas.microsoft.com/office/drawing/2014/main" id="{6EF72AB0-64FD-A43F-B8EC-89C1164E907B}"/>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custDataLst>
      <p:tags r:id="rId1"/>
    </p:custDataLst>
    <p:extLst>
      <p:ext uri="{BB962C8B-B14F-4D97-AF65-F5344CB8AC3E}">
        <p14:creationId xmlns:p14="http://schemas.microsoft.com/office/powerpoint/2010/main" val="3228756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6CFA-5447-0C15-8D4C-128F649391B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55B3D9-3AF4-2D5D-B3AE-3EBA690E3CA9}"/>
              </a:ext>
            </a:extLst>
          </p:cNvPr>
          <p:cNvSpPr>
            <a:spLocks noGrp="1"/>
          </p:cNvSpPr>
          <p:nvPr>
            <p:ph type="title"/>
          </p:nvPr>
        </p:nvSpPr>
        <p:spPr/>
        <p:txBody>
          <a:bodyPr/>
          <a:lstStyle/>
          <a:p>
            <a:r>
              <a:rPr lang="en-US" b="1" i="0">
                <a:solidFill>
                  <a:srgbClr val="253644"/>
                </a:solidFill>
                <a:effectLst/>
              </a:rPr>
              <a:t>Electrical Safety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73EDB4A2-6095-4B82-1CAC-4FD014408813}"/>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a:latin typeface="Calibri"/>
                <a:ea typeface="Calibri"/>
                <a:cs typeface="Calibri"/>
              </a:rPr>
              <a:t>Current- amps</a:t>
            </a:r>
          </a:p>
          <a:p>
            <a:r>
              <a:rPr lang="en-US">
                <a:latin typeface="Calibri"/>
                <a:ea typeface="Calibri"/>
                <a:cs typeface="Calibri"/>
              </a:rPr>
              <a:t>Voltage- volts</a:t>
            </a:r>
          </a:p>
          <a:p>
            <a:r>
              <a:rPr lang="en-US">
                <a:latin typeface="Calibri"/>
                <a:ea typeface="Calibri"/>
                <a:cs typeface="Calibri"/>
              </a:rPr>
              <a:t>Resistance- ohms</a:t>
            </a:r>
          </a:p>
          <a:p>
            <a:r>
              <a:rPr lang="en-US">
                <a:latin typeface="Calibri"/>
                <a:ea typeface="Calibri"/>
                <a:cs typeface="Calibri"/>
              </a:rPr>
              <a:t>Tools</a:t>
            </a:r>
            <a:endParaRPr lang="en-US">
              <a:ea typeface="Calibri"/>
            </a:endParaRPr>
          </a:p>
          <a:p>
            <a:pPr lvl="1"/>
            <a:r>
              <a:rPr lang="en-US">
                <a:latin typeface="Calibri"/>
                <a:ea typeface="Calibri"/>
                <a:cs typeface="Calibri"/>
              </a:rPr>
              <a:t>Voltage testers</a:t>
            </a:r>
          </a:p>
          <a:p>
            <a:pPr lvl="1"/>
            <a:r>
              <a:rPr lang="en-US">
                <a:latin typeface="Calibri"/>
                <a:ea typeface="Calibri"/>
                <a:cs typeface="Calibri"/>
              </a:rPr>
              <a:t>Fuses</a:t>
            </a:r>
          </a:p>
          <a:p>
            <a:pPr lvl="1"/>
            <a:r>
              <a:rPr lang="en-US">
                <a:latin typeface="Calibri"/>
                <a:ea typeface="Calibri"/>
                <a:cs typeface="Calibri"/>
              </a:rPr>
              <a:t>Grounding</a:t>
            </a:r>
          </a:p>
          <a:p>
            <a:r>
              <a:rPr lang="en-US">
                <a:latin typeface="Calibri"/>
                <a:ea typeface="Calibri"/>
                <a:cs typeface="Calibri"/>
              </a:rPr>
              <a:t>Power handling</a:t>
            </a:r>
          </a:p>
          <a:p>
            <a:r>
              <a:rPr lang="en-US">
                <a:latin typeface="Calibri"/>
                <a:ea typeface="Calibri"/>
                <a:cs typeface="Calibri"/>
              </a:rPr>
              <a:t>Electrical fire safety- CO2 or powder extinguishers vice water</a:t>
            </a:r>
          </a:p>
          <a:p>
            <a:r>
              <a:rPr lang="en-US">
                <a:latin typeface="Calibri"/>
                <a:ea typeface="Calibri"/>
                <a:cs typeface="Calibri"/>
              </a:rPr>
              <a:t>Equipment placement considerations</a:t>
            </a:r>
            <a:endParaRPr lang="en-US">
              <a:ea typeface="Calibri"/>
            </a:endParaRPr>
          </a:p>
        </p:txBody>
      </p:sp>
      <p:sp>
        <p:nvSpPr>
          <p:cNvPr id="4" name="Slide Number Placeholder 3">
            <a:extLst>
              <a:ext uri="{FF2B5EF4-FFF2-40B4-BE49-F238E27FC236}">
                <a16:creationId xmlns:a16="http://schemas.microsoft.com/office/drawing/2014/main" id="{0FC5271F-02F3-1EBF-C734-558179B830E9}"/>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custDataLst>
      <p:tags r:id="rId1"/>
    </p:custDataLst>
    <p:extLst>
      <p:ext uri="{BB962C8B-B14F-4D97-AF65-F5344CB8AC3E}">
        <p14:creationId xmlns:p14="http://schemas.microsoft.com/office/powerpoint/2010/main" val="2761038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0DB91-585F-AF62-0ED7-E0D732CD7B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FA6FC9-6F48-DA64-5094-16407CBAB0CC}"/>
              </a:ext>
            </a:extLst>
          </p:cNvPr>
          <p:cNvSpPr>
            <a:spLocks noGrp="1"/>
          </p:cNvSpPr>
          <p:nvPr>
            <p:ph type="title"/>
          </p:nvPr>
        </p:nvSpPr>
        <p:spPr/>
        <p:txBody>
          <a:bodyPr/>
          <a:lstStyle/>
          <a:p>
            <a:r>
              <a:rPr lang="en-US" b="1" i="0">
                <a:solidFill>
                  <a:srgbClr val="253644"/>
                </a:solidFill>
                <a:effectLst/>
              </a:rPr>
              <a:t>Electrical Safety </a:t>
            </a:r>
            <a:r>
              <a:rPr lang="en-US" sz="2000" b="1" i="0">
                <a:solidFill>
                  <a:srgbClr val="253644"/>
                </a:solidFill>
                <a:effectLst/>
              </a:rPr>
              <a:t>(Slide 2 of 2)</a:t>
            </a:r>
            <a:endParaRPr lang="en-US" sz="2000">
              <a:solidFill>
                <a:srgbClr val="253644"/>
              </a:solidFill>
            </a:endParaRPr>
          </a:p>
        </p:txBody>
      </p:sp>
      <p:sp>
        <p:nvSpPr>
          <p:cNvPr id="4" name="Slide Number Placeholder 3">
            <a:extLst>
              <a:ext uri="{FF2B5EF4-FFF2-40B4-BE49-F238E27FC236}">
                <a16:creationId xmlns:a16="http://schemas.microsoft.com/office/drawing/2014/main" id="{5D573A0C-2E30-94BC-0113-33E2FFA8B992}"/>
              </a:ext>
            </a:extLst>
          </p:cNvPr>
          <p:cNvSpPr>
            <a:spLocks noGrp="1"/>
          </p:cNvSpPr>
          <p:nvPr>
            <p:ph type="sldNum" sz="quarter" idx="10"/>
          </p:nvPr>
        </p:nvSpPr>
        <p:spPr/>
        <p:txBody>
          <a:bodyPr/>
          <a:lstStyle/>
          <a:p>
            <a:fld id="{B7CF8A19-3A9E-4ABC-B336-2FDDE321C72D}" type="slidenum">
              <a:rPr lang="en-US" smtClean="0"/>
              <a:pPr/>
              <a:t>15</a:t>
            </a:fld>
            <a:endParaRPr lang="en-US"/>
          </a:p>
        </p:txBody>
      </p:sp>
      <p:pic>
        <p:nvPicPr>
          <p:cNvPr id="7" name="Picture 6" descr="A close up of a hand using an electrical voltage tester that reads zero volts.">
            <a:extLst>
              <a:ext uri="{FF2B5EF4-FFF2-40B4-BE49-F238E27FC236}">
                <a16:creationId xmlns:a16="http://schemas.microsoft.com/office/drawing/2014/main" id="{A2DC0CBC-7EB2-E196-9139-2575606F66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0621" y="1184559"/>
            <a:ext cx="4161572" cy="2774381"/>
          </a:xfrm>
          <a:prstGeom prst="rect">
            <a:avLst/>
          </a:prstGeom>
          <a:ln>
            <a:solidFill>
              <a:schemeClr val="bg1">
                <a:lumMod val="85000"/>
              </a:schemeClr>
            </a:solidFill>
          </a:ln>
        </p:spPr>
      </p:pic>
      <p:pic>
        <p:nvPicPr>
          <p:cNvPr id="10" name="Picture 9" descr="An electrical grounding system with multiple thick copper cables connected to a grounding bar using bolts and clamps.">
            <a:extLst>
              <a:ext uri="{FF2B5EF4-FFF2-40B4-BE49-F238E27FC236}">
                <a16:creationId xmlns:a16="http://schemas.microsoft.com/office/drawing/2014/main" id="{D4C441C3-3C46-77D2-D63D-DA0FD0A1AB27}"/>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602088" y="1184559"/>
            <a:ext cx="4254513" cy="2774382"/>
          </a:xfrm>
          <a:prstGeom prst="rect">
            <a:avLst/>
          </a:prstGeom>
          <a:ln>
            <a:solidFill>
              <a:schemeClr val="bg1">
                <a:lumMod val="85000"/>
              </a:schemeClr>
            </a:solidFill>
          </a:ln>
        </p:spPr>
      </p:pic>
      <p:sp>
        <p:nvSpPr>
          <p:cNvPr id="13" name="Content Placeholder 11">
            <a:extLst>
              <a:ext uri="{FF2B5EF4-FFF2-40B4-BE49-F238E27FC236}">
                <a16:creationId xmlns:a16="http://schemas.microsoft.com/office/drawing/2014/main" id="{DD3C3C73-A44A-DB4A-B233-C8C444457332}"/>
              </a:ext>
            </a:extLst>
          </p:cNvPr>
          <p:cNvSpPr>
            <a:spLocks noGrp="1"/>
          </p:cNvSpPr>
          <p:nvPr>
            <p:ph idx="1"/>
          </p:nvPr>
        </p:nvSpPr>
        <p:spPr>
          <a:xfrm>
            <a:off x="270620" y="3984107"/>
            <a:ext cx="4161573" cy="274768"/>
          </a:xfrm>
        </p:spPr>
        <p:txBody>
          <a:bodyPr>
            <a:normAutofit/>
          </a:bodyPr>
          <a:lstStyle/>
          <a:p>
            <a:pPr marL="0" indent="0" algn="ctr">
              <a:buNone/>
            </a:pPr>
            <a:r>
              <a:rPr lang="en-US" sz="900" i="1"/>
              <a:t>Image © </a:t>
            </a:r>
            <a:r>
              <a:rPr lang="en-US" sz="900" i="1" err="1"/>
              <a:t>macmackyky</a:t>
            </a:r>
            <a:r>
              <a:rPr lang="en-US" sz="900" i="1"/>
              <a:t> 123RF.com</a:t>
            </a:r>
          </a:p>
        </p:txBody>
      </p:sp>
      <p:sp>
        <p:nvSpPr>
          <p:cNvPr id="14" name="Content Placeholder 11">
            <a:extLst>
              <a:ext uri="{FF2B5EF4-FFF2-40B4-BE49-F238E27FC236}">
                <a16:creationId xmlns:a16="http://schemas.microsoft.com/office/drawing/2014/main" id="{158671B4-6E48-A4C4-E8C4-838B9A59FE6A}"/>
              </a:ext>
            </a:extLst>
          </p:cNvPr>
          <p:cNvSpPr txBox="1">
            <a:spLocks/>
          </p:cNvSpPr>
          <p:nvPr/>
        </p:nvSpPr>
        <p:spPr>
          <a:xfrm>
            <a:off x="4571999" y="3984107"/>
            <a:ext cx="4161573" cy="274768"/>
          </a:xfrm>
          <a:prstGeom prst="rect">
            <a:avLst/>
          </a:prstGeom>
        </p:spPr>
        <p:txBody>
          <a:bodyPr vert="horz" lIns="91440" tIns="45720" rIns="91440" bIns="45720" rtlCol="0">
            <a:normAutofit/>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Arial" panose="020B0604020202020204" pitchFamily="34" charset="0"/>
              <a:buNone/>
            </a:pPr>
            <a:r>
              <a:rPr lang="en-US" sz="900" i="1"/>
              <a:t>Image by </a:t>
            </a:r>
            <a:r>
              <a:rPr lang="en-US" sz="900" i="1" err="1"/>
              <a:t>phadventure</a:t>
            </a:r>
            <a:r>
              <a:rPr lang="en-US" sz="900" i="1"/>
              <a:t> © 123RF.com</a:t>
            </a:r>
          </a:p>
        </p:txBody>
      </p:sp>
    </p:spTree>
    <p:custDataLst>
      <p:tags r:id="rId1"/>
    </p:custDataLst>
    <p:extLst>
      <p:ext uri="{BB962C8B-B14F-4D97-AF65-F5344CB8AC3E}">
        <p14:creationId xmlns:p14="http://schemas.microsoft.com/office/powerpoint/2010/main" val="2867635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FABB-C062-596D-15BE-F5083E6407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1E08899-7143-4BB6-2340-37F1B97DA934}"/>
              </a:ext>
            </a:extLst>
          </p:cNvPr>
          <p:cNvSpPr>
            <a:spLocks noGrp="1"/>
          </p:cNvSpPr>
          <p:nvPr>
            <p:ph type="title"/>
          </p:nvPr>
        </p:nvSpPr>
        <p:spPr/>
        <p:txBody>
          <a:bodyPr/>
          <a:lstStyle/>
          <a:p>
            <a:r>
              <a:rPr lang="en-US" b="1" i="0">
                <a:solidFill>
                  <a:srgbClr val="253644"/>
                </a:solidFill>
                <a:effectLst/>
              </a:rPr>
              <a:t>Other Safety Hazard Mitigations</a:t>
            </a:r>
            <a:endParaRPr lang="en-US" sz="2000">
              <a:solidFill>
                <a:srgbClr val="253644"/>
              </a:solidFill>
            </a:endParaRPr>
          </a:p>
        </p:txBody>
      </p:sp>
      <p:sp>
        <p:nvSpPr>
          <p:cNvPr id="3" name="Content Placeholder 2">
            <a:extLst>
              <a:ext uri="{FF2B5EF4-FFF2-40B4-BE49-F238E27FC236}">
                <a16:creationId xmlns:a16="http://schemas.microsoft.com/office/drawing/2014/main" id="{4D7459FA-96DE-EB7F-258A-0D8732A5813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Trip hazards</a:t>
            </a:r>
            <a:endParaRPr lang="en-US">
              <a:ea typeface="Calibri"/>
            </a:endParaRPr>
          </a:p>
          <a:p>
            <a:r>
              <a:rPr lang="en-US">
                <a:latin typeface="Calibri"/>
                <a:ea typeface="Calibri"/>
                <a:cs typeface="Calibri"/>
              </a:rPr>
              <a:t>Lifting techniques</a:t>
            </a:r>
          </a:p>
          <a:p>
            <a:pPr lvl="1"/>
            <a:r>
              <a:rPr lang="en-US">
                <a:latin typeface="Calibri"/>
                <a:ea typeface="Calibri"/>
                <a:cs typeface="Calibri"/>
              </a:rPr>
              <a:t>Legs not back</a:t>
            </a:r>
          </a:p>
          <a:p>
            <a:pPr lvl="1"/>
            <a:r>
              <a:rPr lang="en-US">
                <a:latin typeface="Calibri"/>
                <a:ea typeface="Calibri"/>
                <a:cs typeface="Calibri"/>
              </a:rPr>
              <a:t>Use multiple people when needed</a:t>
            </a:r>
          </a:p>
          <a:p>
            <a:r>
              <a:rPr lang="en-US">
                <a:latin typeface="Calibri"/>
                <a:ea typeface="Calibri"/>
                <a:cs typeface="Calibri"/>
              </a:rPr>
              <a:t>Safety goggles and mask</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26580201-5461-2FEA-5E01-A13C260220A0}"/>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custDataLst>
      <p:tags r:id="rId1"/>
    </p:custDataLst>
    <p:extLst>
      <p:ext uri="{BB962C8B-B14F-4D97-AF65-F5344CB8AC3E}">
        <p14:creationId xmlns:p14="http://schemas.microsoft.com/office/powerpoint/2010/main" val="1218851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82BE-CABB-5C51-C79D-8BF81C074DA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01E1972-6DB0-3783-2B08-C320DAE717B3}"/>
              </a:ext>
            </a:extLst>
          </p:cNvPr>
          <p:cNvSpPr>
            <a:spLocks noGrp="1"/>
          </p:cNvSpPr>
          <p:nvPr>
            <p:ph type="title"/>
          </p:nvPr>
        </p:nvSpPr>
        <p:spPr/>
        <p:txBody>
          <a:bodyPr/>
          <a:lstStyle/>
          <a:p>
            <a:r>
              <a:rPr lang="en-US" b="1" i="0">
                <a:solidFill>
                  <a:srgbClr val="253644"/>
                </a:solidFill>
                <a:effectLst/>
              </a:rPr>
              <a:t>Environmental Impacts</a:t>
            </a:r>
            <a:endParaRPr lang="en-US" sz="2000">
              <a:solidFill>
                <a:srgbClr val="253644"/>
              </a:solidFill>
            </a:endParaRPr>
          </a:p>
        </p:txBody>
      </p:sp>
      <p:sp>
        <p:nvSpPr>
          <p:cNvPr id="3" name="Content Placeholder 2">
            <a:extLst>
              <a:ext uri="{FF2B5EF4-FFF2-40B4-BE49-F238E27FC236}">
                <a16:creationId xmlns:a16="http://schemas.microsoft.com/office/drawing/2014/main" id="{476A19D7-BC9B-9980-99DD-382A75D60F0D}"/>
              </a:ext>
            </a:extLst>
          </p:cNvPr>
          <p:cNvSpPr>
            <a:spLocks noGrp="1"/>
          </p:cNvSpPr>
          <p:nvPr>
            <p:ph idx="1"/>
          </p:nvPr>
        </p:nvSpPr>
        <p:spPr>
          <a:xfrm>
            <a:off x="146051" y="746760"/>
            <a:ext cx="4425950" cy="4046220"/>
          </a:xfrm>
        </p:spPr>
        <p:txBody>
          <a:bodyPr vert="horz" lIns="91440" tIns="45720" rIns="91440" bIns="45720" rtlCol="0" anchor="t">
            <a:normAutofit/>
          </a:bodyPr>
          <a:lstStyle/>
          <a:p>
            <a:r>
              <a:rPr lang="en-US">
                <a:latin typeface="Calibri"/>
                <a:ea typeface="Calibri"/>
                <a:cs typeface="Calibri"/>
              </a:rPr>
              <a:t>Dust cleanup</a:t>
            </a:r>
            <a:endParaRPr lang="en-US">
              <a:ea typeface="Calibri"/>
            </a:endParaRPr>
          </a:p>
          <a:p>
            <a:pPr lvl="1"/>
            <a:r>
              <a:rPr lang="en-US">
                <a:latin typeface="Calibri"/>
                <a:ea typeface="Calibri"/>
                <a:cs typeface="Calibri"/>
              </a:rPr>
              <a:t>Mask, vacuum, compressed air</a:t>
            </a:r>
          </a:p>
          <a:p>
            <a:r>
              <a:rPr lang="en-US">
                <a:latin typeface="Calibri"/>
                <a:ea typeface="Calibri"/>
                <a:cs typeface="Calibri"/>
              </a:rPr>
              <a:t>Temperature</a:t>
            </a:r>
          </a:p>
          <a:p>
            <a:r>
              <a:rPr lang="en-US">
                <a:latin typeface="Calibri"/>
                <a:ea typeface="Calibri"/>
                <a:cs typeface="Calibri"/>
              </a:rPr>
              <a:t>Humidity</a:t>
            </a:r>
          </a:p>
          <a:p>
            <a:r>
              <a:rPr lang="en-US">
                <a:latin typeface="Calibri"/>
                <a:ea typeface="Calibri"/>
                <a:cs typeface="Calibri"/>
              </a:rPr>
              <a:t>Ventilation</a:t>
            </a:r>
          </a:p>
        </p:txBody>
      </p:sp>
      <p:sp>
        <p:nvSpPr>
          <p:cNvPr id="4" name="Slide Number Placeholder 3">
            <a:extLst>
              <a:ext uri="{FF2B5EF4-FFF2-40B4-BE49-F238E27FC236}">
                <a16:creationId xmlns:a16="http://schemas.microsoft.com/office/drawing/2014/main" id="{0184D5A5-9957-50D9-B7C1-4B752546F7A2}"/>
              </a:ext>
            </a:extLst>
          </p:cNvPr>
          <p:cNvSpPr>
            <a:spLocks noGrp="1"/>
          </p:cNvSpPr>
          <p:nvPr>
            <p:ph type="sldNum" sz="quarter" idx="10"/>
          </p:nvPr>
        </p:nvSpPr>
        <p:spPr/>
        <p:txBody>
          <a:bodyPr/>
          <a:lstStyle/>
          <a:p>
            <a:fld id="{B7CF8A19-3A9E-4ABC-B336-2FDDE321C72D}" type="slidenum">
              <a:rPr lang="en-US" smtClean="0"/>
              <a:pPr/>
              <a:t>17</a:t>
            </a:fld>
            <a:endParaRPr lang="en-US"/>
          </a:p>
        </p:txBody>
      </p:sp>
      <p:pic>
        <p:nvPicPr>
          <p:cNvPr id="5" name="Picture 4" descr="A bearded man wearing a blue full-face respirator mask with dual black filters on the sides.">
            <a:extLst>
              <a:ext uri="{FF2B5EF4-FFF2-40B4-BE49-F238E27FC236}">
                <a16:creationId xmlns:a16="http://schemas.microsoft.com/office/drawing/2014/main" id="{337FB371-11D1-521B-5D45-963FE143230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72000" y="746760"/>
            <a:ext cx="4243873" cy="2829248"/>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0636524D-F799-F090-10FE-39B3F4D5DB1F}"/>
              </a:ext>
            </a:extLst>
          </p:cNvPr>
          <p:cNvSpPr txBox="1">
            <a:spLocks/>
          </p:cNvSpPr>
          <p:nvPr/>
        </p:nvSpPr>
        <p:spPr>
          <a:xfrm>
            <a:off x="4571999" y="3582134"/>
            <a:ext cx="4243873" cy="274768"/>
          </a:xfrm>
          <a:prstGeom prst="rect">
            <a:avLst/>
          </a:prstGeom>
        </p:spPr>
        <p:txBody>
          <a:bodyPr vert="horz" lIns="91440" tIns="45720" rIns="91440" bIns="45720" rtlCol="0">
            <a:normAutofit/>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Arial" panose="020B0604020202020204" pitchFamily="34" charset="0"/>
              <a:buNone/>
            </a:pPr>
            <a:r>
              <a:rPr lang="en-US" sz="900" i="1"/>
              <a:t>Image © 123RF.com</a:t>
            </a:r>
          </a:p>
        </p:txBody>
      </p:sp>
    </p:spTree>
    <p:custDataLst>
      <p:tags r:id="rId1"/>
    </p:custDataLst>
    <p:extLst>
      <p:ext uri="{BB962C8B-B14F-4D97-AF65-F5344CB8AC3E}">
        <p14:creationId xmlns:p14="http://schemas.microsoft.com/office/powerpoint/2010/main" val="2589304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7007D-2AE9-F599-C464-C954F362E09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B98BCC5-7087-CAB2-93BE-7A77D203ABF4}"/>
              </a:ext>
            </a:extLst>
          </p:cNvPr>
          <p:cNvSpPr>
            <a:spLocks noGrp="1"/>
          </p:cNvSpPr>
          <p:nvPr>
            <p:ph type="title"/>
          </p:nvPr>
        </p:nvSpPr>
        <p:spPr/>
        <p:txBody>
          <a:bodyPr/>
          <a:lstStyle/>
          <a:p>
            <a:r>
              <a:rPr lang="en-US" b="1" i="0">
                <a:solidFill>
                  <a:srgbClr val="253644"/>
                </a:solidFill>
                <a:effectLst/>
              </a:rPr>
              <a:t>Electrostatic Discharge Mitigation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269E1066-1CBC-F05D-B9AF-1495BD8C50F7}"/>
              </a:ext>
            </a:extLst>
          </p:cNvPr>
          <p:cNvSpPr>
            <a:spLocks noGrp="1"/>
          </p:cNvSpPr>
          <p:nvPr>
            <p:ph idx="1"/>
          </p:nvPr>
        </p:nvSpPr>
        <p:spPr>
          <a:xfrm>
            <a:off x="146051" y="746760"/>
            <a:ext cx="4425950" cy="4046220"/>
          </a:xfrm>
        </p:spPr>
        <p:txBody>
          <a:bodyPr vert="horz" lIns="91440" tIns="45720" rIns="91440" bIns="45720" rtlCol="0" anchor="t">
            <a:normAutofit/>
          </a:bodyPr>
          <a:lstStyle/>
          <a:p>
            <a:r>
              <a:rPr lang="en-US">
                <a:latin typeface="Calibri"/>
                <a:ea typeface="Calibri"/>
                <a:cs typeface="Calibri"/>
              </a:rPr>
              <a:t>ESD can damage components</a:t>
            </a:r>
            <a:endParaRPr lang="en-US">
              <a:ea typeface="Calibri"/>
            </a:endParaRPr>
          </a:p>
          <a:p>
            <a:r>
              <a:rPr lang="en-US">
                <a:latin typeface="Calibri"/>
                <a:ea typeface="Calibri"/>
                <a:cs typeface="Calibri"/>
              </a:rPr>
              <a:t>ESD strap, mat, workbench</a:t>
            </a:r>
          </a:p>
          <a:p>
            <a:r>
              <a:rPr lang="en-US">
                <a:latin typeface="Calibri"/>
                <a:ea typeface="Calibri"/>
                <a:cs typeface="Calibri"/>
              </a:rPr>
              <a:t>Antistatic bag or dissipative packaging for component storage</a:t>
            </a:r>
          </a:p>
          <a:p>
            <a:endParaRPr lang="en-US">
              <a:ea typeface="Calibri"/>
            </a:endParaRPr>
          </a:p>
        </p:txBody>
      </p:sp>
      <p:sp>
        <p:nvSpPr>
          <p:cNvPr id="4" name="Slide Number Placeholder 3">
            <a:extLst>
              <a:ext uri="{FF2B5EF4-FFF2-40B4-BE49-F238E27FC236}">
                <a16:creationId xmlns:a16="http://schemas.microsoft.com/office/drawing/2014/main" id="{5B85F100-E07D-C674-4BD7-B61535F3F96A}"/>
              </a:ext>
            </a:extLst>
          </p:cNvPr>
          <p:cNvSpPr>
            <a:spLocks noGrp="1"/>
          </p:cNvSpPr>
          <p:nvPr>
            <p:ph type="sldNum" sz="quarter" idx="10"/>
          </p:nvPr>
        </p:nvSpPr>
        <p:spPr/>
        <p:txBody>
          <a:bodyPr/>
          <a:lstStyle/>
          <a:p>
            <a:fld id="{B7CF8A19-3A9E-4ABC-B336-2FDDE321C72D}" type="slidenum">
              <a:rPr lang="en-US" smtClean="0"/>
              <a:pPr/>
              <a:t>18</a:t>
            </a:fld>
            <a:endParaRPr lang="en-US"/>
          </a:p>
        </p:txBody>
      </p:sp>
      <p:pic>
        <p:nvPicPr>
          <p:cNvPr id="5" name="Picture 4" descr="An anti-static wrist strap with a coiled grounding wire, placed on a blue anti-static mat with a grounding connector.">
            <a:extLst>
              <a:ext uri="{FF2B5EF4-FFF2-40B4-BE49-F238E27FC236}">
                <a16:creationId xmlns:a16="http://schemas.microsoft.com/office/drawing/2014/main" id="{1B83ACD3-8C49-E9E2-93BC-F022E6302BF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571998" y="746760"/>
            <a:ext cx="4243873" cy="2358588"/>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A3CC92A8-77AD-4244-B9C9-A4984D910C98}"/>
              </a:ext>
            </a:extLst>
          </p:cNvPr>
          <p:cNvSpPr txBox="1">
            <a:spLocks/>
          </p:cNvSpPr>
          <p:nvPr/>
        </p:nvSpPr>
        <p:spPr>
          <a:xfrm>
            <a:off x="4571997" y="3158000"/>
            <a:ext cx="4243873" cy="274768"/>
          </a:xfrm>
          <a:prstGeom prst="rect">
            <a:avLst/>
          </a:prstGeom>
        </p:spPr>
        <p:txBody>
          <a:bodyPr vert="horz" lIns="91440" tIns="45720" rIns="91440" bIns="45720" rtlCol="0">
            <a:noAutofit/>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Font typeface="Arial" panose="020B0604020202020204" pitchFamily="34" charset="0"/>
              <a:buNone/>
            </a:pPr>
            <a:r>
              <a:rPr lang="en-US" sz="900" i="1"/>
              <a:t>Image by Audrius </a:t>
            </a:r>
            <a:r>
              <a:rPr lang="en-US" sz="900" i="1" err="1"/>
              <a:t>Merfeldas</a:t>
            </a:r>
            <a:r>
              <a:rPr lang="en-US" sz="900" i="1"/>
              <a:t> ©123RF.com.</a:t>
            </a:r>
          </a:p>
        </p:txBody>
      </p:sp>
    </p:spTree>
    <p:custDataLst>
      <p:tags r:id="rId1"/>
    </p:custDataLst>
    <p:extLst>
      <p:ext uri="{BB962C8B-B14F-4D97-AF65-F5344CB8AC3E}">
        <p14:creationId xmlns:p14="http://schemas.microsoft.com/office/powerpoint/2010/main" val="1347686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64D57-7693-B6AA-45D2-DD33B9636D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F96AE62-9F2B-5EAF-BA65-66484719471A}"/>
              </a:ext>
            </a:extLst>
          </p:cNvPr>
          <p:cNvSpPr>
            <a:spLocks noGrp="1"/>
          </p:cNvSpPr>
          <p:nvPr>
            <p:ph type="title"/>
          </p:nvPr>
        </p:nvSpPr>
        <p:spPr/>
        <p:txBody>
          <a:bodyPr/>
          <a:lstStyle/>
          <a:p>
            <a:r>
              <a:rPr lang="en-US" b="1" i="0">
                <a:solidFill>
                  <a:srgbClr val="253644"/>
                </a:solidFill>
                <a:effectLst/>
              </a:rPr>
              <a:t>Electrostatic Discharge Mitigation </a:t>
            </a:r>
            <a:r>
              <a:rPr lang="en-US" sz="2000" b="1" i="0">
                <a:solidFill>
                  <a:srgbClr val="253644"/>
                </a:solidFill>
                <a:effectLst/>
              </a:rPr>
              <a:t>(Slide 2 of 2)</a:t>
            </a:r>
            <a:endParaRPr lang="en-US" sz="2000">
              <a:solidFill>
                <a:srgbClr val="253644"/>
              </a:solidFill>
            </a:endParaRPr>
          </a:p>
        </p:txBody>
      </p:sp>
      <p:sp>
        <p:nvSpPr>
          <p:cNvPr id="4" name="Slide Number Placeholder 3">
            <a:extLst>
              <a:ext uri="{FF2B5EF4-FFF2-40B4-BE49-F238E27FC236}">
                <a16:creationId xmlns:a16="http://schemas.microsoft.com/office/drawing/2014/main" id="{EB1A7F10-F3D9-BADE-50EA-5AEF4E13C3FD}"/>
              </a:ext>
            </a:extLst>
          </p:cNvPr>
          <p:cNvSpPr>
            <a:spLocks noGrp="1"/>
          </p:cNvSpPr>
          <p:nvPr>
            <p:ph type="sldNum" sz="quarter" idx="10"/>
          </p:nvPr>
        </p:nvSpPr>
        <p:spPr/>
        <p:txBody>
          <a:bodyPr/>
          <a:lstStyle/>
          <a:p>
            <a:fld id="{B7CF8A19-3A9E-4ABC-B336-2FDDE321C72D}" type="slidenum">
              <a:rPr lang="en-US" smtClean="0"/>
              <a:pPr/>
              <a:t>19</a:t>
            </a:fld>
            <a:endParaRPr lang="en-US"/>
          </a:p>
        </p:txBody>
      </p:sp>
      <p:sp>
        <p:nvSpPr>
          <p:cNvPr id="13" name="Content Placeholder 11">
            <a:extLst>
              <a:ext uri="{FF2B5EF4-FFF2-40B4-BE49-F238E27FC236}">
                <a16:creationId xmlns:a16="http://schemas.microsoft.com/office/drawing/2014/main" id="{9CBF0AC6-3927-0EED-3C92-2E29F5489B7D}"/>
              </a:ext>
            </a:extLst>
          </p:cNvPr>
          <p:cNvSpPr>
            <a:spLocks noGrp="1"/>
          </p:cNvSpPr>
          <p:nvPr>
            <p:ph idx="1"/>
          </p:nvPr>
        </p:nvSpPr>
        <p:spPr>
          <a:xfrm>
            <a:off x="1878744" y="4398037"/>
            <a:ext cx="5386507" cy="274768"/>
          </a:xfrm>
        </p:spPr>
        <p:txBody>
          <a:bodyPr>
            <a:normAutofit/>
          </a:bodyPr>
          <a:lstStyle/>
          <a:p>
            <a:pPr marL="0" indent="0" algn="ctr">
              <a:buNone/>
            </a:pPr>
            <a:r>
              <a:rPr lang="en-US" sz="900" i="1"/>
              <a:t>Image by Audrius </a:t>
            </a:r>
            <a:r>
              <a:rPr lang="en-US" sz="900" i="1" err="1"/>
              <a:t>Merfeldas</a:t>
            </a:r>
            <a:r>
              <a:rPr lang="en-US" sz="900" i="1"/>
              <a:t> ©123RF.com.</a:t>
            </a:r>
          </a:p>
        </p:txBody>
      </p:sp>
      <p:pic>
        <p:nvPicPr>
          <p:cNvPr id="6" name="Picture 5" descr="An electrostatic discharge (ESD) workstation setup, illustrating various E S D protection components.">
            <a:extLst>
              <a:ext uri="{FF2B5EF4-FFF2-40B4-BE49-F238E27FC236}">
                <a16:creationId xmlns:a16="http://schemas.microsoft.com/office/drawing/2014/main" id="{50E0DAD9-C7DA-40F8-D646-C320F72F96C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41856" y="858871"/>
            <a:ext cx="5260282" cy="3425758"/>
          </a:xfrm>
          <a:prstGeom prst="rect">
            <a:avLst/>
          </a:prstGeom>
          <a:noFill/>
          <a:ln>
            <a:noFill/>
          </a:ln>
        </p:spPr>
      </p:pic>
    </p:spTree>
    <p:custDataLst>
      <p:tags r:id="rId1"/>
    </p:custDataLst>
    <p:extLst>
      <p:ext uri="{BB962C8B-B14F-4D97-AF65-F5344CB8AC3E}">
        <p14:creationId xmlns:p14="http://schemas.microsoft.com/office/powerpoint/2010/main" val="3222451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7E5C-C6A4-2580-C25E-07B782214FE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D30DCA0-9B64-9219-8A47-586C3B2206C9}"/>
              </a:ext>
            </a:extLst>
          </p:cNvPr>
          <p:cNvSpPr>
            <a:spLocks noGrp="1"/>
          </p:cNvSpPr>
          <p:nvPr>
            <p:ph type="title"/>
          </p:nvPr>
        </p:nvSpPr>
        <p:spPr/>
        <p:txBody>
          <a:bodyPr/>
          <a:lstStyle/>
          <a:p>
            <a:r>
              <a:rPr lang="en-US" b="1" i="0">
                <a:solidFill>
                  <a:srgbClr val="253644"/>
                </a:solidFill>
                <a:effectLst/>
              </a:rPr>
              <a:t>Building Power Issues and Mitigations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E9B0BDEC-3BA4-62D9-8574-A5359A04C27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Surge, under-voltage, failure</a:t>
            </a:r>
            <a:endParaRPr lang="en-US">
              <a:ea typeface="Calibri"/>
            </a:endParaRPr>
          </a:p>
          <a:p>
            <a:r>
              <a:rPr lang="en-US">
                <a:latin typeface="Calibri"/>
                <a:ea typeface="Calibri"/>
                <a:cs typeface="Calibri"/>
              </a:rPr>
              <a:t>Surge suppressors</a:t>
            </a:r>
          </a:p>
          <a:p>
            <a:r>
              <a:rPr lang="en-US">
                <a:latin typeface="Calibri"/>
                <a:ea typeface="Calibri"/>
                <a:cs typeface="Calibri"/>
              </a:rPr>
              <a:t>Battery backups or uninterruptable power supply (UPS)</a:t>
            </a:r>
          </a:p>
          <a:p>
            <a:pPr lvl="1"/>
            <a:r>
              <a:rPr lang="en-US">
                <a:latin typeface="Calibri"/>
                <a:ea typeface="Calibri"/>
                <a:cs typeface="Calibri"/>
              </a:rPr>
              <a:t>Not meant for long term secondary power</a:t>
            </a:r>
          </a:p>
          <a:p>
            <a:r>
              <a:rPr lang="en-US">
                <a:latin typeface="Calibri"/>
                <a:ea typeface="Calibri"/>
                <a:cs typeface="Calibri"/>
              </a:rPr>
              <a:t>Generator</a:t>
            </a:r>
          </a:p>
          <a:p>
            <a:pPr lvl="1"/>
            <a:r>
              <a:rPr lang="en-US">
                <a:latin typeface="Calibri"/>
                <a:ea typeface="Calibri"/>
                <a:cs typeface="Calibri"/>
              </a:rPr>
              <a:t>Gas, Diesel, Propane, Natural gas</a:t>
            </a:r>
          </a:p>
        </p:txBody>
      </p:sp>
      <p:sp>
        <p:nvSpPr>
          <p:cNvPr id="4" name="Slide Number Placeholder 3">
            <a:extLst>
              <a:ext uri="{FF2B5EF4-FFF2-40B4-BE49-F238E27FC236}">
                <a16:creationId xmlns:a16="http://schemas.microsoft.com/office/drawing/2014/main" id="{59138A9B-E117-8B72-823F-DC66AD2AE962}"/>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custDataLst>
      <p:tags r:id="rId1"/>
    </p:custDataLst>
    <p:extLst>
      <p:ext uri="{BB962C8B-B14F-4D97-AF65-F5344CB8AC3E}">
        <p14:creationId xmlns:p14="http://schemas.microsoft.com/office/powerpoint/2010/main" val="974603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546A-D708-89C9-7117-73A2028C1D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EE8AF4-0C10-97C9-8B2A-DEE4DD481050}"/>
              </a:ext>
            </a:extLst>
          </p:cNvPr>
          <p:cNvSpPr>
            <a:spLocks noGrp="1"/>
          </p:cNvSpPr>
          <p:nvPr>
            <p:ph type="title"/>
          </p:nvPr>
        </p:nvSpPr>
        <p:spPr/>
        <p:txBody>
          <a:bodyPr/>
          <a:lstStyle/>
          <a:p>
            <a:r>
              <a:rPr lang="en-US" b="1" i="0">
                <a:solidFill>
                  <a:srgbClr val="253644"/>
                </a:solidFill>
                <a:effectLst/>
              </a:rPr>
              <a:t>Building Power Issues and Mitigations </a:t>
            </a:r>
            <a:r>
              <a:rPr lang="en-US" sz="2000" b="1" i="0">
                <a:solidFill>
                  <a:srgbClr val="253644"/>
                </a:solidFill>
                <a:effectLst/>
              </a:rPr>
              <a:t>(Slide 2 of 2)</a:t>
            </a:r>
            <a:endParaRPr lang="en-US" sz="2000">
              <a:solidFill>
                <a:srgbClr val="253644"/>
              </a:solidFill>
            </a:endParaRPr>
          </a:p>
        </p:txBody>
      </p:sp>
      <p:sp>
        <p:nvSpPr>
          <p:cNvPr id="4" name="Slide Number Placeholder 3">
            <a:extLst>
              <a:ext uri="{FF2B5EF4-FFF2-40B4-BE49-F238E27FC236}">
                <a16:creationId xmlns:a16="http://schemas.microsoft.com/office/drawing/2014/main" id="{71E26852-0D40-6A71-E87B-80DC9F76E96D}"/>
              </a:ext>
            </a:extLst>
          </p:cNvPr>
          <p:cNvSpPr>
            <a:spLocks noGrp="1"/>
          </p:cNvSpPr>
          <p:nvPr>
            <p:ph type="sldNum" sz="quarter" idx="10"/>
          </p:nvPr>
        </p:nvSpPr>
        <p:spPr/>
        <p:txBody>
          <a:bodyPr/>
          <a:lstStyle/>
          <a:p>
            <a:fld id="{B7CF8A19-3A9E-4ABC-B336-2FDDE321C72D}" type="slidenum">
              <a:rPr lang="en-US" smtClean="0"/>
              <a:pPr/>
              <a:t>21</a:t>
            </a:fld>
            <a:endParaRPr lang="en-US"/>
          </a:p>
        </p:txBody>
      </p:sp>
      <p:sp>
        <p:nvSpPr>
          <p:cNvPr id="13" name="Content Placeholder 11">
            <a:extLst>
              <a:ext uri="{FF2B5EF4-FFF2-40B4-BE49-F238E27FC236}">
                <a16:creationId xmlns:a16="http://schemas.microsoft.com/office/drawing/2014/main" id="{28A77A65-5799-3F09-84E7-804FD4AB5390}"/>
              </a:ext>
            </a:extLst>
          </p:cNvPr>
          <p:cNvSpPr>
            <a:spLocks noGrp="1"/>
          </p:cNvSpPr>
          <p:nvPr>
            <p:ph idx="1"/>
          </p:nvPr>
        </p:nvSpPr>
        <p:spPr>
          <a:xfrm>
            <a:off x="2491212" y="4761968"/>
            <a:ext cx="4161573" cy="274768"/>
          </a:xfrm>
        </p:spPr>
        <p:txBody>
          <a:bodyPr>
            <a:normAutofit/>
          </a:bodyPr>
          <a:lstStyle/>
          <a:p>
            <a:pPr marL="0" indent="0" algn="ctr">
              <a:buNone/>
            </a:pPr>
            <a:r>
              <a:rPr lang="en-US" sz="900" i="1"/>
              <a:t>Image by </a:t>
            </a:r>
            <a:r>
              <a:rPr lang="en-US" sz="900" i="1" err="1"/>
              <a:t>magraphics</a:t>
            </a:r>
            <a:r>
              <a:rPr lang="en-US" sz="900" i="1"/>
              <a:t>© 123RF.com.</a:t>
            </a:r>
          </a:p>
        </p:txBody>
      </p:sp>
      <p:pic>
        <p:nvPicPr>
          <p:cNvPr id="3" name="Picture 2" descr="An uninterruptible power suppl unit with a digital display showing a battery level at 54 percent.">
            <a:extLst>
              <a:ext uri="{FF2B5EF4-FFF2-40B4-BE49-F238E27FC236}">
                <a16:creationId xmlns:a16="http://schemas.microsoft.com/office/drawing/2014/main" id="{B90B4A3A-22A6-66E5-1558-452F3F55B5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55680" y="1026162"/>
            <a:ext cx="4032635" cy="3735806"/>
          </a:xfrm>
          <a:prstGeom prst="rect">
            <a:avLst/>
          </a:prstGeom>
          <a:noFill/>
          <a:ln>
            <a:noFill/>
          </a:ln>
        </p:spPr>
      </p:pic>
    </p:spTree>
    <p:custDataLst>
      <p:tags r:id="rId1"/>
    </p:custDataLst>
    <p:extLst>
      <p:ext uri="{BB962C8B-B14F-4D97-AF65-F5344CB8AC3E}">
        <p14:creationId xmlns:p14="http://schemas.microsoft.com/office/powerpoint/2010/main" val="1468064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7D31-74AB-2F91-C101-1E8CF1D0BCC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BDBA98C-4736-47AD-58B7-E6A0DB819B29}"/>
              </a:ext>
            </a:extLst>
          </p:cNvPr>
          <p:cNvSpPr>
            <a:spLocks noGrp="1"/>
          </p:cNvSpPr>
          <p:nvPr>
            <p:ph type="title"/>
          </p:nvPr>
        </p:nvSpPr>
        <p:spPr/>
        <p:txBody>
          <a:bodyPr/>
          <a:lstStyle/>
          <a:p>
            <a:r>
              <a:rPr lang="en-US" b="1" i="0">
                <a:solidFill>
                  <a:srgbClr val="253644"/>
                </a:solidFill>
                <a:effectLst/>
              </a:rPr>
              <a:t>Materials Handling and Responsible Disposal</a:t>
            </a:r>
            <a:endParaRPr lang="en-US" sz="2000">
              <a:solidFill>
                <a:srgbClr val="253644"/>
              </a:solidFill>
            </a:endParaRPr>
          </a:p>
        </p:txBody>
      </p:sp>
      <p:sp>
        <p:nvSpPr>
          <p:cNvPr id="3" name="Content Placeholder 2">
            <a:extLst>
              <a:ext uri="{FF2B5EF4-FFF2-40B4-BE49-F238E27FC236}">
                <a16:creationId xmlns:a16="http://schemas.microsoft.com/office/drawing/2014/main" id="{F7F86BA0-18E7-E91B-437C-4B9932CCD84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Material safety data sheet (MSDS)</a:t>
            </a:r>
          </a:p>
          <a:p>
            <a:pPr lvl="1"/>
            <a:r>
              <a:rPr lang="en-US">
                <a:latin typeface="Calibri"/>
                <a:ea typeface="Calibri"/>
                <a:cs typeface="Calibri"/>
              </a:rPr>
              <a:t>Hazards and cleanup/safety requirements</a:t>
            </a:r>
            <a:endParaRPr lang="en-US">
              <a:ea typeface="Calibri"/>
            </a:endParaRPr>
          </a:p>
          <a:p>
            <a:r>
              <a:rPr lang="en-US">
                <a:latin typeface="Calibri"/>
                <a:ea typeface="Calibri"/>
                <a:cs typeface="Calibri"/>
              </a:rPr>
              <a:t>Proper disposal</a:t>
            </a:r>
          </a:p>
          <a:p>
            <a:pPr lvl="1"/>
            <a:r>
              <a:rPr lang="en-US">
                <a:ea typeface="Calibri"/>
              </a:rPr>
              <a:t>Battery</a:t>
            </a:r>
          </a:p>
          <a:p>
            <a:pPr lvl="1"/>
            <a:r>
              <a:rPr lang="en-US">
                <a:latin typeface="Calibri"/>
                <a:ea typeface="Calibri"/>
                <a:cs typeface="Calibri"/>
              </a:rPr>
              <a:t>Toner</a:t>
            </a:r>
          </a:p>
          <a:p>
            <a:pPr lvl="1"/>
            <a:r>
              <a:rPr lang="en-US">
                <a:latin typeface="Calibri"/>
                <a:ea typeface="Calibri"/>
                <a:cs typeface="Calibri"/>
              </a:rPr>
              <a:t>Chemicals</a:t>
            </a:r>
          </a:p>
          <a:p>
            <a:pPr lvl="1"/>
            <a:r>
              <a:rPr lang="en-US">
                <a:latin typeface="Calibri"/>
                <a:ea typeface="Calibri"/>
                <a:cs typeface="Calibri"/>
              </a:rPr>
              <a:t>Devices and assets</a:t>
            </a:r>
            <a:endParaRPr lang="en-US">
              <a:ea typeface="Calibri"/>
            </a:endParaRPr>
          </a:p>
        </p:txBody>
      </p:sp>
      <p:sp>
        <p:nvSpPr>
          <p:cNvPr id="4" name="Slide Number Placeholder 3">
            <a:extLst>
              <a:ext uri="{FF2B5EF4-FFF2-40B4-BE49-F238E27FC236}">
                <a16:creationId xmlns:a16="http://schemas.microsoft.com/office/drawing/2014/main" id="{596F4D71-2716-9822-76B4-C4A9833BE942}"/>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custDataLst>
      <p:tags r:id="rId1"/>
    </p:custDataLst>
    <p:extLst>
      <p:ext uri="{BB962C8B-B14F-4D97-AF65-F5344CB8AC3E}">
        <p14:creationId xmlns:p14="http://schemas.microsoft.com/office/powerpoint/2010/main" val="145768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23</a:t>
            </a:fld>
            <a:endParaRPr lang="en-US"/>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a:t>Lab: Install a UPS</a:t>
            </a:r>
            <a:br>
              <a:rPr lang="en-US"/>
            </a:br>
            <a:r>
              <a:rPr lang="en-US" sz="2000"/>
              <a:t>(available in CertMaster Learn and CertMaster Perform)</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C61B-5CD6-1134-EA15-ABFD1634CE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554C4E-2623-440C-611D-504B7380BD8D}"/>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a:t>Compliance with Regulations</a:t>
            </a:r>
          </a:p>
          <a:p>
            <a:r>
              <a:rPr lang="en-US"/>
              <a:t>Electrical Safety</a:t>
            </a:r>
          </a:p>
          <a:p>
            <a:r>
              <a:rPr lang="en-US"/>
              <a:t>Other Safety Hazard Mitigations</a:t>
            </a:r>
          </a:p>
          <a:p>
            <a:r>
              <a:rPr lang="en-US"/>
              <a:t>Environmental Impacts</a:t>
            </a:r>
          </a:p>
          <a:p>
            <a:r>
              <a:rPr lang="en-US"/>
              <a:t>Electrostatic Discharge Mitigation</a:t>
            </a:r>
          </a:p>
          <a:p>
            <a:r>
              <a:rPr lang="en-US"/>
              <a:t>Building Power Issues and Mitigations</a:t>
            </a:r>
          </a:p>
          <a:p>
            <a:r>
              <a:rPr lang="en-US"/>
              <a:t>Materials Handling and Responsible Disposal</a:t>
            </a:r>
          </a:p>
        </p:txBody>
      </p:sp>
      <p:sp>
        <p:nvSpPr>
          <p:cNvPr id="3" name="Title 2">
            <a:extLst>
              <a:ext uri="{FF2B5EF4-FFF2-40B4-BE49-F238E27FC236}">
                <a16:creationId xmlns:a16="http://schemas.microsoft.com/office/drawing/2014/main" id="{A581CCAB-04A6-49EF-4A70-9B6F73EE21F7}"/>
              </a:ext>
            </a:extLst>
          </p:cNvPr>
          <p:cNvSpPr>
            <a:spLocks noGrp="1"/>
          </p:cNvSpPr>
          <p:nvPr>
            <p:ph type="title"/>
          </p:nvPr>
        </p:nvSpPr>
        <p:spPr/>
        <p:txBody>
          <a:bodyPr/>
          <a:lstStyle/>
          <a:p>
            <a:r>
              <a:rPr lang="en-US" sz="2400"/>
              <a:t>Common Safety and Environmental Procedures</a:t>
            </a:r>
          </a:p>
        </p:txBody>
      </p:sp>
      <p:sp>
        <p:nvSpPr>
          <p:cNvPr id="4" name="Slide Number Placeholder 3">
            <a:extLst>
              <a:ext uri="{FF2B5EF4-FFF2-40B4-BE49-F238E27FC236}">
                <a16:creationId xmlns:a16="http://schemas.microsoft.com/office/drawing/2014/main" id="{3C3CDEC5-490D-C29D-AFAF-3FB92CBBF163}"/>
              </a:ext>
            </a:extLst>
          </p:cNvPr>
          <p:cNvSpPr>
            <a:spLocks noGrp="1"/>
          </p:cNvSpPr>
          <p:nvPr>
            <p:ph type="sldNum" sz="quarter" idx="12"/>
          </p:nvPr>
        </p:nvSpPr>
        <p:spPr/>
        <p:txBody>
          <a:bodyPr/>
          <a:lstStyle/>
          <a:p>
            <a:fld id="{B7CF8A19-3A9E-4ABC-B336-2FDDE321C72D}" type="slidenum">
              <a:rPr lang="en-US" smtClean="0"/>
              <a:pPr/>
              <a:t>24</a:t>
            </a:fld>
            <a:endParaRPr lang="en-US"/>
          </a:p>
        </p:txBody>
      </p:sp>
    </p:spTree>
    <p:custDataLst>
      <p:tags r:id="rId1"/>
    </p:custDataLst>
    <p:extLst>
      <p:ext uri="{BB962C8B-B14F-4D97-AF65-F5344CB8AC3E}">
        <p14:creationId xmlns:p14="http://schemas.microsoft.com/office/powerpoint/2010/main" val="971419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a:t>Scripting Basics</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a:t>Lesson 22.3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893-635C-BE8F-2C05-F35774DDC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029219-FAE6-8315-6253-6743D91ECD56}"/>
              </a:ext>
            </a:extLst>
          </p:cNvPr>
          <p:cNvSpPr>
            <a:spLocks noGrp="1"/>
          </p:cNvSpPr>
          <p:nvPr>
            <p:ph type="title"/>
          </p:nvPr>
        </p:nvSpPr>
        <p:spPr/>
        <p:txBody>
          <a:bodyPr/>
          <a:lstStyle/>
          <a:p>
            <a:r>
              <a:rPr lang="en-US" b="1" i="0">
                <a:solidFill>
                  <a:srgbClr val="253644"/>
                </a:solidFill>
                <a:effectLst/>
              </a:rPr>
              <a:t>Shell Scripts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3F9375CA-7E26-5D57-3A32-F6CA6D2D5B0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Specific to an OS</a:t>
            </a:r>
          </a:p>
          <a:p>
            <a:r>
              <a:rPr lang="en-US">
                <a:latin typeface="Calibri"/>
                <a:ea typeface="Calibri"/>
                <a:cs typeface="Calibri"/>
              </a:rPr>
              <a:t>Script</a:t>
            </a:r>
            <a:endParaRPr lang="en-US">
              <a:ea typeface="Calibri"/>
            </a:endParaRPr>
          </a:p>
          <a:p>
            <a:pPr lvl="1"/>
            <a:r>
              <a:rPr lang="en-US">
                <a:latin typeface="Calibri"/>
                <a:ea typeface="Calibri"/>
                <a:cs typeface="Calibri"/>
              </a:rPr>
              <a:t>Series of commands that are executed in order</a:t>
            </a:r>
          </a:p>
          <a:p>
            <a:r>
              <a:rPr lang="en-US">
                <a:latin typeface="Calibri"/>
                <a:ea typeface="Calibri"/>
                <a:cs typeface="Calibri"/>
              </a:rPr>
              <a:t>Integrated development environment (IDE)</a:t>
            </a:r>
          </a:p>
          <a:p>
            <a:r>
              <a:rPr lang="en-US">
                <a:latin typeface="Calibri"/>
                <a:ea typeface="Calibri"/>
                <a:cs typeface="Calibri"/>
              </a:rPr>
              <a:t>Linux shell .</a:t>
            </a:r>
            <a:r>
              <a:rPr lang="en-US" err="1">
                <a:latin typeface="Calibri"/>
                <a:ea typeface="Calibri"/>
                <a:cs typeface="Calibri"/>
              </a:rPr>
              <a:t>sh</a:t>
            </a:r>
            <a:endParaRPr lang="en-US">
              <a:latin typeface="Calibri"/>
              <a:ea typeface="Calibri"/>
              <a:cs typeface="Calibri"/>
            </a:endParaRPr>
          </a:p>
          <a:p>
            <a:pPr lvl="1"/>
            <a:r>
              <a:rPr lang="en-US">
                <a:latin typeface="Calibri"/>
                <a:ea typeface="Calibri"/>
                <a:cs typeface="Calibri"/>
              </a:rPr>
              <a:t>Bash (Bourne Again Shell)</a:t>
            </a:r>
            <a:endParaRPr lang="en-US" err="1">
              <a:ea typeface="Calibri"/>
            </a:endParaRPr>
          </a:p>
          <a:p>
            <a:pPr lvl="1"/>
            <a:r>
              <a:rPr lang="en-US" err="1">
                <a:latin typeface="Calibri"/>
                <a:ea typeface="Calibri"/>
                <a:cs typeface="Calibri"/>
              </a:rPr>
              <a:t>Ksh</a:t>
            </a:r>
            <a:r>
              <a:rPr lang="en-US">
                <a:latin typeface="Calibri"/>
                <a:ea typeface="Calibri"/>
                <a:cs typeface="Calibri"/>
              </a:rPr>
              <a:t> (Korn Shell)</a:t>
            </a:r>
            <a:endParaRPr lang="en-US">
              <a:ea typeface="Calibri"/>
            </a:endParaRPr>
          </a:p>
        </p:txBody>
      </p:sp>
      <p:sp>
        <p:nvSpPr>
          <p:cNvPr id="4" name="Slide Number Placeholder 3">
            <a:extLst>
              <a:ext uri="{FF2B5EF4-FFF2-40B4-BE49-F238E27FC236}">
                <a16:creationId xmlns:a16="http://schemas.microsoft.com/office/drawing/2014/main" id="{09C20A8B-BF55-083E-1E40-7876E2051D44}"/>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custDataLst>
      <p:tags r:id="rId1"/>
    </p:custDataLst>
    <p:extLst>
      <p:ext uri="{BB962C8B-B14F-4D97-AF65-F5344CB8AC3E}">
        <p14:creationId xmlns:p14="http://schemas.microsoft.com/office/powerpoint/2010/main" val="1760471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E57E-B10F-EE93-3F8E-8E4DFBFED8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6AF64D-0278-727C-0ACE-83FE149E7ECB}"/>
              </a:ext>
            </a:extLst>
          </p:cNvPr>
          <p:cNvSpPr>
            <a:spLocks noGrp="1"/>
          </p:cNvSpPr>
          <p:nvPr>
            <p:ph type="title"/>
          </p:nvPr>
        </p:nvSpPr>
        <p:spPr/>
        <p:txBody>
          <a:bodyPr/>
          <a:lstStyle/>
          <a:p>
            <a:r>
              <a:rPr lang="en-US" b="1" i="0">
                <a:solidFill>
                  <a:srgbClr val="253644"/>
                </a:solidFill>
                <a:effectLst/>
              </a:rPr>
              <a:t>Shell Scripts </a:t>
            </a:r>
            <a:r>
              <a:rPr lang="en-US" sz="2000" b="1" i="0">
                <a:solidFill>
                  <a:srgbClr val="253644"/>
                </a:solidFill>
                <a:effectLst/>
              </a:rPr>
              <a:t>(Slide 2 of 2)</a:t>
            </a:r>
            <a:endParaRPr lang="en-US" sz="2000">
              <a:solidFill>
                <a:srgbClr val="253644"/>
              </a:solidFill>
            </a:endParaRPr>
          </a:p>
        </p:txBody>
      </p:sp>
      <p:sp>
        <p:nvSpPr>
          <p:cNvPr id="4" name="Slide Number Placeholder 3">
            <a:extLst>
              <a:ext uri="{FF2B5EF4-FFF2-40B4-BE49-F238E27FC236}">
                <a16:creationId xmlns:a16="http://schemas.microsoft.com/office/drawing/2014/main" id="{EFC4EA94-D852-F35B-B1C3-91E8E2E5E063}"/>
              </a:ext>
            </a:extLst>
          </p:cNvPr>
          <p:cNvSpPr>
            <a:spLocks noGrp="1"/>
          </p:cNvSpPr>
          <p:nvPr>
            <p:ph type="sldNum" sz="quarter" idx="10"/>
          </p:nvPr>
        </p:nvSpPr>
        <p:spPr/>
        <p:txBody>
          <a:bodyPr/>
          <a:lstStyle/>
          <a:p>
            <a:fld id="{B7CF8A19-3A9E-4ABC-B336-2FDDE321C72D}" type="slidenum">
              <a:rPr lang="en-US" smtClean="0"/>
              <a:pPr/>
              <a:t>27</a:t>
            </a:fld>
            <a:endParaRPr lang="en-US"/>
          </a:p>
        </p:txBody>
      </p:sp>
      <p:pic>
        <p:nvPicPr>
          <p:cNvPr id="7" name="Picture 6" descr="A Bash script in a terminal, displaying a simple &quot;Hello World&quot; script written in a text editor.">
            <a:extLst>
              <a:ext uri="{FF2B5EF4-FFF2-40B4-BE49-F238E27FC236}">
                <a16:creationId xmlns:a16="http://schemas.microsoft.com/office/drawing/2014/main" id="{68D6D69D-094D-EEA0-B19B-B9D0594F8E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4113" y="1984854"/>
            <a:ext cx="4270278" cy="976571"/>
          </a:xfrm>
          <a:prstGeom prst="rect">
            <a:avLst/>
          </a:prstGeom>
          <a:ln>
            <a:solidFill>
              <a:schemeClr val="bg1">
                <a:lumMod val="85000"/>
              </a:schemeClr>
            </a:solidFill>
          </a:ln>
        </p:spPr>
      </p:pic>
      <p:pic>
        <p:nvPicPr>
          <p:cNvPr id="10" name="Picture 9" descr="A terminal executing a Bash script named &quot;hello.sh,&quot; showing commands for making it executable and running it to print &quot;Hello World.&quot;">
            <a:extLst>
              <a:ext uri="{FF2B5EF4-FFF2-40B4-BE49-F238E27FC236}">
                <a16:creationId xmlns:a16="http://schemas.microsoft.com/office/drawing/2014/main" id="{A2D47AEE-216E-0AD5-75BE-195B7CB27FD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679609" y="2004458"/>
            <a:ext cx="4270278" cy="967693"/>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1807084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DDD5-708C-21DD-DBA4-BAEF135897D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3EF4859-5A53-8B07-91E8-955596183519}"/>
              </a:ext>
            </a:extLst>
          </p:cNvPr>
          <p:cNvSpPr>
            <a:spLocks noGrp="1"/>
          </p:cNvSpPr>
          <p:nvPr>
            <p:ph type="title"/>
          </p:nvPr>
        </p:nvSpPr>
        <p:spPr/>
        <p:txBody>
          <a:bodyPr/>
          <a:lstStyle/>
          <a:p>
            <a:r>
              <a:rPr lang="en-US" b="1" i="0">
                <a:solidFill>
                  <a:srgbClr val="253644"/>
                </a:solidFill>
                <a:effectLst/>
              </a:rPr>
              <a:t>Basic Script Constructs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8724953D-8176-4ED4-8ACE-272C3860319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Comments</a:t>
            </a:r>
          </a:p>
          <a:p>
            <a:pPr lvl="1"/>
            <a:r>
              <a:rPr lang="en-US">
                <a:latin typeface="Calibri"/>
                <a:ea typeface="Calibri"/>
                <a:cs typeface="Calibri"/>
              </a:rPr>
              <a:t>Not read by compiler or interpreter</a:t>
            </a:r>
            <a:endParaRPr lang="en-US">
              <a:ea typeface="Calibri"/>
            </a:endParaRPr>
          </a:p>
          <a:p>
            <a:r>
              <a:rPr lang="en-US">
                <a:latin typeface="Calibri"/>
                <a:ea typeface="Calibri"/>
                <a:cs typeface="Calibri"/>
              </a:rPr>
              <a:t>Variables</a:t>
            </a:r>
            <a:endParaRPr lang="en-US">
              <a:ea typeface="Calibri"/>
            </a:endParaRPr>
          </a:p>
          <a:p>
            <a:r>
              <a:rPr lang="en-US">
                <a:latin typeface="Calibri"/>
                <a:ea typeface="Calibri"/>
                <a:cs typeface="Calibri"/>
              </a:rPr>
              <a:t>Branches</a:t>
            </a:r>
          </a:p>
          <a:p>
            <a:r>
              <a:rPr lang="en-US">
                <a:latin typeface="Calibri"/>
                <a:ea typeface="Calibri"/>
                <a:cs typeface="Calibri"/>
              </a:rPr>
              <a:t>Loops</a:t>
            </a:r>
          </a:p>
          <a:p>
            <a:r>
              <a:rPr lang="en-US">
                <a:latin typeface="Calibri"/>
                <a:ea typeface="Calibri"/>
                <a:cs typeface="Calibri"/>
              </a:rPr>
              <a:t>Operators</a:t>
            </a:r>
          </a:p>
        </p:txBody>
      </p:sp>
      <p:sp>
        <p:nvSpPr>
          <p:cNvPr id="4" name="Slide Number Placeholder 3">
            <a:extLst>
              <a:ext uri="{FF2B5EF4-FFF2-40B4-BE49-F238E27FC236}">
                <a16:creationId xmlns:a16="http://schemas.microsoft.com/office/drawing/2014/main" id="{94877AE1-5A36-31E0-C14A-A2D7BAB82CD2}"/>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custDataLst>
      <p:tags r:id="rId1"/>
    </p:custDataLst>
    <p:extLst>
      <p:ext uri="{BB962C8B-B14F-4D97-AF65-F5344CB8AC3E}">
        <p14:creationId xmlns:p14="http://schemas.microsoft.com/office/powerpoint/2010/main" val="1457890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9D3D-2DC8-DD0E-D1CC-B3B1B537D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5F82B-94AA-9E21-6B7D-A8F69FB2E0B9}"/>
              </a:ext>
            </a:extLst>
          </p:cNvPr>
          <p:cNvSpPr>
            <a:spLocks noGrp="1"/>
          </p:cNvSpPr>
          <p:nvPr>
            <p:ph type="title"/>
          </p:nvPr>
        </p:nvSpPr>
        <p:spPr/>
        <p:txBody>
          <a:bodyPr/>
          <a:lstStyle/>
          <a:p>
            <a:r>
              <a:rPr lang="en-US" b="1" i="0">
                <a:solidFill>
                  <a:srgbClr val="253644"/>
                </a:solidFill>
                <a:effectLst/>
              </a:rPr>
              <a:t>Basic Script Constructs </a:t>
            </a:r>
            <a:r>
              <a:rPr lang="en-US" sz="2000" b="1" i="0">
                <a:solidFill>
                  <a:srgbClr val="253644"/>
                </a:solidFill>
                <a:effectLst/>
              </a:rPr>
              <a:t>(Slide 2 of 2)</a:t>
            </a:r>
            <a:endParaRPr lang="en-US" sz="2000"/>
          </a:p>
        </p:txBody>
      </p:sp>
      <p:sp>
        <p:nvSpPr>
          <p:cNvPr id="3" name="Slide Number Placeholder 2">
            <a:extLst>
              <a:ext uri="{FF2B5EF4-FFF2-40B4-BE49-F238E27FC236}">
                <a16:creationId xmlns:a16="http://schemas.microsoft.com/office/drawing/2014/main" id="{512203C2-F4C1-5B05-F80E-9EC98D97ACC6}"/>
              </a:ext>
            </a:extLst>
          </p:cNvPr>
          <p:cNvSpPr>
            <a:spLocks noGrp="1"/>
          </p:cNvSpPr>
          <p:nvPr>
            <p:ph type="sldNum" sz="quarter" idx="10"/>
          </p:nvPr>
        </p:nvSpPr>
        <p:spPr/>
        <p:txBody>
          <a:bodyPr/>
          <a:lstStyle/>
          <a:p>
            <a:fld id="{B7CF8A19-3A9E-4ABC-B336-2FDDE321C72D}" type="slidenum">
              <a:rPr lang="en-US" smtClean="0"/>
              <a:pPr/>
              <a:t>29</a:t>
            </a:fld>
            <a:endParaRPr lang="en-US"/>
          </a:p>
        </p:txBody>
      </p:sp>
      <p:graphicFrame>
        <p:nvGraphicFramePr>
          <p:cNvPr id="4" name="Content Placeholder 6" descr="A table of basic comparison and logical operators.">
            <a:extLst>
              <a:ext uri="{FF2B5EF4-FFF2-40B4-BE49-F238E27FC236}">
                <a16:creationId xmlns:a16="http://schemas.microsoft.com/office/drawing/2014/main" id="{D09B1CC3-C31E-ECF1-8782-12F02E52E97A}"/>
              </a:ext>
            </a:extLst>
          </p:cNvPr>
          <p:cNvGraphicFramePr>
            <a:graphicFrameLocks/>
          </p:cNvGraphicFramePr>
          <p:nvPr>
            <p:extLst>
              <p:ext uri="{D42A27DB-BD31-4B8C-83A1-F6EECF244321}">
                <p14:modId xmlns:p14="http://schemas.microsoft.com/office/powerpoint/2010/main" val="2544163795"/>
              </p:ext>
            </p:extLst>
          </p:nvPr>
        </p:nvGraphicFramePr>
        <p:xfrm>
          <a:off x="502919" y="848288"/>
          <a:ext cx="8138161" cy="3798512"/>
        </p:xfrm>
        <a:graphic>
          <a:graphicData uri="http://schemas.openxmlformats.org/drawingml/2006/table">
            <a:tbl>
              <a:tblPr firstRow="1" bandRow="1">
                <a:tableStyleId>{5C22544A-7EE6-4342-B048-85BDC9FD1C3A}</a:tableStyleId>
              </a:tblPr>
              <a:tblGrid>
                <a:gridCol w="1713297">
                  <a:extLst>
                    <a:ext uri="{9D8B030D-6E8A-4147-A177-3AD203B41FA5}">
                      <a16:colId xmlns:a16="http://schemas.microsoft.com/office/drawing/2014/main" val="2082118915"/>
                    </a:ext>
                  </a:extLst>
                </a:gridCol>
                <a:gridCol w="1612735">
                  <a:extLst>
                    <a:ext uri="{9D8B030D-6E8A-4147-A177-3AD203B41FA5}">
                      <a16:colId xmlns:a16="http://schemas.microsoft.com/office/drawing/2014/main" val="827728368"/>
                    </a:ext>
                  </a:extLst>
                </a:gridCol>
                <a:gridCol w="4812129">
                  <a:extLst>
                    <a:ext uri="{9D8B030D-6E8A-4147-A177-3AD203B41FA5}">
                      <a16:colId xmlns:a16="http://schemas.microsoft.com/office/drawing/2014/main" val="1358726912"/>
                    </a:ext>
                  </a:extLst>
                </a:gridCol>
              </a:tblGrid>
              <a:tr h="401672">
                <a:tc>
                  <a:txBody>
                    <a:bodyPr/>
                    <a:lstStyle/>
                    <a:p>
                      <a:r>
                        <a:rPr lang="en-US" sz="1250"/>
                        <a:t>Symbol Notation</a:t>
                      </a:r>
                    </a:p>
                  </a:txBody>
                  <a:tcPr/>
                </a:tc>
                <a:tc>
                  <a:txBody>
                    <a:bodyPr/>
                    <a:lstStyle/>
                    <a:p>
                      <a:r>
                        <a:rPr lang="en-US" sz="1250"/>
                        <a:t>Switch Notation</a:t>
                      </a:r>
                    </a:p>
                  </a:txBody>
                  <a:tcPr/>
                </a:tc>
                <a:tc>
                  <a:txBody>
                    <a:bodyPr/>
                    <a:lstStyle/>
                    <a:p>
                      <a:r>
                        <a:rPr lang="en-US" sz="1250"/>
                        <a:t>Usage</a:t>
                      </a:r>
                    </a:p>
                  </a:txBody>
                  <a:tcPr/>
                </a:tc>
                <a:extLst>
                  <a:ext uri="{0D108BD9-81ED-4DB2-BD59-A6C34878D82A}">
                    <a16:rowId xmlns:a16="http://schemas.microsoft.com/office/drawing/2014/main" val="2267006258"/>
                  </a:ext>
                </a:extLst>
              </a:tr>
              <a:tr h="424605">
                <a:tc>
                  <a:txBody>
                    <a:bodyPr/>
                    <a:lstStyle/>
                    <a:p>
                      <a:r>
                        <a:rPr lang="en-US" sz="1250"/>
                        <a:t>==</a:t>
                      </a:r>
                    </a:p>
                  </a:txBody>
                  <a:tcPr/>
                </a:tc>
                <a:tc>
                  <a:txBody>
                    <a:bodyPr/>
                    <a:lstStyle/>
                    <a:p>
                      <a:r>
                        <a:rPr lang="en-US" sz="1250"/>
                        <a:t>-eq</a:t>
                      </a:r>
                    </a:p>
                  </a:txBody>
                  <a:tcPr/>
                </a:tc>
                <a:tc>
                  <a:txBody>
                    <a:bodyPr/>
                    <a:lstStyle/>
                    <a:p>
                      <a:r>
                        <a:rPr lang="en-US" sz="1250"/>
                        <a:t>Is equal to (returns TRUE if both conditions are the same)</a:t>
                      </a:r>
                    </a:p>
                  </a:txBody>
                  <a:tcPr/>
                </a:tc>
                <a:extLst>
                  <a:ext uri="{0D108BD9-81ED-4DB2-BD59-A6C34878D82A}">
                    <a16:rowId xmlns:a16="http://schemas.microsoft.com/office/drawing/2014/main" val="2044881918"/>
                  </a:ext>
                </a:extLst>
              </a:tr>
              <a:tr h="424605">
                <a:tc>
                  <a:txBody>
                    <a:bodyPr/>
                    <a:lstStyle/>
                    <a:p>
                      <a:r>
                        <a:rPr lang="en-US" sz="1250"/>
                        <a:t>!=</a:t>
                      </a:r>
                    </a:p>
                  </a:txBody>
                  <a:tcPr/>
                </a:tc>
                <a:tc>
                  <a:txBody>
                    <a:bodyPr/>
                    <a:lstStyle/>
                    <a:p>
                      <a:r>
                        <a:rPr lang="en-US" sz="1250"/>
                        <a:t>-ne</a:t>
                      </a:r>
                    </a:p>
                  </a:txBody>
                  <a:tcPr/>
                </a:tc>
                <a:tc>
                  <a:txBody>
                    <a:bodyPr/>
                    <a:lstStyle/>
                    <a:p>
                      <a:r>
                        <a:rPr lang="en-US" sz="1250"/>
                        <a:t>Is not equal to (returns FALSE if both conditions are the same)</a:t>
                      </a:r>
                    </a:p>
                  </a:txBody>
                  <a:tcPr/>
                </a:tc>
                <a:extLst>
                  <a:ext uri="{0D108BD9-81ED-4DB2-BD59-A6C34878D82A}">
                    <a16:rowId xmlns:a16="http://schemas.microsoft.com/office/drawing/2014/main" val="4226553978"/>
                  </a:ext>
                </a:extLst>
              </a:tr>
              <a:tr h="424605">
                <a:tc>
                  <a:txBody>
                    <a:bodyPr/>
                    <a:lstStyle/>
                    <a:p>
                      <a:r>
                        <a:rPr lang="en-US" sz="1250"/>
                        <a:t>&lt;</a:t>
                      </a:r>
                    </a:p>
                  </a:txBody>
                  <a:tcPr/>
                </a:tc>
                <a:tc>
                  <a:txBody>
                    <a:bodyPr/>
                    <a:lstStyle/>
                    <a:p>
                      <a:r>
                        <a:rPr lang="en-US" sz="1250"/>
                        <a:t>-</a:t>
                      </a:r>
                      <a:r>
                        <a:rPr lang="en-US" sz="1250" err="1"/>
                        <a:t>lt</a:t>
                      </a:r>
                      <a:endParaRPr lang="en-US" sz="1250"/>
                    </a:p>
                  </a:txBody>
                  <a:tcPr/>
                </a:tc>
                <a:tc>
                  <a:txBody>
                    <a:bodyPr/>
                    <a:lstStyle/>
                    <a:p>
                      <a:pPr algn="l" fontAlgn="t">
                        <a:buNone/>
                      </a:pPr>
                      <a:r>
                        <a:rPr lang="en-US" sz="1250">
                          <a:solidFill>
                            <a:srgbClr val="191D1F"/>
                          </a:solidFill>
                          <a:effectLst/>
                          <a:latin typeface="noto-sans"/>
                        </a:rPr>
                        <a:t>  </a:t>
                      </a:r>
                      <a:r>
                        <a:rPr lang="en-US" sz="1250">
                          <a:solidFill>
                            <a:srgbClr val="191D1F"/>
                          </a:solidFill>
                          <a:effectLst/>
                          <a:latin typeface="+mn-lt"/>
                        </a:rPr>
                        <a:t>Is less than</a:t>
                      </a:r>
                    </a:p>
                  </a:txBody>
                  <a:tcPr marL="25400" marR="25400" marT="25400" marB="25400"/>
                </a:tc>
                <a:extLst>
                  <a:ext uri="{0D108BD9-81ED-4DB2-BD59-A6C34878D82A}">
                    <a16:rowId xmlns:a16="http://schemas.microsoft.com/office/drawing/2014/main" val="158160069"/>
                  </a:ext>
                </a:extLst>
              </a:tr>
              <a:tr h="424605">
                <a:tc>
                  <a:txBody>
                    <a:bodyPr/>
                    <a:lstStyle/>
                    <a:p>
                      <a:r>
                        <a:rPr lang="en-US" sz="1250"/>
                        <a:t>&gt;</a:t>
                      </a:r>
                    </a:p>
                  </a:txBody>
                  <a:tcPr/>
                </a:tc>
                <a:tc>
                  <a:txBody>
                    <a:bodyPr/>
                    <a:lstStyle/>
                    <a:p>
                      <a:r>
                        <a:rPr lang="en-US" sz="1250"/>
                        <a:t>-</a:t>
                      </a:r>
                      <a:r>
                        <a:rPr lang="en-US" sz="1250" err="1"/>
                        <a:t>gt</a:t>
                      </a:r>
                      <a:endParaRPr lang="en-US" sz="1250"/>
                    </a:p>
                  </a:txBody>
                  <a:tcPr/>
                </a:tc>
                <a:tc>
                  <a:txBody>
                    <a:bodyPr/>
                    <a:lstStyle/>
                    <a:p>
                      <a:r>
                        <a:rPr lang="en-US" sz="1250"/>
                        <a:t>Is greater than</a:t>
                      </a:r>
                    </a:p>
                  </a:txBody>
                  <a:tcPr/>
                </a:tc>
                <a:extLst>
                  <a:ext uri="{0D108BD9-81ED-4DB2-BD59-A6C34878D82A}">
                    <a16:rowId xmlns:a16="http://schemas.microsoft.com/office/drawing/2014/main" val="59196414"/>
                  </a:ext>
                </a:extLst>
              </a:tr>
              <a:tr h="424605">
                <a:tc>
                  <a:txBody>
                    <a:bodyPr/>
                    <a:lstStyle/>
                    <a:p>
                      <a:r>
                        <a:rPr lang="en-US" sz="1250"/>
                        <a:t>&lt;=</a:t>
                      </a:r>
                    </a:p>
                  </a:txBody>
                  <a:tcPr/>
                </a:tc>
                <a:tc>
                  <a:txBody>
                    <a:bodyPr/>
                    <a:lstStyle/>
                    <a:p>
                      <a:r>
                        <a:rPr lang="en-US" sz="1250"/>
                        <a:t>-le</a:t>
                      </a:r>
                    </a:p>
                  </a:txBody>
                  <a:tcPr/>
                </a:tc>
                <a:tc>
                  <a:txBody>
                    <a:bodyPr/>
                    <a:lstStyle/>
                    <a:p>
                      <a:r>
                        <a:rPr lang="en-US" sz="1250"/>
                        <a:t>Is less than or equal to</a:t>
                      </a:r>
                    </a:p>
                  </a:txBody>
                  <a:tcPr/>
                </a:tc>
                <a:extLst>
                  <a:ext uri="{0D108BD9-81ED-4DB2-BD59-A6C34878D82A}">
                    <a16:rowId xmlns:a16="http://schemas.microsoft.com/office/drawing/2014/main" val="2553502050"/>
                  </a:ext>
                </a:extLst>
              </a:tr>
              <a:tr h="424605">
                <a:tc>
                  <a:txBody>
                    <a:bodyPr/>
                    <a:lstStyle/>
                    <a:p>
                      <a:r>
                        <a:rPr lang="en-US" sz="1250"/>
                        <a:t>&gt;=</a:t>
                      </a:r>
                    </a:p>
                  </a:txBody>
                  <a:tcPr/>
                </a:tc>
                <a:tc>
                  <a:txBody>
                    <a:bodyPr/>
                    <a:lstStyle/>
                    <a:p>
                      <a:r>
                        <a:rPr lang="en-US" sz="1250"/>
                        <a:t>-</a:t>
                      </a:r>
                      <a:r>
                        <a:rPr lang="en-US" sz="1250" err="1"/>
                        <a:t>ge</a:t>
                      </a:r>
                      <a:endParaRPr lang="en-US" sz="1250"/>
                    </a:p>
                  </a:txBody>
                  <a:tcPr/>
                </a:tc>
                <a:tc>
                  <a:txBody>
                    <a:bodyPr/>
                    <a:lstStyle/>
                    <a:p>
                      <a:r>
                        <a:rPr lang="en-US" sz="1250"/>
                        <a:t>Is greater than or equal to</a:t>
                      </a:r>
                    </a:p>
                  </a:txBody>
                  <a:tcPr/>
                </a:tc>
                <a:extLst>
                  <a:ext uri="{0D108BD9-81ED-4DB2-BD59-A6C34878D82A}">
                    <a16:rowId xmlns:a16="http://schemas.microsoft.com/office/drawing/2014/main" val="2581956854"/>
                  </a:ext>
                </a:extLst>
              </a:tr>
              <a:tr h="424605">
                <a:tc>
                  <a:txBody>
                    <a:bodyPr/>
                    <a:lstStyle/>
                    <a:p>
                      <a:r>
                        <a:rPr lang="en-US" sz="1250"/>
                        <a:t>&amp;&amp;</a:t>
                      </a:r>
                    </a:p>
                  </a:txBody>
                  <a:tcPr/>
                </a:tc>
                <a:tc>
                  <a:txBody>
                    <a:bodyPr/>
                    <a:lstStyle/>
                    <a:p>
                      <a:r>
                        <a:rPr lang="en-US" sz="1250"/>
                        <a:t>AND</a:t>
                      </a:r>
                    </a:p>
                  </a:txBody>
                  <a:tcPr/>
                </a:tc>
                <a:tc>
                  <a:txBody>
                    <a:bodyPr/>
                    <a:lstStyle/>
                    <a:p>
                      <a:r>
                        <a:rPr lang="en-US" sz="1250"/>
                        <a:t>If both conditions are TRUE, then the whole statement is TRUE</a:t>
                      </a:r>
                    </a:p>
                  </a:txBody>
                  <a:tcPr/>
                </a:tc>
                <a:extLst>
                  <a:ext uri="{0D108BD9-81ED-4DB2-BD59-A6C34878D82A}">
                    <a16:rowId xmlns:a16="http://schemas.microsoft.com/office/drawing/2014/main" val="3654048029"/>
                  </a:ext>
                </a:extLst>
              </a:tr>
              <a:tr h="424605">
                <a:tc>
                  <a:txBody>
                    <a:bodyPr/>
                    <a:lstStyle/>
                    <a:p>
                      <a:r>
                        <a:rPr lang="en-US" sz="1250"/>
                        <a:t>||</a:t>
                      </a:r>
                    </a:p>
                  </a:txBody>
                  <a:tcPr/>
                </a:tc>
                <a:tc>
                  <a:txBody>
                    <a:bodyPr/>
                    <a:lstStyle/>
                    <a:p>
                      <a:r>
                        <a:rPr lang="en-US" sz="1250"/>
                        <a:t>OR</a:t>
                      </a:r>
                    </a:p>
                  </a:txBody>
                  <a:tcPr/>
                </a:tc>
                <a:tc>
                  <a:txBody>
                    <a:bodyPr/>
                    <a:lstStyle/>
                    <a:p>
                      <a:r>
                        <a:rPr lang="en-US" sz="1250"/>
                        <a:t>If either condition is TRUE, then the whole statement is TRUE</a:t>
                      </a:r>
                    </a:p>
                  </a:txBody>
                  <a:tcPr/>
                </a:tc>
                <a:extLst>
                  <a:ext uri="{0D108BD9-81ED-4DB2-BD59-A6C34878D82A}">
                    <a16:rowId xmlns:a16="http://schemas.microsoft.com/office/drawing/2014/main" val="1910035598"/>
                  </a:ext>
                </a:extLst>
              </a:tr>
            </a:tbl>
          </a:graphicData>
        </a:graphic>
      </p:graphicFrame>
    </p:spTree>
    <p:extLst>
      <p:ext uri="{BB962C8B-B14F-4D97-AF65-F5344CB8AC3E}">
        <p14:creationId xmlns:p14="http://schemas.microsoft.com/office/powerpoint/2010/main" val="2221309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2405F-72A9-9614-8FA9-CEFE9EA35A3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ADF7481-3CA0-E450-999C-1017039991E1}"/>
              </a:ext>
            </a:extLst>
          </p:cNvPr>
          <p:cNvSpPr>
            <a:spLocks noGrp="1"/>
          </p:cNvSpPr>
          <p:nvPr>
            <p:ph type="title"/>
          </p:nvPr>
        </p:nvSpPr>
        <p:spPr/>
        <p:txBody>
          <a:bodyPr/>
          <a:lstStyle/>
          <a:p>
            <a:pPr marL="71755"/>
            <a:r>
              <a:rPr lang="en-US" b="1" i="0">
                <a:solidFill>
                  <a:srgbClr val="253644"/>
                </a:solidFill>
                <a:effectLst/>
                <a:latin typeface="Calibri"/>
                <a:ea typeface="Calibri"/>
                <a:cs typeface="Calibri"/>
              </a:rPr>
              <a:t>Windows Scripts </a:t>
            </a:r>
            <a:r>
              <a:rPr lang="en-US" sz="2000" b="1" i="0">
                <a:solidFill>
                  <a:srgbClr val="253644"/>
                </a:solidFill>
                <a:effectLst/>
                <a:latin typeface="Calibri"/>
                <a:ea typeface="Calibri"/>
                <a:cs typeface="Calibri"/>
              </a:rPr>
              <a:t>(Slide 1 of </a:t>
            </a:r>
            <a:r>
              <a:rPr lang="en-US" sz="2000">
                <a:solidFill>
                  <a:srgbClr val="253644"/>
                </a:solidFill>
                <a:latin typeface="Calibri"/>
                <a:ea typeface="Calibri"/>
                <a:cs typeface="Calibri"/>
              </a:rPr>
              <a:t>2</a:t>
            </a:r>
            <a:r>
              <a:rPr lang="en-US" sz="2000" b="1" i="0">
                <a:solidFill>
                  <a:srgbClr val="253644"/>
                </a:solidFill>
                <a:effectLst/>
                <a:latin typeface="Calibri"/>
                <a:ea typeface="Calibri"/>
                <a:cs typeface="Calibri"/>
              </a:rPr>
              <a:t>)</a:t>
            </a:r>
            <a:endParaRPr lang="en-US">
              <a:latin typeface="Calibri"/>
              <a:ea typeface="Calibri"/>
              <a:cs typeface="Calibri"/>
            </a:endParaRPr>
          </a:p>
        </p:txBody>
      </p:sp>
      <p:sp>
        <p:nvSpPr>
          <p:cNvPr id="3" name="Content Placeholder 2">
            <a:extLst>
              <a:ext uri="{FF2B5EF4-FFF2-40B4-BE49-F238E27FC236}">
                <a16:creationId xmlns:a16="http://schemas.microsoft.com/office/drawing/2014/main" id="{475ED90D-EED4-C8BA-0064-DFFB91384C2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PowerShell .ps1</a:t>
            </a:r>
          </a:p>
          <a:p>
            <a:r>
              <a:rPr lang="en-US">
                <a:latin typeface="Calibri"/>
                <a:ea typeface="Calibri"/>
                <a:cs typeface="Calibri"/>
              </a:rPr>
              <a:t>VBScript .</a:t>
            </a:r>
            <a:r>
              <a:rPr lang="en-US" err="1">
                <a:latin typeface="Calibri"/>
                <a:ea typeface="Calibri"/>
                <a:cs typeface="Calibri"/>
              </a:rPr>
              <a:t>vbs</a:t>
            </a:r>
          </a:p>
          <a:p>
            <a:r>
              <a:rPr lang="en-US">
                <a:latin typeface="Calibri"/>
                <a:ea typeface="Calibri"/>
                <a:cs typeface="Calibri"/>
              </a:rPr>
              <a:t>Batch file .bat</a:t>
            </a:r>
            <a:endParaRPr lang="en-US">
              <a:ea typeface="Calibri"/>
            </a:endParaRPr>
          </a:p>
        </p:txBody>
      </p:sp>
      <p:sp>
        <p:nvSpPr>
          <p:cNvPr id="4" name="Slide Number Placeholder 3">
            <a:extLst>
              <a:ext uri="{FF2B5EF4-FFF2-40B4-BE49-F238E27FC236}">
                <a16:creationId xmlns:a16="http://schemas.microsoft.com/office/drawing/2014/main" id="{AA7D0E9E-6CB6-490F-A07D-FFDC323EC741}"/>
              </a:ext>
            </a:extLst>
          </p:cNvPr>
          <p:cNvSpPr>
            <a:spLocks noGrp="1"/>
          </p:cNvSpPr>
          <p:nvPr>
            <p:ph type="sldNum" sz="quarter" idx="10"/>
          </p:nvPr>
        </p:nvSpPr>
        <p:spPr/>
        <p:txBody>
          <a:bodyPr/>
          <a:lstStyle/>
          <a:p>
            <a:fld id="{B7CF8A19-3A9E-4ABC-B336-2FDDE321C72D}" type="slidenum">
              <a:rPr lang="en-US" smtClean="0"/>
              <a:pPr/>
              <a:t>30</a:t>
            </a:fld>
            <a:endParaRPr lang="en-US"/>
          </a:p>
        </p:txBody>
      </p:sp>
    </p:spTree>
    <p:custDataLst>
      <p:tags r:id="rId1"/>
    </p:custDataLst>
    <p:extLst>
      <p:ext uri="{BB962C8B-B14F-4D97-AF65-F5344CB8AC3E}">
        <p14:creationId xmlns:p14="http://schemas.microsoft.com/office/powerpoint/2010/main" val="3850238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349F-F269-17F3-94C9-298DD75A19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960BEB-5BE7-0432-B14C-B6D62C1C3204}"/>
              </a:ext>
            </a:extLst>
          </p:cNvPr>
          <p:cNvSpPr>
            <a:spLocks noGrp="1"/>
          </p:cNvSpPr>
          <p:nvPr>
            <p:ph type="title"/>
          </p:nvPr>
        </p:nvSpPr>
        <p:spPr/>
        <p:txBody>
          <a:bodyPr/>
          <a:lstStyle/>
          <a:p>
            <a:pPr marL="71755"/>
            <a:r>
              <a:rPr lang="en-US" b="1" i="0">
                <a:solidFill>
                  <a:srgbClr val="253644"/>
                </a:solidFill>
                <a:effectLst/>
                <a:latin typeface="Calibri"/>
                <a:ea typeface="Calibri"/>
                <a:cs typeface="Calibri"/>
              </a:rPr>
              <a:t>Windows Scripts </a:t>
            </a:r>
            <a:r>
              <a:rPr lang="en-US" sz="2000" b="1" i="0">
                <a:solidFill>
                  <a:srgbClr val="253644"/>
                </a:solidFill>
                <a:effectLst/>
                <a:latin typeface="Calibri"/>
                <a:ea typeface="Calibri"/>
                <a:cs typeface="Calibri"/>
              </a:rPr>
              <a:t>(Slide 2 of </a:t>
            </a:r>
            <a:r>
              <a:rPr lang="en-US" sz="2000">
                <a:solidFill>
                  <a:srgbClr val="253644"/>
                </a:solidFill>
                <a:latin typeface="Calibri"/>
                <a:ea typeface="Calibri"/>
                <a:cs typeface="Calibri"/>
              </a:rPr>
              <a:t>2</a:t>
            </a:r>
            <a:r>
              <a:rPr lang="en-US" sz="2000" b="1" i="0">
                <a:solidFill>
                  <a:srgbClr val="253644"/>
                </a:solidFill>
                <a:effectLst/>
                <a:latin typeface="Calibri"/>
                <a:ea typeface="Calibri"/>
                <a:cs typeface="Calibri"/>
              </a:rPr>
              <a:t>)</a:t>
            </a:r>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D13D1862-99D7-E2D0-AAA4-B3060CBC8754}"/>
              </a:ext>
            </a:extLst>
          </p:cNvPr>
          <p:cNvSpPr>
            <a:spLocks noGrp="1"/>
          </p:cNvSpPr>
          <p:nvPr>
            <p:ph type="sldNum" sz="quarter" idx="10"/>
          </p:nvPr>
        </p:nvSpPr>
        <p:spPr/>
        <p:txBody>
          <a:bodyPr/>
          <a:lstStyle/>
          <a:p>
            <a:fld id="{B7CF8A19-3A9E-4ABC-B336-2FDDE321C72D}" type="slidenum">
              <a:rPr lang="en-US" smtClean="0"/>
              <a:pPr/>
              <a:t>31</a:t>
            </a:fld>
            <a:endParaRPr lang="en-US"/>
          </a:p>
        </p:txBody>
      </p:sp>
      <p:pic>
        <p:nvPicPr>
          <p:cNvPr id="3" name="Picture 2" descr="Windows PowerShell Integrated Scripting Environment (ISE) with a script mapping a network drive to a shared folder.">
            <a:extLst>
              <a:ext uri="{FF2B5EF4-FFF2-40B4-BE49-F238E27FC236}">
                <a16:creationId xmlns:a16="http://schemas.microsoft.com/office/drawing/2014/main" id="{1C71920D-28AB-90DA-A4E4-18B417430A0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28234" y="956564"/>
            <a:ext cx="7087532" cy="3230372"/>
          </a:xfrm>
          <a:prstGeom prst="rect">
            <a:avLst/>
          </a:prstGeom>
        </p:spPr>
      </p:pic>
      <p:sp>
        <p:nvSpPr>
          <p:cNvPr id="5" name="Content Placeholder 11">
            <a:extLst>
              <a:ext uri="{FF2B5EF4-FFF2-40B4-BE49-F238E27FC236}">
                <a16:creationId xmlns:a16="http://schemas.microsoft.com/office/drawing/2014/main" id="{3AE6A05B-4F5D-FC2D-A8B9-1F066F1F4E63}"/>
              </a:ext>
            </a:extLst>
          </p:cNvPr>
          <p:cNvSpPr>
            <a:spLocks noGrp="1"/>
          </p:cNvSpPr>
          <p:nvPr>
            <p:ph idx="1"/>
          </p:nvPr>
        </p:nvSpPr>
        <p:spPr>
          <a:xfrm>
            <a:off x="1028234" y="4223537"/>
            <a:ext cx="7087532" cy="274768"/>
          </a:xfrm>
        </p:spPr>
        <p:txBody>
          <a:bodyPr>
            <a:normAutofit/>
          </a:bodyPr>
          <a:lstStyle/>
          <a:p>
            <a:pPr marL="0" indent="0" algn="ctr">
              <a:buNone/>
            </a:pPr>
            <a:r>
              <a:rPr lang="en-US" sz="900" i="1"/>
              <a:t>Screenshot courtesy of Microsoft.</a:t>
            </a:r>
          </a:p>
        </p:txBody>
      </p:sp>
    </p:spTree>
    <p:custDataLst>
      <p:tags r:id="rId1"/>
    </p:custDataLst>
    <p:extLst>
      <p:ext uri="{BB962C8B-B14F-4D97-AF65-F5344CB8AC3E}">
        <p14:creationId xmlns:p14="http://schemas.microsoft.com/office/powerpoint/2010/main" val="1019603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04EF8-53D5-3D2D-9EAE-7570DD663BC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56ACDDD-D50E-91AD-C949-290F1B1181CF}"/>
              </a:ext>
            </a:extLst>
          </p:cNvPr>
          <p:cNvSpPr>
            <a:spLocks noGrp="1"/>
          </p:cNvSpPr>
          <p:nvPr>
            <p:ph type="title"/>
          </p:nvPr>
        </p:nvSpPr>
        <p:spPr/>
        <p:txBody>
          <a:bodyPr/>
          <a:lstStyle/>
          <a:p>
            <a:r>
              <a:rPr lang="en-US" b="1" i="0">
                <a:solidFill>
                  <a:srgbClr val="253644"/>
                </a:solidFill>
                <a:effectLst/>
              </a:rPr>
              <a:t>JavaScript and Python </a:t>
            </a:r>
            <a:r>
              <a:rPr lang="en-US" sz="2000" b="1" i="0">
                <a:solidFill>
                  <a:srgbClr val="253644"/>
                </a:solidFill>
                <a:effectLst/>
              </a:rPr>
              <a:t>(Slide 1 of 3)</a:t>
            </a:r>
            <a:endParaRPr lang="en-US" sz="2000">
              <a:solidFill>
                <a:srgbClr val="253644"/>
              </a:solidFill>
            </a:endParaRPr>
          </a:p>
        </p:txBody>
      </p:sp>
      <p:sp>
        <p:nvSpPr>
          <p:cNvPr id="3" name="Content Placeholder 2">
            <a:extLst>
              <a:ext uri="{FF2B5EF4-FFF2-40B4-BE49-F238E27FC236}">
                <a16:creationId xmlns:a16="http://schemas.microsoft.com/office/drawing/2014/main" id="{4E895413-6CF3-AC43-F38F-2A3C061FDDF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JavaScript .</a:t>
            </a:r>
            <a:r>
              <a:rPr lang="en-US" err="1">
                <a:latin typeface="Calibri"/>
                <a:ea typeface="Calibri"/>
                <a:cs typeface="Calibri"/>
              </a:rPr>
              <a:t>js</a:t>
            </a:r>
            <a:endParaRPr lang="en-US">
              <a:latin typeface="Calibri"/>
              <a:ea typeface="Calibri"/>
              <a:cs typeface="Calibri"/>
            </a:endParaRPr>
          </a:p>
          <a:p>
            <a:pPr lvl="1"/>
            <a:r>
              <a:rPr lang="en-US">
                <a:latin typeface="Calibri"/>
                <a:ea typeface="Calibri"/>
                <a:cs typeface="Calibri"/>
              </a:rPr>
              <a:t>Web content and apps</a:t>
            </a:r>
          </a:p>
          <a:p>
            <a:r>
              <a:rPr lang="en-US">
                <a:latin typeface="Calibri"/>
                <a:ea typeface="Calibri"/>
                <a:cs typeface="Calibri"/>
              </a:rPr>
              <a:t>Python .</a:t>
            </a:r>
            <a:r>
              <a:rPr lang="en-US" err="1">
                <a:latin typeface="Calibri"/>
                <a:ea typeface="Calibri"/>
                <a:cs typeface="Calibri"/>
              </a:rPr>
              <a:t>py</a:t>
            </a:r>
            <a:endParaRPr lang="en-US">
              <a:ea typeface="Calibri"/>
            </a:endParaRPr>
          </a:p>
          <a:p>
            <a:pPr lvl="1"/>
            <a:r>
              <a:rPr lang="en-US">
                <a:latin typeface="Calibri"/>
                <a:ea typeface="Calibri"/>
                <a:cs typeface="Calibri"/>
              </a:rPr>
              <a:t>General purpose primarily used in automation and software apps</a:t>
            </a:r>
          </a:p>
          <a:p>
            <a:pPr lvl="1"/>
            <a:r>
              <a:rPr lang="en-US">
                <a:latin typeface="Calibri"/>
                <a:ea typeface="Calibri"/>
                <a:cs typeface="Calibri"/>
              </a:rPr>
              <a:t>Python IDLE</a:t>
            </a:r>
            <a:endParaRPr lang="en-US">
              <a:ea typeface="Calibri"/>
            </a:endParaRPr>
          </a:p>
        </p:txBody>
      </p:sp>
      <p:sp>
        <p:nvSpPr>
          <p:cNvPr id="4" name="Slide Number Placeholder 3">
            <a:extLst>
              <a:ext uri="{FF2B5EF4-FFF2-40B4-BE49-F238E27FC236}">
                <a16:creationId xmlns:a16="http://schemas.microsoft.com/office/drawing/2014/main" id="{3B8E5CD6-C283-2665-710F-46951966287C}"/>
              </a:ext>
            </a:extLst>
          </p:cNvPr>
          <p:cNvSpPr>
            <a:spLocks noGrp="1"/>
          </p:cNvSpPr>
          <p:nvPr>
            <p:ph type="sldNum" sz="quarter" idx="10"/>
          </p:nvPr>
        </p:nvSpPr>
        <p:spPr/>
        <p:txBody>
          <a:bodyPr/>
          <a:lstStyle/>
          <a:p>
            <a:fld id="{B7CF8A19-3A9E-4ABC-B336-2FDDE321C72D}" type="slidenum">
              <a:rPr lang="en-US" smtClean="0"/>
              <a:pPr/>
              <a:t>32</a:t>
            </a:fld>
            <a:endParaRPr lang="en-US"/>
          </a:p>
        </p:txBody>
      </p:sp>
    </p:spTree>
    <p:custDataLst>
      <p:tags r:id="rId1"/>
    </p:custDataLst>
    <p:extLst>
      <p:ext uri="{BB962C8B-B14F-4D97-AF65-F5344CB8AC3E}">
        <p14:creationId xmlns:p14="http://schemas.microsoft.com/office/powerpoint/2010/main" val="4243034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CA866-B862-8D42-2468-A6D186E955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5A51C8-E465-850C-BC84-F77C283215B4}"/>
              </a:ext>
            </a:extLst>
          </p:cNvPr>
          <p:cNvSpPr>
            <a:spLocks noGrp="1"/>
          </p:cNvSpPr>
          <p:nvPr>
            <p:ph type="title"/>
          </p:nvPr>
        </p:nvSpPr>
        <p:spPr/>
        <p:txBody>
          <a:bodyPr/>
          <a:lstStyle/>
          <a:p>
            <a:r>
              <a:rPr lang="en-US" b="1" i="0">
                <a:solidFill>
                  <a:srgbClr val="253644"/>
                </a:solidFill>
                <a:effectLst/>
              </a:rPr>
              <a:t>JavaScript and Python </a:t>
            </a:r>
            <a:r>
              <a:rPr lang="en-US" sz="2000" b="1" i="0">
                <a:solidFill>
                  <a:srgbClr val="253644"/>
                </a:solidFill>
                <a:effectLst/>
              </a:rPr>
              <a:t>(Slide 2 of </a:t>
            </a:r>
            <a:r>
              <a:rPr lang="en-US" sz="2000">
                <a:solidFill>
                  <a:srgbClr val="253644"/>
                </a:solidFill>
              </a:rPr>
              <a:t>3</a:t>
            </a:r>
            <a:r>
              <a:rPr lang="en-US" sz="2000" b="1" i="0">
                <a:solidFill>
                  <a:srgbClr val="253644"/>
                </a:solidFill>
                <a:effectLst/>
              </a:rPr>
              <a:t>)</a:t>
            </a:r>
            <a:endParaRPr lang="en-US" sz="2000">
              <a:solidFill>
                <a:srgbClr val="253644"/>
              </a:solidFill>
            </a:endParaRPr>
          </a:p>
        </p:txBody>
      </p:sp>
      <p:sp>
        <p:nvSpPr>
          <p:cNvPr id="4" name="Slide Number Placeholder 3">
            <a:extLst>
              <a:ext uri="{FF2B5EF4-FFF2-40B4-BE49-F238E27FC236}">
                <a16:creationId xmlns:a16="http://schemas.microsoft.com/office/drawing/2014/main" id="{D5EDA1D6-C97A-DFC3-2F95-788494F67FE3}"/>
              </a:ext>
            </a:extLst>
          </p:cNvPr>
          <p:cNvSpPr>
            <a:spLocks noGrp="1"/>
          </p:cNvSpPr>
          <p:nvPr>
            <p:ph type="sldNum" sz="quarter" idx="10"/>
          </p:nvPr>
        </p:nvSpPr>
        <p:spPr/>
        <p:txBody>
          <a:bodyPr/>
          <a:lstStyle/>
          <a:p>
            <a:fld id="{B7CF8A19-3A9E-4ABC-B336-2FDDE321C72D}" type="slidenum">
              <a:rPr lang="en-US" smtClean="0"/>
              <a:pPr/>
              <a:t>33</a:t>
            </a:fld>
            <a:endParaRPr lang="en-US"/>
          </a:p>
        </p:txBody>
      </p:sp>
      <p:sp>
        <p:nvSpPr>
          <p:cNvPr id="5" name="Content Placeholder 11">
            <a:extLst>
              <a:ext uri="{FF2B5EF4-FFF2-40B4-BE49-F238E27FC236}">
                <a16:creationId xmlns:a16="http://schemas.microsoft.com/office/drawing/2014/main" id="{68245EF4-FAF8-2F5E-A218-C7E85D67A6ED}"/>
              </a:ext>
            </a:extLst>
          </p:cNvPr>
          <p:cNvSpPr>
            <a:spLocks noGrp="1"/>
          </p:cNvSpPr>
          <p:nvPr>
            <p:ph idx="1"/>
          </p:nvPr>
        </p:nvSpPr>
        <p:spPr>
          <a:xfrm>
            <a:off x="1989607" y="4885690"/>
            <a:ext cx="5164781" cy="274768"/>
          </a:xfrm>
        </p:spPr>
        <p:txBody>
          <a:bodyPr>
            <a:normAutofit/>
          </a:bodyPr>
          <a:lstStyle/>
          <a:p>
            <a:pPr marL="0" indent="0" algn="ctr">
              <a:buNone/>
            </a:pPr>
            <a:r>
              <a:rPr lang="en-US" sz="900" i="1"/>
              <a:t>Screenshot courtesy of Mozilla.</a:t>
            </a:r>
          </a:p>
        </p:txBody>
      </p:sp>
      <p:pic>
        <p:nvPicPr>
          <p:cNvPr id="6" name="Picture 5" descr="A browser window displaying the H T M L source code of a webpage, showing structured markup and JavaScript elements.">
            <a:extLst>
              <a:ext uri="{FF2B5EF4-FFF2-40B4-BE49-F238E27FC236}">
                <a16:creationId xmlns:a16="http://schemas.microsoft.com/office/drawing/2014/main" id="{5AF85AB9-E09A-217B-F264-AB8248734C0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47619" y="767100"/>
            <a:ext cx="5048755" cy="411859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1910909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FC62-9F9F-31C7-EEFD-0ECFC006B59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655F1A-8154-3818-C377-CEDABB663922}"/>
              </a:ext>
            </a:extLst>
          </p:cNvPr>
          <p:cNvSpPr>
            <a:spLocks noGrp="1"/>
          </p:cNvSpPr>
          <p:nvPr>
            <p:ph type="title"/>
          </p:nvPr>
        </p:nvSpPr>
        <p:spPr/>
        <p:txBody>
          <a:bodyPr/>
          <a:lstStyle/>
          <a:p>
            <a:r>
              <a:rPr lang="en-US" b="1" i="0">
                <a:solidFill>
                  <a:srgbClr val="253644"/>
                </a:solidFill>
                <a:effectLst/>
              </a:rPr>
              <a:t>JavaScript and Python </a:t>
            </a:r>
            <a:r>
              <a:rPr lang="en-US" sz="2000" b="1" i="0">
                <a:solidFill>
                  <a:srgbClr val="253644"/>
                </a:solidFill>
                <a:effectLst/>
              </a:rPr>
              <a:t>(Slide 3 of </a:t>
            </a:r>
            <a:r>
              <a:rPr lang="en-US" sz="2000">
                <a:solidFill>
                  <a:srgbClr val="253644"/>
                </a:solidFill>
              </a:rPr>
              <a:t>3</a:t>
            </a:r>
            <a:r>
              <a:rPr lang="en-US" sz="2000" b="1" i="0">
                <a:solidFill>
                  <a:srgbClr val="253644"/>
                </a:solidFill>
                <a:effectLst/>
              </a:rPr>
              <a:t>)</a:t>
            </a:r>
            <a:endParaRPr lang="en-US" sz="2000">
              <a:solidFill>
                <a:srgbClr val="253644"/>
              </a:solidFill>
            </a:endParaRPr>
          </a:p>
        </p:txBody>
      </p:sp>
      <p:sp>
        <p:nvSpPr>
          <p:cNvPr id="4" name="Slide Number Placeholder 3">
            <a:extLst>
              <a:ext uri="{FF2B5EF4-FFF2-40B4-BE49-F238E27FC236}">
                <a16:creationId xmlns:a16="http://schemas.microsoft.com/office/drawing/2014/main" id="{495D1BCA-911B-A841-B16A-31D31B41A17A}"/>
              </a:ext>
            </a:extLst>
          </p:cNvPr>
          <p:cNvSpPr>
            <a:spLocks noGrp="1"/>
          </p:cNvSpPr>
          <p:nvPr>
            <p:ph type="sldNum" sz="quarter" idx="10"/>
          </p:nvPr>
        </p:nvSpPr>
        <p:spPr/>
        <p:txBody>
          <a:bodyPr/>
          <a:lstStyle/>
          <a:p>
            <a:fld id="{B7CF8A19-3A9E-4ABC-B336-2FDDE321C72D}" type="slidenum">
              <a:rPr lang="en-US" smtClean="0"/>
              <a:pPr/>
              <a:t>34</a:t>
            </a:fld>
            <a:endParaRPr lang="en-US"/>
          </a:p>
        </p:txBody>
      </p:sp>
      <p:pic>
        <p:nvPicPr>
          <p:cNvPr id="6" name="Picture 5" descr="A Python script running in an Integrated Development Environment with an active debugging session.">
            <a:extLst>
              <a:ext uri="{FF2B5EF4-FFF2-40B4-BE49-F238E27FC236}">
                <a16:creationId xmlns:a16="http://schemas.microsoft.com/office/drawing/2014/main" id="{5149D365-B7AD-4530-7210-849C3ACA755B}"/>
              </a:ext>
            </a:extLst>
          </p:cNvPr>
          <p:cNvPicPr>
            <a:picLocks noChangeAspect="1"/>
          </p:cNvPicPr>
          <p:nvPr/>
        </p:nvPicPr>
        <p:blipFill>
          <a:blip r:embed="rId4"/>
          <a:stretch>
            <a:fillRect/>
          </a:stretch>
        </p:blipFill>
        <p:spPr>
          <a:xfrm>
            <a:off x="1500431" y="757680"/>
            <a:ext cx="6143136" cy="4091025"/>
          </a:xfrm>
          <a:prstGeom prst="rect">
            <a:avLst/>
          </a:prstGeom>
          <a:ln>
            <a:noFill/>
          </a:ln>
        </p:spPr>
      </p:pic>
    </p:spTree>
    <p:custDataLst>
      <p:tags r:id="rId1"/>
    </p:custDataLst>
    <p:extLst>
      <p:ext uri="{BB962C8B-B14F-4D97-AF65-F5344CB8AC3E}">
        <p14:creationId xmlns:p14="http://schemas.microsoft.com/office/powerpoint/2010/main" val="1300436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F934-64A5-8BC0-CBB8-355EE9C8DFB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8E4FBD-2AF2-0475-EA4C-3459C448D591}"/>
              </a:ext>
            </a:extLst>
          </p:cNvPr>
          <p:cNvSpPr>
            <a:spLocks noGrp="1"/>
          </p:cNvSpPr>
          <p:nvPr>
            <p:ph type="title"/>
          </p:nvPr>
        </p:nvSpPr>
        <p:spPr/>
        <p:txBody>
          <a:bodyPr/>
          <a:lstStyle/>
          <a:p>
            <a:r>
              <a:rPr lang="en-US" b="1" i="0">
                <a:solidFill>
                  <a:srgbClr val="253644"/>
                </a:solidFill>
                <a:effectLst/>
              </a:rPr>
              <a:t>Use Cases for Scripting</a:t>
            </a:r>
            <a:endParaRPr lang="en-US" sz="2000">
              <a:solidFill>
                <a:srgbClr val="253644"/>
              </a:solidFill>
            </a:endParaRPr>
          </a:p>
        </p:txBody>
      </p:sp>
      <p:sp>
        <p:nvSpPr>
          <p:cNvPr id="3" name="Content Placeholder 2">
            <a:extLst>
              <a:ext uri="{FF2B5EF4-FFF2-40B4-BE49-F238E27FC236}">
                <a16:creationId xmlns:a16="http://schemas.microsoft.com/office/drawing/2014/main" id="{4583DE34-BD98-428E-AD76-463A6E577F5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API use</a:t>
            </a:r>
            <a:endParaRPr lang="en-US">
              <a:ea typeface="Calibri"/>
            </a:endParaRPr>
          </a:p>
          <a:p>
            <a:r>
              <a:rPr lang="en-US">
                <a:latin typeface="Calibri"/>
                <a:ea typeface="Calibri"/>
                <a:cs typeface="Calibri"/>
              </a:rPr>
              <a:t>Restarting machines</a:t>
            </a:r>
          </a:p>
          <a:p>
            <a:r>
              <a:rPr lang="en-US">
                <a:latin typeface="Calibri"/>
                <a:ea typeface="Calibri"/>
                <a:cs typeface="Calibri"/>
              </a:rPr>
              <a:t>Remapping network drives</a:t>
            </a:r>
          </a:p>
          <a:p>
            <a:r>
              <a:rPr lang="en-US">
                <a:latin typeface="Calibri"/>
                <a:ea typeface="Calibri"/>
                <a:cs typeface="Calibri"/>
              </a:rPr>
              <a:t>Installation of applications</a:t>
            </a:r>
          </a:p>
          <a:p>
            <a:r>
              <a:rPr lang="en-US">
                <a:latin typeface="Calibri"/>
                <a:ea typeface="Calibri"/>
                <a:cs typeface="Calibri"/>
              </a:rPr>
              <a:t>Updating system OS and apps</a:t>
            </a:r>
          </a:p>
          <a:p>
            <a:r>
              <a:rPr lang="en-US">
                <a:latin typeface="Calibri"/>
                <a:ea typeface="Calibri"/>
                <a:cs typeface="Calibri"/>
              </a:rPr>
              <a:t>Automated backups</a:t>
            </a:r>
          </a:p>
          <a:p>
            <a:r>
              <a:rPr lang="en-US">
                <a:latin typeface="Calibri"/>
                <a:ea typeface="Calibri"/>
                <a:cs typeface="Calibri"/>
              </a:rPr>
              <a:t>Information gathering</a:t>
            </a:r>
          </a:p>
          <a:p>
            <a:pPr lvl="1"/>
            <a:r>
              <a:rPr lang="en-US">
                <a:latin typeface="Calibri"/>
                <a:ea typeface="Calibri"/>
                <a:cs typeface="Calibri"/>
              </a:rPr>
              <a:t>Inventory</a:t>
            </a:r>
          </a:p>
        </p:txBody>
      </p:sp>
      <p:sp>
        <p:nvSpPr>
          <p:cNvPr id="4" name="Slide Number Placeholder 3">
            <a:extLst>
              <a:ext uri="{FF2B5EF4-FFF2-40B4-BE49-F238E27FC236}">
                <a16:creationId xmlns:a16="http://schemas.microsoft.com/office/drawing/2014/main" id="{BE0E082A-CF79-74F8-23B5-7B3F57766B42}"/>
              </a:ext>
            </a:extLst>
          </p:cNvPr>
          <p:cNvSpPr>
            <a:spLocks noGrp="1"/>
          </p:cNvSpPr>
          <p:nvPr>
            <p:ph type="sldNum" sz="quarter" idx="10"/>
          </p:nvPr>
        </p:nvSpPr>
        <p:spPr/>
        <p:txBody>
          <a:bodyPr/>
          <a:lstStyle/>
          <a:p>
            <a:fld id="{B7CF8A19-3A9E-4ABC-B336-2FDDE321C72D}" type="slidenum">
              <a:rPr lang="en-US" smtClean="0"/>
              <a:pPr/>
              <a:t>35</a:t>
            </a:fld>
            <a:endParaRPr lang="en-US"/>
          </a:p>
        </p:txBody>
      </p:sp>
    </p:spTree>
    <p:custDataLst>
      <p:tags r:id="rId1"/>
    </p:custDataLst>
    <p:extLst>
      <p:ext uri="{BB962C8B-B14F-4D97-AF65-F5344CB8AC3E}">
        <p14:creationId xmlns:p14="http://schemas.microsoft.com/office/powerpoint/2010/main" val="3127974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8EAF7-53D3-55E7-DAD0-B38CE2F27A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9CC7707-ECF8-206C-5B16-C91FB621C160}"/>
              </a:ext>
            </a:extLst>
          </p:cNvPr>
          <p:cNvSpPr>
            <a:spLocks noGrp="1"/>
          </p:cNvSpPr>
          <p:nvPr>
            <p:ph type="title"/>
          </p:nvPr>
        </p:nvSpPr>
        <p:spPr/>
        <p:txBody>
          <a:bodyPr/>
          <a:lstStyle/>
          <a:p>
            <a:r>
              <a:rPr lang="en-US" b="1" i="0">
                <a:solidFill>
                  <a:srgbClr val="253644"/>
                </a:solidFill>
                <a:effectLst/>
              </a:rPr>
              <a:t>Scripting Best Practices and Considerations</a:t>
            </a:r>
            <a:endParaRPr lang="en-US" sz="2000">
              <a:solidFill>
                <a:srgbClr val="253644"/>
              </a:solidFill>
            </a:endParaRPr>
          </a:p>
        </p:txBody>
      </p:sp>
      <p:sp>
        <p:nvSpPr>
          <p:cNvPr id="3" name="Content Placeholder 2">
            <a:extLst>
              <a:ext uri="{FF2B5EF4-FFF2-40B4-BE49-F238E27FC236}">
                <a16:creationId xmlns:a16="http://schemas.microsoft.com/office/drawing/2014/main" id="{C2300C68-6C45-C59B-A677-99978EB3073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Malware risk</a:t>
            </a:r>
            <a:endParaRPr lang="en-US">
              <a:ea typeface="Calibri"/>
            </a:endParaRPr>
          </a:p>
          <a:p>
            <a:r>
              <a:rPr lang="en-US">
                <a:latin typeface="Calibri"/>
                <a:ea typeface="Calibri"/>
                <a:cs typeface="Calibri"/>
              </a:rPr>
              <a:t>Inadvertent system/settings changes</a:t>
            </a:r>
          </a:p>
          <a:p>
            <a:r>
              <a:rPr lang="en-US">
                <a:latin typeface="Calibri"/>
                <a:ea typeface="Calibri"/>
                <a:cs typeface="Calibri"/>
              </a:rPr>
              <a:t>Browser or system crash due to resource mishandling</a:t>
            </a:r>
          </a:p>
          <a:p>
            <a:pPr marL="0" indent="0">
              <a:buNone/>
            </a:pPr>
            <a:endParaRPr lang="en-US">
              <a:ea typeface="Calibri"/>
            </a:endParaRPr>
          </a:p>
        </p:txBody>
      </p:sp>
      <p:sp>
        <p:nvSpPr>
          <p:cNvPr id="4" name="Slide Number Placeholder 3">
            <a:extLst>
              <a:ext uri="{FF2B5EF4-FFF2-40B4-BE49-F238E27FC236}">
                <a16:creationId xmlns:a16="http://schemas.microsoft.com/office/drawing/2014/main" id="{80267546-CB9E-C754-FFCE-DE9D8B209D1F}"/>
              </a:ext>
            </a:extLst>
          </p:cNvPr>
          <p:cNvSpPr>
            <a:spLocks noGrp="1"/>
          </p:cNvSpPr>
          <p:nvPr>
            <p:ph type="sldNum" sz="quarter" idx="10"/>
          </p:nvPr>
        </p:nvSpPr>
        <p:spPr/>
        <p:txBody>
          <a:bodyPr/>
          <a:lstStyle/>
          <a:p>
            <a:fld id="{B7CF8A19-3A9E-4ABC-B336-2FDDE321C72D}" type="slidenum">
              <a:rPr lang="en-US" smtClean="0"/>
              <a:pPr/>
              <a:t>36</a:t>
            </a:fld>
            <a:endParaRPr lang="en-US"/>
          </a:p>
        </p:txBody>
      </p:sp>
    </p:spTree>
    <p:custDataLst>
      <p:tags r:id="rId1"/>
    </p:custDataLst>
    <p:extLst>
      <p:ext uri="{BB962C8B-B14F-4D97-AF65-F5344CB8AC3E}">
        <p14:creationId xmlns:p14="http://schemas.microsoft.com/office/powerpoint/2010/main" val="2789337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0539-9136-A8FF-3290-DF1C9FE10A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440C8B-7300-0C06-841F-3A01F6F0C136}"/>
              </a:ext>
            </a:extLst>
          </p:cNvPr>
          <p:cNvSpPr>
            <a:spLocks noGrp="1"/>
          </p:cNvSpPr>
          <p:nvPr>
            <p:ph type="sldNum" sz="quarter" idx="13"/>
          </p:nvPr>
        </p:nvSpPr>
        <p:spPr/>
        <p:txBody>
          <a:bodyPr/>
          <a:lstStyle/>
          <a:p>
            <a:fld id="{B7CF8A19-3A9E-4ABC-B336-2FDDE321C72D}" type="slidenum">
              <a:rPr lang="en-US" smtClean="0"/>
              <a:pPr/>
              <a:t>37</a:t>
            </a:fld>
            <a:endParaRPr lang="en-US"/>
          </a:p>
        </p:txBody>
      </p:sp>
      <p:sp>
        <p:nvSpPr>
          <p:cNvPr id="3" name="Content Placeholder 2">
            <a:extLst>
              <a:ext uri="{FF2B5EF4-FFF2-40B4-BE49-F238E27FC236}">
                <a16:creationId xmlns:a16="http://schemas.microsoft.com/office/drawing/2014/main" id="{9D4A4656-96EB-4F9A-2DDE-7147BE4D12A1}"/>
              </a:ext>
            </a:extLst>
          </p:cNvPr>
          <p:cNvSpPr>
            <a:spLocks noGrp="1"/>
          </p:cNvSpPr>
          <p:nvPr>
            <p:ph sz="quarter" idx="14"/>
          </p:nvPr>
        </p:nvSpPr>
        <p:spPr/>
        <p:txBody>
          <a:bodyPr>
            <a:normAutofit/>
          </a:bodyPr>
          <a:lstStyle/>
          <a:p>
            <a:r>
              <a:rPr lang="en-US"/>
              <a:t>Lab: JavaScript</a:t>
            </a:r>
            <a:br>
              <a:rPr lang="en-US" sz="2400"/>
            </a:br>
            <a:r>
              <a:rPr lang="en-US" sz="2000"/>
              <a:t>(available in CertMaster Learn and CertMaster Perform)</a:t>
            </a:r>
          </a:p>
          <a:p>
            <a:r>
              <a:rPr lang="en-US"/>
              <a:t>Live Lab: Implement a PowerShell Script</a:t>
            </a:r>
            <a:br>
              <a:rPr lang="en-US" sz="2400"/>
            </a:br>
            <a:r>
              <a:rPr lang="en-US" sz="2000"/>
              <a:t>(available in CertMaster Perform and CertMaster Labs)</a:t>
            </a:r>
          </a:p>
          <a:p>
            <a:r>
              <a:rPr lang="en-US"/>
              <a:t>Live Lab: Implement a Bash Script</a:t>
            </a:r>
            <a:br>
              <a:rPr lang="en-US" sz="2000"/>
            </a:br>
            <a:r>
              <a:rPr lang="en-US" sz="2000"/>
              <a:t>(available in CertMaster Perform and CertMaster Labs)</a:t>
            </a:r>
          </a:p>
        </p:txBody>
      </p:sp>
    </p:spTree>
    <p:custDataLst>
      <p:tags r:id="rId1"/>
    </p:custDataLst>
    <p:extLst>
      <p:ext uri="{BB962C8B-B14F-4D97-AF65-F5344CB8AC3E}">
        <p14:creationId xmlns:p14="http://schemas.microsoft.com/office/powerpoint/2010/main" val="1667709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6166-25C4-F7A5-079A-B2B8930135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E03894-C390-9E60-93C7-357395A93AB3}"/>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a:t>Shell Scripts</a:t>
            </a:r>
          </a:p>
          <a:p>
            <a:r>
              <a:rPr lang="en-US"/>
              <a:t>Basic Script Constructs</a:t>
            </a:r>
          </a:p>
          <a:p>
            <a:r>
              <a:rPr lang="en-US"/>
              <a:t>Windows Scripts</a:t>
            </a:r>
          </a:p>
          <a:p>
            <a:r>
              <a:rPr lang="en-US"/>
              <a:t>JavaScript and Python</a:t>
            </a:r>
          </a:p>
          <a:p>
            <a:r>
              <a:rPr lang="en-US"/>
              <a:t>Use Cases for Scripting</a:t>
            </a:r>
          </a:p>
          <a:p>
            <a:r>
              <a:rPr lang="en-US"/>
              <a:t>Scripting Best Practices and Considerations</a:t>
            </a:r>
          </a:p>
          <a:p>
            <a:endParaRPr lang="en-US"/>
          </a:p>
        </p:txBody>
      </p:sp>
      <p:sp>
        <p:nvSpPr>
          <p:cNvPr id="3" name="Title 2">
            <a:extLst>
              <a:ext uri="{FF2B5EF4-FFF2-40B4-BE49-F238E27FC236}">
                <a16:creationId xmlns:a16="http://schemas.microsoft.com/office/drawing/2014/main" id="{90304B64-41E5-AE22-D4BE-5CD2598D2F6F}"/>
              </a:ext>
            </a:extLst>
          </p:cNvPr>
          <p:cNvSpPr>
            <a:spLocks noGrp="1"/>
          </p:cNvSpPr>
          <p:nvPr>
            <p:ph type="title"/>
          </p:nvPr>
        </p:nvSpPr>
        <p:spPr/>
        <p:txBody>
          <a:bodyPr/>
          <a:lstStyle/>
          <a:p>
            <a:r>
              <a:rPr lang="en-US"/>
              <a:t>Scripting Basics</a:t>
            </a:r>
          </a:p>
        </p:txBody>
      </p:sp>
      <p:sp>
        <p:nvSpPr>
          <p:cNvPr id="4" name="Slide Number Placeholder 3">
            <a:extLst>
              <a:ext uri="{FF2B5EF4-FFF2-40B4-BE49-F238E27FC236}">
                <a16:creationId xmlns:a16="http://schemas.microsoft.com/office/drawing/2014/main" id="{7475E65E-4C57-2D72-84B6-6AA24ADB7E77}"/>
              </a:ext>
            </a:extLst>
          </p:cNvPr>
          <p:cNvSpPr>
            <a:spLocks noGrp="1"/>
          </p:cNvSpPr>
          <p:nvPr>
            <p:ph type="sldNum" sz="quarter" idx="12"/>
          </p:nvPr>
        </p:nvSpPr>
        <p:spPr/>
        <p:txBody>
          <a:bodyPr/>
          <a:lstStyle/>
          <a:p>
            <a:fld id="{B7CF8A19-3A9E-4ABC-B336-2FDDE321C72D}" type="slidenum">
              <a:rPr lang="en-US" smtClean="0"/>
              <a:pPr/>
              <a:t>38</a:t>
            </a:fld>
            <a:endParaRPr lang="en-US"/>
          </a:p>
        </p:txBody>
      </p:sp>
    </p:spTree>
    <p:custDataLst>
      <p:tags r:id="rId1"/>
    </p:custDataLst>
    <p:extLst>
      <p:ext uri="{BB962C8B-B14F-4D97-AF65-F5344CB8AC3E}">
        <p14:creationId xmlns:p14="http://schemas.microsoft.com/office/powerpoint/2010/main" val="1912344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PROJECT_OPEN" val="0"/>
  <p:tag name="ARTICULATE_SLIDE_COUNT" val="3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315eb565-7267-4a95-9087-2f433ded3c8b"/>
    <ds:schemaRef ds:uri="95a46270-66ec-4bdf-aabc-d78887d514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602837F3-B944-4895-A7AE-C7B67725BA7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comptia_ova</Template>
  <Application>Microsoft Office PowerPoint</Application>
  <PresentationFormat>On-screen Show (16:9)</PresentationFormat>
  <Slides>38</Slides>
  <Notes>33</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comptia_ov</vt:lpstr>
      <vt:lpstr>Exam 220-1202</vt:lpstr>
      <vt:lpstr>Implementing Operational Procedures</vt:lpstr>
      <vt:lpstr>Learning Outcomes</vt:lpstr>
      <vt:lpstr>Change and Inventory Management</vt:lpstr>
      <vt:lpstr>Change Requests</vt:lpstr>
      <vt:lpstr>Risk Analysis</vt:lpstr>
      <vt:lpstr>Change Board Approvals</vt:lpstr>
      <vt:lpstr>Implementation and Acceptance</vt:lpstr>
      <vt:lpstr>Asset Management</vt:lpstr>
      <vt:lpstr>Warranty and Licensing</vt:lpstr>
      <vt:lpstr>Change and Inventory Management</vt:lpstr>
      <vt:lpstr>Common Safety and Environmental Procedures</vt:lpstr>
      <vt:lpstr>Compliance with Regulations</vt:lpstr>
      <vt:lpstr>Electrical Safety (Slide 1 of 2)</vt:lpstr>
      <vt:lpstr>Electrical Safety (Slide 2 of 2)</vt:lpstr>
      <vt:lpstr>Other Safety Hazard Mitigations</vt:lpstr>
      <vt:lpstr>Environmental Impacts</vt:lpstr>
      <vt:lpstr>Electrostatic Discharge Mitigation (Slide 1 of 2)</vt:lpstr>
      <vt:lpstr>Electrostatic Discharge Mitigation (Slide 2 of 2)</vt:lpstr>
      <vt:lpstr>Building Power Issues and Mitigations (Slide 1 of 2)</vt:lpstr>
      <vt:lpstr>Building Power Issues and Mitigations (Slide 2 of 2)</vt:lpstr>
      <vt:lpstr>Materials Handling and Responsible Disposal</vt:lpstr>
      <vt:lpstr>PowerPoint Presentation</vt:lpstr>
      <vt:lpstr>Common Safety and Environmental Procedures</vt:lpstr>
      <vt:lpstr>Scripting Basics</vt:lpstr>
      <vt:lpstr>Shell Scripts (Slide 1 of 2)</vt:lpstr>
      <vt:lpstr>Shell Scripts (Slide 2 of 2)</vt:lpstr>
      <vt:lpstr>Basic Script Constructs (Slide 1 of 2)</vt:lpstr>
      <vt:lpstr>Basic Script Constructs (Slide 2 of 2)</vt:lpstr>
      <vt:lpstr>Windows Scripts (Slide 1 of 2)</vt:lpstr>
      <vt:lpstr>Windows Scripts (Slide 2 of 2)</vt:lpstr>
      <vt:lpstr>JavaScript and Python (Slide 1 of 3)</vt:lpstr>
      <vt:lpstr>JavaScript and Python (Slide 2 of 3)</vt:lpstr>
      <vt:lpstr>JavaScript and Python (Slide 3 of 3)</vt:lpstr>
      <vt:lpstr>Use Cases for Scripting</vt:lpstr>
      <vt:lpstr>Scripting Best Practices and Considerations</vt:lpstr>
      <vt:lpstr>PowerPoint Presentation</vt:lpstr>
      <vt:lpstr>Scripting Basics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revision>1</cp:revision>
  <dcterms:created xsi:type="dcterms:W3CDTF">2021-09-20T08:36:44Z</dcterms:created>
  <dcterms:modified xsi:type="dcterms:W3CDTF">2025-06-17T21:02:20Z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