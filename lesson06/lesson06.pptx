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xml" ContentType="application/vnd.openxmlformats-officedocument.presentationml.notesSlide+xml"/>
  <Override PartName="/ppt/tags/tag32.xml" ContentType="application/vnd.openxmlformats-officedocument.presentationml.tags+xml"/>
  <Override PartName="/ppt/notesSlides/notesSlide2.xml" ContentType="application/vnd.openxmlformats-officedocument.presentationml.notesSlide+xml"/>
  <Override PartName="/ppt/tags/tag33.xml" ContentType="application/vnd.openxmlformats-officedocument.presentationml.tags+xml"/>
  <Override PartName="/ppt/notesSlides/notesSlide3.xml" ContentType="application/vnd.openxmlformats-officedocument.presentationml.notesSlide+xml"/>
  <Override PartName="/ppt/tags/tag34.xml" ContentType="application/vnd.openxmlformats-officedocument.presentationml.tags+xml"/>
  <Override PartName="/ppt/notesSlides/notesSlide4.xml" ContentType="application/vnd.openxmlformats-officedocument.presentationml.notesSlide+xml"/>
  <Override PartName="/ppt/tags/tag35.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6.xml" ContentType="application/vnd.openxmlformats-officedocument.presentationml.tags+xml"/>
  <Override PartName="/ppt/notesSlides/notesSlide7.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8.xml" ContentType="application/vnd.openxmlformats-officedocument.presentationml.notesSlide+xml"/>
  <Override PartName="/ppt/tags/tag39.xml" ContentType="application/vnd.openxmlformats-officedocument.presentationml.tags+xml"/>
  <Override PartName="/ppt/notesSlides/notesSlide9.xml" ContentType="application/vnd.openxmlformats-officedocument.presentationml.notesSlide+xml"/>
  <Override PartName="/ppt/tags/tag40.xml" ContentType="application/vnd.openxmlformats-officedocument.presentationml.tags+xml"/>
  <Override PartName="/ppt/notesSlides/notesSlide10.xml" ContentType="application/vnd.openxmlformats-officedocument.presentationml.notesSlide+xml"/>
  <Override PartName="/ppt/tags/tag4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42.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43.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4.xml" ContentType="application/vnd.openxmlformats-officedocument.presentationml.tags+xml"/>
  <Override PartName="/ppt/notesSlides/notesSlide17.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notesSlides/notesSlide1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28"/>
  </p:notesMasterIdLst>
  <p:handoutMasterIdLst>
    <p:handoutMasterId r:id="rId29"/>
  </p:handoutMasterIdLst>
  <p:sldIdLst>
    <p:sldId id="299" r:id="rId5"/>
    <p:sldId id="465" r:id="rId6"/>
    <p:sldId id="297" r:id="rId7"/>
    <p:sldId id="302" r:id="rId8"/>
    <p:sldId id="313" r:id="rId9"/>
    <p:sldId id="654" r:id="rId10"/>
    <p:sldId id="655" r:id="rId11"/>
    <p:sldId id="569" r:id="rId12"/>
    <p:sldId id="570" r:id="rId13"/>
    <p:sldId id="656" r:id="rId14"/>
    <p:sldId id="310" r:id="rId15"/>
    <p:sldId id="309" r:id="rId16"/>
    <p:sldId id="315" r:id="rId17"/>
    <p:sldId id="629" r:id="rId18"/>
    <p:sldId id="659" r:id="rId19"/>
    <p:sldId id="628" r:id="rId20"/>
    <p:sldId id="660" r:id="rId21"/>
    <p:sldId id="661" r:id="rId22"/>
    <p:sldId id="662" r:id="rId23"/>
    <p:sldId id="663" r:id="rId24"/>
    <p:sldId id="595" r:id="rId25"/>
    <p:sldId id="604" r:id="rId26"/>
    <p:sldId id="658" r:id="rId27"/>
  </p:sldIdLst>
  <p:sldSz cx="9144000" cy="5143500" type="screen16x9"/>
  <p:notesSz cx="6858000" cy="9144000"/>
  <p:custDataLst>
    <p:tags r:id="rId3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D3E730-8595-95A9-F8BC-C660FA17B48B}" name="Nicholas Pierce" initials="NP" userId="S::npierce@comptia.global::ee89543b-d064-42d7-b9d5-60e771afdcba" providerId="AD"/>
  <p188:author id="{B4C2DE40-C083-7FA0-259D-E76A539CB0B1}" name="Elaine Gustafson" initials="EG" userId="S::egustafson@comptia.org::8e9fbddc-088d-4145-9000-dcad1c3d1481" providerId="AD"/>
  <p188:author id="{9FE02080-9668-7E2C-D4C1-EC21C276C2AE}" name="Danielle Andries" initials="DA" userId="S::dandries@comptia.org::93d179e4-3c18-40f7-920e-ae80b202540d" providerId="AD"/>
  <p188:author id="{2AB4928F-3885-C63F-F2DF-420967CDD779}" name="Yvette Delim" initials="YD" userId="S::ydelim@comptia.org::1eb1221e-2905-468b-b6ca-e1e332e3c4b6" providerId="AD"/>
  <p188:author id="{4C1633BB-3F83-2F95-17D1-6C8EBFFEDD65}" name="Jules Mancini" initials="JM" userId="S::jmancini@comptia.global::4ef8f4fd-9280-4856-883a-0ebf05603c1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3644"/>
    <a:srgbClr val="CF9FDE"/>
    <a:srgbClr val="FEAE62"/>
    <a:srgbClr val="7FC8DD"/>
    <a:srgbClr val="ED6D00"/>
    <a:srgbClr val="44545F"/>
    <a:srgbClr val="B1B7BC"/>
    <a:srgbClr val="0A7DA0"/>
    <a:srgbClr val="007C9E"/>
    <a:srgbClr val="004D72"/>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007" autoAdjust="0"/>
  </p:normalViewPr>
  <p:slideViewPr>
    <p:cSldViewPr snapToGrid="0">
      <p:cViewPr varScale="1">
        <p:scale>
          <a:sx n="96" d="100"/>
          <a:sy n="96" d="100"/>
        </p:scale>
        <p:origin x="1296" y="72"/>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vette Delim" userId="1eb1221e-2905-468b-b6ca-e1e332e3c4b6" providerId="ADAL" clId="{DA7A546E-94E1-4582-8A10-7F7943C9DA93}"/>
    <pc:docChg chg="undo custSel addSld delSld modSld modMainMaster">
      <pc:chgData name="Yvette Delim" userId="1eb1221e-2905-468b-b6ca-e1e332e3c4b6" providerId="ADAL" clId="{DA7A546E-94E1-4582-8A10-7F7943C9DA93}" dt="2025-05-06T20:56:06.876" v="418" actId="47"/>
      <pc:docMkLst>
        <pc:docMk/>
      </pc:docMkLst>
      <pc:sldChg chg="modNotesTx">
        <pc:chgData name="Yvette Delim" userId="1eb1221e-2905-468b-b6ca-e1e332e3c4b6" providerId="ADAL" clId="{DA7A546E-94E1-4582-8A10-7F7943C9DA93}" dt="2025-05-06T20:54:10.927" v="417" actId="20577"/>
        <pc:sldMkLst>
          <pc:docMk/>
          <pc:sldMk cId="2170154808" sldId="258"/>
        </pc:sldMkLst>
      </pc:sldChg>
      <pc:sldChg chg="del">
        <pc:chgData name="Yvette Delim" userId="1eb1221e-2905-468b-b6ca-e1e332e3c4b6" providerId="ADAL" clId="{DA7A546E-94E1-4582-8A10-7F7943C9DA93}" dt="2025-05-06T20:56:06.876" v="418" actId="47"/>
        <pc:sldMkLst>
          <pc:docMk/>
          <pc:sldMk cId="3549381897" sldId="259"/>
        </pc:sldMkLst>
      </pc:sldChg>
      <pc:sldChg chg="del">
        <pc:chgData name="Yvette Delim" userId="1eb1221e-2905-468b-b6ca-e1e332e3c4b6" providerId="ADAL" clId="{DA7A546E-94E1-4582-8A10-7F7943C9DA93}" dt="2025-05-06T20:56:06.876" v="418" actId="47"/>
        <pc:sldMkLst>
          <pc:docMk/>
          <pc:sldMk cId="2295165259" sldId="265"/>
        </pc:sldMkLst>
      </pc:sldChg>
      <pc:sldChg chg="addSp delSp modSp del mod modCm">
        <pc:chgData name="Yvette Delim" userId="1eb1221e-2905-468b-b6ca-e1e332e3c4b6" providerId="ADAL" clId="{DA7A546E-94E1-4582-8A10-7F7943C9DA93}" dt="2025-05-06T20:50:24.514" v="368" actId="47"/>
        <pc:sldMkLst>
          <pc:docMk/>
          <pc:sldMk cId="629264104" sldId="296"/>
        </pc:sldMkLst>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A7A546E-94E1-4582-8A10-7F7943C9DA93}" dt="2025-05-06T20:47:52.254" v="366" actId="478"/>
              <pc2:cmMkLst xmlns:pc2="http://schemas.microsoft.com/office/powerpoint/2019/9/main/command">
                <pc:docMk/>
                <pc:sldMk cId="629264104" sldId="296"/>
                <pc2:cmMk id="{A50ABA80-35E4-46EC-AFBE-6B2B6A4F8A99}"/>
              </pc2:cmMkLst>
            </pc226:cmChg>
          </p:ext>
        </pc:extLst>
      </pc:sldChg>
      <pc:sldChg chg="addSp delSp modSp mod modClrScheme chgLayout">
        <pc:chgData name="Yvette Delim" userId="1eb1221e-2905-468b-b6ca-e1e332e3c4b6" providerId="ADAL" clId="{DA7A546E-94E1-4582-8A10-7F7943C9DA93}" dt="2025-05-06T20:50:11.984" v="367" actId="700"/>
        <pc:sldMkLst>
          <pc:docMk/>
          <pc:sldMk cId="2615260713" sldId="297"/>
        </pc:sldMkLst>
        <pc:spChg chg="mod ord">
          <ac:chgData name="Yvette Delim" userId="1eb1221e-2905-468b-b6ca-e1e332e3c4b6" providerId="ADAL" clId="{DA7A546E-94E1-4582-8A10-7F7943C9DA93}" dt="2025-05-06T20:50:11.984" v="367" actId="700"/>
          <ac:spMkLst>
            <pc:docMk/>
            <pc:sldMk cId="2615260713" sldId="297"/>
            <ac:spMk id="3" creationId="{E02E4B53-B7C6-1D08-F07F-C168A65984CB}"/>
          </ac:spMkLst>
        </pc:spChg>
        <pc:spChg chg="mod ord">
          <ac:chgData name="Yvette Delim" userId="1eb1221e-2905-468b-b6ca-e1e332e3c4b6" providerId="ADAL" clId="{DA7A546E-94E1-4582-8A10-7F7943C9DA93}" dt="2025-05-06T20:50:11.984" v="367" actId="700"/>
          <ac:spMkLst>
            <pc:docMk/>
            <pc:sldMk cId="2615260713" sldId="297"/>
            <ac:spMk id="4" creationId="{C090C768-1FA1-220C-8EB0-02B46B3FAF18}"/>
          </ac:spMkLst>
        </pc:spChg>
        <pc:spChg chg="add mod ord">
          <ac:chgData name="Yvette Delim" userId="1eb1221e-2905-468b-b6ca-e1e332e3c4b6" providerId="ADAL" clId="{DA7A546E-94E1-4582-8A10-7F7943C9DA93}" dt="2025-05-06T20:50:11.984" v="367" actId="700"/>
          <ac:spMkLst>
            <pc:docMk/>
            <pc:sldMk cId="2615260713" sldId="297"/>
            <ac:spMk id="5" creationId="{3F9B06E0-25E2-2207-FA53-43B03A3DD8B6}"/>
          </ac:spMkLst>
        </pc:spChg>
      </pc:sldChg>
      <pc:sldChg chg="modSp new mod">
        <pc:chgData name="Yvette Delim" userId="1eb1221e-2905-468b-b6ca-e1e332e3c4b6" providerId="ADAL" clId="{DA7A546E-94E1-4582-8A10-7F7943C9DA93}" dt="2025-05-06T20:47:03.274" v="364" actId="20577"/>
        <pc:sldMkLst>
          <pc:docMk/>
          <pc:sldMk cId="1768159664" sldId="298"/>
        </pc:sldMkLst>
      </pc:sldChg>
      <pc:sldMasterChg chg="addSldLayout modSldLayout sldLayoutOrd">
        <pc:chgData name="Yvette Delim" userId="1eb1221e-2905-468b-b6ca-e1e332e3c4b6" providerId="ADAL" clId="{DA7A546E-94E1-4582-8A10-7F7943C9DA93}" dt="2025-05-06T20:41:38.065" v="346" actId="255"/>
        <pc:sldMasterMkLst>
          <pc:docMk/>
          <pc:sldMasterMk cId="58932730" sldId="2147483910"/>
        </pc:sldMasterMkLst>
        <pc:sldLayoutChg chg="ord">
          <pc:chgData name="Yvette Delim" userId="1eb1221e-2905-468b-b6ca-e1e332e3c4b6" providerId="ADAL" clId="{DA7A546E-94E1-4582-8A10-7F7943C9DA93}" dt="2025-05-06T20:21:48.999" v="229" actId="20578"/>
          <pc:sldLayoutMkLst>
            <pc:docMk/>
            <pc:sldMasterMk cId="58932730" sldId="2147483910"/>
            <pc:sldLayoutMk cId="4084809213" sldId="2147483911"/>
          </pc:sldLayoutMkLst>
        </pc:sldLayoutChg>
        <pc:sldLayoutChg chg="ord">
          <pc:chgData name="Yvette Delim" userId="1eb1221e-2905-468b-b6ca-e1e332e3c4b6" providerId="ADAL" clId="{DA7A546E-94E1-4582-8A10-7F7943C9DA93}" dt="2025-05-06T20:22:05.817" v="230" actId="20578"/>
          <pc:sldLayoutMkLst>
            <pc:docMk/>
            <pc:sldMasterMk cId="58932730" sldId="2147483910"/>
            <pc:sldLayoutMk cId="1974321300" sldId="2147483912"/>
          </pc:sldLayoutMkLst>
        </pc:sldLayoutChg>
        <pc:sldLayoutChg chg="addSp modSp">
          <pc:chgData name="Yvette Delim" userId="1eb1221e-2905-468b-b6ca-e1e332e3c4b6" providerId="ADAL" clId="{DA7A546E-94E1-4582-8A10-7F7943C9DA93}" dt="2025-05-06T20:19:19.894" v="216"/>
          <pc:sldLayoutMkLst>
            <pc:docMk/>
            <pc:sldMasterMk cId="58932730" sldId="2147483910"/>
            <pc:sldLayoutMk cId="137773212" sldId="2147483914"/>
          </pc:sldLayoutMkLst>
          <pc:spChg chg="mod">
            <ac:chgData name="Yvette Delim" userId="1eb1221e-2905-468b-b6ca-e1e332e3c4b6" providerId="ADAL" clId="{DA7A546E-94E1-4582-8A10-7F7943C9DA93}" dt="2025-05-06T20:12:09.321" v="85" actId="20577"/>
            <ac:spMkLst>
              <pc:docMk/>
              <pc:sldMasterMk cId="58932730" sldId="2147483910"/>
              <pc:sldLayoutMk cId="137773212" sldId="2147483914"/>
              <ac:spMk id="2" creationId="{FEEC7DB1-AF77-4C23-97D2-AB7420353204}"/>
            </ac:spMkLst>
          </pc:spChg>
        </pc:sldLayoutChg>
        <pc:sldLayoutChg chg="modSp">
          <pc:chgData name="Yvette Delim" userId="1eb1221e-2905-468b-b6ca-e1e332e3c4b6" providerId="ADAL" clId="{DA7A546E-94E1-4582-8A10-7F7943C9DA93}" dt="2025-05-06T20:15:49.603" v="194" actId="20577"/>
          <pc:sldLayoutMkLst>
            <pc:docMk/>
            <pc:sldMasterMk cId="58932730" sldId="2147483910"/>
            <pc:sldLayoutMk cId="3853961223" sldId="2147483917"/>
          </pc:sldLayoutMkLst>
          <pc:spChg chg="mod">
            <ac:chgData name="Yvette Delim" userId="1eb1221e-2905-468b-b6ca-e1e332e3c4b6" providerId="ADAL" clId="{DA7A546E-94E1-4582-8A10-7F7943C9DA93}" dt="2025-05-06T20:15:49.603" v="194" actId="20577"/>
            <ac:spMkLst>
              <pc:docMk/>
              <pc:sldMasterMk cId="58932730" sldId="2147483910"/>
              <pc:sldLayoutMk cId="3853961223" sldId="2147483917"/>
              <ac:spMk id="5" creationId="{FC333B3E-5BEA-4514-BC19-7601420AECFA}"/>
            </ac:spMkLst>
          </pc:spChg>
        </pc:sldLayoutChg>
        <pc:sldLayoutChg chg="modSp">
          <pc:chgData name="Yvette Delim" userId="1eb1221e-2905-468b-b6ca-e1e332e3c4b6" providerId="ADAL" clId="{DA7A546E-94E1-4582-8A10-7F7943C9DA93}" dt="2025-05-06T20:17:59.600" v="210" actId="20577"/>
          <pc:sldLayoutMkLst>
            <pc:docMk/>
            <pc:sldMasterMk cId="58932730" sldId="2147483910"/>
            <pc:sldLayoutMk cId="4103617856" sldId="2147483918"/>
          </pc:sldLayoutMkLst>
          <pc:spChg chg="mod">
            <ac:chgData name="Yvette Delim" userId="1eb1221e-2905-468b-b6ca-e1e332e3c4b6" providerId="ADAL" clId="{DA7A546E-94E1-4582-8A10-7F7943C9DA93}" dt="2025-05-06T20:17:59.600" v="210" actId="20577"/>
            <ac:spMkLst>
              <pc:docMk/>
              <pc:sldMasterMk cId="58932730" sldId="2147483910"/>
              <pc:sldLayoutMk cId="4103617856" sldId="2147483918"/>
              <ac:spMk id="2" creationId="{CBD8AA6A-10F2-4CA6-8925-E15CCE24451A}"/>
            </ac:spMkLst>
          </pc:spChg>
        </pc:sldLayoutChg>
        <pc:sldLayoutChg chg="modSp mod ord">
          <pc:chgData name="Yvette Delim" userId="1eb1221e-2905-468b-b6ca-e1e332e3c4b6" providerId="ADAL" clId="{DA7A546E-94E1-4582-8A10-7F7943C9DA93}" dt="2025-05-06T20:18:30.962" v="213" actId="20578"/>
          <pc:sldLayoutMkLst>
            <pc:docMk/>
            <pc:sldMasterMk cId="58932730" sldId="2147483910"/>
            <pc:sldLayoutMk cId="3198385692" sldId="2147483922"/>
          </pc:sldLayoutMkLst>
          <pc:spChg chg="mod">
            <ac:chgData name="Yvette Delim" userId="1eb1221e-2905-468b-b6ca-e1e332e3c4b6" providerId="ADAL" clId="{DA7A546E-94E1-4582-8A10-7F7943C9DA93}" dt="2025-05-06T20:04:45.645" v="11" actId="20577"/>
            <ac:spMkLst>
              <pc:docMk/>
              <pc:sldMasterMk cId="58932730" sldId="2147483910"/>
              <pc:sldLayoutMk cId="3198385692" sldId="2147483922"/>
              <ac:spMk id="3" creationId="{755610DE-03A3-4171-87CD-CB837BA3D0EB}"/>
            </ac:spMkLst>
          </pc:spChg>
          <pc:spChg chg="mod">
            <ac:chgData name="Yvette Delim" userId="1eb1221e-2905-468b-b6ca-e1e332e3c4b6" providerId="ADAL" clId="{DA7A546E-94E1-4582-8A10-7F7943C9DA93}" dt="2025-05-06T20:05:04.247" v="12" actId="20577"/>
            <ac:spMkLst>
              <pc:docMk/>
              <pc:sldMasterMk cId="58932730" sldId="2147483910"/>
              <pc:sldLayoutMk cId="3198385692" sldId="2147483922"/>
              <ac:spMk id="7" creationId="{C20DDD6C-AB38-440E-A2B7-E3AD1F167ED5}"/>
            </ac:spMkLst>
          </pc:spChg>
        </pc:sldLayoutChg>
        <pc:sldLayoutChg chg="modSp mod ord">
          <pc:chgData name="Yvette Delim" userId="1eb1221e-2905-468b-b6ca-e1e332e3c4b6" providerId="ADAL" clId="{DA7A546E-94E1-4582-8A10-7F7943C9DA93}" dt="2025-05-06T20:19:59.361" v="218" actId="108"/>
          <pc:sldLayoutMkLst>
            <pc:docMk/>
            <pc:sldMasterMk cId="58932730" sldId="2147483910"/>
            <pc:sldLayoutMk cId="3241009506" sldId="2147483924"/>
          </pc:sldLayoutMkLst>
          <pc:spChg chg="mod">
            <ac:chgData name="Yvette Delim" userId="1eb1221e-2905-468b-b6ca-e1e332e3c4b6" providerId="ADAL" clId="{DA7A546E-94E1-4582-8A10-7F7943C9DA93}" dt="2025-05-06T20:19:59.361" v="218" actId="108"/>
            <ac:spMkLst>
              <pc:docMk/>
              <pc:sldMasterMk cId="58932730" sldId="2147483910"/>
              <pc:sldLayoutMk cId="3241009506" sldId="2147483924"/>
              <ac:spMk id="4" creationId="{F14BCB8D-8BA4-4A40-81CF-DAD00077BF4C}"/>
            </ac:spMkLst>
          </pc:spChg>
        </pc:sldLayoutChg>
        <pc:sldLayoutChg chg="ord">
          <pc:chgData name="Yvette Delim" userId="1eb1221e-2905-468b-b6ca-e1e332e3c4b6" providerId="ADAL" clId="{DA7A546E-94E1-4582-8A10-7F7943C9DA93}" dt="2025-05-06T20:20:36.352" v="221" actId="20578"/>
          <pc:sldLayoutMkLst>
            <pc:docMk/>
            <pc:sldMasterMk cId="58932730" sldId="2147483910"/>
            <pc:sldLayoutMk cId="2001968655" sldId="2147483932"/>
          </pc:sldLayoutMkLst>
        </pc:sldLayoutChg>
        <pc:sldLayoutChg chg="ord">
          <pc:chgData name="Yvette Delim" userId="1eb1221e-2905-468b-b6ca-e1e332e3c4b6" providerId="ADAL" clId="{DA7A546E-94E1-4582-8A10-7F7943C9DA93}" dt="2025-05-06T20:22:08.110" v="231" actId="20578"/>
          <pc:sldLayoutMkLst>
            <pc:docMk/>
            <pc:sldMasterMk cId="58932730" sldId="2147483910"/>
            <pc:sldLayoutMk cId="2790083631" sldId="2147483933"/>
          </pc:sldLayoutMkLst>
        </pc:sldLayoutChg>
        <pc:sldLayoutChg chg="modSp add mod ord modTransition">
          <pc:chgData name="Yvette Delim" userId="1eb1221e-2905-468b-b6ca-e1e332e3c4b6" providerId="ADAL" clId="{DA7A546E-94E1-4582-8A10-7F7943C9DA93}" dt="2025-05-06T20:17:42.559" v="199" actId="20578"/>
          <pc:sldLayoutMkLst>
            <pc:docMk/>
            <pc:sldMasterMk cId="58932730" sldId="2147483910"/>
            <pc:sldLayoutMk cId="4052621465" sldId="2147483934"/>
          </pc:sldLayoutMkLst>
          <pc:spChg chg="mod">
            <ac:chgData name="Yvette Delim" userId="1eb1221e-2905-468b-b6ca-e1e332e3c4b6" providerId="ADAL" clId="{DA7A546E-94E1-4582-8A10-7F7943C9DA93}" dt="2025-05-06T20:10:49.155" v="73" actId="20577"/>
            <ac:spMkLst>
              <pc:docMk/>
              <pc:sldMasterMk cId="58932730" sldId="2147483910"/>
              <pc:sldLayoutMk cId="4052621465" sldId="2147483934"/>
              <ac:spMk id="2" creationId="{FEEC7DB1-AF77-4C23-97D2-AB7420353204}"/>
            </ac:spMkLst>
          </pc:spChg>
          <pc:spChg chg="mod">
            <ac:chgData name="Yvette Delim" userId="1eb1221e-2905-468b-b6ca-e1e332e3c4b6" providerId="ADAL" clId="{DA7A546E-94E1-4582-8A10-7F7943C9DA93}" dt="2025-05-06T20:10:54.452" v="74" actId="20577"/>
            <ac:spMkLst>
              <pc:docMk/>
              <pc:sldMasterMk cId="58932730" sldId="2147483910"/>
              <pc:sldLayoutMk cId="4052621465" sldId="2147483934"/>
              <ac:spMk id="10" creationId="{9133DACF-FEBA-45AC-9EB7-694DBCD1BE0F}"/>
            </ac:spMkLst>
          </pc:spChg>
        </pc:sldLayoutChg>
        <pc:sldLayoutChg chg="modSp add mod modTransition">
          <pc:chgData name="Yvette Delim" userId="1eb1221e-2905-468b-b6ca-e1e332e3c4b6" providerId="ADAL" clId="{DA7A546E-94E1-4582-8A10-7F7943C9DA93}" dt="2025-05-06T20:14:46.185" v="182" actId="255"/>
          <pc:sldLayoutMkLst>
            <pc:docMk/>
            <pc:sldMasterMk cId="58932730" sldId="2147483910"/>
            <pc:sldLayoutMk cId="2985914211" sldId="2147483935"/>
          </pc:sldLayoutMkLst>
          <pc:spChg chg="mod">
            <ac:chgData name="Yvette Delim" userId="1eb1221e-2905-468b-b6ca-e1e332e3c4b6" providerId="ADAL" clId="{DA7A546E-94E1-4582-8A10-7F7943C9DA93}" dt="2025-05-06T20:14:46.185" v="182" actId="255"/>
            <ac:spMkLst>
              <pc:docMk/>
              <pc:sldMasterMk cId="58932730" sldId="2147483910"/>
              <pc:sldLayoutMk cId="2985914211" sldId="2147483935"/>
              <ac:spMk id="2" creationId="{FEEC7DB1-AF77-4C23-97D2-AB7420353204}"/>
            </ac:spMkLst>
          </pc:spChg>
        </pc:sldLayoutChg>
        <pc:sldLayoutChg chg="modSp add mod modTransition">
          <pc:chgData name="Yvette Delim" userId="1eb1221e-2905-468b-b6ca-e1e332e3c4b6" providerId="ADAL" clId="{DA7A546E-94E1-4582-8A10-7F7943C9DA93}" dt="2025-05-06T20:17:03.327" v="198" actId="255"/>
          <pc:sldLayoutMkLst>
            <pc:docMk/>
            <pc:sldMasterMk cId="58932730" sldId="2147483910"/>
            <pc:sldLayoutMk cId="1517090647" sldId="2147483936"/>
          </pc:sldLayoutMkLst>
          <pc:spChg chg="mod">
            <ac:chgData name="Yvette Delim" userId="1eb1221e-2905-468b-b6ca-e1e332e3c4b6" providerId="ADAL" clId="{DA7A546E-94E1-4582-8A10-7F7943C9DA93}" dt="2025-05-06T20:17:03.327" v="198" actId="255"/>
            <ac:spMkLst>
              <pc:docMk/>
              <pc:sldMasterMk cId="58932730" sldId="2147483910"/>
              <pc:sldLayoutMk cId="1517090647" sldId="2147483936"/>
              <ac:spMk id="5" creationId="{FC333B3E-5BEA-4514-BC19-7601420AECFA}"/>
            </ac:spMkLst>
          </pc:spChg>
        </pc:sldLayoutChg>
        <pc:sldLayoutChg chg="modSp add mod modTransition">
          <pc:chgData name="Yvette Delim" userId="1eb1221e-2905-468b-b6ca-e1e332e3c4b6" providerId="ADAL" clId="{DA7A546E-94E1-4582-8A10-7F7943C9DA93}" dt="2025-05-06T20:35:16.559" v="317" actId="255"/>
          <pc:sldLayoutMkLst>
            <pc:docMk/>
            <pc:sldMasterMk cId="58932730" sldId="2147483910"/>
            <pc:sldLayoutMk cId="583458851" sldId="2147483937"/>
          </pc:sldLayoutMkLst>
          <pc:spChg chg="mod">
            <ac:chgData name="Yvette Delim" userId="1eb1221e-2905-468b-b6ca-e1e332e3c4b6" providerId="ADAL" clId="{DA7A546E-94E1-4582-8A10-7F7943C9DA93}" dt="2025-05-06T20:35:16.559" v="317" actId="255"/>
            <ac:spMkLst>
              <pc:docMk/>
              <pc:sldMasterMk cId="58932730" sldId="2147483910"/>
              <pc:sldLayoutMk cId="583458851" sldId="2147483937"/>
              <ac:spMk id="2" creationId="{CBD8AA6A-10F2-4CA6-8925-E15CCE24451A}"/>
            </ac:spMkLst>
          </pc:spChg>
        </pc:sldLayoutChg>
        <pc:sldLayoutChg chg="addSp delSp modSp add mod ord modTransition">
          <pc:chgData name="Yvette Delim" userId="1eb1221e-2905-468b-b6ca-e1e332e3c4b6" providerId="ADAL" clId="{DA7A546E-94E1-4582-8A10-7F7943C9DA93}" dt="2025-05-06T20:30:22.079" v="289" actId="14100"/>
          <pc:sldLayoutMkLst>
            <pc:docMk/>
            <pc:sldMasterMk cId="58932730" sldId="2147483910"/>
            <pc:sldLayoutMk cId="927130793" sldId="2147483938"/>
          </pc:sldLayoutMkLst>
          <pc:spChg chg="add mod">
            <ac:chgData name="Yvette Delim" userId="1eb1221e-2905-468b-b6ca-e1e332e3c4b6" providerId="ADAL" clId="{DA7A546E-94E1-4582-8A10-7F7943C9DA93}" dt="2025-05-06T20:29:52.524" v="285" actId="14100"/>
            <ac:spMkLst>
              <pc:docMk/>
              <pc:sldMasterMk cId="58932730" sldId="2147483910"/>
              <pc:sldLayoutMk cId="927130793" sldId="2147483938"/>
              <ac:spMk id="4" creationId="{14133404-1EF1-C64B-A104-2BC02D120C37}"/>
            </ac:spMkLst>
          </pc:spChg>
          <pc:spChg chg="add mod">
            <ac:chgData name="Yvette Delim" userId="1eb1221e-2905-468b-b6ca-e1e332e3c4b6" providerId="ADAL" clId="{DA7A546E-94E1-4582-8A10-7F7943C9DA93}" dt="2025-05-06T20:30:22.079" v="289" actId="14100"/>
            <ac:spMkLst>
              <pc:docMk/>
              <pc:sldMasterMk cId="58932730" sldId="2147483910"/>
              <pc:sldLayoutMk cId="927130793" sldId="2147483938"/>
              <ac:spMk id="6" creationId="{B60091C6-A4E2-7816-56F7-8B21A97E0C14}"/>
            </ac:spMkLst>
          </pc:spChg>
        </pc:sldLayoutChg>
        <pc:sldLayoutChg chg="addSp delSp modSp">
          <pc:chgData name="Yvette Delim" userId="1eb1221e-2905-468b-b6ca-e1e332e3c4b6" providerId="ADAL" clId="{DA7A546E-94E1-4582-8A10-7F7943C9DA93}" dt="2025-05-06T20:24:46.497" v="235" actId="11529"/>
          <pc:sldLayoutMkLst>
            <pc:docMk/>
            <pc:sldMasterMk cId="58932730" sldId="2147483910"/>
            <pc:sldLayoutMk cId="688228703" sldId="2147483939"/>
          </pc:sldLayoutMkLst>
        </pc:sldLayoutChg>
        <pc:sldLayoutChg chg="addSp delSp modSp add mod modTransition">
          <pc:chgData name="Yvette Delim" userId="1eb1221e-2905-468b-b6ca-e1e332e3c4b6" providerId="ADAL" clId="{DA7A546E-94E1-4582-8A10-7F7943C9DA93}" dt="2025-05-06T20:38:22.527" v="334" actId="1076"/>
          <pc:sldLayoutMkLst>
            <pc:docMk/>
            <pc:sldMasterMk cId="58932730" sldId="2147483910"/>
            <pc:sldLayoutMk cId="1673279809" sldId="2147483939"/>
          </pc:sldLayoutMkLst>
          <pc:spChg chg="add mod">
            <ac:chgData name="Yvette Delim" userId="1eb1221e-2905-468b-b6ca-e1e332e3c4b6" providerId="ADAL" clId="{DA7A546E-94E1-4582-8A10-7F7943C9DA93}" dt="2025-05-06T20:38:09.631" v="332" actId="1076"/>
            <ac:spMkLst>
              <pc:docMk/>
              <pc:sldMasterMk cId="58932730" sldId="2147483910"/>
              <pc:sldLayoutMk cId="1673279809" sldId="2147483939"/>
              <ac:spMk id="4" creationId="{EC59B256-B3DA-F502-7D0F-6BD97C0C8446}"/>
            </ac:spMkLst>
          </pc:spChg>
          <pc:spChg chg="mod">
            <ac:chgData name="Yvette Delim" userId="1eb1221e-2905-468b-b6ca-e1e332e3c4b6" providerId="ADAL" clId="{DA7A546E-94E1-4582-8A10-7F7943C9DA93}" dt="2025-05-06T20:38:22.527" v="334" actId="1076"/>
            <ac:spMkLst>
              <pc:docMk/>
              <pc:sldMasterMk cId="58932730" sldId="2147483910"/>
              <pc:sldLayoutMk cId="1673279809" sldId="2147483939"/>
              <ac:spMk id="11" creationId="{5E22AB62-0F44-4520-87A4-B6F4E29936B4}"/>
            </ac:spMkLst>
          </pc:spChg>
        </pc:sldLayoutChg>
        <pc:sldLayoutChg chg="modSp add mod ord modTransition">
          <pc:chgData name="Yvette Delim" userId="1eb1221e-2905-468b-b6ca-e1e332e3c4b6" providerId="ADAL" clId="{DA7A546E-94E1-4582-8A10-7F7943C9DA93}" dt="2025-05-06T20:40:29.163" v="343" actId="14100"/>
          <pc:sldLayoutMkLst>
            <pc:docMk/>
            <pc:sldMasterMk cId="58932730" sldId="2147483910"/>
            <pc:sldLayoutMk cId="956967912" sldId="2147483940"/>
          </pc:sldLayoutMkLst>
          <pc:spChg chg="mod">
            <ac:chgData name="Yvette Delim" userId="1eb1221e-2905-468b-b6ca-e1e332e3c4b6" providerId="ADAL" clId="{DA7A546E-94E1-4582-8A10-7F7943C9DA93}" dt="2025-05-06T20:40:29.163" v="343" actId="14100"/>
            <ac:spMkLst>
              <pc:docMk/>
              <pc:sldMasterMk cId="58932730" sldId="2147483910"/>
              <pc:sldLayoutMk cId="956967912" sldId="2147483940"/>
              <ac:spMk id="4" creationId="{EC59B256-B3DA-F502-7D0F-6BD97C0C8446}"/>
            </ac:spMkLst>
          </pc:spChg>
          <pc:spChg chg="mod">
            <ac:chgData name="Yvette Delim" userId="1eb1221e-2905-468b-b6ca-e1e332e3c4b6" providerId="ADAL" clId="{DA7A546E-94E1-4582-8A10-7F7943C9DA93}" dt="2025-05-06T20:28:53.942" v="282" actId="255"/>
            <ac:spMkLst>
              <pc:docMk/>
              <pc:sldMasterMk cId="58932730" sldId="2147483910"/>
              <pc:sldLayoutMk cId="956967912" sldId="2147483940"/>
              <ac:spMk id="5" creationId="{FC333B3E-5BEA-4514-BC19-7601420AECFA}"/>
            </ac:spMkLst>
          </pc:spChg>
        </pc:sldLayoutChg>
        <pc:sldLayoutChg chg="modSp add mod modTransition">
          <pc:chgData name="Yvette Delim" userId="1eb1221e-2905-468b-b6ca-e1e332e3c4b6" providerId="ADAL" clId="{DA7A546E-94E1-4582-8A10-7F7943C9DA93}" dt="2025-05-06T20:31:28.992" v="295"/>
          <pc:sldLayoutMkLst>
            <pc:docMk/>
            <pc:sldMasterMk cId="58932730" sldId="2147483910"/>
            <pc:sldLayoutMk cId="4018889132" sldId="2147483941"/>
          </pc:sldLayoutMkLst>
          <pc:spChg chg="mod">
            <ac:chgData name="Yvette Delim" userId="1eb1221e-2905-468b-b6ca-e1e332e3c4b6" providerId="ADAL" clId="{DA7A546E-94E1-4582-8A10-7F7943C9DA93}" dt="2025-05-06T20:31:28.992" v="295"/>
            <ac:spMkLst>
              <pc:docMk/>
              <pc:sldMasterMk cId="58932730" sldId="2147483910"/>
              <pc:sldLayoutMk cId="4018889132" sldId="2147483941"/>
              <ac:spMk id="2" creationId="{FEEC7DB1-AF77-4C23-97D2-AB7420353204}"/>
            </ac:spMkLst>
          </pc:spChg>
        </pc:sldLayoutChg>
        <pc:sldLayoutChg chg="addSp delSp modSp add mod ord modTransition">
          <pc:chgData name="Yvette Delim" userId="1eb1221e-2905-468b-b6ca-e1e332e3c4b6" providerId="ADAL" clId="{DA7A546E-94E1-4582-8A10-7F7943C9DA93}" dt="2025-05-06T20:34:45.152" v="315" actId="1076"/>
          <pc:sldLayoutMkLst>
            <pc:docMk/>
            <pc:sldMasterMk cId="58932730" sldId="2147483910"/>
            <pc:sldLayoutMk cId="242110922" sldId="2147483942"/>
          </pc:sldLayoutMkLst>
          <pc:spChg chg="add mod">
            <ac:chgData name="Yvette Delim" userId="1eb1221e-2905-468b-b6ca-e1e332e3c4b6" providerId="ADAL" clId="{DA7A546E-94E1-4582-8A10-7F7943C9DA93}" dt="2025-05-06T20:33:10.263" v="301"/>
            <ac:spMkLst>
              <pc:docMk/>
              <pc:sldMasterMk cId="58932730" sldId="2147483910"/>
              <pc:sldLayoutMk cId="242110922" sldId="2147483942"/>
              <ac:spMk id="5" creationId="{6C8108A7-CF6A-E45E-3271-AD5F0CCCBD35}"/>
            </ac:spMkLst>
          </pc:spChg>
          <pc:spChg chg="add mod">
            <ac:chgData name="Yvette Delim" userId="1eb1221e-2905-468b-b6ca-e1e332e3c4b6" providerId="ADAL" clId="{DA7A546E-94E1-4582-8A10-7F7943C9DA93}" dt="2025-05-06T20:33:41.342" v="305" actId="1076"/>
            <ac:spMkLst>
              <pc:docMk/>
              <pc:sldMasterMk cId="58932730" sldId="2147483910"/>
              <pc:sldLayoutMk cId="242110922" sldId="2147483942"/>
              <ac:spMk id="6" creationId="{37ECB071-96AD-8795-C8D4-9A81241975C8}"/>
            </ac:spMkLst>
          </pc:spChg>
          <pc:spChg chg="add mod">
            <ac:chgData name="Yvette Delim" userId="1eb1221e-2905-468b-b6ca-e1e332e3c4b6" providerId="ADAL" clId="{DA7A546E-94E1-4582-8A10-7F7943C9DA93}" dt="2025-05-06T20:34:22.566" v="312" actId="1076"/>
            <ac:spMkLst>
              <pc:docMk/>
              <pc:sldMasterMk cId="58932730" sldId="2147483910"/>
              <pc:sldLayoutMk cId="242110922" sldId="2147483942"/>
              <ac:spMk id="8" creationId="{DE1A393B-AED2-4359-5564-F91E33B7D820}"/>
            </ac:spMkLst>
          </pc:spChg>
          <pc:spChg chg="add mod">
            <ac:chgData name="Yvette Delim" userId="1eb1221e-2905-468b-b6ca-e1e332e3c4b6" providerId="ADAL" clId="{DA7A546E-94E1-4582-8A10-7F7943C9DA93}" dt="2025-05-06T20:34:45.152" v="315" actId="1076"/>
            <ac:spMkLst>
              <pc:docMk/>
              <pc:sldMasterMk cId="58932730" sldId="2147483910"/>
              <pc:sldLayoutMk cId="242110922" sldId="2147483942"/>
              <ac:spMk id="9" creationId="{207D2617-5664-6F18-3225-0FCA4E33CFC3}"/>
            </ac:spMkLst>
          </pc:spChg>
        </pc:sldLayoutChg>
        <pc:sldLayoutChg chg="modSp add mod modTransition">
          <pc:chgData name="Yvette Delim" userId="1eb1221e-2905-468b-b6ca-e1e332e3c4b6" providerId="ADAL" clId="{DA7A546E-94E1-4582-8A10-7F7943C9DA93}" dt="2025-05-06T20:35:31.604" v="319" actId="255"/>
          <pc:sldLayoutMkLst>
            <pc:docMk/>
            <pc:sldMasterMk cId="58932730" sldId="2147483910"/>
            <pc:sldLayoutMk cId="1064194118" sldId="2147483943"/>
          </pc:sldLayoutMkLst>
          <pc:spChg chg="mod">
            <ac:chgData name="Yvette Delim" userId="1eb1221e-2905-468b-b6ca-e1e332e3c4b6" providerId="ADAL" clId="{DA7A546E-94E1-4582-8A10-7F7943C9DA93}" dt="2025-05-06T20:35:31.604" v="319" actId="255"/>
            <ac:spMkLst>
              <pc:docMk/>
              <pc:sldMasterMk cId="58932730" sldId="2147483910"/>
              <pc:sldLayoutMk cId="1064194118" sldId="2147483943"/>
              <ac:spMk id="2" creationId="{CBD8AA6A-10F2-4CA6-8925-E15CCE24451A}"/>
            </ac:spMkLst>
          </pc:spChg>
        </pc:sldLayoutChg>
        <pc:sldLayoutChg chg="modSp add mod ord modTransition">
          <pc:chgData name="Yvette Delim" userId="1eb1221e-2905-468b-b6ca-e1e332e3c4b6" providerId="ADAL" clId="{DA7A546E-94E1-4582-8A10-7F7943C9DA93}" dt="2025-05-06T20:39:28.826" v="339" actId="1076"/>
          <pc:sldLayoutMkLst>
            <pc:docMk/>
            <pc:sldMasterMk cId="58932730" sldId="2147483910"/>
            <pc:sldLayoutMk cId="623132797" sldId="2147483944"/>
          </pc:sldLayoutMkLst>
          <pc:spChg chg="mod">
            <ac:chgData name="Yvette Delim" userId="1eb1221e-2905-468b-b6ca-e1e332e3c4b6" providerId="ADAL" clId="{DA7A546E-94E1-4582-8A10-7F7943C9DA93}" dt="2025-05-06T20:39:28.826" v="339" actId="1076"/>
            <ac:spMkLst>
              <pc:docMk/>
              <pc:sldMasterMk cId="58932730" sldId="2147483910"/>
              <pc:sldLayoutMk cId="623132797" sldId="2147483944"/>
              <ac:spMk id="4" creationId="{EC59B256-B3DA-F502-7D0F-6BD97C0C8446}"/>
            </ac:spMkLst>
          </pc:spChg>
          <pc:spChg chg="mod">
            <ac:chgData name="Yvette Delim" userId="1eb1221e-2905-468b-b6ca-e1e332e3c4b6" providerId="ADAL" clId="{DA7A546E-94E1-4582-8A10-7F7943C9DA93}" dt="2025-05-06T20:37:22.688" v="329" actId="1076"/>
            <ac:spMkLst>
              <pc:docMk/>
              <pc:sldMasterMk cId="58932730" sldId="2147483910"/>
              <pc:sldLayoutMk cId="623132797" sldId="2147483944"/>
              <ac:spMk id="11" creationId="{5E22AB62-0F44-4520-87A4-B6F4E29936B4}"/>
            </ac:spMkLst>
          </pc:spChg>
          <pc:spChg chg="mod">
            <ac:chgData name="Yvette Delim" userId="1eb1221e-2905-468b-b6ca-e1e332e3c4b6" providerId="ADAL" clId="{DA7A546E-94E1-4582-8A10-7F7943C9DA93}" dt="2025-05-06T20:38:53.276" v="337" actId="1076"/>
            <ac:spMkLst>
              <pc:docMk/>
              <pc:sldMasterMk cId="58932730" sldId="2147483910"/>
              <pc:sldLayoutMk cId="623132797" sldId="2147483944"/>
              <ac:spMk id="13" creationId="{0FCEDE76-6906-4DE3-843C-BBB6CA5A2170}"/>
            </ac:spMkLst>
          </pc:spChg>
        </pc:sldLayoutChg>
        <pc:sldLayoutChg chg="modSp add mod modTransition">
          <pc:chgData name="Yvette Delim" userId="1eb1221e-2905-468b-b6ca-e1e332e3c4b6" providerId="ADAL" clId="{DA7A546E-94E1-4582-8A10-7F7943C9DA93}" dt="2025-05-06T20:41:38.065" v="346" actId="255"/>
          <pc:sldLayoutMkLst>
            <pc:docMk/>
            <pc:sldMasterMk cId="58932730" sldId="2147483910"/>
            <pc:sldLayoutMk cId="1915926914" sldId="2147483945"/>
          </pc:sldLayoutMkLst>
          <pc:spChg chg="mod">
            <ac:chgData name="Yvette Delim" userId="1eb1221e-2905-468b-b6ca-e1e332e3c4b6" providerId="ADAL" clId="{DA7A546E-94E1-4582-8A10-7F7943C9DA93}" dt="2025-05-06T20:41:38.065" v="346" actId="255"/>
            <ac:spMkLst>
              <pc:docMk/>
              <pc:sldMasterMk cId="58932730" sldId="2147483910"/>
              <pc:sldLayoutMk cId="1915926914" sldId="2147483945"/>
              <ac:spMk id="5" creationId="{FC333B3E-5BEA-4514-BC19-7601420AECFA}"/>
            </ac:spMkLst>
          </pc:spChg>
        </pc:sldLayoutChg>
      </pc:sldMasterChg>
    </pc:docChg>
  </pc:docChgLst>
  <pc:docChgLst>
    <pc:chgData name="Yvette Delim" userId="1eb1221e-2905-468b-b6ca-e1e332e3c4b6" providerId="ADAL" clId="{D6B9B1E0-642D-4D7B-AFA0-008ADE2C67F0}"/>
    <pc:docChg chg="undo custSel addSld delSld modSld modMainMaster">
      <pc:chgData name="Yvette Delim" userId="1eb1221e-2905-468b-b6ca-e1e332e3c4b6" providerId="ADAL" clId="{D6B9B1E0-642D-4D7B-AFA0-008ADE2C67F0}" dt="2025-05-09T17:18:13.779" v="3159" actId="27636"/>
      <pc:docMkLst>
        <pc:docMk/>
      </pc:docMkLst>
      <pc:sldChg chg="del">
        <pc:chgData name="Yvette Delim" userId="1eb1221e-2905-468b-b6ca-e1e332e3c4b6" providerId="ADAL" clId="{D6B9B1E0-642D-4D7B-AFA0-008ADE2C67F0}" dt="2025-05-06T22:53:01.224" v="3" actId="47"/>
        <pc:sldMkLst>
          <pc:docMk/>
          <pc:sldMk cId="3995608643" sldId="257"/>
        </pc:sldMkLst>
      </pc:sldChg>
      <pc:sldChg chg="del">
        <pc:chgData name="Yvette Delim" userId="1eb1221e-2905-468b-b6ca-e1e332e3c4b6" providerId="ADAL" clId="{D6B9B1E0-642D-4D7B-AFA0-008ADE2C67F0}" dt="2025-05-06T23:20:09.762" v="901" actId="47"/>
        <pc:sldMkLst>
          <pc:docMk/>
          <pc:sldMk cId="2170154808" sldId="258"/>
        </pc:sldMkLst>
      </pc:sldChg>
      <pc:sldChg chg="del">
        <pc:chgData name="Yvette Delim" userId="1eb1221e-2905-468b-b6ca-e1e332e3c4b6" providerId="ADAL" clId="{D6B9B1E0-642D-4D7B-AFA0-008ADE2C67F0}" dt="2025-05-06T23:20:09.762" v="901" actId="47"/>
        <pc:sldMkLst>
          <pc:docMk/>
          <pc:sldMk cId="1702716025" sldId="260"/>
        </pc:sldMkLst>
      </pc:sldChg>
      <pc:sldChg chg="del">
        <pc:chgData name="Yvette Delim" userId="1eb1221e-2905-468b-b6ca-e1e332e3c4b6" providerId="ADAL" clId="{D6B9B1E0-642D-4D7B-AFA0-008ADE2C67F0}" dt="2025-05-07T21:04:04.652" v="2684" actId="47"/>
        <pc:sldMkLst>
          <pc:docMk/>
          <pc:sldMk cId="1821724871" sldId="261"/>
        </pc:sldMkLst>
      </pc:sldChg>
      <pc:sldChg chg="del">
        <pc:chgData name="Yvette Delim" userId="1eb1221e-2905-468b-b6ca-e1e332e3c4b6" providerId="ADAL" clId="{D6B9B1E0-642D-4D7B-AFA0-008ADE2C67F0}" dt="2025-05-07T21:04:04.652" v="2684" actId="47"/>
        <pc:sldMkLst>
          <pc:docMk/>
          <pc:sldMk cId="3051765853" sldId="264"/>
        </pc:sldMkLst>
      </pc:sldChg>
      <pc:sldChg chg="del">
        <pc:chgData name="Yvette Delim" userId="1eb1221e-2905-468b-b6ca-e1e332e3c4b6" providerId="ADAL" clId="{D6B9B1E0-642D-4D7B-AFA0-008ADE2C67F0}" dt="2025-05-06T23:20:09.762" v="901" actId="47"/>
        <pc:sldMkLst>
          <pc:docMk/>
          <pc:sldMk cId="768759039" sldId="266"/>
        </pc:sldMkLst>
      </pc:sldChg>
      <pc:sldChg chg="del">
        <pc:chgData name="Yvette Delim" userId="1eb1221e-2905-468b-b6ca-e1e332e3c4b6" providerId="ADAL" clId="{D6B9B1E0-642D-4D7B-AFA0-008ADE2C67F0}" dt="2025-05-06T23:20:09.762" v="901" actId="47"/>
        <pc:sldMkLst>
          <pc:docMk/>
          <pc:sldMk cId="118820383" sldId="267"/>
        </pc:sldMkLst>
      </pc:sldChg>
      <pc:sldChg chg="del">
        <pc:chgData name="Yvette Delim" userId="1eb1221e-2905-468b-b6ca-e1e332e3c4b6" providerId="ADAL" clId="{D6B9B1E0-642D-4D7B-AFA0-008ADE2C67F0}" dt="2025-05-06T23:20:09.762" v="901" actId="47"/>
        <pc:sldMkLst>
          <pc:docMk/>
          <pc:sldMk cId="4018795062" sldId="268"/>
        </pc:sldMkLst>
      </pc:sldChg>
      <pc:sldChg chg="del">
        <pc:chgData name="Yvette Delim" userId="1eb1221e-2905-468b-b6ca-e1e332e3c4b6" providerId="ADAL" clId="{D6B9B1E0-642D-4D7B-AFA0-008ADE2C67F0}" dt="2025-05-06T23:20:09.762" v="901" actId="47"/>
        <pc:sldMkLst>
          <pc:docMk/>
          <pc:sldMk cId="854937935" sldId="271"/>
        </pc:sldMkLst>
      </pc:sldChg>
      <pc:sldChg chg="del">
        <pc:chgData name="Yvette Delim" userId="1eb1221e-2905-468b-b6ca-e1e332e3c4b6" providerId="ADAL" clId="{D6B9B1E0-642D-4D7B-AFA0-008ADE2C67F0}" dt="2025-05-06T23:20:09.762" v="901" actId="47"/>
        <pc:sldMkLst>
          <pc:docMk/>
          <pc:sldMk cId="1181436222" sldId="273"/>
        </pc:sldMkLst>
      </pc:sldChg>
      <pc:sldChg chg="del">
        <pc:chgData name="Yvette Delim" userId="1eb1221e-2905-468b-b6ca-e1e332e3c4b6" providerId="ADAL" clId="{D6B9B1E0-642D-4D7B-AFA0-008ADE2C67F0}" dt="2025-05-06T23:20:09.762" v="901" actId="47"/>
        <pc:sldMkLst>
          <pc:docMk/>
          <pc:sldMk cId="3250985680" sldId="274"/>
        </pc:sldMkLst>
      </pc:sldChg>
      <pc:sldChg chg="del">
        <pc:chgData name="Yvette Delim" userId="1eb1221e-2905-468b-b6ca-e1e332e3c4b6" providerId="ADAL" clId="{D6B9B1E0-642D-4D7B-AFA0-008ADE2C67F0}" dt="2025-05-06T23:20:09.762" v="901" actId="47"/>
        <pc:sldMkLst>
          <pc:docMk/>
          <pc:sldMk cId="475225693" sldId="275"/>
        </pc:sldMkLst>
      </pc:sldChg>
      <pc:sldChg chg="del">
        <pc:chgData name="Yvette Delim" userId="1eb1221e-2905-468b-b6ca-e1e332e3c4b6" providerId="ADAL" clId="{D6B9B1E0-642D-4D7B-AFA0-008ADE2C67F0}" dt="2025-05-06T23:20:09.762" v="901" actId="47"/>
        <pc:sldMkLst>
          <pc:docMk/>
          <pc:sldMk cId="622141998" sldId="276"/>
        </pc:sldMkLst>
      </pc:sldChg>
      <pc:sldChg chg="del">
        <pc:chgData name="Yvette Delim" userId="1eb1221e-2905-468b-b6ca-e1e332e3c4b6" providerId="ADAL" clId="{D6B9B1E0-642D-4D7B-AFA0-008ADE2C67F0}" dt="2025-05-06T23:20:09.762" v="901" actId="47"/>
        <pc:sldMkLst>
          <pc:docMk/>
          <pc:sldMk cId="3762045304" sldId="277"/>
        </pc:sldMkLst>
      </pc:sldChg>
      <pc:sldChg chg="modSp mod">
        <pc:chgData name="Yvette Delim" userId="1eb1221e-2905-468b-b6ca-e1e332e3c4b6" providerId="ADAL" clId="{D6B9B1E0-642D-4D7B-AFA0-008ADE2C67F0}" dt="2025-05-07T18:22:47.197" v="2242" actId="6549"/>
        <pc:sldMkLst>
          <pc:docMk/>
          <pc:sldMk cId="3678982506" sldId="278"/>
        </pc:sldMkLst>
      </pc:sldChg>
      <pc:sldChg chg="del">
        <pc:chgData name="Yvette Delim" userId="1eb1221e-2905-468b-b6ca-e1e332e3c4b6" providerId="ADAL" clId="{D6B9B1E0-642D-4D7B-AFA0-008ADE2C67F0}" dt="2025-05-07T21:04:04.652" v="2684" actId="47"/>
        <pc:sldMkLst>
          <pc:docMk/>
          <pc:sldMk cId="2327471343" sldId="279"/>
        </pc:sldMkLst>
      </pc:sldChg>
      <pc:sldChg chg="del">
        <pc:chgData name="Yvette Delim" userId="1eb1221e-2905-468b-b6ca-e1e332e3c4b6" providerId="ADAL" clId="{D6B9B1E0-642D-4D7B-AFA0-008ADE2C67F0}" dt="2025-05-07T21:04:04.652" v="2684" actId="47"/>
        <pc:sldMkLst>
          <pc:docMk/>
          <pc:sldMk cId="3682215070" sldId="280"/>
        </pc:sldMkLst>
      </pc:sldChg>
      <pc:sldChg chg="del">
        <pc:chgData name="Yvette Delim" userId="1eb1221e-2905-468b-b6ca-e1e332e3c4b6" providerId="ADAL" clId="{D6B9B1E0-642D-4D7B-AFA0-008ADE2C67F0}" dt="2025-05-07T21:04:04.652" v="2684" actId="47"/>
        <pc:sldMkLst>
          <pc:docMk/>
          <pc:sldMk cId="3564386640" sldId="281"/>
        </pc:sldMkLst>
      </pc:sldChg>
      <pc:sldChg chg="del">
        <pc:chgData name="Yvette Delim" userId="1eb1221e-2905-468b-b6ca-e1e332e3c4b6" providerId="ADAL" clId="{D6B9B1E0-642D-4D7B-AFA0-008ADE2C67F0}" dt="2025-05-07T21:04:04.652" v="2684" actId="47"/>
        <pc:sldMkLst>
          <pc:docMk/>
          <pc:sldMk cId="3550209258" sldId="282"/>
        </pc:sldMkLst>
      </pc:sldChg>
      <pc:sldChg chg="del">
        <pc:chgData name="Yvette Delim" userId="1eb1221e-2905-468b-b6ca-e1e332e3c4b6" providerId="ADAL" clId="{D6B9B1E0-642D-4D7B-AFA0-008ADE2C67F0}" dt="2025-05-07T21:04:04.652" v="2684" actId="47"/>
        <pc:sldMkLst>
          <pc:docMk/>
          <pc:sldMk cId="96460123" sldId="283"/>
        </pc:sldMkLst>
      </pc:sldChg>
      <pc:sldChg chg="del">
        <pc:chgData name="Yvette Delim" userId="1eb1221e-2905-468b-b6ca-e1e332e3c4b6" providerId="ADAL" clId="{D6B9B1E0-642D-4D7B-AFA0-008ADE2C67F0}" dt="2025-05-07T21:04:04.652" v="2684" actId="47"/>
        <pc:sldMkLst>
          <pc:docMk/>
          <pc:sldMk cId="2676566542" sldId="284"/>
        </pc:sldMkLst>
      </pc:sldChg>
      <pc:sldChg chg="del">
        <pc:chgData name="Yvette Delim" userId="1eb1221e-2905-468b-b6ca-e1e332e3c4b6" providerId="ADAL" clId="{D6B9B1E0-642D-4D7B-AFA0-008ADE2C67F0}" dt="2025-05-07T21:04:04.652" v="2684" actId="47"/>
        <pc:sldMkLst>
          <pc:docMk/>
          <pc:sldMk cId="2259825047" sldId="285"/>
        </pc:sldMkLst>
      </pc:sldChg>
      <pc:sldChg chg="del">
        <pc:chgData name="Yvette Delim" userId="1eb1221e-2905-468b-b6ca-e1e332e3c4b6" providerId="ADAL" clId="{D6B9B1E0-642D-4D7B-AFA0-008ADE2C67F0}" dt="2025-05-07T21:04:04.652" v="2684" actId="47"/>
        <pc:sldMkLst>
          <pc:docMk/>
          <pc:sldMk cId="2704407885" sldId="286"/>
        </pc:sldMkLst>
      </pc:sldChg>
      <pc:sldChg chg="del">
        <pc:chgData name="Yvette Delim" userId="1eb1221e-2905-468b-b6ca-e1e332e3c4b6" providerId="ADAL" clId="{D6B9B1E0-642D-4D7B-AFA0-008ADE2C67F0}" dt="2025-05-07T21:04:04.652" v="2684" actId="47"/>
        <pc:sldMkLst>
          <pc:docMk/>
          <pc:sldMk cId="2656989860" sldId="287"/>
        </pc:sldMkLst>
      </pc:sldChg>
      <pc:sldChg chg="del">
        <pc:chgData name="Yvette Delim" userId="1eb1221e-2905-468b-b6ca-e1e332e3c4b6" providerId="ADAL" clId="{D6B9B1E0-642D-4D7B-AFA0-008ADE2C67F0}" dt="2025-05-07T21:04:04.652" v="2684" actId="47"/>
        <pc:sldMkLst>
          <pc:docMk/>
          <pc:sldMk cId="3131101751" sldId="288"/>
        </pc:sldMkLst>
      </pc:sldChg>
      <pc:sldChg chg="del">
        <pc:chgData name="Yvette Delim" userId="1eb1221e-2905-468b-b6ca-e1e332e3c4b6" providerId="ADAL" clId="{D6B9B1E0-642D-4D7B-AFA0-008ADE2C67F0}" dt="2025-05-07T21:04:04.652" v="2684" actId="47"/>
        <pc:sldMkLst>
          <pc:docMk/>
          <pc:sldMk cId="1325574624" sldId="289"/>
        </pc:sldMkLst>
      </pc:sldChg>
      <pc:sldChg chg="del">
        <pc:chgData name="Yvette Delim" userId="1eb1221e-2905-468b-b6ca-e1e332e3c4b6" providerId="ADAL" clId="{D6B9B1E0-642D-4D7B-AFA0-008ADE2C67F0}" dt="2025-05-07T21:04:04.652" v="2684" actId="47"/>
        <pc:sldMkLst>
          <pc:docMk/>
          <pc:sldMk cId="4182089878" sldId="290"/>
        </pc:sldMkLst>
      </pc:sldChg>
      <pc:sldChg chg="del">
        <pc:chgData name="Yvette Delim" userId="1eb1221e-2905-468b-b6ca-e1e332e3c4b6" providerId="ADAL" clId="{D6B9B1E0-642D-4D7B-AFA0-008ADE2C67F0}" dt="2025-05-07T21:04:04.652" v="2684" actId="47"/>
        <pc:sldMkLst>
          <pc:docMk/>
          <pc:sldMk cId="3863939650" sldId="291"/>
        </pc:sldMkLst>
      </pc:sldChg>
      <pc:sldChg chg="del">
        <pc:chgData name="Yvette Delim" userId="1eb1221e-2905-468b-b6ca-e1e332e3c4b6" providerId="ADAL" clId="{D6B9B1E0-642D-4D7B-AFA0-008ADE2C67F0}" dt="2025-05-07T21:04:04.652" v="2684" actId="47"/>
        <pc:sldMkLst>
          <pc:docMk/>
          <pc:sldMk cId="956317542" sldId="292"/>
        </pc:sldMkLst>
      </pc:sldChg>
      <pc:sldChg chg="del">
        <pc:chgData name="Yvette Delim" userId="1eb1221e-2905-468b-b6ca-e1e332e3c4b6" providerId="ADAL" clId="{D6B9B1E0-642D-4D7B-AFA0-008ADE2C67F0}" dt="2025-05-07T21:04:04.652" v="2684" actId="47"/>
        <pc:sldMkLst>
          <pc:docMk/>
          <pc:sldMk cId="3235051181" sldId="293"/>
        </pc:sldMkLst>
      </pc:sldChg>
      <pc:sldChg chg="del">
        <pc:chgData name="Yvette Delim" userId="1eb1221e-2905-468b-b6ca-e1e332e3c4b6" providerId="ADAL" clId="{D6B9B1E0-642D-4D7B-AFA0-008ADE2C67F0}" dt="2025-05-07T21:04:04.652" v="2684" actId="47"/>
        <pc:sldMkLst>
          <pc:docMk/>
          <pc:sldMk cId="3019627366" sldId="294"/>
        </pc:sldMkLst>
      </pc:sldChg>
      <pc:sldChg chg="del">
        <pc:chgData name="Yvette Delim" userId="1eb1221e-2905-468b-b6ca-e1e332e3c4b6" providerId="ADAL" clId="{D6B9B1E0-642D-4D7B-AFA0-008ADE2C67F0}" dt="2025-05-07T21:04:04.652" v="2684" actId="47"/>
        <pc:sldMkLst>
          <pc:docMk/>
          <pc:sldMk cId="4204280167" sldId="295"/>
        </pc:sldMkLst>
      </pc:sldChg>
      <pc:sldChg chg="modSp mod modCm">
        <pc:chgData name="Yvette Delim" userId="1eb1221e-2905-468b-b6ca-e1e332e3c4b6" providerId="ADAL" clId="{D6B9B1E0-642D-4D7B-AFA0-008ADE2C67F0}" dt="2025-05-06T22:55:29.271" v="144" actId="27636"/>
        <pc:sldMkLst>
          <pc:docMk/>
          <pc:sldMk cId="2615260713" sldId="297"/>
        </pc:sldMkLst>
        <pc:spChg chg="mod">
          <ac:chgData name="Yvette Delim" userId="1eb1221e-2905-468b-b6ca-e1e332e3c4b6" providerId="ADAL" clId="{D6B9B1E0-642D-4D7B-AFA0-008ADE2C67F0}" dt="2025-05-06T22:55:29.271" v="144" actId="27636"/>
          <ac:spMkLst>
            <pc:docMk/>
            <pc:sldMk cId="2615260713" sldId="297"/>
            <ac:spMk id="3" creationId="{E02E4B53-B7C6-1D08-F07F-C168A65984CB}"/>
          </ac:spMkLst>
        </pc:spChg>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6B9B1E0-642D-4D7B-AFA0-008ADE2C67F0}" dt="2025-05-06T22:55:29.202" v="143" actId="20577"/>
              <pc2:cmMkLst xmlns:pc2="http://schemas.microsoft.com/office/powerpoint/2019/9/main/command">
                <pc:docMk/>
                <pc:sldMk cId="2615260713" sldId="297"/>
                <pc2:cmMk id="{D8D993E4-77AF-4D0A-97FF-48DF9FAE016C}"/>
              </pc2:cmMkLst>
            </pc226:cmChg>
          </p:ext>
        </pc:extLst>
      </pc:sldChg>
      <pc:sldChg chg="del">
        <pc:chgData name="Yvette Delim" userId="1eb1221e-2905-468b-b6ca-e1e332e3c4b6" providerId="ADAL" clId="{D6B9B1E0-642D-4D7B-AFA0-008ADE2C67F0}" dt="2025-05-06T22:45:37.325" v="1" actId="47"/>
        <pc:sldMkLst>
          <pc:docMk/>
          <pc:sldMk cId="1768159664" sldId="298"/>
        </pc:sldMkLst>
      </pc:sldChg>
      <pc:sldChg chg="new">
        <pc:chgData name="Yvette Delim" userId="1eb1221e-2905-468b-b6ca-e1e332e3c4b6" providerId="ADAL" clId="{D6B9B1E0-642D-4D7B-AFA0-008ADE2C67F0}" dt="2025-05-06T22:45:33.780" v="0" actId="680"/>
        <pc:sldMkLst>
          <pc:docMk/>
          <pc:sldMk cId="3004902157" sldId="299"/>
        </pc:sldMkLst>
      </pc:sldChg>
      <pc:sldChg chg="new modNotes">
        <pc:chgData name="Yvette Delim" userId="1eb1221e-2905-468b-b6ca-e1e332e3c4b6" providerId="ADAL" clId="{D6B9B1E0-642D-4D7B-AFA0-008ADE2C67F0}" dt="2025-05-07T15:59:45.762" v="1660"/>
        <pc:sldMkLst>
          <pc:docMk/>
          <pc:sldMk cId="532328398" sldId="300"/>
        </pc:sldMkLst>
      </pc:sldChg>
      <pc:sldChg chg="new del">
        <pc:chgData name="Yvette Delim" userId="1eb1221e-2905-468b-b6ca-e1e332e3c4b6" providerId="ADAL" clId="{D6B9B1E0-642D-4D7B-AFA0-008ADE2C67F0}" dt="2025-05-06T23:20:09.762" v="901" actId="47"/>
        <pc:sldMkLst>
          <pc:docMk/>
          <pc:sldMk cId="1751708094" sldId="301"/>
        </pc:sldMkLst>
      </pc:sldChg>
      <pc:sldChg chg="new modNotes modNotesTx">
        <pc:chgData name="Yvette Delim" userId="1eb1221e-2905-468b-b6ca-e1e332e3c4b6" providerId="ADAL" clId="{D6B9B1E0-642D-4D7B-AFA0-008ADE2C67F0}" dt="2025-05-06T22:59:47.770" v="244" actId="5793"/>
        <pc:sldMkLst>
          <pc:docMk/>
          <pc:sldMk cId="2349293421" sldId="302"/>
        </pc:sldMkLst>
      </pc:sldChg>
      <pc:sldChg chg="addSp delSp modSp new mod modClrScheme chgLayout modNotes modNotesTx">
        <pc:chgData name="Yvette Delim" userId="1eb1221e-2905-468b-b6ca-e1e332e3c4b6" providerId="ADAL" clId="{D6B9B1E0-642D-4D7B-AFA0-008ADE2C67F0}" dt="2025-05-09T17:18:13.676" v="3158" actId="27636"/>
        <pc:sldMkLst>
          <pc:docMk/>
          <pc:sldMk cId="151209867" sldId="303"/>
        </pc:sldMkLst>
      </pc:sldChg>
      <pc:sldChg chg="modSp add mod modNotes modNotesTx">
        <pc:chgData name="Yvette Delim" userId="1eb1221e-2905-468b-b6ca-e1e332e3c4b6" providerId="ADAL" clId="{D6B9B1E0-642D-4D7B-AFA0-008ADE2C67F0}" dt="2025-05-07T21:22:04.799" v="2988" actId="20577"/>
        <pc:sldMkLst>
          <pc:docMk/>
          <pc:sldMk cId="1142814001" sldId="304"/>
        </pc:sldMkLst>
      </pc:sldChg>
      <pc:sldChg chg="modSp new mod modNotes modNotesTx">
        <pc:chgData name="Yvette Delim" userId="1eb1221e-2905-468b-b6ca-e1e332e3c4b6" providerId="ADAL" clId="{D6B9B1E0-642D-4D7B-AFA0-008ADE2C67F0}" dt="2025-05-07T21:22:25.588" v="2991"/>
        <pc:sldMkLst>
          <pc:docMk/>
          <pc:sldMk cId="730319496" sldId="305"/>
        </pc:sldMkLst>
      </pc:sldChg>
      <pc:sldChg chg="addSp delSp modSp new mod chgLayout modNotes modNotesTx">
        <pc:chgData name="Yvette Delim" userId="1eb1221e-2905-468b-b6ca-e1e332e3c4b6" providerId="ADAL" clId="{D6B9B1E0-642D-4D7B-AFA0-008ADE2C67F0}" dt="2025-05-07T21:22:30.897" v="2992"/>
        <pc:sldMkLst>
          <pc:docMk/>
          <pc:sldMk cId="2970511930" sldId="306"/>
        </pc:sldMkLst>
      </pc:sldChg>
      <pc:sldChg chg="modSp new mod modNotes modNotesTx">
        <pc:chgData name="Yvette Delim" userId="1eb1221e-2905-468b-b6ca-e1e332e3c4b6" providerId="ADAL" clId="{D6B9B1E0-642D-4D7B-AFA0-008ADE2C67F0}" dt="2025-05-07T21:22:35.767" v="2993"/>
        <pc:sldMkLst>
          <pc:docMk/>
          <pc:sldMk cId="1750846455" sldId="307"/>
        </pc:sldMkLst>
      </pc:sldChg>
      <pc:sldChg chg="addSp delSp modSp new mod modClrScheme chgLayout modNotes modNotesTx">
        <pc:chgData name="Yvette Delim" userId="1eb1221e-2905-468b-b6ca-e1e332e3c4b6" providerId="ADAL" clId="{D6B9B1E0-642D-4D7B-AFA0-008ADE2C67F0}" dt="2025-05-07T21:22:40.004" v="2994"/>
        <pc:sldMkLst>
          <pc:docMk/>
          <pc:sldMk cId="1096898488" sldId="308"/>
        </pc:sldMkLst>
      </pc:sldChg>
      <pc:sldChg chg="modSp new mod modNotes modNotesTx">
        <pc:chgData name="Yvette Delim" userId="1eb1221e-2905-468b-b6ca-e1e332e3c4b6" providerId="ADAL" clId="{D6B9B1E0-642D-4D7B-AFA0-008ADE2C67F0}" dt="2025-05-09T17:18:13.779" v="3159" actId="27636"/>
        <pc:sldMkLst>
          <pc:docMk/>
          <pc:sldMk cId="1878458843" sldId="309"/>
        </pc:sldMkLst>
        <pc:spChg chg="mod">
          <ac:chgData name="Yvette Delim" userId="1eb1221e-2905-468b-b6ca-e1e332e3c4b6" providerId="ADAL" clId="{D6B9B1E0-642D-4D7B-AFA0-008ADE2C67F0}" dt="2025-05-09T17:18:13.779" v="3159" actId="27636"/>
          <ac:spMkLst>
            <pc:docMk/>
            <pc:sldMk cId="1878458843" sldId="309"/>
            <ac:spMk id="2" creationId="{CC05FF38-6BD6-38E2-A21F-D565CE8948E1}"/>
          </ac:spMkLst>
        </pc:spChg>
      </pc:sldChg>
      <pc:sldChg chg="modSp add mod">
        <pc:chgData name="Yvette Delim" userId="1eb1221e-2905-468b-b6ca-e1e332e3c4b6" providerId="ADAL" clId="{D6B9B1E0-642D-4D7B-AFA0-008ADE2C67F0}" dt="2025-05-08T18:23:15.546" v="3146" actId="20577"/>
        <pc:sldMkLst>
          <pc:docMk/>
          <pc:sldMk cId="1169523784" sldId="310"/>
        </pc:sldMkLst>
        <pc:spChg chg="mod">
          <ac:chgData name="Yvette Delim" userId="1eb1221e-2905-468b-b6ca-e1e332e3c4b6" providerId="ADAL" clId="{D6B9B1E0-642D-4D7B-AFA0-008ADE2C67F0}" dt="2025-05-08T18:23:15.546" v="3146" actId="20577"/>
          <ac:spMkLst>
            <pc:docMk/>
            <pc:sldMk cId="1169523784" sldId="310"/>
            <ac:spMk id="3" creationId="{97B1D7C6-6A50-5E9C-3F50-A9E46AEF1132}"/>
          </ac:spMkLst>
        </pc:spChg>
      </pc:sldChg>
      <pc:sldChg chg="modSp new mod modNotes modNotesTx">
        <pc:chgData name="Yvette Delim" userId="1eb1221e-2905-468b-b6ca-e1e332e3c4b6" providerId="ADAL" clId="{D6B9B1E0-642D-4D7B-AFA0-008ADE2C67F0}" dt="2025-05-08T17:24:28.909" v="3048" actId="20577"/>
        <pc:sldMkLst>
          <pc:docMk/>
          <pc:sldMk cId="2476667439" sldId="311"/>
        </pc:sldMkLst>
      </pc:sldChg>
      <pc:sldChg chg="new modNotes modNotesTx">
        <pc:chgData name="Yvette Delim" userId="1eb1221e-2905-468b-b6ca-e1e332e3c4b6" providerId="ADAL" clId="{D6B9B1E0-642D-4D7B-AFA0-008ADE2C67F0}" dt="2025-05-07T21:03:41.703" v="2683" actId="20577"/>
        <pc:sldMkLst>
          <pc:docMk/>
          <pc:sldMk cId="343299899" sldId="312"/>
        </pc:sldMkLst>
      </pc:sldChg>
      <pc:sldMasterChg chg="modSp addSldLayout modSldLayout">
        <pc:chgData name="Yvette Delim" userId="1eb1221e-2905-468b-b6ca-e1e332e3c4b6" providerId="ADAL" clId="{D6B9B1E0-642D-4D7B-AFA0-008ADE2C67F0}" dt="2025-05-09T17:17:54.415" v="3157" actId="179"/>
        <pc:sldMasterMkLst>
          <pc:docMk/>
          <pc:sldMasterMk cId="58932730" sldId="2147483910"/>
        </pc:sldMasterMkLst>
        <pc:spChg chg="mod">
          <ac:chgData name="Yvette Delim" userId="1eb1221e-2905-468b-b6ca-e1e332e3c4b6" providerId="ADAL" clId="{D6B9B1E0-642D-4D7B-AFA0-008ADE2C67F0}" dt="2025-05-09T17:17:54.415" v="3157" actId="179"/>
          <ac:spMkLst>
            <pc:docMk/>
            <pc:sldMasterMk cId="58932730" sldId="2147483910"/>
            <ac:spMk id="8" creationId="{12D1C9D9-BB2F-4CEE-AB77-E7FB81417221}"/>
          </ac:spMkLst>
        </pc:spChg>
        <pc:sldLayoutChg chg="modSp">
          <pc:chgData name="Yvette Delim" userId="1eb1221e-2905-468b-b6ca-e1e332e3c4b6" providerId="ADAL" clId="{D6B9B1E0-642D-4D7B-AFA0-008ADE2C67F0}" dt="2025-05-07T20:57:49.141" v="2548" actId="20577"/>
          <pc:sldLayoutMkLst>
            <pc:docMk/>
            <pc:sldMasterMk cId="58932730" sldId="2147483910"/>
            <pc:sldLayoutMk cId="4111725238" sldId="2147483926"/>
          </pc:sldLayoutMkLst>
          <pc:spChg chg="mod">
            <ac:chgData name="Yvette Delim" userId="1eb1221e-2905-468b-b6ca-e1e332e3c4b6" providerId="ADAL" clId="{D6B9B1E0-642D-4D7B-AFA0-008ADE2C67F0}" dt="2025-05-07T20:57:49.141" v="2548" actId="20577"/>
            <ac:spMkLst>
              <pc:docMk/>
              <pc:sldMasterMk cId="58932730" sldId="2147483910"/>
              <pc:sldLayoutMk cId="4111725238" sldId="2147483926"/>
              <ac:spMk id="11" creationId="{077B2DE0-D1DB-4EE0-B864-29DFD9293408}"/>
            </ac:spMkLst>
          </pc:spChg>
        </pc:sldLayoutChg>
        <pc:sldLayoutChg chg="modSp add mod modTransition">
          <pc:chgData name="Yvette Delim" userId="1eb1221e-2905-468b-b6ca-e1e332e3c4b6" providerId="ADAL" clId="{D6B9B1E0-642D-4D7B-AFA0-008ADE2C67F0}" dt="2025-05-07T20:58:34.328" v="2575" actId="1038"/>
          <pc:sldLayoutMkLst>
            <pc:docMk/>
            <pc:sldMasterMk cId="58932730" sldId="2147483910"/>
            <pc:sldLayoutMk cId="2570707714" sldId="2147483946"/>
          </pc:sldLayoutMkLst>
          <pc:spChg chg="mod">
            <ac:chgData name="Yvette Delim" userId="1eb1221e-2905-468b-b6ca-e1e332e3c4b6" providerId="ADAL" clId="{D6B9B1E0-642D-4D7B-AFA0-008ADE2C67F0}" dt="2025-05-07T20:58:28.488" v="2550" actId="20577"/>
            <ac:spMkLst>
              <pc:docMk/>
              <pc:sldMasterMk cId="58932730" sldId="2147483910"/>
              <pc:sldLayoutMk cId="2570707714" sldId="2147483946"/>
              <ac:spMk id="11" creationId="{077B2DE0-D1DB-4EE0-B864-29DFD9293408}"/>
            </ac:spMkLst>
          </pc:spChg>
          <pc:picChg chg="mod">
            <ac:chgData name="Yvette Delim" userId="1eb1221e-2905-468b-b6ca-e1e332e3c4b6" providerId="ADAL" clId="{D6B9B1E0-642D-4D7B-AFA0-008ADE2C67F0}" dt="2025-05-07T20:58:34.328" v="2575" actId="1038"/>
            <ac:picMkLst>
              <pc:docMk/>
              <pc:sldMasterMk cId="58932730" sldId="2147483910"/>
              <pc:sldLayoutMk cId="2570707714" sldId="2147483946"/>
              <ac:picMk id="18" creationId="{7F806275-D0BB-4D90-A9D5-E13362DDB248}"/>
            </ac:picMkLst>
          </pc:picChg>
        </pc:sldLayoutChg>
      </pc:sldMasterChg>
    </pc:docChg>
  </pc:docChgLst>
  <pc:docChgLst>
    <pc:chgData name="Jules Mancini" userId="S::jmancini@comptia.global::4ef8f4fd-9280-4856-883a-0ebf05603c1f" providerId="AD" clId="Web-{864D2813-DE49-BA08-842E-2D13CFB26A1A}"/>
    <pc:docChg chg="modSld">
      <pc:chgData name="Jules Mancini" userId="S::jmancini@comptia.global::4ef8f4fd-9280-4856-883a-0ebf05603c1f" providerId="AD" clId="Web-{864D2813-DE49-BA08-842E-2D13CFB26A1A}" dt="2025-06-11T17:30:23.896" v="1" actId="20577"/>
      <pc:docMkLst>
        <pc:docMk/>
      </pc:docMkLst>
      <pc:sldChg chg="modSp">
        <pc:chgData name="Jules Mancini" userId="S::jmancini@comptia.global::4ef8f4fd-9280-4856-883a-0ebf05603c1f" providerId="AD" clId="Web-{864D2813-DE49-BA08-842E-2D13CFB26A1A}" dt="2025-06-11T17:30:23.896" v="1" actId="20577"/>
        <pc:sldMkLst>
          <pc:docMk/>
          <pc:sldMk cId="254162918" sldId="656"/>
        </pc:sldMkLst>
        <pc:spChg chg="mod">
          <ac:chgData name="Jules Mancini" userId="S::jmancini@comptia.global::4ef8f4fd-9280-4856-883a-0ebf05603c1f" providerId="AD" clId="Web-{864D2813-DE49-BA08-842E-2D13CFB26A1A}" dt="2025-06-11T17:30:23.896" v="1" actId="20577"/>
          <ac:spMkLst>
            <pc:docMk/>
            <pc:sldMk cId="254162918" sldId="656"/>
            <ac:spMk id="8" creationId="{6C52A6CF-2D56-84AA-EC59-401D39699E0E}"/>
          </ac:spMkLst>
        </pc:spChg>
      </pc:sldChg>
    </pc:docChg>
  </pc:docChgLst>
  <pc:docChgLst>
    <pc:chgData name="Katherine Keyes" userId="2cd50168-9358-44e7-b3b2-0786b2b8ee66" providerId="ADAL" clId="{389E2D1B-3571-4453-9F32-EC2942C1FF95}"/>
    <pc:docChg chg="modMainMaster">
      <pc:chgData name="Katherine Keyes" userId="2cd50168-9358-44e7-b3b2-0786b2b8ee66" providerId="ADAL" clId="{389E2D1B-3571-4453-9F32-EC2942C1FF95}" dt="2021-11-02T15:05:59.203" v="1" actId="20578"/>
      <pc:docMkLst>
        <pc:docMk/>
      </pc:docMkLst>
      <pc:sldMasterChg chg="modSldLayout sldLayoutOrd">
        <pc:chgData name="Katherine Keyes" userId="2cd50168-9358-44e7-b3b2-0786b2b8ee66" providerId="ADAL" clId="{389E2D1B-3571-4453-9F32-EC2942C1FF95}" dt="2021-11-02T15:05:59.203" v="1" actId="20578"/>
        <pc:sldMasterMkLst>
          <pc:docMk/>
          <pc:sldMasterMk cId="58932730" sldId="2147483910"/>
        </pc:sldMasterMkLst>
        <pc:sldLayoutChg chg="ord">
          <pc:chgData name="Katherine Keyes" userId="2cd50168-9358-44e7-b3b2-0786b2b8ee66" providerId="ADAL" clId="{389E2D1B-3571-4453-9F32-EC2942C1FF95}" dt="2021-11-02T15:05:59.203" v="1" actId="20578"/>
          <pc:sldLayoutMkLst>
            <pc:docMk/>
            <pc:sldMasterMk cId="58932730" sldId="2147483910"/>
            <pc:sldLayoutMk cId="137773212" sldId="2147483914"/>
          </pc:sldLayoutMkLst>
        </pc:sldLayoutChg>
      </pc:sldMasterChg>
    </pc:docChg>
  </pc:docChgLst>
  <pc:docChgLst>
    <pc:chgData name="Amanda Kissinger" userId="0440470d-4bd8-4812-9337-f95059fb652d" providerId="ADAL" clId="{A96C30A4-1B3D-49AA-9C2D-0FBBA264ADFA}"/>
    <pc:docChg chg="undo custSel modMainMaster">
      <pc:chgData name="Amanda Kissinger" userId="0440470d-4bd8-4812-9337-f95059fb652d" providerId="ADAL" clId="{A96C30A4-1B3D-49AA-9C2D-0FBBA264ADFA}" dt="2025-05-08T18:01:32.294" v="1" actId="21"/>
      <pc:docMkLst>
        <pc:docMk/>
      </pc:docMkLst>
      <pc:sldMasterChg chg="modSldLayout">
        <pc:chgData name="Amanda Kissinger" userId="0440470d-4bd8-4812-9337-f95059fb652d" providerId="ADAL" clId="{A96C30A4-1B3D-49AA-9C2D-0FBBA264ADFA}" dt="2025-05-08T18:01:32.294" v="1" actId="21"/>
        <pc:sldMasterMkLst>
          <pc:docMk/>
          <pc:sldMasterMk cId="58932730" sldId="2147483910"/>
        </pc:sldMasterMkLst>
        <pc:sldLayoutChg chg="addSp delSp mod">
          <pc:chgData name="Amanda Kissinger" userId="0440470d-4bd8-4812-9337-f95059fb652d" providerId="ADAL" clId="{A96C30A4-1B3D-49AA-9C2D-0FBBA264ADFA}" dt="2025-05-08T18:01:32.294" v="1" actId="21"/>
          <pc:sldLayoutMkLst>
            <pc:docMk/>
            <pc:sldMasterMk cId="58932730" sldId="2147483910"/>
            <pc:sldLayoutMk cId="2001968655" sldId="2147483932"/>
          </pc:sldLayoutMkLst>
          <pc:spChg chg="add del">
            <ac:chgData name="Amanda Kissinger" userId="0440470d-4bd8-4812-9337-f95059fb652d" providerId="ADAL" clId="{A96C30A4-1B3D-49AA-9C2D-0FBBA264ADFA}" dt="2025-05-08T18:01:32.294" v="1" actId="21"/>
            <ac:spMkLst>
              <pc:docMk/>
              <pc:sldMasterMk cId="58932730" sldId="2147483910"/>
              <pc:sldLayoutMk cId="2001968655" sldId="2147483932"/>
              <ac:spMk id="14" creationId="{DC95779D-C23F-4838-A4E9-42CBBB5D9F56}"/>
            </ac:spMkLst>
          </pc:spChg>
        </pc:sldLayoutChg>
      </pc:sldMasterChg>
    </pc:docChg>
  </pc:docChgLst>
  <pc:docChgLst>
    <pc:chgData name="Nicholas Pierce" userId="S::npierce@comptia.global::ee89543b-d064-42d7-b9d5-60e771afdcba" providerId="AD" clId="Web-{B77470C4-DE14-6216-2207-DA303EDF8180}"/>
    <pc:docChg chg="delSld modSld">
      <pc:chgData name="Nicholas Pierce" userId="S::npierce@comptia.global::ee89543b-d064-42d7-b9d5-60e771afdcba" providerId="AD" clId="Web-{B77470C4-DE14-6216-2207-DA303EDF8180}" dt="2025-06-06T16:24:18.492" v="1811" actId="20577"/>
      <pc:docMkLst>
        <pc:docMk/>
      </pc:docMkLst>
      <pc:sldChg chg="modSp modNotes">
        <pc:chgData name="Nicholas Pierce" userId="S::npierce@comptia.global::ee89543b-d064-42d7-b9d5-60e771afdcba" providerId="AD" clId="Web-{B77470C4-DE14-6216-2207-DA303EDF8180}" dt="2025-06-06T15:17:47.903" v="206"/>
        <pc:sldMkLst>
          <pc:docMk/>
          <pc:sldMk cId="3868167892" sldId="313"/>
        </pc:sldMkLst>
        <pc:spChg chg="mod">
          <ac:chgData name="Nicholas Pierce" userId="S::npierce@comptia.global::ee89543b-d064-42d7-b9d5-60e771afdcba" providerId="AD" clId="Web-{B77470C4-DE14-6216-2207-DA303EDF8180}" dt="2025-06-06T15:14:19.778" v="88" actId="20577"/>
          <ac:spMkLst>
            <pc:docMk/>
            <pc:sldMk cId="3868167892" sldId="313"/>
            <ac:spMk id="3" creationId="{BEF0CD94-701E-BF31-F57D-0F0245971FB7}"/>
          </ac:spMkLst>
        </pc:spChg>
      </pc:sldChg>
      <pc:sldChg chg="modSp modNotes">
        <pc:chgData name="Nicholas Pierce" userId="S::npierce@comptia.global::ee89543b-d064-42d7-b9d5-60e771afdcba" providerId="AD" clId="Web-{B77470C4-DE14-6216-2207-DA303EDF8180}" dt="2025-06-06T15:24:49.418" v="569"/>
        <pc:sldMkLst>
          <pc:docMk/>
          <pc:sldMk cId="2436142003" sldId="569"/>
        </pc:sldMkLst>
        <pc:spChg chg="mod">
          <ac:chgData name="Nicholas Pierce" userId="S::npierce@comptia.global::ee89543b-d064-42d7-b9d5-60e771afdcba" providerId="AD" clId="Web-{B77470C4-DE14-6216-2207-DA303EDF8180}" dt="2025-06-06T15:24:47.043" v="568" actId="20577"/>
          <ac:spMkLst>
            <pc:docMk/>
            <pc:sldMk cId="2436142003" sldId="569"/>
            <ac:spMk id="3" creationId="{C6F96774-36B8-B8FC-7220-DEB733B577E6}"/>
          </ac:spMkLst>
        </pc:spChg>
      </pc:sldChg>
      <pc:sldChg chg="addSp delSp modSp modNotes">
        <pc:chgData name="Nicholas Pierce" userId="S::npierce@comptia.global::ee89543b-d064-42d7-b9d5-60e771afdcba" providerId="AD" clId="Web-{B77470C4-DE14-6216-2207-DA303EDF8180}" dt="2025-06-06T16:24:18.492" v="1811" actId="20577"/>
        <pc:sldMkLst>
          <pc:docMk/>
          <pc:sldMk cId="3472094641" sldId="595"/>
        </pc:sldMkLst>
        <pc:spChg chg="add del mod">
          <ac:chgData name="Nicholas Pierce" userId="S::npierce@comptia.global::ee89543b-d064-42d7-b9d5-60e771afdcba" providerId="AD" clId="Web-{B77470C4-DE14-6216-2207-DA303EDF8180}" dt="2025-06-06T16:24:18.492" v="1811" actId="20577"/>
          <ac:spMkLst>
            <pc:docMk/>
            <pc:sldMk cId="3472094641" sldId="595"/>
            <ac:spMk id="3" creationId="{A01B904E-8D64-3CE1-1BF8-448762148B0B}"/>
          </ac:spMkLst>
        </pc:spChg>
        <pc:spChg chg="add del">
          <ac:chgData name="Nicholas Pierce" userId="S::npierce@comptia.global::ee89543b-d064-42d7-b9d5-60e771afdcba" providerId="AD" clId="Web-{B77470C4-DE14-6216-2207-DA303EDF8180}" dt="2025-06-06T16:22:34.378" v="1674"/>
          <ac:spMkLst>
            <pc:docMk/>
            <pc:sldMk cId="3472094641" sldId="595"/>
            <ac:spMk id="4" creationId="{49E1E10B-5218-4A87-A27E-590E704E4870}"/>
          </ac:spMkLst>
        </pc:spChg>
        <pc:spChg chg="add del">
          <ac:chgData name="Nicholas Pierce" userId="S::npierce@comptia.global::ee89543b-d064-42d7-b9d5-60e771afdcba" providerId="AD" clId="Web-{B77470C4-DE14-6216-2207-DA303EDF8180}" dt="2025-06-06T16:22:34.378" v="1672"/>
          <ac:spMkLst>
            <pc:docMk/>
            <pc:sldMk cId="3472094641" sldId="595"/>
            <ac:spMk id="8" creationId="{7200FB4B-3A0D-DD32-290A-2AED17F14FD5}"/>
          </ac:spMkLst>
        </pc:spChg>
      </pc:sldChg>
      <pc:sldChg chg="del">
        <pc:chgData name="Nicholas Pierce" userId="S::npierce@comptia.global::ee89543b-d064-42d7-b9d5-60e771afdcba" providerId="AD" clId="Web-{B77470C4-DE14-6216-2207-DA303EDF8180}" dt="2025-06-06T15:28:43.684" v="711"/>
        <pc:sldMkLst>
          <pc:docMk/>
          <pc:sldMk cId="3489540652" sldId="627"/>
        </pc:sldMkLst>
      </pc:sldChg>
      <pc:sldChg chg="modNotes">
        <pc:chgData name="Nicholas Pierce" userId="S::npierce@comptia.global::ee89543b-d064-42d7-b9d5-60e771afdcba" providerId="AD" clId="Web-{B77470C4-DE14-6216-2207-DA303EDF8180}" dt="2025-06-06T15:48:09.232" v="1232"/>
        <pc:sldMkLst>
          <pc:docMk/>
          <pc:sldMk cId="3930807609" sldId="628"/>
        </pc:sldMkLst>
      </pc:sldChg>
      <pc:sldChg chg="addSp delSp modSp modNotes">
        <pc:chgData name="Nicholas Pierce" userId="S::npierce@comptia.global::ee89543b-d064-42d7-b9d5-60e771afdcba" providerId="AD" clId="Web-{B77470C4-DE14-6216-2207-DA303EDF8180}" dt="2025-06-06T15:43:05.700" v="992"/>
        <pc:sldMkLst>
          <pc:docMk/>
          <pc:sldMk cId="3696803340" sldId="629"/>
        </pc:sldMkLst>
        <pc:spChg chg="add del mod">
          <ac:chgData name="Nicholas Pierce" userId="S::npierce@comptia.global::ee89543b-d064-42d7-b9d5-60e771afdcba" providerId="AD" clId="Web-{B77470C4-DE14-6216-2207-DA303EDF8180}" dt="2025-06-06T15:43:04.310" v="991" actId="20577"/>
          <ac:spMkLst>
            <pc:docMk/>
            <pc:sldMk cId="3696803340" sldId="629"/>
            <ac:spMk id="3" creationId="{6792A312-3977-C898-24EB-8E74FD412136}"/>
          </ac:spMkLst>
        </pc:spChg>
        <pc:spChg chg="add del">
          <ac:chgData name="Nicholas Pierce" userId="S::npierce@comptia.global::ee89543b-d064-42d7-b9d5-60e771afdcba" providerId="AD" clId="Web-{B77470C4-DE14-6216-2207-DA303EDF8180}" dt="2025-06-06T15:40:19.763" v="825"/>
          <ac:spMkLst>
            <pc:docMk/>
            <pc:sldMk cId="3696803340" sldId="629"/>
            <ac:spMk id="4" creationId="{6DC4EB87-9E37-D329-892E-1A667EEDF442}"/>
          </ac:spMkLst>
        </pc:spChg>
        <pc:spChg chg="add del">
          <ac:chgData name="Nicholas Pierce" userId="S::npierce@comptia.global::ee89543b-d064-42d7-b9d5-60e771afdcba" providerId="AD" clId="Web-{B77470C4-DE14-6216-2207-DA303EDF8180}" dt="2025-06-06T15:40:19.763" v="823"/>
          <ac:spMkLst>
            <pc:docMk/>
            <pc:sldMk cId="3696803340" sldId="629"/>
            <ac:spMk id="8" creationId="{882733FE-6065-9A21-DA5F-E34869F5B992}"/>
          </ac:spMkLst>
        </pc:spChg>
      </pc:sldChg>
      <pc:sldChg chg="addSp delSp modSp modNotes">
        <pc:chgData name="Nicholas Pierce" userId="S::npierce@comptia.global::ee89543b-d064-42d7-b9d5-60e771afdcba" providerId="AD" clId="Web-{B77470C4-DE14-6216-2207-DA303EDF8180}" dt="2025-06-06T15:17:51.356" v="207"/>
        <pc:sldMkLst>
          <pc:docMk/>
          <pc:sldMk cId="3745355730" sldId="654"/>
        </pc:sldMkLst>
        <pc:spChg chg="add del mod">
          <ac:chgData name="Nicholas Pierce" userId="S::npierce@comptia.global::ee89543b-d064-42d7-b9d5-60e771afdcba" providerId="AD" clId="Web-{B77470C4-DE14-6216-2207-DA303EDF8180}" dt="2025-06-06T15:17:43.778" v="205" actId="20577"/>
          <ac:spMkLst>
            <pc:docMk/>
            <pc:sldMk cId="3745355730" sldId="654"/>
            <ac:spMk id="3" creationId="{9FBCA4BE-51F1-C380-F81D-51CC6D1BF438}"/>
          </ac:spMkLst>
        </pc:spChg>
        <pc:spChg chg="add del">
          <ac:chgData name="Nicholas Pierce" userId="S::npierce@comptia.global::ee89543b-d064-42d7-b9d5-60e771afdcba" providerId="AD" clId="Web-{B77470C4-DE14-6216-2207-DA303EDF8180}" dt="2025-06-06T15:14:30.059" v="94"/>
          <ac:spMkLst>
            <pc:docMk/>
            <pc:sldMk cId="3745355730" sldId="654"/>
            <ac:spMk id="4" creationId="{4BFCE2BE-189B-4694-F8F8-F06FB3C931C0}"/>
          </ac:spMkLst>
        </pc:spChg>
        <pc:spChg chg="add del">
          <ac:chgData name="Nicholas Pierce" userId="S::npierce@comptia.global::ee89543b-d064-42d7-b9d5-60e771afdcba" providerId="AD" clId="Web-{B77470C4-DE14-6216-2207-DA303EDF8180}" dt="2025-06-06T15:14:30.043" v="92"/>
          <ac:spMkLst>
            <pc:docMk/>
            <pc:sldMk cId="3745355730" sldId="654"/>
            <ac:spMk id="8" creationId="{B909A463-A5A8-53EE-0F09-BA0F43687C22}"/>
          </ac:spMkLst>
        </pc:spChg>
      </pc:sldChg>
      <pc:sldChg chg="modSp modNotes">
        <pc:chgData name="Nicholas Pierce" userId="S::npierce@comptia.global::ee89543b-d064-42d7-b9d5-60e771afdcba" providerId="AD" clId="Web-{B77470C4-DE14-6216-2207-DA303EDF8180}" dt="2025-06-06T15:20:18.496" v="346"/>
        <pc:sldMkLst>
          <pc:docMk/>
          <pc:sldMk cId="3169366391" sldId="655"/>
        </pc:sldMkLst>
        <pc:spChg chg="mod">
          <ac:chgData name="Nicholas Pierce" userId="S::npierce@comptia.global::ee89543b-d064-42d7-b9d5-60e771afdcba" providerId="AD" clId="Web-{B77470C4-DE14-6216-2207-DA303EDF8180}" dt="2025-06-06T15:19:52.028" v="301" actId="20577"/>
          <ac:spMkLst>
            <pc:docMk/>
            <pc:sldMk cId="3169366391" sldId="655"/>
            <ac:spMk id="3" creationId="{D626281A-FB5B-C34E-AB1C-DE8FB52759B6}"/>
          </ac:spMkLst>
        </pc:spChg>
      </pc:sldChg>
      <pc:sldChg chg="modSp modNotes">
        <pc:chgData name="Nicholas Pierce" userId="S::npierce@comptia.global::ee89543b-d064-42d7-b9d5-60e771afdcba" providerId="AD" clId="Web-{B77470C4-DE14-6216-2207-DA303EDF8180}" dt="2025-06-06T15:31:44.403" v="813"/>
        <pc:sldMkLst>
          <pc:docMk/>
          <pc:sldMk cId="254162918" sldId="656"/>
        </pc:sldMkLst>
        <pc:spChg chg="mod">
          <ac:chgData name="Nicholas Pierce" userId="S::npierce@comptia.global::ee89543b-d064-42d7-b9d5-60e771afdcba" providerId="AD" clId="Web-{B77470C4-DE14-6216-2207-DA303EDF8180}" dt="2025-06-06T15:29:01.825" v="724" actId="20577"/>
          <ac:spMkLst>
            <pc:docMk/>
            <pc:sldMk cId="254162918" sldId="656"/>
            <ac:spMk id="3" creationId="{44ADAE90-941F-DCBD-C355-28906387842C}"/>
          </ac:spMkLst>
        </pc:spChg>
      </pc:sldChg>
      <pc:sldChg chg="modSp modNotes">
        <pc:chgData name="Nicholas Pierce" userId="S::npierce@comptia.global::ee89543b-d064-42d7-b9d5-60e771afdcba" providerId="AD" clId="Web-{B77470C4-DE14-6216-2207-DA303EDF8180}" dt="2025-06-06T15:47:47.903" v="1219"/>
        <pc:sldMkLst>
          <pc:docMk/>
          <pc:sldMk cId="997790458" sldId="659"/>
        </pc:sldMkLst>
        <pc:spChg chg="mod">
          <ac:chgData name="Nicholas Pierce" userId="S::npierce@comptia.global::ee89543b-d064-42d7-b9d5-60e771afdcba" providerId="AD" clId="Web-{B77470C4-DE14-6216-2207-DA303EDF8180}" dt="2025-06-06T15:46:42.294" v="1105" actId="20577"/>
          <ac:spMkLst>
            <pc:docMk/>
            <pc:sldMk cId="997790458" sldId="659"/>
            <ac:spMk id="3" creationId="{751CFCD8-173E-A807-B6E7-F65A0EF16CD6}"/>
          </ac:spMkLst>
        </pc:spChg>
      </pc:sldChg>
      <pc:sldChg chg="modSp modNotes">
        <pc:chgData name="Nicholas Pierce" userId="S::npierce@comptia.global::ee89543b-d064-42d7-b9d5-60e771afdcba" providerId="AD" clId="Web-{B77470C4-DE14-6216-2207-DA303EDF8180}" dt="2025-06-06T16:17:18.365" v="1424"/>
        <pc:sldMkLst>
          <pc:docMk/>
          <pc:sldMk cId="2039125794" sldId="660"/>
        </pc:sldMkLst>
        <pc:spChg chg="mod">
          <ac:chgData name="Nicholas Pierce" userId="S::npierce@comptia.global::ee89543b-d064-42d7-b9d5-60e771afdcba" providerId="AD" clId="Web-{B77470C4-DE14-6216-2207-DA303EDF8180}" dt="2025-06-06T15:59:28.498" v="1423" actId="20577"/>
          <ac:spMkLst>
            <pc:docMk/>
            <pc:sldMk cId="2039125794" sldId="660"/>
            <ac:spMk id="3" creationId="{87EB1FFC-A497-5575-CC54-CADC5379366A}"/>
          </ac:spMkLst>
        </pc:spChg>
      </pc:sldChg>
      <pc:sldChg chg="modSp modNotes">
        <pc:chgData name="Nicholas Pierce" userId="S::npierce@comptia.global::ee89543b-d064-42d7-b9d5-60e771afdcba" providerId="AD" clId="Web-{B77470C4-DE14-6216-2207-DA303EDF8180}" dt="2025-06-06T16:22:20.940" v="1668"/>
        <pc:sldMkLst>
          <pc:docMk/>
          <pc:sldMk cId="3700099733" sldId="662"/>
        </pc:sldMkLst>
        <pc:spChg chg="mod">
          <ac:chgData name="Nicholas Pierce" userId="S::npierce@comptia.global::ee89543b-d064-42d7-b9d5-60e771afdcba" providerId="AD" clId="Web-{B77470C4-DE14-6216-2207-DA303EDF8180}" dt="2025-06-06T16:21:37.376" v="1609" actId="20577"/>
          <ac:spMkLst>
            <pc:docMk/>
            <pc:sldMk cId="3700099733" sldId="662"/>
            <ac:spMk id="3" creationId="{604A134F-05C7-A55C-3379-EFEE8E642805}"/>
          </ac:spMkLst>
        </pc:spChg>
      </pc:sldChg>
    </pc:docChg>
  </pc:docChgLst>
  <pc:docChgLst>
    <pc:chgData name="Danielle Andries" userId="93d179e4-3c18-40f7-920e-ae80b202540d" providerId="ADAL" clId="{9BEE7BE4-3064-428B-B611-24EC7FACCC97}"/>
    <pc:docChg chg="custSel modSld modMainMaster">
      <pc:chgData name="Danielle Andries" userId="93d179e4-3c18-40f7-920e-ae80b202540d" providerId="ADAL" clId="{9BEE7BE4-3064-428B-B611-24EC7FACCC97}" dt="2025-04-24T19:15:51.219" v="57" actId="20577"/>
      <pc:docMkLst>
        <pc:docMk/>
      </pc:docMkLst>
      <pc:sldChg chg="delSp mod">
        <pc:chgData name="Danielle Andries" userId="93d179e4-3c18-40f7-920e-ae80b202540d" providerId="ADAL" clId="{9BEE7BE4-3064-428B-B611-24EC7FACCC97}" dt="2025-04-24T19:13:53.437" v="56" actId="478"/>
        <pc:sldMkLst>
          <pc:docMk/>
          <pc:sldMk cId="2170154808" sldId="258"/>
        </pc:sldMkLst>
      </pc:sldChg>
      <pc:sldChg chg="modSp mod">
        <pc:chgData name="Danielle Andries" userId="93d179e4-3c18-40f7-920e-ae80b202540d" providerId="ADAL" clId="{9BEE7BE4-3064-428B-B611-24EC7FACCC97}" dt="2025-04-24T19:15:51.219" v="57" actId="20577"/>
        <pc:sldMkLst>
          <pc:docMk/>
          <pc:sldMk cId="3549381897" sldId="259"/>
        </pc:sldMkLst>
      </pc:sldChg>
      <pc:sldMasterChg chg="modSldLayout">
        <pc:chgData name="Danielle Andries" userId="93d179e4-3c18-40f7-920e-ae80b202540d" providerId="ADAL" clId="{9BEE7BE4-3064-428B-B611-24EC7FACCC97}" dt="2025-04-24T15:25:18.702" v="35" actId="478"/>
        <pc:sldMasterMkLst>
          <pc:docMk/>
          <pc:sldMasterMk cId="58932730" sldId="2147483910"/>
        </pc:sldMasterMkLst>
        <pc:sldLayoutChg chg="delSp modSp mod">
          <pc:chgData name="Danielle Andries" userId="93d179e4-3c18-40f7-920e-ae80b202540d" providerId="ADAL" clId="{9BEE7BE4-3064-428B-B611-24EC7FACCC97}" dt="2025-04-24T15:25:18.702" v="35" actId="478"/>
          <pc:sldLayoutMkLst>
            <pc:docMk/>
            <pc:sldMasterMk cId="58932730" sldId="2147483910"/>
            <pc:sldLayoutMk cId="4084809213" sldId="2147483911"/>
          </pc:sldLayoutMkLst>
          <pc:spChg chg="mod">
            <ac:chgData name="Danielle Andries" userId="93d179e4-3c18-40f7-920e-ae80b202540d" providerId="ADAL" clId="{9BEE7BE4-3064-428B-B611-24EC7FACCC97}" dt="2025-04-24T14:58:56.325" v="32" actId="20577"/>
            <ac:spMkLst>
              <pc:docMk/>
              <pc:sldMasterMk cId="58932730" sldId="2147483910"/>
              <pc:sldLayoutMk cId="4084809213" sldId="2147483911"/>
              <ac:spMk id="8" creationId="{85CB60B9-005C-47AF-9FB6-D41274CD49DC}"/>
            </ac:spMkLst>
          </pc:spChg>
          <pc:spChg chg="mod">
            <ac:chgData name="Danielle Andries" userId="93d179e4-3c18-40f7-920e-ae80b202540d" providerId="ADAL" clId="{9BEE7BE4-3064-428B-B611-24EC7FACCC97}" dt="2025-04-24T14:52:18.744" v="26" actId="20577"/>
            <ac:spMkLst>
              <pc:docMk/>
              <pc:sldMasterMk cId="58932730" sldId="2147483910"/>
              <pc:sldLayoutMk cId="4084809213" sldId="2147483911"/>
              <ac:spMk id="13" creationId="{B2FEEEDD-0751-854A-9852-93F3EA02290E}"/>
            </ac:spMkLst>
          </pc:spChg>
          <pc:spChg chg="mod">
            <ac:chgData name="Danielle Andries" userId="93d179e4-3c18-40f7-920e-ae80b202540d" providerId="ADAL" clId="{9BEE7BE4-3064-428B-B611-24EC7FACCC97}" dt="2025-04-24T14:52:10.913" v="19" actId="20577"/>
            <ac:spMkLst>
              <pc:docMk/>
              <pc:sldMasterMk cId="58932730" sldId="2147483910"/>
              <pc:sldLayoutMk cId="4084809213" sldId="2147483911"/>
              <ac:spMk id="14" creationId="{658038CC-5DF0-1545-A424-EA63B177F16F}"/>
            </ac:spMkLst>
          </pc:spChg>
        </pc:sldLayoutChg>
        <pc:sldLayoutChg chg="modSp mod">
          <pc:chgData name="Danielle Andries" userId="93d179e4-3c18-40f7-920e-ae80b202540d" providerId="ADAL" clId="{9BEE7BE4-3064-428B-B611-24EC7FACCC97}" dt="2025-04-24T14:58:52.368" v="31" actId="20577"/>
          <pc:sldLayoutMkLst>
            <pc:docMk/>
            <pc:sldMasterMk cId="58932730" sldId="2147483910"/>
            <pc:sldLayoutMk cId="1974321300" sldId="2147483912"/>
          </pc:sldLayoutMkLst>
          <pc:spChg chg="mod">
            <ac:chgData name="Danielle Andries" userId="93d179e4-3c18-40f7-920e-ae80b202540d" providerId="ADAL" clId="{9BEE7BE4-3064-428B-B611-24EC7FACCC97}" dt="2025-04-24T14:51:53.797" v="13" actId="20577"/>
            <ac:spMkLst>
              <pc:docMk/>
              <pc:sldMasterMk cId="58932730" sldId="2147483910"/>
              <pc:sldLayoutMk cId="1974321300" sldId="2147483912"/>
              <ac:spMk id="11" creationId="{7711F5D9-3DD6-474B-AB29-EB60551B8787}"/>
            </ac:spMkLst>
          </pc:spChg>
          <pc:spChg chg="mod">
            <ac:chgData name="Danielle Andries" userId="93d179e4-3c18-40f7-920e-ae80b202540d" providerId="ADAL" clId="{9BEE7BE4-3064-428B-B611-24EC7FACCC97}" dt="2025-04-24T14:51:27.646" v="7" actId="20577"/>
            <ac:spMkLst>
              <pc:docMk/>
              <pc:sldMasterMk cId="58932730" sldId="2147483910"/>
              <pc:sldLayoutMk cId="1974321300" sldId="2147483912"/>
              <ac:spMk id="12" creationId="{FD74DCED-5B72-479F-BD98-2FB51162CA0F}"/>
            </ac:spMkLst>
          </pc:spChg>
          <pc:spChg chg="mod">
            <ac:chgData name="Danielle Andries" userId="93d179e4-3c18-40f7-920e-ae80b202540d" providerId="ADAL" clId="{9BEE7BE4-3064-428B-B611-24EC7FACCC97}" dt="2025-04-24T14:58:52.368" v="31"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9BEE7BE4-3064-428B-B611-24EC7FACCC97}" dt="2025-04-24T14:58:59.876" v="33" actId="20577"/>
          <pc:sldLayoutMkLst>
            <pc:docMk/>
            <pc:sldMasterMk cId="58932730" sldId="2147483910"/>
            <pc:sldLayoutMk cId="4111725238" sldId="2147483926"/>
          </pc:sldLayoutMkLst>
          <pc:spChg chg="mod">
            <ac:chgData name="Danielle Andries" userId="93d179e4-3c18-40f7-920e-ae80b202540d" providerId="ADAL" clId="{9BEE7BE4-3064-428B-B611-24EC7FACCC97}" dt="2025-04-24T14:58:59.876" v="33"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9BEE7BE4-3064-428B-B611-24EC7FACCC97}" dt="2025-04-24T14:58:49.128" v="30" actId="20577"/>
          <pc:sldLayoutMkLst>
            <pc:docMk/>
            <pc:sldMasterMk cId="58932730" sldId="2147483910"/>
            <pc:sldLayoutMk cId="2001968655" sldId="2147483932"/>
          </pc:sldLayoutMkLst>
          <pc:spChg chg="mod">
            <ac:chgData name="Danielle Andries" userId="93d179e4-3c18-40f7-920e-ae80b202540d" providerId="ADAL" clId="{9BEE7BE4-3064-428B-B611-24EC7FACCC97}" dt="2025-04-24T14:58:49.128" v="30" actId="20577"/>
            <ac:spMkLst>
              <pc:docMk/>
              <pc:sldMasterMk cId="58932730" sldId="2147483910"/>
              <pc:sldLayoutMk cId="2001968655" sldId="2147483932"/>
              <ac:spMk id="14" creationId="{DC95779D-C23F-4838-A4E9-42CBBB5D9F56}"/>
            </ac:spMkLst>
          </pc:spChg>
        </pc:sldLayoutChg>
      </pc:sldMasterChg>
    </pc:docChg>
  </pc:docChgLst>
  <pc:docChgLst>
    <pc:chgData name="Yvette Delim" userId="S::ydelim@comptia.org::1eb1221e-2905-468b-b6ca-e1e332e3c4b6" providerId="AD" clId="Web-{C113A6AE-3E14-CFD0-4D1D-B1BDC3661C6F}"/>
    <pc:docChg chg="delSld modSld">
      <pc:chgData name="Yvette Delim" userId="S::ydelim@comptia.org::1eb1221e-2905-468b-b6ca-e1e332e3c4b6" providerId="AD" clId="Web-{C113A6AE-3E14-CFD0-4D1D-B1BDC3661C6F}" dt="2025-05-07T21:44:57.002" v="9"/>
      <pc:docMkLst>
        <pc:docMk/>
      </pc:docMkLst>
      <pc:sldChg chg="del">
        <pc:chgData name="Yvette Delim" userId="S::ydelim@comptia.org::1eb1221e-2905-468b-b6ca-e1e332e3c4b6" providerId="AD" clId="Web-{C113A6AE-3E14-CFD0-4D1D-B1BDC3661C6F}" dt="2025-05-07T21:44:57.002" v="9"/>
        <pc:sldMkLst>
          <pc:docMk/>
          <pc:sldMk cId="3678982506" sldId="278"/>
        </pc:sldMkLst>
      </pc:sldChg>
      <pc:sldChg chg="modSp">
        <pc:chgData name="Yvette Delim" userId="S::ydelim@comptia.org::1eb1221e-2905-468b-b6ca-e1e332e3c4b6" providerId="AD" clId="Web-{C113A6AE-3E14-CFD0-4D1D-B1BDC3661C6F}" dt="2025-05-07T21:44:46.143" v="8" actId="20577"/>
        <pc:sldMkLst>
          <pc:docMk/>
          <pc:sldMk cId="1878458843" sldId="309"/>
        </pc:sldMkLst>
        <pc:spChg chg="mod">
          <ac:chgData name="Yvette Delim" userId="S::ydelim@comptia.org::1eb1221e-2905-468b-b6ca-e1e332e3c4b6" providerId="AD" clId="Web-{C113A6AE-3E14-CFD0-4D1D-B1BDC3661C6F}" dt="2025-05-07T21:44:46.143" v="8" actId="20577"/>
          <ac:spMkLst>
            <pc:docMk/>
            <pc:sldMk cId="1878458843" sldId="309"/>
            <ac:spMk id="2" creationId="{CC05FF38-6BD6-38E2-A21F-D565CE8948E1}"/>
          </ac:spMkLst>
        </pc:spChg>
      </pc:sldChg>
    </pc:docChg>
  </pc:docChgLst>
  <pc:docChgLst>
    <pc:chgData name="Elaine Gustafson" userId="S::egustafson@comptia.org::8e9fbddc-088d-4145-9000-dcad1c3d1481" providerId="AD" clId="Web-{023B67B2-BE21-B191-C01F-4F91FCDB7060}"/>
    <pc:docChg chg="modSld">
      <pc:chgData name="Elaine Gustafson" userId="S::egustafson@comptia.org::8e9fbddc-088d-4145-9000-dcad1c3d1481" providerId="AD" clId="Web-{023B67B2-BE21-B191-C01F-4F91FCDB7060}" dt="2025-06-10T22:11:51.549" v="2" actId="20577"/>
      <pc:docMkLst>
        <pc:docMk/>
      </pc:docMkLst>
      <pc:sldChg chg="modSp">
        <pc:chgData name="Elaine Gustafson" userId="S::egustafson@comptia.org::8e9fbddc-088d-4145-9000-dcad1c3d1481" providerId="AD" clId="Web-{023B67B2-BE21-B191-C01F-4F91FCDB7060}" dt="2025-06-10T22:11:51.549" v="2" actId="20577"/>
        <pc:sldMkLst>
          <pc:docMk/>
          <pc:sldMk cId="3868167892" sldId="313"/>
        </pc:sldMkLst>
        <pc:spChg chg="mod">
          <ac:chgData name="Elaine Gustafson" userId="S::egustafson@comptia.org::8e9fbddc-088d-4145-9000-dcad1c3d1481" providerId="AD" clId="Web-{023B67B2-BE21-B191-C01F-4F91FCDB7060}" dt="2025-06-10T22:11:51.549" v="2" actId="20577"/>
          <ac:spMkLst>
            <pc:docMk/>
            <pc:sldMk cId="3868167892" sldId="313"/>
            <ac:spMk id="3" creationId="{BEF0CD94-701E-BF31-F57D-0F0245971FB7}"/>
          </ac:spMkLst>
        </pc:spChg>
      </pc:sldChg>
    </pc:docChg>
  </pc:docChgLst>
  <pc:docChgLst>
    <pc:chgData name="Elaine Gustafson" userId="8e9fbddc-088d-4145-9000-dcad1c3d1481" providerId="ADAL" clId="{B3288BBF-87AC-45C7-A711-238FE96F17B2}"/>
    <pc:docChg chg="custSel delSld modSld modMainMaster">
      <pc:chgData name="Elaine Gustafson" userId="8e9fbddc-088d-4145-9000-dcad1c3d1481" providerId="ADAL" clId="{B3288BBF-87AC-45C7-A711-238FE96F17B2}" dt="2025-06-12T19:09:57.421" v="257" actId="6549"/>
      <pc:docMkLst>
        <pc:docMk/>
      </pc:docMkLst>
      <pc:sldChg chg="modSp mod">
        <pc:chgData name="Elaine Gustafson" userId="8e9fbddc-088d-4145-9000-dcad1c3d1481" providerId="ADAL" clId="{B3288BBF-87AC-45C7-A711-238FE96F17B2}" dt="2025-06-11T16:02:23.572" v="6"/>
        <pc:sldMkLst>
          <pc:docMk/>
          <pc:sldMk cId="1878458843" sldId="309"/>
        </pc:sldMkLst>
        <pc:spChg chg="ord">
          <ac:chgData name="Elaine Gustafson" userId="8e9fbddc-088d-4145-9000-dcad1c3d1481" providerId="ADAL" clId="{B3288BBF-87AC-45C7-A711-238FE96F17B2}" dt="2025-06-11T16:02:23.572" v="6"/>
          <ac:spMkLst>
            <pc:docMk/>
            <pc:sldMk cId="1878458843" sldId="309"/>
            <ac:spMk id="3" creationId="{39300C6D-BC0D-637A-EE53-7959660BA3DB}"/>
          </ac:spMkLst>
        </pc:spChg>
      </pc:sldChg>
      <pc:sldChg chg="modSp mod">
        <pc:chgData name="Elaine Gustafson" userId="8e9fbddc-088d-4145-9000-dcad1c3d1481" providerId="ADAL" clId="{B3288BBF-87AC-45C7-A711-238FE96F17B2}" dt="2025-06-11T16:02:16.603" v="5"/>
        <pc:sldMkLst>
          <pc:docMk/>
          <pc:sldMk cId="1169523784" sldId="310"/>
        </pc:sldMkLst>
        <pc:spChg chg="ord">
          <ac:chgData name="Elaine Gustafson" userId="8e9fbddc-088d-4145-9000-dcad1c3d1481" providerId="ADAL" clId="{B3288BBF-87AC-45C7-A711-238FE96F17B2}" dt="2025-06-11T16:02:15.073" v="4"/>
          <ac:spMkLst>
            <pc:docMk/>
            <pc:sldMk cId="1169523784" sldId="310"/>
            <ac:spMk id="2" creationId="{62C2B34C-E3CA-6FD2-9D6C-111DC9821A98}"/>
          </ac:spMkLst>
        </pc:spChg>
      </pc:sldChg>
      <pc:sldChg chg="modSp mod">
        <pc:chgData name="Elaine Gustafson" userId="8e9fbddc-088d-4145-9000-dcad1c3d1481" providerId="ADAL" clId="{B3288BBF-87AC-45C7-A711-238FE96F17B2}" dt="2025-06-12T19:09:25.775" v="256" actId="20577"/>
        <pc:sldMkLst>
          <pc:docMk/>
          <pc:sldMk cId="2436142003" sldId="569"/>
        </pc:sldMkLst>
        <pc:spChg chg="mod">
          <ac:chgData name="Elaine Gustafson" userId="8e9fbddc-088d-4145-9000-dcad1c3d1481" providerId="ADAL" clId="{B3288BBF-87AC-45C7-A711-238FE96F17B2}" dt="2025-06-12T19:09:25.775" v="256" actId="20577"/>
          <ac:spMkLst>
            <pc:docMk/>
            <pc:sldMk cId="2436142003" sldId="569"/>
            <ac:spMk id="3" creationId="{C6F96774-36B8-B8FC-7220-DEB733B577E6}"/>
          </ac:spMkLst>
        </pc:spChg>
      </pc:sldChg>
      <pc:sldChg chg="modSp mod">
        <pc:chgData name="Elaine Gustafson" userId="8e9fbddc-088d-4145-9000-dcad1c3d1481" providerId="ADAL" clId="{B3288BBF-87AC-45C7-A711-238FE96F17B2}" dt="2025-06-11T16:01:45.370" v="1"/>
        <pc:sldMkLst>
          <pc:docMk/>
          <pc:sldMk cId="231484435" sldId="570"/>
        </pc:sldMkLst>
        <pc:spChg chg="ord">
          <ac:chgData name="Elaine Gustafson" userId="8e9fbddc-088d-4145-9000-dcad1c3d1481" providerId="ADAL" clId="{B3288BBF-87AC-45C7-A711-238FE96F17B2}" dt="2025-06-11T16:01:45.370" v="1"/>
          <ac:spMkLst>
            <pc:docMk/>
            <pc:sldMk cId="231484435" sldId="570"/>
            <ac:spMk id="3" creationId="{FC398259-777A-5465-2F7E-A7C2224B16B6}"/>
          </ac:spMkLst>
        </pc:spChg>
      </pc:sldChg>
      <pc:sldChg chg="modSp mod">
        <pc:chgData name="Elaine Gustafson" userId="8e9fbddc-088d-4145-9000-dcad1c3d1481" providerId="ADAL" clId="{B3288BBF-87AC-45C7-A711-238FE96F17B2}" dt="2025-06-11T16:04:44.724" v="18"/>
        <pc:sldMkLst>
          <pc:docMk/>
          <pc:sldMk cId="1118513344" sldId="604"/>
        </pc:sldMkLst>
        <pc:spChg chg="ord">
          <ac:chgData name="Elaine Gustafson" userId="8e9fbddc-088d-4145-9000-dcad1c3d1481" providerId="ADAL" clId="{B3288BBF-87AC-45C7-A711-238FE96F17B2}" dt="2025-06-11T16:04:44.724" v="18"/>
          <ac:spMkLst>
            <pc:docMk/>
            <pc:sldMk cId="1118513344" sldId="604"/>
            <ac:spMk id="4" creationId="{2F21E62F-53E9-3BCE-40D6-F884DDA0B961}"/>
          </ac:spMkLst>
        </pc:spChg>
      </pc:sldChg>
      <pc:sldChg chg="modSp mod">
        <pc:chgData name="Elaine Gustafson" userId="8e9fbddc-088d-4145-9000-dcad1c3d1481" providerId="ADAL" clId="{B3288BBF-87AC-45C7-A711-238FE96F17B2}" dt="2025-06-11T16:03:30.346" v="14"/>
        <pc:sldMkLst>
          <pc:docMk/>
          <pc:sldMk cId="3930807609" sldId="628"/>
        </pc:sldMkLst>
        <pc:spChg chg="ord">
          <ac:chgData name="Elaine Gustafson" userId="8e9fbddc-088d-4145-9000-dcad1c3d1481" providerId="ADAL" clId="{B3288BBF-87AC-45C7-A711-238FE96F17B2}" dt="2025-06-11T16:03:30.346" v="14"/>
          <ac:spMkLst>
            <pc:docMk/>
            <pc:sldMk cId="3930807609" sldId="628"/>
            <ac:spMk id="3" creationId="{EF944DAC-5CF5-FC14-878E-14313EDBE26C}"/>
          </ac:spMkLst>
        </pc:spChg>
      </pc:sldChg>
      <pc:sldChg chg="modSp mod">
        <pc:chgData name="Elaine Gustafson" userId="8e9fbddc-088d-4145-9000-dcad1c3d1481" providerId="ADAL" clId="{B3288BBF-87AC-45C7-A711-238FE96F17B2}" dt="2025-06-11T16:08:53.583" v="166" actId="20577"/>
        <pc:sldMkLst>
          <pc:docMk/>
          <pc:sldMk cId="3696803340" sldId="629"/>
        </pc:sldMkLst>
        <pc:spChg chg="mod">
          <ac:chgData name="Elaine Gustafson" userId="8e9fbddc-088d-4145-9000-dcad1c3d1481" providerId="ADAL" clId="{B3288BBF-87AC-45C7-A711-238FE96F17B2}" dt="2025-06-11T16:08:53.583" v="166" actId="20577"/>
          <ac:spMkLst>
            <pc:docMk/>
            <pc:sldMk cId="3696803340" sldId="629"/>
            <ac:spMk id="3" creationId="{6792A312-3977-C898-24EB-8E74FD412136}"/>
          </ac:spMkLst>
        </pc:spChg>
      </pc:sldChg>
      <pc:sldChg chg="modSp mod">
        <pc:chgData name="Elaine Gustafson" userId="8e9fbddc-088d-4145-9000-dcad1c3d1481" providerId="ADAL" clId="{B3288BBF-87AC-45C7-A711-238FE96F17B2}" dt="2025-06-11T16:10:17.153" v="183" actId="20577"/>
        <pc:sldMkLst>
          <pc:docMk/>
          <pc:sldMk cId="3745355730" sldId="654"/>
        </pc:sldMkLst>
        <pc:spChg chg="mod">
          <ac:chgData name="Elaine Gustafson" userId="8e9fbddc-088d-4145-9000-dcad1c3d1481" providerId="ADAL" clId="{B3288BBF-87AC-45C7-A711-238FE96F17B2}" dt="2025-06-11T16:10:17.153" v="183" actId="20577"/>
          <ac:spMkLst>
            <pc:docMk/>
            <pc:sldMk cId="3745355730" sldId="654"/>
            <ac:spMk id="3" creationId="{9FBCA4BE-51F1-C380-F81D-51CC6D1BF438}"/>
          </ac:spMkLst>
        </pc:spChg>
      </pc:sldChg>
      <pc:sldChg chg="modSp mod">
        <pc:chgData name="Elaine Gustafson" userId="8e9fbddc-088d-4145-9000-dcad1c3d1481" providerId="ADAL" clId="{B3288BBF-87AC-45C7-A711-238FE96F17B2}" dt="2025-06-11T16:05:45.155" v="31" actId="20577"/>
        <pc:sldMkLst>
          <pc:docMk/>
          <pc:sldMk cId="3169366391" sldId="655"/>
        </pc:sldMkLst>
        <pc:spChg chg="mod">
          <ac:chgData name="Elaine Gustafson" userId="8e9fbddc-088d-4145-9000-dcad1c3d1481" providerId="ADAL" clId="{B3288BBF-87AC-45C7-A711-238FE96F17B2}" dt="2025-06-11T16:05:45.155" v="31" actId="20577"/>
          <ac:spMkLst>
            <pc:docMk/>
            <pc:sldMk cId="3169366391" sldId="655"/>
            <ac:spMk id="3" creationId="{D626281A-FB5B-C34E-AB1C-DE8FB52759B6}"/>
          </ac:spMkLst>
        </pc:spChg>
      </pc:sldChg>
      <pc:sldChg chg="modSp mod">
        <pc:chgData name="Elaine Gustafson" userId="8e9fbddc-088d-4145-9000-dcad1c3d1481" providerId="ADAL" clId="{B3288BBF-87AC-45C7-A711-238FE96F17B2}" dt="2025-06-12T19:09:57.421" v="257" actId="6549"/>
        <pc:sldMkLst>
          <pc:docMk/>
          <pc:sldMk cId="254162918" sldId="656"/>
        </pc:sldMkLst>
        <pc:spChg chg="mod">
          <ac:chgData name="Elaine Gustafson" userId="8e9fbddc-088d-4145-9000-dcad1c3d1481" providerId="ADAL" clId="{B3288BBF-87AC-45C7-A711-238FE96F17B2}" dt="2025-06-12T19:09:57.421" v="257" actId="6549"/>
          <ac:spMkLst>
            <pc:docMk/>
            <pc:sldMk cId="254162918" sldId="656"/>
            <ac:spMk id="3" creationId="{44ADAE90-941F-DCBD-C355-28906387842C}"/>
          </ac:spMkLst>
        </pc:spChg>
      </pc:sldChg>
      <pc:sldChg chg="del">
        <pc:chgData name="Elaine Gustafson" userId="8e9fbddc-088d-4145-9000-dcad1c3d1481" providerId="ADAL" clId="{B3288BBF-87AC-45C7-A711-238FE96F17B2}" dt="2025-06-11T16:02:08.308" v="2" actId="2696"/>
        <pc:sldMkLst>
          <pc:docMk/>
          <pc:sldMk cId="3866694693" sldId="657"/>
        </pc:sldMkLst>
      </pc:sldChg>
      <pc:sldChg chg="modSp mod">
        <pc:chgData name="Elaine Gustafson" userId="8e9fbddc-088d-4145-9000-dcad1c3d1481" providerId="ADAL" clId="{B3288BBF-87AC-45C7-A711-238FE96F17B2}" dt="2025-06-11T16:04:52.295" v="19"/>
        <pc:sldMkLst>
          <pc:docMk/>
          <pc:sldMk cId="559451542" sldId="658"/>
        </pc:sldMkLst>
        <pc:spChg chg="ord">
          <ac:chgData name="Elaine Gustafson" userId="8e9fbddc-088d-4145-9000-dcad1c3d1481" providerId="ADAL" clId="{B3288BBF-87AC-45C7-A711-238FE96F17B2}" dt="2025-06-11T16:04:52.295" v="19"/>
          <ac:spMkLst>
            <pc:docMk/>
            <pc:sldMk cId="559451542" sldId="658"/>
            <ac:spMk id="3" creationId="{3C00F243-8EB5-8F97-89AE-B29684D235DE}"/>
          </ac:spMkLst>
        </pc:spChg>
      </pc:sldChg>
      <pc:sldChg chg="modSp mod modNotesTx">
        <pc:chgData name="Elaine Gustafson" userId="8e9fbddc-088d-4145-9000-dcad1c3d1481" providerId="ADAL" clId="{B3288BBF-87AC-45C7-A711-238FE96F17B2}" dt="2025-06-11T16:03:22.666" v="12" actId="33524"/>
        <pc:sldMkLst>
          <pc:docMk/>
          <pc:sldMk cId="997790458" sldId="659"/>
        </pc:sldMkLst>
        <pc:spChg chg="mod">
          <ac:chgData name="Elaine Gustafson" userId="8e9fbddc-088d-4145-9000-dcad1c3d1481" providerId="ADAL" clId="{B3288BBF-87AC-45C7-A711-238FE96F17B2}" dt="2025-06-11T16:03:02.345" v="11" actId="15"/>
          <ac:spMkLst>
            <pc:docMk/>
            <pc:sldMk cId="997790458" sldId="659"/>
            <ac:spMk id="3" creationId="{751CFCD8-173E-A807-B6E7-F65A0EF16CD6}"/>
          </ac:spMkLst>
        </pc:spChg>
      </pc:sldChg>
      <pc:sldChg chg="modSp mod">
        <pc:chgData name="Elaine Gustafson" userId="8e9fbddc-088d-4145-9000-dcad1c3d1481" providerId="ADAL" clId="{B3288BBF-87AC-45C7-A711-238FE96F17B2}" dt="2025-06-11T16:28:18.670" v="191" actId="20577"/>
        <pc:sldMkLst>
          <pc:docMk/>
          <pc:sldMk cId="2039125794" sldId="660"/>
        </pc:sldMkLst>
        <pc:spChg chg="mod">
          <ac:chgData name="Elaine Gustafson" userId="8e9fbddc-088d-4145-9000-dcad1c3d1481" providerId="ADAL" clId="{B3288BBF-87AC-45C7-A711-238FE96F17B2}" dt="2025-06-11T16:28:18.670" v="191" actId="20577"/>
          <ac:spMkLst>
            <pc:docMk/>
            <pc:sldMk cId="2039125794" sldId="660"/>
            <ac:spMk id="3" creationId="{87EB1FFC-A497-5575-CC54-CADC5379366A}"/>
          </ac:spMkLst>
        </pc:spChg>
      </pc:sldChg>
      <pc:sldChg chg="modSp mod">
        <pc:chgData name="Elaine Gustafson" userId="8e9fbddc-088d-4145-9000-dcad1c3d1481" providerId="ADAL" clId="{B3288BBF-87AC-45C7-A711-238FE96F17B2}" dt="2025-06-11T16:04:09.268" v="15"/>
        <pc:sldMkLst>
          <pc:docMk/>
          <pc:sldMk cId="4214251902" sldId="661"/>
        </pc:sldMkLst>
        <pc:spChg chg="ord">
          <ac:chgData name="Elaine Gustafson" userId="8e9fbddc-088d-4145-9000-dcad1c3d1481" providerId="ADAL" clId="{B3288BBF-87AC-45C7-A711-238FE96F17B2}" dt="2025-06-11T16:04:09.268" v="15"/>
          <ac:spMkLst>
            <pc:docMk/>
            <pc:sldMk cId="4214251902" sldId="661"/>
            <ac:spMk id="3" creationId="{C4385F3D-828E-C9B6-1D57-563DEC9941C7}"/>
          </ac:spMkLst>
        </pc:spChg>
      </pc:sldChg>
      <pc:sldChg chg="modSp mod">
        <pc:chgData name="Elaine Gustafson" userId="8e9fbddc-088d-4145-9000-dcad1c3d1481" providerId="ADAL" clId="{B3288BBF-87AC-45C7-A711-238FE96F17B2}" dt="2025-06-11T16:29:15.679" v="196"/>
        <pc:sldMkLst>
          <pc:docMk/>
          <pc:sldMk cId="3700099733" sldId="662"/>
        </pc:sldMkLst>
        <pc:spChg chg="mod">
          <ac:chgData name="Elaine Gustafson" userId="8e9fbddc-088d-4145-9000-dcad1c3d1481" providerId="ADAL" clId="{B3288BBF-87AC-45C7-A711-238FE96F17B2}" dt="2025-06-11T16:29:15.679" v="196"/>
          <ac:spMkLst>
            <pc:docMk/>
            <pc:sldMk cId="3700099733" sldId="662"/>
            <ac:spMk id="3" creationId="{604A134F-05C7-A55C-3379-EFEE8E642805}"/>
          </ac:spMkLst>
        </pc:spChg>
      </pc:sldChg>
      <pc:sldChg chg="modSp mod">
        <pc:chgData name="Elaine Gustafson" userId="8e9fbddc-088d-4145-9000-dcad1c3d1481" providerId="ADAL" clId="{B3288BBF-87AC-45C7-A711-238FE96F17B2}" dt="2025-06-11T16:04:23.228" v="16"/>
        <pc:sldMkLst>
          <pc:docMk/>
          <pc:sldMk cId="1994035554" sldId="663"/>
        </pc:sldMkLst>
        <pc:spChg chg="ord">
          <ac:chgData name="Elaine Gustafson" userId="8e9fbddc-088d-4145-9000-dcad1c3d1481" providerId="ADAL" clId="{B3288BBF-87AC-45C7-A711-238FE96F17B2}" dt="2025-06-11T16:04:23.228" v="16"/>
          <ac:spMkLst>
            <pc:docMk/>
            <pc:sldMk cId="1994035554" sldId="663"/>
            <ac:spMk id="3" creationId="{D986FD39-79C1-1DCA-3036-FF1064926026}"/>
          </ac:spMkLst>
        </pc:spChg>
      </pc:sldChg>
      <pc:sldMasterChg chg="modSldLayout">
        <pc:chgData name="Elaine Gustafson" userId="8e9fbddc-088d-4145-9000-dcad1c3d1481" providerId="ADAL" clId="{B3288BBF-87AC-45C7-A711-238FE96F17B2}" dt="2025-06-11T16:30:39.718" v="205" actId="20577"/>
        <pc:sldMasterMkLst>
          <pc:docMk/>
          <pc:sldMasterMk cId="58932730" sldId="2147483910"/>
        </pc:sldMasterMkLst>
        <pc:sldLayoutChg chg="modSp mod">
          <pc:chgData name="Elaine Gustafson" userId="8e9fbddc-088d-4145-9000-dcad1c3d1481" providerId="ADAL" clId="{B3288BBF-87AC-45C7-A711-238FE96F17B2}" dt="2025-06-11T16:30:39.718" v="205" actId="20577"/>
          <pc:sldLayoutMkLst>
            <pc:docMk/>
            <pc:sldMasterMk cId="58932730" sldId="2147483910"/>
            <pc:sldLayoutMk cId="3198385692" sldId="2147483922"/>
          </pc:sldLayoutMkLst>
          <pc:spChg chg="mod">
            <ac:chgData name="Elaine Gustafson" userId="8e9fbddc-088d-4145-9000-dcad1c3d1481" providerId="ADAL" clId="{B3288BBF-87AC-45C7-A711-238FE96F17B2}" dt="2025-06-11T16:30:39.718" v="205" actId="20577"/>
            <ac:spMkLst>
              <pc:docMk/>
              <pc:sldMasterMk cId="58932730" sldId="2147483910"/>
              <pc:sldLayoutMk cId="3198385692" sldId="2147483922"/>
              <ac:spMk id="4" creationId="{48DA206A-2516-457B-9C8F-9BDD445DD373}"/>
            </ac:spMkLst>
          </pc:spChg>
        </pc:sldLayoutChg>
      </pc:sldMasterChg>
    </pc:docChg>
  </pc:docChgLst>
  <pc:docChgLst>
    <pc:chgData name="Jules Mancini" userId="S::jmancini@comptia.global::4ef8f4fd-9280-4856-883a-0ebf05603c1f" providerId="AD" clId="Web-{4B9B5531-2592-A130-4052-A084A6ECD611}"/>
    <pc:docChg chg="mod modSld sldOrd">
      <pc:chgData name="Jules Mancini" userId="S::jmancini@comptia.global::4ef8f4fd-9280-4856-883a-0ebf05603c1f" providerId="AD" clId="Web-{4B9B5531-2592-A130-4052-A084A6ECD611}" dt="2025-06-11T15:44:41.454" v="118" actId="20577"/>
      <pc:docMkLst>
        <pc:docMk/>
      </pc:docMkLst>
      <pc:sldChg chg="modSp">
        <pc:chgData name="Jules Mancini" userId="S::jmancini@comptia.global::4ef8f4fd-9280-4856-883a-0ebf05603c1f" providerId="AD" clId="Web-{4B9B5531-2592-A130-4052-A084A6ECD611}" dt="2025-06-11T15:44:04.281" v="107" actId="20577"/>
        <pc:sldMkLst>
          <pc:docMk/>
          <pc:sldMk cId="2615260713" sldId="297"/>
        </pc:sldMkLst>
        <pc:spChg chg="mod">
          <ac:chgData name="Jules Mancini" userId="S::jmancini@comptia.global::4ef8f4fd-9280-4856-883a-0ebf05603c1f" providerId="AD" clId="Web-{4B9B5531-2592-A130-4052-A084A6ECD611}" dt="2025-06-11T15:44:04.281" v="107" actId="20577"/>
          <ac:spMkLst>
            <pc:docMk/>
            <pc:sldMk cId="2615260713" sldId="297"/>
            <ac:spMk id="5" creationId="{3F9B06E0-25E2-2207-FA53-43B03A3DD8B6}"/>
          </ac:spMkLst>
        </pc:spChg>
      </pc:sldChg>
      <pc:sldChg chg="addSp delSp modSp ord">
        <pc:chgData name="Jules Mancini" userId="S::jmancini@comptia.global::4ef8f4fd-9280-4856-883a-0ebf05603c1f" providerId="AD" clId="Web-{4B9B5531-2592-A130-4052-A084A6ECD611}" dt="2025-06-11T15:44:41.454" v="118" actId="20577"/>
        <pc:sldMkLst>
          <pc:docMk/>
          <pc:sldMk cId="1169523784" sldId="310"/>
        </pc:sldMkLst>
      </pc:sldChg>
      <pc:sldChg chg="modSp">
        <pc:chgData name="Jules Mancini" userId="S::jmancini@comptia.global::4ef8f4fd-9280-4856-883a-0ebf05603c1f" providerId="AD" clId="Web-{4B9B5531-2592-A130-4052-A084A6ECD611}" dt="2025-06-11T15:29:22.984" v="34" actId="20577"/>
        <pc:sldMkLst>
          <pc:docMk/>
          <pc:sldMk cId="2436142003" sldId="569"/>
        </pc:sldMkLst>
        <pc:spChg chg="mod">
          <ac:chgData name="Jules Mancini" userId="S::jmancini@comptia.global::4ef8f4fd-9280-4856-883a-0ebf05603c1f" providerId="AD" clId="Web-{4B9B5531-2592-A130-4052-A084A6ECD611}" dt="2025-06-11T15:29:22.984" v="34" actId="20577"/>
          <ac:spMkLst>
            <pc:docMk/>
            <pc:sldMk cId="2436142003" sldId="569"/>
            <ac:spMk id="3" creationId="{C6F96774-36B8-B8FC-7220-DEB733B577E6}"/>
          </ac:spMkLst>
        </pc:spChg>
      </pc:sldChg>
      <pc:sldChg chg="modNotes">
        <pc:chgData name="Jules Mancini" userId="S::jmancini@comptia.global::4ef8f4fd-9280-4856-883a-0ebf05603c1f" providerId="AD" clId="Web-{4B9B5531-2592-A130-4052-A084A6ECD611}" dt="2025-06-11T15:29:41.751" v="36"/>
        <pc:sldMkLst>
          <pc:docMk/>
          <pc:sldMk cId="231484435" sldId="570"/>
        </pc:sldMkLst>
      </pc:sldChg>
      <pc:sldChg chg="modSp">
        <pc:chgData name="Jules Mancini" userId="S::jmancini@comptia.global::4ef8f4fd-9280-4856-883a-0ebf05603c1f" providerId="AD" clId="Web-{4B9B5531-2592-A130-4052-A084A6ECD611}" dt="2025-06-11T15:43:01.872" v="98" actId="20577"/>
        <pc:sldMkLst>
          <pc:docMk/>
          <pc:sldMk cId="3472094641" sldId="595"/>
        </pc:sldMkLst>
        <pc:spChg chg="mod">
          <ac:chgData name="Jules Mancini" userId="S::jmancini@comptia.global::4ef8f4fd-9280-4856-883a-0ebf05603c1f" providerId="AD" clId="Web-{4B9B5531-2592-A130-4052-A084A6ECD611}" dt="2025-06-11T15:43:01.872" v="98" actId="20577"/>
          <ac:spMkLst>
            <pc:docMk/>
            <pc:sldMk cId="3472094641" sldId="595"/>
            <ac:spMk id="3" creationId="{A01B904E-8D64-3CE1-1BF8-448762148B0B}"/>
          </ac:spMkLst>
        </pc:spChg>
      </pc:sldChg>
      <pc:sldChg chg="addSp modSp ord">
        <pc:chgData name="Jules Mancini" userId="S::jmancini@comptia.global::4ef8f4fd-9280-4856-883a-0ebf05603c1f" providerId="AD" clId="Web-{4B9B5531-2592-A130-4052-A084A6ECD611}" dt="2025-06-11T15:44:34.813" v="116" actId="20577"/>
        <pc:sldMkLst>
          <pc:docMk/>
          <pc:sldMk cId="1118513344" sldId="604"/>
        </pc:sldMkLst>
        <pc:spChg chg="add mod">
          <ac:chgData name="Jules Mancini" userId="S::jmancini@comptia.global::4ef8f4fd-9280-4856-883a-0ebf05603c1f" providerId="AD" clId="Web-{4B9B5531-2592-A130-4052-A084A6ECD611}" dt="2025-06-11T15:44:34.813" v="116" actId="20577"/>
          <ac:spMkLst>
            <pc:docMk/>
            <pc:sldMk cId="1118513344" sldId="604"/>
            <ac:spMk id="4" creationId="{2F21E62F-53E9-3BCE-40D6-F884DDA0B961}"/>
          </ac:spMkLst>
        </pc:spChg>
      </pc:sldChg>
      <pc:sldChg chg="modSp">
        <pc:chgData name="Jules Mancini" userId="S::jmancini@comptia.global::4ef8f4fd-9280-4856-883a-0ebf05603c1f" providerId="AD" clId="Web-{4B9B5531-2592-A130-4052-A084A6ECD611}" dt="2025-06-11T15:38:10.690" v="62"/>
        <pc:sldMkLst>
          <pc:docMk/>
          <pc:sldMk cId="3930807609" sldId="628"/>
        </pc:sldMkLst>
        <pc:picChg chg="mod">
          <ac:chgData name="Jules Mancini" userId="S::jmancini@comptia.global::4ef8f4fd-9280-4856-883a-0ebf05603c1f" providerId="AD" clId="Web-{4B9B5531-2592-A130-4052-A084A6ECD611}" dt="2025-06-11T15:38:10.690" v="62"/>
          <ac:picMkLst>
            <pc:docMk/>
            <pc:sldMk cId="3930807609" sldId="628"/>
            <ac:picMk id="5" creationId="{C99AF7A4-2871-4D3D-3621-E1C5D36C65FA}"/>
          </ac:picMkLst>
        </pc:picChg>
      </pc:sldChg>
      <pc:sldChg chg="modSp">
        <pc:chgData name="Jules Mancini" userId="S::jmancini@comptia.global::4ef8f4fd-9280-4856-883a-0ebf05603c1f" providerId="AD" clId="Web-{4B9B5531-2592-A130-4052-A084A6ECD611}" dt="2025-06-11T15:35:11.106" v="50" actId="20577"/>
        <pc:sldMkLst>
          <pc:docMk/>
          <pc:sldMk cId="3696803340" sldId="629"/>
        </pc:sldMkLst>
        <pc:spChg chg="mod">
          <ac:chgData name="Jules Mancini" userId="S::jmancini@comptia.global::4ef8f4fd-9280-4856-883a-0ebf05603c1f" providerId="AD" clId="Web-{4B9B5531-2592-A130-4052-A084A6ECD611}" dt="2025-06-11T15:35:11.106" v="50" actId="20577"/>
          <ac:spMkLst>
            <pc:docMk/>
            <pc:sldMk cId="3696803340" sldId="629"/>
            <ac:spMk id="3" creationId="{6792A312-3977-C898-24EB-8E74FD412136}"/>
          </ac:spMkLst>
        </pc:spChg>
      </pc:sldChg>
      <pc:sldChg chg="modSp">
        <pc:chgData name="Jules Mancini" userId="S::jmancini@comptia.global::4ef8f4fd-9280-4856-883a-0ebf05603c1f" providerId="AD" clId="Web-{4B9B5531-2592-A130-4052-A084A6ECD611}" dt="2025-06-11T15:25:16.413" v="4" actId="20577"/>
        <pc:sldMkLst>
          <pc:docMk/>
          <pc:sldMk cId="3169366391" sldId="655"/>
        </pc:sldMkLst>
        <pc:spChg chg="mod">
          <ac:chgData name="Jules Mancini" userId="S::jmancini@comptia.global::4ef8f4fd-9280-4856-883a-0ebf05603c1f" providerId="AD" clId="Web-{4B9B5531-2592-A130-4052-A084A6ECD611}" dt="2025-06-11T15:25:16.413" v="4" actId="20577"/>
          <ac:spMkLst>
            <pc:docMk/>
            <pc:sldMk cId="3169366391" sldId="655"/>
            <ac:spMk id="3" creationId="{D626281A-FB5B-C34E-AB1C-DE8FB52759B6}"/>
          </ac:spMkLst>
        </pc:spChg>
      </pc:sldChg>
      <pc:sldChg chg="modSp">
        <pc:chgData name="Jules Mancini" userId="S::jmancini@comptia.global::4ef8f4fd-9280-4856-883a-0ebf05603c1f" providerId="AD" clId="Web-{4B9B5531-2592-A130-4052-A084A6ECD611}" dt="2025-06-11T15:30:42.596" v="39" actId="20577"/>
        <pc:sldMkLst>
          <pc:docMk/>
          <pc:sldMk cId="254162918" sldId="656"/>
        </pc:sldMkLst>
        <pc:spChg chg="mod">
          <ac:chgData name="Jules Mancini" userId="S::jmancini@comptia.global::4ef8f4fd-9280-4856-883a-0ebf05603c1f" providerId="AD" clId="Web-{4B9B5531-2592-A130-4052-A084A6ECD611}" dt="2025-06-11T15:30:42.596" v="39" actId="20577"/>
          <ac:spMkLst>
            <pc:docMk/>
            <pc:sldMk cId="254162918" sldId="656"/>
            <ac:spMk id="3" creationId="{44ADAE90-941F-DCBD-C355-28906387842C}"/>
          </ac:spMkLst>
        </pc:spChg>
      </pc:sldChg>
      <pc:sldChg chg="modSp modNotes">
        <pc:chgData name="Jules Mancini" userId="S::jmancini@comptia.global::4ef8f4fd-9280-4856-883a-0ebf05603c1f" providerId="AD" clId="Web-{4B9B5531-2592-A130-4052-A084A6ECD611}" dt="2025-06-11T15:36:58.891" v="61"/>
        <pc:sldMkLst>
          <pc:docMk/>
          <pc:sldMk cId="997790458" sldId="659"/>
        </pc:sldMkLst>
        <pc:spChg chg="mod">
          <ac:chgData name="Jules Mancini" userId="S::jmancini@comptia.global::4ef8f4fd-9280-4856-883a-0ebf05603c1f" providerId="AD" clId="Web-{4B9B5531-2592-A130-4052-A084A6ECD611}" dt="2025-06-11T15:36:52.766" v="54" actId="20577"/>
          <ac:spMkLst>
            <pc:docMk/>
            <pc:sldMk cId="997790458" sldId="659"/>
            <ac:spMk id="3" creationId="{751CFCD8-173E-A807-B6E7-F65A0EF16CD6}"/>
          </ac:spMkLst>
        </pc:spChg>
      </pc:sldChg>
      <pc:sldChg chg="modSp">
        <pc:chgData name="Jules Mancini" userId="S::jmancini@comptia.global::4ef8f4fd-9280-4856-883a-0ebf05603c1f" providerId="AD" clId="Web-{4B9B5531-2592-A130-4052-A084A6ECD611}" dt="2025-06-11T15:40:10.741" v="83" actId="20577"/>
        <pc:sldMkLst>
          <pc:docMk/>
          <pc:sldMk cId="2039125794" sldId="660"/>
        </pc:sldMkLst>
        <pc:spChg chg="mod">
          <ac:chgData name="Jules Mancini" userId="S::jmancini@comptia.global::4ef8f4fd-9280-4856-883a-0ebf05603c1f" providerId="AD" clId="Web-{4B9B5531-2592-A130-4052-A084A6ECD611}" dt="2025-06-11T15:40:10.741" v="83" actId="20577"/>
          <ac:spMkLst>
            <pc:docMk/>
            <pc:sldMk cId="2039125794" sldId="660"/>
            <ac:spMk id="3" creationId="{87EB1FFC-A497-5575-CC54-CADC5379366A}"/>
          </ac:spMkLst>
        </pc:spChg>
      </pc:sldChg>
      <pc:sldChg chg="modNotes">
        <pc:chgData name="Jules Mancini" userId="S::jmancini@comptia.global::4ef8f4fd-9280-4856-883a-0ebf05603c1f" providerId="AD" clId="Web-{4B9B5531-2592-A130-4052-A084A6ECD611}" dt="2025-06-11T15:40:23.695" v="84"/>
        <pc:sldMkLst>
          <pc:docMk/>
          <pc:sldMk cId="4214251902" sldId="661"/>
        </pc:sldMkLst>
      </pc:sldChg>
      <pc:sldChg chg="modSp">
        <pc:chgData name="Jules Mancini" userId="S::jmancini@comptia.global::4ef8f4fd-9280-4856-883a-0ebf05603c1f" providerId="AD" clId="Web-{4B9B5531-2592-A130-4052-A084A6ECD611}" dt="2025-06-11T15:41:53.573" v="92" actId="20577"/>
        <pc:sldMkLst>
          <pc:docMk/>
          <pc:sldMk cId="3700099733" sldId="662"/>
        </pc:sldMkLst>
        <pc:spChg chg="mod">
          <ac:chgData name="Jules Mancini" userId="S::jmancini@comptia.global::4ef8f4fd-9280-4856-883a-0ebf05603c1f" providerId="AD" clId="Web-{4B9B5531-2592-A130-4052-A084A6ECD611}" dt="2025-06-11T15:41:53.573" v="92" actId="20577"/>
          <ac:spMkLst>
            <pc:docMk/>
            <pc:sldMk cId="3700099733" sldId="662"/>
            <ac:spMk id="3" creationId="{604A134F-05C7-A55C-3379-EFEE8E642805}"/>
          </ac:spMkLst>
        </pc:spChg>
      </pc:sldChg>
      <pc:sldChg chg="modNotes">
        <pc:chgData name="Jules Mancini" userId="S::jmancini@comptia.global::4ef8f4fd-9280-4856-883a-0ebf05603c1f" providerId="AD" clId="Web-{4B9B5531-2592-A130-4052-A084A6ECD611}" dt="2025-06-11T15:42:16.511" v="94"/>
        <pc:sldMkLst>
          <pc:docMk/>
          <pc:sldMk cId="1994035554" sldId="663"/>
        </pc:sldMkLst>
      </pc:sldChg>
    </pc:docChg>
  </pc:docChgLst>
  <pc:docChgLst>
    <pc:chgData name="Amy Glidewell" userId="095a4851-014c-47ed-bf1b-0c4b57406e94" providerId="ADAL" clId="{8856E8AF-755A-4C51-81B8-5C1D9B5B6580}"/>
    <pc:docChg chg="custSel modSld">
      <pc:chgData name="Amy Glidewell" userId="095a4851-014c-47ed-bf1b-0c4b57406e94" providerId="ADAL" clId="{8856E8AF-755A-4C51-81B8-5C1D9B5B6580}" dt="2025-06-16T23:36:20.726" v="16" actId="207"/>
      <pc:docMkLst>
        <pc:docMk/>
      </pc:docMkLst>
      <pc:sldChg chg="modNotesTx">
        <pc:chgData name="Amy Glidewell" userId="095a4851-014c-47ed-bf1b-0c4b57406e94" providerId="ADAL" clId="{8856E8AF-755A-4C51-81B8-5C1D9B5B6580}" dt="2025-06-16T23:33:10.851" v="2" actId="313"/>
        <pc:sldMkLst>
          <pc:docMk/>
          <pc:sldMk cId="1878458843" sldId="309"/>
        </pc:sldMkLst>
      </pc:sldChg>
      <pc:sldChg chg="delSp mod">
        <pc:chgData name="Amy Glidewell" userId="095a4851-014c-47ed-bf1b-0c4b57406e94" providerId="ADAL" clId="{8856E8AF-755A-4C51-81B8-5C1D9B5B6580}" dt="2025-06-16T23:32:41.318" v="0" actId="478"/>
        <pc:sldMkLst>
          <pc:docMk/>
          <pc:sldMk cId="1169523784" sldId="310"/>
        </pc:sldMkLst>
        <pc:spChg chg="del">
          <ac:chgData name="Amy Glidewell" userId="095a4851-014c-47ed-bf1b-0c4b57406e94" providerId="ADAL" clId="{8856E8AF-755A-4C51-81B8-5C1D9B5B6580}" dt="2025-06-16T23:32:41.318" v="0" actId="478"/>
          <ac:spMkLst>
            <pc:docMk/>
            <pc:sldMk cId="1169523784" sldId="310"/>
            <ac:spMk id="5" creationId="{C379AB6F-92E1-2763-6339-96E2109220F5}"/>
          </ac:spMkLst>
        </pc:spChg>
      </pc:sldChg>
      <pc:sldChg chg="modSp mod">
        <pc:chgData name="Amy Glidewell" userId="095a4851-014c-47ed-bf1b-0c4b57406e94" providerId="ADAL" clId="{8856E8AF-755A-4C51-81B8-5C1D9B5B6580}" dt="2025-06-16T23:34:09.877" v="6" actId="27636"/>
        <pc:sldMkLst>
          <pc:docMk/>
          <pc:sldMk cId="2436142003" sldId="569"/>
        </pc:sldMkLst>
        <pc:spChg chg="mod">
          <ac:chgData name="Amy Glidewell" userId="095a4851-014c-47ed-bf1b-0c4b57406e94" providerId="ADAL" clId="{8856E8AF-755A-4C51-81B8-5C1D9B5B6580}" dt="2025-06-16T23:34:09.877" v="6" actId="27636"/>
          <ac:spMkLst>
            <pc:docMk/>
            <pc:sldMk cId="2436142003" sldId="569"/>
            <ac:spMk id="3" creationId="{C6F96774-36B8-B8FC-7220-DEB733B577E6}"/>
          </ac:spMkLst>
        </pc:spChg>
      </pc:sldChg>
      <pc:sldChg chg="modSp mod">
        <pc:chgData name="Amy Glidewell" userId="095a4851-014c-47ed-bf1b-0c4b57406e94" providerId="ADAL" clId="{8856E8AF-755A-4C51-81B8-5C1D9B5B6580}" dt="2025-06-16T23:34:22.142" v="8" actId="2085"/>
        <pc:sldMkLst>
          <pc:docMk/>
          <pc:sldMk cId="231484435" sldId="570"/>
        </pc:sldMkLst>
        <pc:picChg chg="mod">
          <ac:chgData name="Amy Glidewell" userId="095a4851-014c-47ed-bf1b-0c4b57406e94" providerId="ADAL" clId="{8856E8AF-755A-4C51-81B8-5C1D9B5B6580}" dt="2025-06-16T23:34:22.142" v="8" actId="2085"/>
          <ac:picMkLst>
            <pc:docMk/>
            <pc:sldMk cId="231484435" sldId="570"/>
            <ac:picMk id="6" creationId="{337C3279-81DA-91D2-D046-A1923997777F}"/>
          </ac:picMkLst>
        </pc:picChg>
      </pc:sldChg>
      <pc:sldChg chg="delSp mod">
        <pc:chgData name="Amy Glidewell" userId="095a4851-014c-47ed-bf1b-0c4b57406e94" providerId="ADAL" clId="{8856E8AF-755A-4C51-81B8-5C1D9B5B6580}" dt="2025-06-16T23:32:50.235" v="1" actId="478"/>
        <pc:sldMkLst>
          <pc:docMk/>
          <pc:sldMk cId="1118513344" sldId="604"/>
        </pc:sldMkLst>
        <pc:spChg chg="del">
          <ac:chgData name="Amy Glidewell" userId="095a4851-014c-47ed-bf1b-0c4b57406e94" providerId="ADAL" clId="{8856E8AF-755A-4C51-81B8-5C1D9B5B6580}" dt="2025-06-16T23:32:50.235" v="1" actId="478"/>
          <ac:spMkLst>
            <pc:docMk/>
            <pc:sldMk cId="1118513344" sldId="604"/>
            <ac:spMk id="4" creationId="{2F21E62F-53E9-3BCE-40D6-F884DDA0B961}"/>
          </ac:spMkLst>
        </pc:spChg>
      </pc:sldChg>
      <pc:sldChg chg="modSp mod">
        <pc:chgData name="Amy Glidewell" userId="095a4851-014c-47ed-bf1b-0c4b57406e94" providerId="ADAL" clId="{8856E8AF-755A-4C51-81B8-5C1D9B5B6580}" dt="2025-06-16T23:36:02.487" v="14" actId="207"/>
        <pc:sldMkLst>
          <pc:docMk/>
          <pc:sldMk cId="3930807609" sldId="628"/>
        </pc:sldMkLst>
        <pc:picChg chg="mod">
          <ac:chgData name="Amy Glidewell" userId="095a4851-014c-47ed-bf1b-0c4b57406e94" providerId="ADAL" clId="{8856E8AF-755A-4C51-81B8-5C1D9B5B6580}" dt="2025-06-16T23:36:02.487" v="14" actId="207"/>
          <ac:picMkLst>
            <pc:docMk/>
            <pc:sldMk cId="3930807609" sldId="628"/>
            <ac:picMk id="5" creationId="{C99AF7A4-2871-4D3D-3621-E1C5D36C65FA}"/>
          </ac:picMkLst>
        </pc:picChg>
      </pc:sldChg>
      <pc:sldChg chg="modSp mod">
        <pc:chgData name="Amy Glidewell" userId="095a4851-014c-47ed-bf1b-0c4b57406e94" providerId="ADAL" clId="{8856E8AF-755A-4C51-81B8-5C1D9B5B6580}" dt="2025-06-16T23:35:28.595" v="11" actId="27636"/>
        <pc:sldMkLst>
          <pc:docMk/>
          <pc:sldMk cId="3696803340" sldId="629"/>
        </pc:sldMkLst>
        <pc:spChg chg="mod">
          <ac:chgData name="Amy Glidewell" userId="095a4851-014c-47ed-bf1b-0c4b57406e94" providerId="ADAL" clId="{8856E8AF-755A-4C51-81B8-5C1D9B5B6580}" dt="2025-06-16T23:35:28.595" v="11" actId="27636"/>
          <ac:spMkLst>
            <pc:docMk/>
            <pc:sldMk cId="3696803340" sldId="629"/>
            <ac:spMk id="3" creationId="{6792A312-3977-C898-24EB-8E74FD412136}"/>
          </ac:spMkLst>
        </pc:spChg>
      </pc:sldChg>
      <pc:sldChg chg="modSp mod">
        <pc:chgData name="Amy Glidewell" userId="095a4851-014c-47ed-bf1b-0c4b57406e94" providerId="ADAL" clId="{8856E8AF-755A-4C51-81B8-5C1D9B5B6580}" dt="2025-06-16T23:34:46.315" v="9" actId="14100"/>
        <pc:sldMkLst>
          <pc:docMk/>
          <pc:sldMk cId="254162918" sldId="656"/>
        </pc:sldMkLst>
        <pc:spChg chg="mod">
          <ac:chgData name="Amy Glidewell" userId="095a4851-014c-47ed-bf1b-0c4b57406e94" providerId="ADAL" clId="{8856E8AF-755A-4C51-81B8-5C1D9B5B6580}" dt="2025-06-16T23:34:46.315" v="9" actId="14100"/>
          <ac:spMkLst>
            <pc:docMk/>
            <pc:sldMk cId="254162918" sldId="656"/>
            <ac:spMk id="3" creationId="{44ADAE90-941F-DCBD-C355-28906387842C}"/>
          </ac:spMkLst>
        </pc:spChg>
      </pc:sldChg>
      <pc:sldChg chg="modNotesTx">
        <pc:chgData name="Amy Glidewell" userId="095a4851-014c-47ed-bf1b-0c4b57406e94" providerId="ADAL" clId="{8856E8AF-755A-4C51-81B8-5C1D9B5B6580}" dt="2025-06-16T23:33:13.672" v="4" actId="313"/>
        <pc:sldMkLst>
          <pc:docMk/>
          <pc:sldMk cId="559451542" sldId="658"/>
        </pc:sldMkLst>
      </pc:sldChg>
      <pc:sldChg chg="modSp mod modNotesTx">
        <pc:chgData name="Amy Glidewell" userId="095a4851-014c-47ed-bf1b-0c4b57406e94" providerId="ADAL" clId="{8856E8AF-755A-4C51-81B8-5C1D9B5B6580}" dt="2025-06-16T23:35:56.626" v="12" actId="14100"/>
        <pc:sldMkLst>
          <pc:docMk/>
          <pc:sldMk cId="997790458" sldId="659"/>
        </pc:sldMkLst>
        <pc:spChg chg="mod">
          <ac:chgData name="Amy Glidewell" userId="095a4851-014c-47ed-bf1b-0c4b57406e94" providerId="ADAL" clId="{8856E8AF-755A-4C51-81B8-5C1D9B5B6580}" dt="2025-06-16T23:35:56.626" v="12" actId="14100"/>
          <ac:spMkLst>
            <pc:docMk/>
            <pc:sldMk cId="997790458" sldId="659"/>
            <ac:spMk id="3" creationId="{751CFCD8-173E-A807-B6E7-F65A0EF16CD6}"/>
          </ac:spMkLst>
        </pc:spChg>
      </pc:sldChg>
      <pc:sldChg chg="modSp mod">
        <pc:chgData name="Amy Glidewell" userId="095a4851-014c-47ed-bf1b-0c4b57406e94" providerId="ADAL" clId="{8856E8AF-755A-4C51-81B8-5C1D9B5B6580}" dt="2025-06-16T23:36:20.726" v="16" actId="207"/>
        <pc:sldMkLst>
          <pc:docMk/>
          <pc:sldMk cId="4214251902" sldId="661"/>
        </pc:sldMkLst>
        <pc:picChg chg="mod">
          <ac:chgData name="Amy Glidewell" userId="095a4851-014c-47ed-bf1b-0c4b57406e94" providerId="ADAL" clId="{8856E8AF-755A-4C51-81B8-5C1D9B5B6580}" dt="2025-06-16T23:36:20.726" v="16" actId="207"/>
          <ac:picMkLst>
            <pc:docMk/>
            <pc:sldMk cId="4214251902" sldId="661"/>
            <ac:picMk id="6" creationId="{76EEA6CB-02A5-EE58-5EF4-A66F80F9F46A}"/>
          </ac:picMkLst>
        </pc:picChg>
      </pc:sldChg>
    </pc:docChg>
  </pc:docChgLst>
  <pc:docChgLst>
    <pc:chgData name="Danielle Andries" userId="93d179e4-3c18-40f7-920e-ae80b202540d" providerId="ADAL" clId="{E9C614E3-A1EE-4D1E-84D8-8FC9F0171C92}"/>
    <pc:docChg chg="undo custSel addSld delSld modSld sldOrd">
      <pc:chgData name="Danielle Andries" userId="93d179e4-3c18-40f7-920e-ae80b202540d" providerId="ADAL" clId="{E9C614E3-A1EE-4D1E-84D8-8FC9F0171C92}" dt="2022-05-03T20:11:34.298" v="394" actId="20577"/>
      <pc:docMkLst>
        <pc:docMk/>
      </pc:docMkLst>
      <pc:sldChg chg="new del">
        <pc:chgData name="Danielle Andries" userId="93d179e4-3c18-40f7-920e-ae80b202540d" providerId="ADAL" clId="{E9C614E3-A1EE-4D1E-84D8-8FC9F0171C92}" dt="2022-05-03T19:49:33.597" v="3" actId="2696"/>
        <pc:sldMkLst>
          <pc:docMk/>
          <pc:sldMk cId="3809199461" sldId="256"/>
        </pc:sldMkLst>
      </pc:sldChg>
      <pc:sldChg chg="new">
        <pc:chgData name="Danielle Andries" userId="93d179e4-3c18-40f7-920e-ae80b202540d" providerId="ADAL" clId="{E9C614E3-A1EE-4D1E-84D8-8FC9F0171C92}" dt="2022-05-03T19:42:20.472" v="1" actId="680"/>
        <pc:sldMkLst>
          <pc:docMk/>
          <pc:sldMk cId="3995608643" sldId="257"/>
        </pc:sldMkLst>
      </pc:sldChg>
      <pc:sldChg chg="new">
        <pc:chgData name="Danielle Andries" userId="93d179e4-3c18-40f7-920e-ae80b202540d" providerId="ADAL" clId="{E9C614E3-A1EE-4D1E-84D8-8FC9F0171C92}" dt="2022-05-03T19:42:25.033" v="2" actId="680"/>
        <pc:sldMkLst>
          <pc:docMk/>
          <pc:sldMk cId="2170154808" sldId="258"/>
        </pc:sldMkLst>
      </pc:sldChg>
      <pc:sldChg chg="addSp modSp new mod">
        <pc:chgData name="Danielle Andries" userId="93d179e4-3c18-40f7-920e-ae80b202540d" providerId="ADAL" clId="{E9C614E3-A1EE-4D1E-84D8-8FC9F0171C92}" dt="2022-05-03T19:51:04.298" v="60" actId="1076"/>
        <pc:sldMkLst>
          <pc:docMk/>
          <pc:sldMk cId="3549381897" sldId="259"/>
        </pc:sldMkLst>
      </pc:sldChg>
      <pc:sldChg chg="addSp delSp modSp new mod">
        <pc:chgData name="Danielle Andries" userId="93d179e4-3c18-40f7-920e-ae80b202540d" providerId="ADAL" clId="{E9C614E3-A1EE-4D1E-84D8-8FC9F0171C92}" dt="2022-05-03T20:04:27.208" v="141" actId="20577"/>
        <pc:sldMkLst>
          <pc:docMk/>
          <pc:sldMk cId="1702716025" sldId="260"/>
        </pc:sldMkLst>
      </pc:sldChg>
      <pc:sldChg chg="addSp modSp new mod">
        <pc:chgData name="Danielle Andries" userId="93d179e4-3c18-40f7-920e-ae80b202540d" providerId="ADAL" clId="{E9C614E3-A1EE-4D1E-84D8-8FC9F0171C92}" dt="2022-05-03T20:06:51.826" v="152" actId="14100"/>
        <pc:sldMkLst>
          <pc:docMk/>
          <pc:sldMk cId="1821724871" sldId="261"/>
        </pc:sldMkLst>
      </pc:sldChg>
      <pc:sldChg chg="addSp delSp modSp new mod">
        <pc:chgData name="Danielle Andries" userId="93d179e4-3c18-40f7-920e-ae80b202540d" providerId="ADAL" clId="{E9C614E3-A1EE-4D1E-84D8-8FC9F0171C92}" dt="2022-05-03T20:09:02.426" v="205"/>
        <pc:sldMkLst>
          <pc:docMk/>
          <pc:sldMk cId="2298346470" sldId="262"/>
        </pc:sldMkLst>
      </pc:sldChg>
      <pc:sldChg chg="modSp add del mod ord">
        <pc:chgData name="Danielle Andries" userId="93d179e4-3c18-40f7-920e-ae80b202540d" providerId="ADAL" clId="{E9C614E3-A1EE-4D1E-84D8-8FC9F0171C92}" dt="2022-05-03T20:09:58.168" v="258" actId="2696"/>
        <pc:sldMkLst>
          <pc:docMk/>
          <pc:sldMk cId="695845461" sldId="263"/>
        </pc:sldMkLst>
      </pc:sldChg>
      <pc:sldChg chg="modSp new mod modNotesTx">
        <pc:chgData name="Danielle Andries" userId="93d179e4-3c18-40f7-920e-ae80b202540d" providerId="ADAL" clId="{E9C614E3-A1EE-4D1E-84D8-8FC9F0171C92}" dt="2022-05-03T20:11:19.569" v="371"/>
        <pc:sldMkLst>
          <pc:docMk/>
          <pc:sldMk cId="2631819795" sldId="263"/>
        </pc:sldMkLst>
      </pc:sldChg>
      <pc:sldChg chg="modSp new mod">
        <pc:chgData name="Danielle Andries" userId="93d179e4-3c18-40f7-920e-ae80b202540d" providerId="ADAL" clId="{E9C614E3-A1EE-4D1E-84D8-8FC9F0171C92}" dt="2022-05-03T20:11:34.298" v="394" actId="20577"/>
        <pc:sldMkLst>
          <pc:docMk/>
          <pc:sldMk cId="3051765853" sldId="264"/>
        </pc:sldMkLst>
      </pc:sldChg>
    </pc:docChg>
  </pc:docChgLst>
  <pc:docChgLst>
    <pc:chgData clId="Web-{8D9025A9-D052-4121-A9A8-F873A8297138}"/>
    <pc:docChg chg="mod">
      <pc:chgData name="" userId="" providerId="" clId="Web-{8D9025A9-D052-4121-A9A8-F873A8297138}" dt="2025-06-11T15:58:28.320" v="0"/>
      <pc:docMkLst>
        <pc:docMk/>
      </pc:docMkLst>
    </pc:docChg>
  </pc:docChgLst>
  <pc:docChgLst>
    <pc:chgData name="Danielle Andries" userId="S::dandries@comptia.org::93d179e4-3c18-40f7-920e-ae80b202540d" providerId="AD" clId="Web-{AC8E4618-5A6C-5465-0377-5338DCC3DDC2}"/>
    <pc:docChg chg="modSld">
      <pc:chgData name="Danielle Andries" userId="S::dandries@comptia.org::93d179e4-3c18-40f7-920e-ae80b202540d" providerId="AD" clId="Web-{AC8E4618-5A6C-5465-0377-5338DCC3DDC2}" dt="2025-05-06T19:28:13" v="27" actId="20577"/>
      <pc:docMkLst>
        <pc:docMk/>
      </pc:docMkLst>
      <pc:sldChg chg="modSp">
        <pc:chgData name="Danielle Andries" userId="S::dandries@comptia.org::93d179e4-3c18-40f7-920e-ae80b202540d" providerId="AD" clId="Web-{AC8E4618-5A6C-5465-0377-5338DCC3DDC2}" dt="2025-05-06T19:28:13" v="27" actId="20577"/>
        <pc:sldMkLst>
          <pc:docMk/>
          <pc:sldMk cId="3250985680" sldId="274"/>
        </pc:sldMkLst>
      </pc:sldChg>
    </pc:docChg>
  </pc:docChgLst>
  <pc:docChgLst>
    <pc:chgData name="Yvette Delim" userId="1eb1221e-2905-468b-b6ca-e1e332e3c4b6" providerId="ADAL" clId="{F6F4A0A2-F8AA-43F0-ABFB-1FEA641C4432}"/>
    <pc:docChg chg="undo custSel addSld delSld modSld sldOrd">
      <pc:chgData name="Yvette Delim" userId="1eb1221e-2905-468b-b6ca-e1e332e3c4b6" providerId="ADAL" clId="{F6F4A0A2-F8AA-43F0-ABFB-1FEA641C4432}" dt="2025-05-06T19:02:14.440" v="1588" actId="20577"/>
      <pc:docMkLst>
        <pc:docMk/>
      </pc:docMkLst>
      <pc:sldChg chg="modSp mod">
        <pc:chgData name="Yvette Delim" userId="1eb1221e-2905-468b-b6ca-e1e332e3c4b6" providerId="ADAL" clId="{F6F4A0A2-F8AA-43F0-ABFB-1FEA641C4432}" dt="2025-04-28T19:47:22.270" v="13" actId="139"/>
        <pc:sldMkLst>
          <pc:docMk/>
          <pc:sldMk cId="3995608643" sldId="257"/>
        </pc:sldMkLst>
      </pc:sldChg>
      <pc:sldChg chg="modSp mod ord modNotes modNotesTx">
        <pc:chgData name="Yvette Delim" userId="1eb1221e-2905-468b-b6ca-e1e332e3c4b6" providerId="ADAL" clId="{F6F4A0A2-F8AA-43F0-ABFB-1FEA641C4432}" dt="2025-05-06T18:46:46.258" v="1580" actId="5793"/>
        <pc:sldMkLst>
          <pc:docMk/>
          <pc:sldMk cId="2170154808" sldId="258"/>
        </pc:sldMkLst>
      </pc:sldChg>
      <pc:sldChg chg="modSp mod">
        <pc:chgData name="Yvette Delim" userId="1eb1221e-2905-468b-b6ca-e1e332e3c4b6" providerId="ADAL" clId="{F6F4A0A2-F8AA-43F0-ABFB-1FEA641C4432}" dt="2025-04-28T19:51:47.631" v="71" actId="255"/>
        <pc:sldMkLst>
          <pc:docMk/>
          <pc:sldMk cId="3549381897" sldId="259"/>
        </pc:sldMkLst>
      </pc:sldChg>
      <pc:sldChg chg="addSp delSp modSp mod modClrScheme chgLayout">
        <pc:chgData name="Yvette Delim" userId="1eb1221e-2905-468b-b6ca-e1e332e3c4b6" providerId="ADAL" clId="{F6F4A0A2-F8AA-43F0-ABFB-1FEA641C4432}" dt="2025-05-01T20:48:46.770" v="460" actId="20577"/>
        <pc:sldMkLst>
          <pc:docMk/>
          <pc:sldMk cId="1702716025" sldId="260"/>
        </pc:sldMkLst>
      </pc:sldChg>
      <pc:sldChg chg="del">
        <pc:chgData name="Yvette Delim" userId="1eb1221e-2905-468b-b6ca-e1e332e3c4b6" providerId="ADAL" clId="{F6F4A0A2-F8AA-43F0-ABFB-1FEA641C4432}" dt="2025-05-02T01:13:17.522" v="1448" actId="47"/>
        <pc:sldMkLst>
          <pc:docMk/>
          <pc:sldMk cId="2298346470" sldId="262"/>
        </pc:sldMkLst>
      </pc:sldChg>
      <pc:sldChg chg="del">
        <pc:chgData name="Yvette Delim" userId="1eb1221e-2905-468b-b6ca-e1e332e3c4b6" providerId="ADAL" clId="{F6F4A0A2-F8AA-43F0-ABFB-1FEA641C4432}" dt="2025-05-02T01:13:22.300" v="1449" actId="47"/>
        <pc:sldMkLst>
          <pc:docMk/>
          <pc:sldMk cId="2631819795" sldId="263"/>
        </pc:sldMkLst>
      </pc:sldChg>
      <pc:sldChg chg="new del">
        <pc:chgData name="Yvette Delim" userId="1eb1221e-2905-468b-b6ca-e1e332e3c4b6" providerId="ADAL" clId="{F6F4A0A2-F8AA-43F0-ABFB-1FEA641C4432}" dt="2025-04-28T19:48:16.105" v="17" actId="47"/>
        <pc:sldMkLst>
          <pc:docMk/>
          <pc:sldMk cId="1401178164" sldId="265"/>
        </pc:sldMkLst>
      </pc:sldChg>
      <pc:sldChg chg="modSp add mod">
        <pc:chgData name="Yvette Delim" userId="1eb1221e-2905-468b-b6ca-e1e332e3c4b6" providerId="ADAL" clId="{F6F4A0A2-F8AA-43F0-ABFB-1FEA641C4432}" dt="2025-04-28T19:54:03.166" v="72" actId="6549"/>
        <pc:sldMkLst>
          <pc:docMk/>
          <pc:sldMk cId="2295165259" sldId="265"/>
        </pc:sldMkLst>
      </pc:sldChg>
      <pc:sldChg chg="new del">
        <pc:chgData name="Yvette Delim" userId="1eb1221e-2905-468b-b6ca-e1e332e3c4b6" providerId="ADAL" clId="{F6F4A0A2-F8AA-43F0-ABFB-1FEA641C4432}" dt="2025-04-28T19:48:33.796" v="19" actId="47"/>
        <pc:sldMkLst>
          <pc:docMk/>
          <pc:sldMk cId="3644299184" sldId="265"/>
        </pc:sldMkLst>
      </pc:sldChg>
      <pc:sldChg chg="modSp new mod">
        <pc:chgData name="Yvette Delim" userId="1eb1221e-2905-468b-b6ca-e1e332e3c4b6" providerId="ADAL" clId="{F6F4A0A2-F8AA-43F0-ABFB-1FEA641C4432}" dt="2025-05-05T17:42:59.413" v="1552" actId="6549"/>
        <pc:sldMkLst>
          <pc:docMk/>
          <pc:sldMk cId="768759039" sldId="266"/>
        </pc:sldMkLst>
      </pc:sldChg>
      <pc:sldChg chg="addSp delSp modSp new mod">
        <pc:chgData name="Yvette Delim" userId="1eb1221e-2905-468b-b6ca-e1e332e3c4b6" providerId="ADAL" clId="{F6F4A0A2-F8AA-43F0-ABFB-1FEA641C4432}" dt="2025-05-02T01:04:50.833" v="1418" actId="1076"/>
        <pc:sldMkLst>
          <pc:docMk/>
          <pc:sldMk cId="118820383" sldId="267"/>
        </pc:sldMkLst>
      </pc:sldChg>
      <pc:sldChg chg="addSp delSp modSp add mod">
        <pc:chgData name="Yvette Delim" userId="1eb1221e-2905-468b-b6ca-e1e332e3c4b6" providerId="ADAL" clId="{F6F4A0A2-F8AA-43F0-ABFB-1FEA641C4432}" dt="2025-05-02T01:04:37.258" v="1417" actId="1076"/>
        <pc:sldMkLst>
          <pc:docMk/>
          <pc:sldMk cId="4018795062" sldId="268"/>
        </pc:sldMkLst>
      </pc:sldChg>
      <pc:sldChg chg="modSp new del mod ord">
        <pc:chgData name="Yvette Delim" userId="1eb1221e-2905-468b-b6ca-e1e332e3c4b6" providerId="ADAL" clId="{F6F4A0A2-F8AA-43F0-ABFB-1FEA641C4432}" dt="2025-05-01T18:33:46.013" v="441" actId="2696"/>
        <pc:sldMkLst>
          <pc:docMk/>
          <pc:sldMk cId="1112699275" sldId="269"/>
        </pc:sldMkLst>
      </pc:sldChg>
      <pc:sldChg chg="add del">
        <pc:chgData name="Yvette Delim" userId="1eb1221e-2905-468b-b6ca-e1e332e3c4b6" providerId="ADAL" clId="{F6F4A0A2-F8AA-43F0-ABFB-1FEA641C4432}" dt="2025-05-01T18:33:40.788" v="440" actId="2696"/>
        <pc:sldMkLst>
          <pc:docMk/>
          <pc:sldMk cId="2791046347" sldId="270"/>
        </pc:sldMkLst>
      </pc:sldChg>
      <pc:sldChg chg="modSp new mod">
        <pc:chgData name="Yvette Delim" userId="1eb1221e-2905-468b-b6ca-e1e332e3c4b6" providerId="ADAL" clId="{F6F4A0A2-F8AA-43F0-ABFB-1FEA641C4432}" dt="2025-05-05T17:23:48.907" v="1551" actId="14"/>
        <pc:sldMkLst>
          <pc:docMk/>
          <pc:sldMk cId="854937935" sldId="271"/>
        </pc:sldMkLst>
      </pc:sldChg>
      <pc:sldChg chg="modSp add del mod ord">
        <pc:chgData name="Yvette Delim" userId="1eb1221e-2905-468b-b6ca-e1e332e3c4b6" providerId="ADAL" clId="{F6F4A0A2-F8AA-43F0-ABFB-1FEA641C4432}" dt="2025-05-01T18:33:59.369" v="442" actId="2696"/>
        <pc:sldMkLst>
          <pc:docMk/>
          <pc:sldMk cId="3145964520" sldId="272"/>
        </pc:sldMkLst>
      </pc:sldChg>
      <pc:sldChg chg="addSp delSp modSp new mod">
        <pc:chgData name="Yvette Delim" userId="1eb1221e-2905-468b-b6ca-e1e332e3c4b6" providerId="ADAL" clId="{F6F4A0A2-F8AA-43F0-ABFB-1FEA641C4432}" dt="2025-05-02T16:38:30.511" v="1498" actId="20577"/>
        <pc:sldMkLst>
          <pc:docMk/>
          <pc:sldMk cId="1181436222" sldId="273"/>
        </pc:sldMkLst>
      </pc:sldChg>
      <pc:sldChg chg="addSp delSp modSp new mod modClrScheme chgLayout">
        <pc:chgData name="Yvette Delim" userId="1eb1221e-2905-468b-b6ca-e1e332e3c4b6" providerId="ADAL" clId="{F6F4A0A2-F8AA-43F0-ABFB-1FEA641C4432}" dt="2025-05-06T19:02:14.440" v="1588" actId="20577"/>
        <pc:sldMkLst>
          <pc:docMk/>
          <pc:sldMk cId="3250985680" sldId="274"/>
        </pc:sldMkLst>
      </pc:sldChg>
      <pc:sldChg chg="addSp delSp modSp add mod">
        <pc:chgData name="Yvette Delim" userId="1eb1221e-2905-468b-b6ca-e1e332e3c4b6" providerId="ADAL" clId="{F6F4A0A2-F8AA-43F0-ABFB-1FEA641C4432}" dt="2025-05-02T16:38:39.635" v="1502" actId="20577"/>
        <pc:sldMkLst>
          <pc:docMk/>
          <pc:sldMk cId="475225693" sldId="275"/>
        </pc:sldMkLst>
      </pc:sldChg>
      <pc:sldChg chg="addSp modSp new mod modClrScheme chgLayout">
        <pc:chgData name="Yvette Delim" userId="1eb1221e-2905-468b-b6ca-e1e332e3c4b6" providerId="ADAL" clId="{F6F4A0A2-F8AA-43F0-ABFB-1FEA641C4432}" dt="2025-05-02T16:38:46.579" v="1504" actId="20577"/>
        <pc:sldMkLst>
          <pc:docMk/>
          <pc:sldMk cId="622141998" sldId="276"/>
        </pc:sldMkLst>
      </pc:sldChg>
      <pc:sldChg chg="addSp delSp modSp new del mod modClrScheme chgLayout">
        <pc:chgData name="Yvette Delim" userId="1eb1221e-2905-468b-b6ca-e1e332e3c4b6" providerId="ADAL" clId="{F6F4A0A2-F8AA-43F0-ABFB-1FEA641C4432}" dt="2025-05-01T23:06:09.241" v="624" actId="47"/>
        <pc:sldMkLst>
          <pc:docMk/>
          <pc:sldMk cId="800978551" sldId="277"/>
        </pc:sldMkLst>
      </pc:sldChg>
      <pc:sldChg chg="addSp delSp modSp new mod">
        <pc:chgData name="Yvette Delim" userId="1eb1221e-2905-468b-b6ca-e1e332e3c4b6" providerId="ADAL" clId="{F6F4A0A2-F8AA-43F0-ABFB-1FEA641C4432}" dt="2025-05-01T23:19:22.206" v="758" actId="20577"/>
        <pc:sldMkLst>
          <pc:docMk/>
          <pc:sldMk cId="3762045304" sldId="277"/>
        </pc:sldMkLst>
      </pc:sldChg>
      <pc:sldChg chg="modSp new mod">
        <pc:chgData name="Yvette Delim" userId="1eb1221e-2905-468b-b6ca-e1e332e3c4b6" providerId="ADAL" clId="{F6F4A0A2-F8AA-43F0-ABFB-1FEA641C4432}" dt="2025-05-02T16:28:02.620" v="1482" actId="20577"/>
        <pc:sldMkLst>
          <pc:docMk/>
          <pc:sldMk cId="3678982506" sldId="278"/>
        </pc:sldMkLst>
      </pc:sldChg>
      <pc:sldChg chg="addSp delSp modSp new mod chgLayout">
        <pc:chgData name="Yvette Delim" userId="1eb1221e-2905-468b-b6ca-e1e332e3c4b6" providerId="ADAL" clId="{F6F4A0A2-F8AA-43F0-ABFB-1FEA641C4432}" dt="2025-05-01T23:27:14.079" v="788" actId="20577"/>
        <pc:sldMkLst>
          <pc:docMk/>
          <pc:sldMk cId="2327471343" sldId="279"/>
        </pc:sldMkLst>
      </pc:sldChg>
      <pc:sldChg chg="addSp delSp modSp add mod modClrScheme chgLayout">
        <pc:chgData name="Yvette Delim" userId="1eb1221e-2905-468b-b6ca-e1e332e3c4b6" providerId="ADAL" clId="{F6F4A0A2-F8AA-43F0-ABFB-1FEA641C4432}" dt="2025-05-01T23:37:39.272" v="865"/>
        <pc:sldMkLst>
          <pc:docMk/>
          <pc:sldMk cId="3682215070" sldId="280"/>
        </pc:sldMkLst>
      </pc:sldChg>
      <pc:sldChg chg="delSp modSp new mod modClrScheme chgLayout">
        <pc:chgData name="Yvette Delim" userId="1eb1221e-2905-468b-b6ca-e1e332e3c4b6" providerId="ADAL" clId="{F6F4A0A2-F8AA-43F0-ABFB-1FEA641C4432}" dt="2025-05-01T23:54:04.742" v="942" actId="255"/>
        <pc:sldMkLst>
          <pc:docMk/>
          <pc:sldMk cId="3564386640" sldId="281"/>
        </pc:sldMkLst>
      </pc:sldChg>
      <pc:sldChg chg="addSp delSp modSp add mod modClrScheme chgLayout">
        <pc:chgData name="Yvette Delim" userId="1eb1221e-2905-468b-b6ca-e1e332e3c4b6" providerId="ADAL" clId="{F6F4A0A2-F8AA-43F0-ABFB-1FEA641C4432}" dt="2025-05-01T23:54:29.508" v="946" actId="20577"/>
        <pc:sldMkLst>
          <pc:docMk/>
          <pc:sldMk cId="3550209258" sldId="282"/>
        </pc:sldMkLst>
      </pc:sldChg>
      <pc:sldChg chg="addSp delSp modSp add mod modClrScheme chgLayout">
        <pc:chgData name="Yvette Delim" userId="1eb1221e-2905-468b-b6ca-e1e332e3c4b6" providerId="ADAL" clId="{F6F4A0A2-F8AA-43F0-ABFB-1FEA641C4432}" dt="2025-05-01T23:54:39.593" v="950" actId="20577"/>
        <pc:sldMkLst>
          <pc:docMk/>
          <pc:sldMk cId="96460123" sldId="283"/>
        </pc:sldMkLst>
      </pc:sldChg>
      <pc:sldChg chg="modSp new mod">
        <pc:chgData name="Yvette Delim" userId="1eb1221e-2905-468b-b6ca-e1e332e3c4b6" providerId="ADAL" clId="{F6F4A0A2-F8AA-43F0-ABFB-1FEA641C4432}" dt="2025-05-02T00:10:54.361" v="1062" actId="20577"/>
        <pc:sldMkLst>
          <pc:docMk/>
          <pc:sldMk cId="2676566542" sldId="284"/>
        </pc:sldMkLst>
      </pc:sldChg>
      <pc:sldChg chg="modSp add mod">
        <pc:chgData name="Yvette Delim" userId="1eb1221e-2905-468b-b6ca-e1e332e3c4b6" providerId="ADAL" clId="{F6F4A0A2-F8AA-43F0-ABFB-1FEA641C4432}" dt="2025-05-02T00:11:12.264" v="1065" actId="20577"/>
        <pc:sldMkLst>
          <pc:docMk/>
          <pc:sldMk cId="2259825047" sldId="285"/>
        </pc:sldMkLst>
      </pc:sldChg>
      <pc:sldChg chg="modSp new mod">
        <pc:chgData name="Yvette Delim" userId="1eb1221e-2905-468b-b6ca-e1e332e3c4b6" providerId="ADAL" clId="{F6F4A0A2-F8AA-43F0-ABFB-1FEA641C4432}" dt="2025-05-02T00:11:20.446" v="1067"/>
        <pc:sldMkLst>
          <pc:docMk/>
          <pc:sldMk cId="2704407885" sldId="286"/>
        </pc:sldMkLst>
      </pc:sldChg>
      <pc:sldChg chg="addSp delSp modSp new mod modClrScheme chgLayout">
        <pc:chgData name="Yvette Delim" userId="1eb1221e-2905-468b-b6ca-e1e332e3c4b6" providerId="ADAL" clId="{F6F4A0A2-F8AA-43F0-ABFB-1FEA641C4432}" dt="2025-05-02T00:40:01.735" v="1246" actId="20577"/>
        <pc:sldMkLst>
          <pc:docMk/>
          <pc:sldMk cId="2656989860" sldId="287"/>
        </pc:sldMkLst>
      </pc:sldChg>
      <pc:sldChg chg="modSp new mod">
        <pc:chgData name="Yvette Delim" userId="1eb1221e-2905-468b-b6ca-e1e332e3c4b6" providerId="ADAL" clId="{F6F4A0A2-F8AA-43F0-ABFB-1FEA641C4432}" dt="2025-05-02T00:40:36.497" v="1251" actId="21"/>
        <pc:sldMkLst>
          <pc:docMk/>
          <pc:sldMk cId="3131101751" sldId="288"/>
        </pc:sldMkLst>
      </pc:sldChg>
      <pc:sldChg chg="addSp delSp modSp add mod ord modClrScheme chgLayout">
        <pc:chgData name="Yvette Delim" userId="1eb1221e-2905-468b-b6ca-e1e332e3c4b6" providerId="ADAL" clId="{F6F4A0A2-F8AA-43F0-ABFB-1FEA641C4432}" dt="2025-05-02T01:02:59.154" v="1352" actId="1076"/>
        <pc:sldMkLst>
          <pc:docMk/>
          <pc:sldMk cId="1325574624" sldId="289"/>
        </pc:sldMkLst>
      </pc:sldChg>
      <pc:sldChg chg="addSp delSp modSp add mod modClrScheme chgLayout">
        <pc:chgData name="Yvette Delim" userId="1eb1221e-2905-468b-b6ca-e1e332e3c4b6" providerId="ADAL" clId="{F6F4A0A2-F8AA-43F0-ABFB-1FEA641C4432}" dt="2025-05-02T16:40:02.292" v="1506" actId="20577"/>
        <pc:sldMkLst>
          <pc:docMk/>
          <pc:sldMk cId="4182089878" sldId="290"/>
        </pc:sldMkLst>
      </pc:sldChg>
      <pc:sldChg chg="addSp delSp modSp add mod modClrScheme chgLayout">
        <pc:chgData name="Yvette Delim" userId="1eb1221e-2905-468b-b6ca-e1e332e3c4b6" providerId="ADAL" clId="{F6F4A0A2-F8AA-43F0-ABFB-1FEA641C4432}" dt="2025-05-02T00:57:36.935" v="1329" actId="12788"/>
        <pc:sldMkLst>
          <pc:docMk/>
          <pc:sldMk cId="3863939650" sldId="291"/>
        </pc:sldMkLst>
      </pc:sldChg>
      <pc:sldChg chg="addSp delSp modSp new mod modClrScheme chgLayout">
        <pc:chgData name="Yvette Delim" userId="1eb1221e-2905-468b-b6ca-e1e332e3c4b6" providerId="ADAL" clId="{F6F4A0A2-F8AA-43F0-ABFB-1FEA641C4432}" dt="2025-05-02T01:02:34.752" v="1351" actId="1076"/>
        <pc:sldMkLst>
          <pc:docMk/>
          <pc:sldMk cId="956317542" sldId="292"/>
        </pc:sldMkLst>
      </pc:sldChg>
      <pc:sldChg chg="modSp new mod">
        <pc:chgData name="Yvette Delim" userId="1eb1221e-2905-468b-b6ca-e1e332e3c4b6" providerId="ADAL" clId="{F6F4A0A2-F8AA-43F0-ABFB-1FEA641C4432}" dt="2025-05-02T01:06:24.247" v="1422"/>
        <pc:sldMkLst>
          <pc:docMk/>
          <pc:sldMk cId="3235051181" sldId="293"/>
        </pc:sldMkLst>
      </pc:sldChg>
      <pc:sldChg chg="modSp new mod">
        <pc:chgData name="Yvette Delim" userId="1eb1221e-2905-468b-b6ca-e1e332e3c4b6" providerId="ADAL" clId="{F6F4A0A2-F8AA-43F0-ABFB-1FEA641C4432}" dt="2025-05-02T16:28:32.792" v="1496" actId="20577"/>
        <pc:sldMkLst>
          <pc:docMk/>
          <pc:sldMk cId="3019627366" sldId="294"/>
        </pc:sldMkLst>
      </pc:sldChg>
      <pc:sldChg chg="addSp modSp new mod modClrScheme chgLayout modNotes modNotesTx">
        <pc:chgData name="Yvette Delim" userId="1eb1221e-2905-468b-b6ca-e1e332e3c4b6" providerId="ADAL" clId="{F6F4A0A2-F8AA-43F0-ABFB-1FEA641C4432}" dt="2025-05-02T01:14:00.291" v="1454" actId="700"/>
        <pc:sldMkLst>
          <pc:docMk/>
          <pc:sldMk cId="4204280167" sldId="295"/>
        </pc:sldMkLst>
      </pc:sldChg>
      <pc:sldChg chg="addSp delSp modSp new mod chgLayout modNotes">
        <pc:chgData name="Yvette Delim" userId="1eb1221e-2905-468b-b6ca-e1e332e3c4b6" providerId="ADAL" clId="{F6F4A0A2-F8AA-43F0-ABFB-1FEA641C4432}" dt="2025-05-06T18:43:59.897" v="1556" actId="12"/>
        <pc:sldMkLst>
          <pc:docMk/>
          <pc:sldMk cId="629264104" sldId="296"/>
        </pc:sldMkLst>
      </pc:sldChg>
      <pc:sldChg chg="new del">
        <pc:chgData name="Yvette Delim" userId="1eb1221e-2905-468b-b6ca-e1e332e3c4b6" providerId="ADAL" clId="{F6F4A0A2-F8AA-43F0-ABFB-1FEA641C4432}" dt="2025-05-06T18:42:24.109" v="1554" actId="47"/>
        <pc:sldMkLst>
          <pc:docMk/>
          <pc:sldMk cId="1236886220" sldId="297"/>
        </pc:sldMkLst>
      </pc:sldChg>
      <pc:sldChg chg="modSp new mod">
        <pc:chgData name="Yvette Delim" userId="1eb1221e-2905-468b-b6ca-e1e332e3c4b6" providerId="ADAL" clId="{F6F4A0A2-F8AA-43F0-ABFB-1FEA641C4432}" dt="2025-05-06T18:44:26.525" v="1558"/>
        <pc:sldMkLst>
          <pc:docMk/>
          <pc:sldMk cId="2615260713" sldId="297"/>
        </pc:sldMkLst>
        <pc:spChg chg="mod">
          <ac:chgData name="Yvette Delim" userId="1eb1221e-2905-468b-b6ca-e1e332e3c4b6" providerId="ADAL" clId="{F6F4A0A2-F8AA-43F0-ABFB-1FEA641C4432}" dt="2025-05-06T18:44:26.525" v="1558"/>
          <ac:spMkLst>
            <pc:docMk/>
            <pc:sldMk cId="2615260713" sldId="297"/>
            <ac:spMk id="3" creationId="{E02E4B53-B7C6-1D08-F07F-C168A65984CB}"/>
          </ac:spMkLst>
        </pc:spChg>
      </pc:sldChg>
    </pc:docChg>
  </pc:docChgLst>
  <pc:docChgLst>
    <pc:chgData name="Yvette Delim" userId="1eb1221e-2905-468b-b6ca-e1e332e3c4b6" providerId="ADAL" clId="{290F0DBF-B744-4271-9020-6CBFE871C2FA}"/>
    <pc:docChg chg="modSld modMainMaster">
      <pc:chgData name="Yvette Delim" userId="1eb1221e-2905-468b-b6ca-e1e332e3c4b6" providerId="ADAL" clId="{290F0DBF-B744-4271-9020-6CBFE871C2FA}" dt="2025-04-28T18:58:20.197" v="30" actId="1038"/>
      <pc:docMkLst>
        <pc:docMk/>
      </pc:docMkLst>
      <pc:sldMasterChg chg="addSldLayout modSldLayout">
        <pc:chgData name="Yvette Delim" userId="1eb1221e-2905-468b-b6ca-e1e332e3c4b6" providerId="ADAL" clId="{290F0DBF-B744-4271-9020-6CBFE871C2FA}" dt="2025-04-28T18:58:20.197" v="30" actId="1038"/>
        <pc:sldMasterMkLst>
          <pc:docMk/>
          <pc:sldMasterMk cId="58932730" sldId="2147483910"/>
        </pc:sldMasterMkLst>
        <pc:sldLayoutChg chg="modSp add mod modTransition">
          <pc:chgData name="Yvette Delim" userId="1eb1221e-2905-468b-b6ca-e1e332e3c4b6" providerId="ADAL" clId="{290F0DBF-B744-4271-9020-6CBFE871C2FA}" dt="2025-04-28T18:58:20.197" v="30" actId="1038"/>
          <pc:sldLayoutMkLst>
            <pc:docMk/>
            <pc:sldMasterMk cId="58932730" sldId="2147483910"/>
            <pc:sldLayoutMk cId="2790083631" sldId="2147483933"/>
          </pc:sldLayoutMkLst>
          <pc:spChg chg="mod">
            <ac:chgData name="Yvette Delim" userId="1eb1221e-2905-468b-b6ca-e1e332e3c4b6" providerId="ADAL" clId="{290F0DBF-B744-4271-9020-6CBFE871C2FA}" dt="2025-04-28T18:58:11.530" v="1" actId="20577"/>
            <ac:spMkLst>
              <pc:docMk/>
              <pc:sldMasterMk cId="58932730" sldId="2147483910"/>
              <pc:sldLayoutMk cId="2790083631" sldId="2147483933"/>
              <ac:spMk id="12" creationId="{FD74DCED-5B72-479F-BD98-2FB51162CA0F}"/>
            </ac:spMkLst>
          </pc:spChg>
          <pc:picChg chg="mod">
            <ac:chgData name="Yvette Delim" userId="1eb1221e-2905-468b-b6ca-e1e332e3c4b6" providerId="ADAL" clId="{290F0DBF-B744-4271-9020-6CBFE871C2FA}" dt="2025-04-28T18:58:20.197" v="30" actId="1038"/>
            <ac:picMkLst>
              <pc:docMk/>
              <pc:sldMasterMk cId="58932730" sldId="2147483910"/>
              <pc:sldLayoutMk cId="2790083631" sldId="2147483933"/>
              <ac:picMk id="18" creationId="{E69A297E-3486-4729-A525-7D33AFFB3804}"/>
            </ac:picMkLst>
          </pc:picChg>
        </pc:sldLayoutChg>
      </pc:sldMasterChg>
    </pc:docChg>
  </pc:docChgLst>
  <pc:docChgLst>
    <pc:chgData name="Amy Glidewell" userId="095a4851-014c-47ed-bf1b-0c4b57406e94" providerId="ADAL" clId="{DE8602E1-C0B3-4C47-883B-C82D0474D809}"/>
    <pc:docChg chg="undo custSel modSld">
      <pc:chgData name="Amy Glidewell" userId="095a4851-014c-47ed-bf1b-0c4b57406e94" providerId="ADAL" clId="{DE8602E1-C0B3-4C47-883B-C82D0474D809}" dt="2025-05-13T18:29:56.851" v="23" actId="1076"/>
      <pc:docMkLst>
        <pc:docMk/>
      </pc:docMkLst>
      <pc:sldChg chg="modSp mod">
        <pc:chgData name="Amy Glidewell" userId="095a4851-014c-47ed-bf1b-0c4b57406e94" providerId="ADAL" clId="{DE8602E1-C0B3-4C47-883B-C82D0474D809}" dt="2025-05-13T18:09:13.364" v="3"/>
        <pc:sldMkLst>
          <pc:docMk/>
          <pc:sldMk cId="590793581" sldId="314"/>
        </pc:sldMkLst>
      </pc:sldChg>
      <pc:sldChg chg="modSp mod">
        <pc:chgData name="Amy Glidewell" userId="095a4851-014c-47ed-bf1b-0c4b57406e94" providerId="ADAL" clId="{DE8602E1-C0B3-4C47-883B-C82D0474D809}" dt="2025-05-13T18:08:13.207" v="0" actId="208"/>
        <pc:sldMkLst>
          <pc:docMk/>
          <pc:sldMk cId="52830680" sldId="317"/>
        </pc:sldMkLst>
      </pc:sldChg>
      <pc:sldChg chg="modSp mod">
        <pc:chgData name="Amy Glidewell" userId="095a4851-014c-47ed-bf1b-0c4b57406e94" providerId="ADAL" clId="{DE8602E1-C0B3-4C47-883B-C82D0474D809}" dt="2025-05-13T18:27:47.725" v="21" actId="962"/>
        <pc:sldMkLst>
          <pc:docMk/>
          <pc:sldMk cId="3518303122" sldId="328"/>
        </pc:sldMkLst>
      </pc:sldChg>
      <pc:sldChg chg="modSp mod">
        <pc:chgData name="Amy Glidewell" userId="095a4851-014c-47ed-bf1b-0c4b57406e94" providerId="ADAL" clId="{DE8602E1-C0B3-4C47-883B-C82D0474D809}" dt="2025-05-13T18:29:20.788" v="22" actId="208"/>
        <pc:sldMkLst>
          <pc:docMk/>
          <pc:sldMk cId="3239892951" sldId="331"/>
        </pc:sldMkLst>
      </pc:sldChg>
      <pc:sldChg chg="modSp mod">
        <pc:chgData name="Amy Glidewell" userId="095a4851-014c-47ed-bf1b-0c4b57406e94" providerId="ADAL" clId="{DE8602E1-C0B3-4C47-883B-C82D0474D809}" dt="2025-05-13T18:15:36.547" v="11" actId="2711"/>
        <pc:sldMkLst>
          <pc:docMk/>
          <pc:sldMk cId="61153059" sldId="366"/>
        </pc:sldMkLst>
      </pc:sldChg>
      <pc:sldChg chg="modSp mod">
        <pc:chgData name="Amy Glidewell" userId="095a4851-014c-47ed-bf1b-0c4b57406e94" providerId="ADAL" clId="{DE8602E1-C0B3-4C47-883B-C82D0474D809}" dt="2025-05-13T18:15:00.840" v="10" actId="14100"/>
        <pc:sldMkLst>
          <pc:docMk/>
          <pc:sldMk cId="2734452679" sldId="367"/>
        </pc:sldMkLst>
      </pc:sldChg>
      <pc:sldChg chg="modSp mod">
        <pc:chgData name="Amy Glidewell" userId="095a4851-014c-47ed-bf1b-0c4b57406e94" providerId="ADAL" clId="{DE8602E1-C0B3-4C47-883B-C82D0474D809}" dt="2025-05-13T18:25:47.419" v="13" actId="962"/>
        <pc:sldMkLst>
          <pc:docMk/>
          <pc:sldMk cId="3337312230" sldId="385"/>
        </pc:sldMkLst>
      </pc:sldChg>
      <pc:sldChg chg="modSp mod">
        <pc:chgData name="Amy Glidewell" userId="095a4851-014c-47ed-bf1b-0c4b57406e94" providerId="ADAL" clId="{DE8602E1-C0B3-4C47-883B-C82D0474D809}" dt="2025-05-13T18:27:27.113" v="17" actId="208"/>
        <pc:sldMkLst>
          <pc:docMk/>
          <pc:sldMk cId="1679106911" sldId="388"/>
        </pc:sldMkLst>
      </pc:sldChg>
      <pc:sldChg chg="modSp mod">
        <pc:chgData name="Amy Glidewell" userId="095a4851-014c-47ed-bf1b-0c4b57406e94" providerId="ADAL" clId="{DE8602E1-C0B3-4C47-883B-C82D0474D809}" dt="2025-05-13T18:29:56.851" v="23" actId="1076"/>
        <pc:sldMkLst>
          <pc:docMk/>
          <pc:sldMk cId="2428098006" sldId="393"/>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tags" Target="../tags/tag28.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custDataLst>
      <p:tags r:id="rId2"/>
    </p:custDataLst>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1.3 Compare and contrast basic features of Microsoft Windows editions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are the key differences between Windows Home and Windows Pro editions, and which edition supports domain network integration?</a:t>
            </a:r>
          </a:p>
          <a:p>
            <a:pPr marL="171450" indent="-171450" algn="l">
              <a:buFont typeface="Arial" panose="020B0604020202020204" pitchFamily="34" charset="0"/>
              <a:buChar char="•"/>
            </a:pPr>
            <a:r>
              <a:rPr lang="en-US" b="0" i="0" dirty="0">
                <a:solidFill>
                  <a:srgbClr val="191D1F"/>
                </a:solidFill>
                <a:effectLst/>
                <a:latin typeface="+mn-lt"/>
              </a:rPr>
              <a:t>How does the 64-bit version of Windows differ from the 32-bit version in terms of RAM support and application compatibility?</a:t>
            </a:r>
          </a:p>
          <a:p>
            <a:pPr marL="171450" indent="-171450" algn="l">
              <a:buFont typeface="Arial" panose="020B0604020202020204" pitchFamily="34" charset="0"/>
              <a:buChar char="•"/>
            </a:pPr>
            <a:r>
              <a:rPr lang="en-US" b="0" i="0" dirty="0">
                <a:solidFill>
                  <a:srgbClr val="191D1F"/>
                </a:solidFill>
                <a:effectLst/>
                <a:latin typeface="+mn-lt"/>
              </a:rPr>
              <a:t>What licensing options are available for Windows Home, and how do they affect the ability to transfer the OS between devices?</a:t>
            </a:r>
          </a:p>
          <a:p>
            <a:pPr marL="171450" indent="-171450" algn="l">
              <a:buFont typeface="Arial" panose="020B0604020202020204" pitchFamily="34" charset="0"/>
              <a:buChar char="•"/>
            </a:pPr>
            <a:r>
              <a:rPr lang="en-US" b="0" i="0" dirty="0">
                <a:solidFill>
                  <a:srgbClr val="191D1F"/>
                </a:solidFill>
                <a:effectLst/>
                <a:latin typeface="+mn-lt"/>
              </a:rPr>
              <a:t>What are the benefits of using Windows Enterprise edition for large organizations, and what licensing model is it typically available through?</a:t>
            </a:r>
          </a:p>
          <a:p>
            <a:pPr marL="171450" indent="-171450" algn="l">
              <a:buFont typeface="Arial" panose="020B0604020202020204" pitchFamily="34" charset="0"/>
              <a:buChar char="•"/>
            </a:pPr>
            <a:r>
              <a:rPr lang="en-US" b="0" i="0" dirty="0">
                <a:solidFill>
                  <a:srgbClr val="191D1F"/>
                </a:solidFill>
                <a:effectLst/>
                <a:latin typeface="+mn-lt"/>
              </a:rPr>
              <a:t>What is the significance of the N versions of Windows, and how do they comply with European Union regulations?</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115675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0849-F706-3FAE-D2BD-9C2EE7B48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7A530-14CE-A32F-53C1-B8DABDC80B1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8AB86FD-1C91-71EB-2502-10BEA4D448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8184AB86-ACF4-2C6A-3BC4-EE2F01C0729B}"/>
              </a:ext>
            </a:extLst>
          </p:cNvPr>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17803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1A340-670F-9329-4708-8E7F81F213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48B197-2347-31C1-3854-589F089A952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0ACE0F6-ACC2-53F1-41D0-6515EF083BF3}"/>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A584BB72-0247-2AEF-7E6B-C3BA2E66D428}"/>
              </a:ext>
            </a:extLst>
          </p:cNvPr>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3759379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1B593-68D3-CA03-0E0D-5ED726D62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F4C8EF-91F1-272B-D1C1-38DB6604B89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9F17B1B-59A4-F93B-C1E3-568ADA367310}"/>
              </a:ext>
            </a:extLst>
          </p:cNvPr>
          <p:cNvSpPr>
            <a:spLocks noGrp="1"/>
          </p:cNvSpPr>
          <p:nvPr>
            <p:ph type="body" idx="1"/>
          </p:nvPr>
        </p:nvSpPr>
        <p:spPr/>
        <p:txBody>
          <a:bodyPr/>
          <a:lstStyle/>
          <a:p>
            <a:pPr>
              <a:defRPr/>
            </a:pPr>
            <a:r>
              <a:rPr lang="en-US">
                <a:ea typeface="Calibri"/>
                <a:cs typeface="Calibri"/>
              </a:rPr>
              <a:t>Learners should learn the various features that are available in these editions when compared to Home edition.</a:t>
            </a:r>
          </a:p>
        </p:txBody>
      </p:sp>
      <p:sp>
        <p:nvSpPr>
          <p:cNvPr id="4" name="Slide Number Placeholder 3">
            <a:extLst>
              <a:ext uri="{FF2B5EF4-FFF2-40B4-BE49-F238E27FC236}">
                <a16:creationId xmlns:a16="http://schemas.microsoft.com/office/drawing/2014/main" id="{E5B19B5B-906C-82D1-65CC-53BB7C1630F4}"/>
              </a:ext>
            </a:extLst>
          </p:cNvPr>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3535752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22627-DAE7-AE7A-C052-A33DE50B3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1782C-288F-7742-83C2-363A80428F3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EAF4E2A-8B75-0F46-462A-9C31EA016D5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417D10C3-35A5-7185-4DE2-C7791D1D941C}"/>
              </a:ext>
            </a:extLst>
          </p:cNvPr>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2846617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1E0A0-21D9-1A1B-4DB9-D3EA81F8C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4AD7C-8802-D2AC-CEFE-0EF4BE6E489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2F48CA3-A2BA-D900-D4E3-A9D52A693DB0}"/>
              </a:ext>
            </a:extLst>
          </p:cNvPr>
          <p:cNvSpPr>
            <a:spLocks noGrp="1"/>
          </p:cNvSpPr>
          <p:nvPr>
            <p:ph type="body" idx="1"/>
          </p:nvPr>
        </p:nvSpPr>
        <p:spPr/>
        <p:txBody>
          <a:bodyPr/>
          <a:lstStyle/>
          <a:p>
            <a:r>
              <a:rPr lang="en-US"/>
              <a:t>Use the About settings page to report the edition that is installed</a:t>
            </a:r>
          </a:p>
        </p:txBody>
      </p:sp>
      <p:sp>
        <p:nvSpPr>
          <p:cNvPr id="4" name="Slide Number Placeholder 3">
            <a:extLst>
              <a:ext uri="{FF2B5EF4-FFF2-40B4-BE49-F238E27FC236}">
                <a16:creationId xmlns:a16="http://schemas.microsoft.com/office/drawing/2014/main" id="{3981BED8-B147-86ED-A24C-1CF298BD51AA}"/>
              </a:ext>
            </a:extLst>
          </p:cNvPr>
          <p:cNvSpPr>
            <a:spLocks noGrp="1"/>
          </p:cNvSpPr>
          <p:nvPr>
            <p:ph type="sldNum" sz="quarter" idx="5"/>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2160330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1BAEC-4ACC-55FA-FAF4-059935AF69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BDEBC3-A77E-768F-BD29-E1F5D895F7B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880B6E4-0880-993E-ACD5-8F2FB613486C}"/>
              </a:ext>
            </a:extLst>
          </p:cNvPr>
          <p:cNvSpPr>
            <a:spLocks noGrp="1"/>
          </p:cNvSpPr>
          <p:nvPr>
            <p:ph type="body" idx="1"/>
          </p:nvPr>
        </p:nvSpPr>
        <p:spPr/>
        <p:txBody>
          <a:bodyPr/>
          <a:lstStyle/>
          <a:p>
            <a:pPr>
              <a:defRPr/>
            </a:pPr>
            <a:r>
              <a:rPr lang="en-US">
                <a:ea typeface="Calibri"/>
                <a:cs typeface="Calibri"/>
              </a:rPr>
              <a:t>Purchasing of new licenses for Windows are available through the Microsoft website. Enterprise licenses can only be volume purchased.</a:t>
            </a:r>
          </a:p>
        </p:txBody>
      </p:sp>
      <p:sp>
        <p:nvSpPr>
          <p:cNvPr id="4" name="Slide Number Placeholder 3">
            <a:extLst>
              <a:ext uri="{FF2B5EF4-FFF2-40B4-BE49-F238E27FC236}">
                <a16:creationId xmlns:a16="http://schemas.microsoft.com/office/drawing/2014/main" id="{6D091275-A548-D4FE-EE0D-994E686836AB}"/>
              </a:ext>
            </a:extLst>
          </p:cNvPr>
          <p:cNvSpPr>
            <a:spLocks noGrp="1"/>
          </p:cNvSpPr>
          <p:nvPr>
            <p:ph type="sldNum" sz="quarter" idx="5"/>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1711887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8628270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D919F-A6D9-4169-751F-6F247476B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88F3F-5702-FFBA-C741-CDA5258AA5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ADF51A8-3EA7-8623-5DEA-A064FFB0DA45}"/>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1.2 Given a scenario, perform OS installations and upgrades in a diverse OS environment.</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are the main differences between a clean install and an in-place upgrade, and when would you choose one over the other?</a:t>
            </a:r>
          </a:p>
          <a:p>
            <a:pPr marL="171450" indent="-171450" algn="l">
              <a:buFont typeface="Arial" panose="020B0604020202020204" pitchFamily="34" charset="0"/>
              <a:buChar char="•"/>
            </a:pPr>
            <a:r>
              <a:rPr lang="en-US" b="0" i="0" dirty="0">
                <a:solidFill>
                  <a:srgbClr val="191D1F"/>
                </a:solidFill>
                <a:effectLst/>
                <a:latin typeface="+mn-lt"/>
              </a:rPr>
              <a:t>How do you verify hardware compatibility before performing an OS upgrade, and what tools can assist in this process?</a:t>
            </a:r>
          </a:p>
          <a:p>
            <a:pPr marL="171450" indent="-171450" algn="l">
              <a:buFont typeface="Arial" panose="020B0604020202020204" pitchFamily="34" charset="0"/>
              <a:buChar char="•"/>
            </a:pPr>
            <a:r>
              <a:rPr lang="en-US" b="0" i="0" dirty="0">
                <a:solidFill>
                  <a:srgbClr val="191D1F"/>
                </a:solidFill>
                <a:effectLst/>
                <a:latin typeface="+mn-lt"/>
              </a:rPr>
              <a:t>What is the role of an answer file in unattended installations, and how does it streamline the deployment process?</a:t>
            </a:r>
          </a:p>
          <a:p>
            <a:pPr marL="171450" indent="-171450" algn="l">
              <a:buFont typeface="Arial" panose="020B0604020202020204" pitchFamily="34" charset="0"/>
              <a:buChar char="•"/>
            </a:pPr>
            <a:r>
              <a:rPr lang="en-US" b="0" i="0" dirty="0">
                <a:solidFill>
                  <a:srgbClr val="191D1F"/>
                </a:solidFill>
                <a:effectLst/>
                <a:latin typeface="+mn-lt"/>
              </a:rPr>
              <a:t>How does the GUID Partition Table (GPT) differ from the Master Boot Record (MBR) in terms of partition support and boot method requirements?</a:t>
            </a:r>
          </a:p>
          <a:p>
            <a:pPr marL="171450" indent="-171450" algn="l">
              <a:buFont typeface="Arial" panose="020B0604020202020204" pitchFamily="34" charset="0"/>
              <a:buChar char="•"/>
            </a:pPr>
            <a:r>
              <a:rPr lang="en-US" b="0" i="0" dirty="0">
                <a:solidFill>
                  <a:srgbClr val="191D1F"/>
                </a:solidFill>
                <a:effectLst/>
                <a:latin typeface="+mn-lt"/>
              </a:rPr>
              <a:t>What are the advantages of using network-based deployment for OS installations in large organizations, and how does it differ from using physical media?</a:t>
            </a:r>
          </a:p>
          <a:p>
            <a:pPr marL="171450" indent="-171450" algn="l">
              <a:buFont typeface="Arial" panose="020B0604020202020204" pitchFamily="34" charset="0"/>
              <a:buChar char="•"/>
            </a:pPr>
            <a:r>
              <a:rPr lang="en-US" b="0" i="0" dirty="0">
                <a:solidFill>
                  <a:srgbClr val="191D1F"/>
                </a:solidFill>
                <a:effectLst/>
                <a:latin typeface="+mn-lt"/>
              </a:rPr>
              <a:t>How does a multiboot installation work, and what are the key considerations for setting up multiple operating systems on a single computer?</a:t>
            </a:r>
          </a:p>
        </p:txBody>
      </p:sp>
      <p:sp>
        <p:nvSpPr>
          <p:cNvPr id="4" name="Slide Number Placeholder 3">
            <a:extLst>
              <a:ext uri="{FF2B5EF4-FFF2-40B4-BE49-F238E27FC236}">
                <a16:creationId xmlns:a16="http://schemas.microsoft.com/office/drawing/2014/main" id="{66760CDF-3BCC-60D7-7E27-A691915A1EDE}"/>
              </a:ext>
            </a:extLst>
          </p:cNvPr>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2582330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CFF6E-B207-A760-83EF-B26023FE2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D4C697-64B3-F7B7-98E4-EF30EA3F550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017DF2C-CEB1-257A-66F1-A4F559F3049F}"/>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D8E19BED-CDD6-FCB1-0939-19586C9E0834}"/>
              </a:ext>
            </a:extLst>
          </p:cNvPr>
          <p:cNvSpPr>
            <a:spLocks noGrp="1"/>
          </p:cNvSpPr>
          <p:nvPr>
            <p:ph type="sldNum" sz="quarter" idx="5"/>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7311999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DBCDB-D6B9-4127-E6AC-B99D2018E8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CDD14-FF23-1EE9-E380-BECB4B6307B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7524C08-9915-57D3-A05E-B0A10F0C3C0B}"/>
              </a:ext>
            </a:extLst>
          </p:cNvPr>
          <p:cNvSpPr>
            <a:spLocks noGrp="1"/>
          </p:cNvSpPr>
          <p:nvPr>
            <p:ph type="body" idx="1"/>
          </p:nvPr>
        </p:nvSpPr>
        <p:spPr/>
        <p:txBody>
          <a:bodyPr/>
          <a:lstStyle/>
          <a:p>
            <a:pPr>
              <a:defRPr/>
            </a:pPr>
            <a:r>
              <a:rPr lang="en-US" dirty="0"/>
              <a:t>Instructors should inform learners that "pushing" an installation to many systems should be done at times where network workload is lowest. After hours or weekend pushes are a normal method to ensure that upgrade does not disrupt business operations.</a:t>
            </a:r>
          </a:p>
        </p:txBody>
      </p:sp>
      <p:sp>
        <p:nvSpPr>
          <p:cNvPr id="4" name="Slide Number Placeholder 3">
            <a:extLst>
              <a:ext uri="{FF2B5EF4-FFF2-40B4-BE49-F238E27FC236}">
                <a16:creationId xmlns:a16="http://schemas.microsoft.com/office/drawing/2014/main" id="{0FF590F7-A0BF-DEFB-8601-AFD3EF90B456}"/>
              </a:ext>
            </a:extLst>
          </p:cNvPr>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23656155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E9544-DCF1-3EE1-2BD7-229B0A1E1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89668-D059-F127-6662-CE6C994E631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B5E74A4-A6E2-89F9-4386-42DFBBA343A3}"/>
              </a:ext>
            </a:extLst>
          </p:cNvPr>
          <p:cNvSpPr>
            <a:spLocks noGrp="1"/>
          </p:cNvSpPr>
          <p:nvPr>
            <p:ph type="body" idx="1"/>
          </p:nvPr>
        </p:nvSpPr>
        <p:spPr/>
        <p:txBody>
          <a:bodyPr/>
          <a:lstStyle/>
          <a:p>
            <a:r>
              <a:rPr lang="en-US">
                <a:ea typeface="Calibri"/>
                <a:cs typeface="Calibri"/>
              </a:rPr>
              <a:t>Answer file creation using WSIM.</a:t>
            </a:r>
            <a:endParaRPr lang="en-US"/>
          </a:p>
        </p:txBody>
      </p:sp>
      <p:sp>
        <p:nvSpPr>
          <p:cNvPr id="4" name="Slide Number Placeholder 3">
            <a:extLst>
              <a:ext uri="{FF2B5EF4-FFF2-40B4-BE49-F238E27FC236}">
                <a16:creationId xmlns:a16="http://schemas.microsoft.com/office/drawing/2014/main" id="{D50FBAA0-4E2B-942C-1A24-F3D8C9D14EC6}"/>
              </a:ext>
            </a:extLst>
          </p:cNvPr>
          <p:cNvSpPr>
            <a:spLocks noGrp="1"/>
          </p:cNvSpPr>
          <p:nvPr>
            <p:ph type="sldNum" sz="quarter" idx="5"/>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38523906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49405-387B-87E3-E957-4D3B09F656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8FDEE-5BB5-C20A-62EE-BF00A5EF46E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8ED1E8D-D779-CBE6-FDE8-C8FCA9ECAA0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8F1EF0F1-3C2F-9125-FA4B-4C598BFAA8F9}"/>
              </a:ext>
            </a:extLst>
          </p:cNvPr>
          <p:cNvSpPr>
            <a:spLocks noGrp="1"/>
          </p:cNvSpPr>
          <p:nvPr>
            <p:ph type="sldNum" sz="quarter" idx="5"/>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41382628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E49F0-12F0-9B89-5EDB-E0383EBFC0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E20C6D-C361-794A-0068-36DEB4485B8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4EE280A-E72C-2759-A9E9-40D5BF2BE378}"/>
              </a:ext>
            </a:extLst>
          </p:cNvPr>
          <p:cNvSpPr>
            <a:spLocks noGrp="1"/>
          </p:cNvSpPr>
          <p:nvPr>
            <p:ph type="body" idx="1"/>
          </p:nvPr>
        </p:nvSpPr>
        <p:spPr/>
        <p:txBody>
          <a:bodyPr/>
          <a:lstStyle/>
          <a:p>
            <a:r>
              <a:rPr lang="en-US"/>
              <a:t>Configuring boot devices and priority in a computer's firmware setup program</a:t>
            </a:r>
          </a:p>
        </p:txBody>
      </p:sp>
      <p:sp>
        <p:nvSpPr>
          <p:cNvPr id="4" name="Slide Number Placeholder 3">
            <a:extLst>
              <a:ext uri="{FF2B5EF4-FFF2-40B4-BE49-F238E27FC236}">
                <a16:creationId xmlns:a16="http://schemas.microsoft.com/office/drawing/2014/main" id="{2DFDC754-7CAC-80AD-14B2-CE0AE324D358}"/>
              </a:ext>
            </a:extLst>
          </p:cNvPr>
          <p:cNvSpPr>
            <a:spLocks noGrp="1"/>
          </p:cNvSpPr>
          <p:nvPr>
            <p:ph type="sldNum" sz="quarter" idx="5"/>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4010109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C9D3F-7FB5-8926-FECE-9A80672432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8AB406-880F-814F-39FD-145DF4DEEFB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B8A0135-041A-3A9D-DF65-46E606018526}"/>
              </a:ext>
            </a:extLst>
          </p:cNvPr>
          <p:cNvSpPr>
            <a:spLocks noGrp="1"/>
          </p:cNvSpPr>
          <p:nvPr>
            <p:ph type="body" idx="1"/>
          </p:nvPr>
        </p:nvSpPr>
        <p:spPr/>
        <p:txBody>
          <a:bodyPr/>
          <a:lstStyle/>
          <a:p>
            <a:pPr>
              <a:defRPr/>
            </a:pPr>
            <a:r>
              <a:rPr lang="en-US" err="1">
                <a:ea typeface="Calibri"/>
                <a:cs typeface="Calibri"/>
              </a:rPr>
              <a:t>ReFS</a:t>
            </a:r>
            <a:r>
              <a:rPr lang="en-US">
                <a:ea typeface="Calibri"/>
                <a:cs typeface="Calibri"/>
              </a:rPr>
              <a:t> can also be used for Windows but is not as popular as NTFS, especially in SOHO environment.</a:t>
            </a:r>
          </a:p>
        </p:txBody>
      </p:sp>
      <p:sp>
        <p:nvSpPr>
          <p:cNvPr id="4" name="Slide Number Placeholder 3">
            <a:extLst>
              <a:ext uri="{FF2B5EF4-FFF2-40B4-BE49-F238E27FC236}">
                <a16:creationId xmlns:a16="http://schemas.microsoft.com/office/drawing/2014/main" id="{47E383AC-8BB5-AAC9-2702-685909DDAC04}"/>
              </a:ext>
            </a:extLst>
          </p:cNvPr>
          <p:cNvSpPr>
            <a:spLocks noGrp="1"/>
          </p:cNvSpPr>
          <p:nvPr>
            <p:ph type="sldNum" sz="quarter" idx="5"/>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15924188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06664-208A-F2C3-EE22-6D2184AF88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557A5-0968-7222-6033-6163E73A6FF0}"/>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63A79F91-0B33-09D4-EB12-F12C6B4FD2D9}"/>
              </a:ext>
            </a:extLst>
          </p:cNvPr>
          <p:cNvSpPr>
            <a:spLocks noGrp="1"/>
          </p:cNvSpPr>
          <p:nvPr>
            <p:ph type="body" idx="1"/>
          </p:nvPr>
        </p:nvSpPr>
        <p:spPr/>
        <p:txBody>
          <a:bodyPr/>
          <a:lstStyle/>
          <a:p>
            <a:r>
              <a:rPr lang="en-US"/>
              <a:t>Default choices made by the guided setup program for Ubuntu Linux</a:t>
            </a:r>
          </a:p>
        </p:txBody>
      </p:sp>
      <p:sp>
        <p:nvSpPr>
          <p:cNvPr id="4" name="Slide Number Placeholder 3">
            <a:extLst>
              <a:ext uri="{FF2B5EF4-FFF2-40B4-BE49-F238E27FC236}">
                <a16:creationId xmlns:a16="http://schemas.microsoft.com/office/drawing/2014/main" id="{71848CF6-15BC-0578-90AD-4B5861B7AD43}"/>
              </a:ext>
            </a:extLst>
          </p:cNvPr>
          <p:cNvSpPr>
            <a:spLocks noGrp="1"/>
          </p:cNvSpPr>
          <p:nvPr>
            <p:ph type="sldNum" sz="quarter" idx="5"/>
          </p:nvPr>
        </p:nvSpPr>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11351970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2A771-0D60-ADA6-ED34-CB5B9D139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4DD11-31A8-5E6D-87DB-F1D318E9BF4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2ECEFCC-1715-4D7B-DB3D-6CA3DC3DD44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ea typeface="Calibri"/>
              <a:cs typeface="Calibri"/>
            </a:endParaRPr>
          </a:p>
        </p:txBody>
      </p:sp>
      <p:sp>
        <p:nvSpPr>
          <p:cNvPr id="4" name="Slide Number Placeholder 3">
            <a:extLst>
              <a:ext uri="{FF2B5EF4-FFF2-40B4-BE49-F238E27FC236}">
                <a16:creationId xmlns:a16="http://schemas.microsoft.com/office/drawing/2014/main" id="{133166CB-3B7B-ECE2-B409-F1AF4B0CD5DF}"/>
              </a:ext>
            </a:extLst>
          </p:cNvPr>
          <p:cNvSpPr>
            <a:spLocks noGrp="1"/>
          </p:cNvSpPr>
          <p:nvPr>
            <p:ph type="sldNum" sz="quarter" idx="5"/>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478296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58C24-3412-1B9A-9C5C-12DFCD6AE7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01C3E2-63E4-AD05-A061-C3ADCD2EAF4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1EDC31D-C0FC-00FC-E2FC-6BAA6982F6F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8484D4A4-092F-2C3D-4A63-50D9A55EAB3D}"/>
              </a:ext>
            </a:extLst>
          </p:cNvPr>
          <p:cNvSpPr>
            <a:spLocks noGrp="1"/>
          </p:cNvSpPr>
          <p:nvPr>
            <p:ph type="sldNum" sz="quarter" idx="5"/>
          </p:nvPr>
        </p:nvSpPr>
        <p:spPr/>
        <p:txBody>
          <a:bodyPr/>
          <a:lstStyle/>
          <a:p>
            <a:fld id="{B7CF8A19-3A9E-4ABC-B336-2FDDE321C72D}" type="slidenum">
              <a:rPr lang="en-US" smtClean="0"/>
              <a:pPr/>
              <a:t>23</a:t>
            </a:fld>
            <a:endParaRPr lang="en-US"/>
          </a:p>
        </p:txBody>
      </p:sp>
    </p:spTree>
    <p:extLst>
      <p:ext uri="{BB962C8B-B14F-4D97-AF65-F5344CB8AC3E}">
        <p14:creationId xmlns:p14="http://schemas.microsoft.com/office/powerpoint/2010/main" val="13871955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2.svg"/></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2025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53870" y="2156005"/>
            <a:ext cx="2657475" cy="715620"/>
          </a:xfrm>
          <a:prstGeom prst="rect">
            <a:avLst/>
          </a:prstGeom>
        </p:spPr>
      </p:pic>
    </p:spTree>
    <p:custDataLst>
      <p:tags r:id="rId1"/>
    </p:custDataLst>
    <p:extLst>
      <p:ext uri="{BB962C8B-B14F-4D97-AF65-F5344CB8AC3E}">
        <p14:creationId xmlns:p14="http://schemas.microsoft.com/office/powerpoint/2010/main" val="2001968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Module">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2025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197432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odule_double digit">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2025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2226"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279008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 Outcom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Learning Outcomes</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40526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sson">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2025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4084809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137773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298591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a:p>
        </p:txBody>
      </p:sp>
    </p:spTree>
    <p:custDataLst>
      <p:tags r:id="rId1"/>
    </p:custDataLst>
    <p:extLst>
      <p:ext uri="{BB962C8B-B14F-4D97-AF65-F5344CB8AC3E}">
        <p14:creationId xmlns:p14="http://schemas.microsoft.com/office/powerpoint/2010/main" val="927130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Attributi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a:p>
        </p:txBody>
      </p:sp>
    </p:spTree>
    <p:custDataLst>
      <p:tags r:id="rId1"/>
    </p:custDataLst>
    <p:extLst>
      <p:ext uri="{BB962C8B-B14F-4D97-AF65-F5344CB8AC3E}">
        <p14:creationId xmlns:p14="http://schemas.microsoft.com/office/powerpoint/2010/main" val="4018889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3853961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1517090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ttribution,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55074" y="746760"/>
            <a:ext cx="4352544" cy="3675888"/>
          </a:xfrm>
        </p:spPr>
        <p:txBody>
          <a:bodyPr/>
          <a:lstStyle/>
          <a:p>
            <a:endParaRPr lang="en-US"/>
          </a:p>
        </p:txBody>
      </p:sp>
    </p:spTree>
    <p:custDataLst>
      <p:tags r:id="rId1"/>
    </p:custDataLst>
    <p:extLst>
      <p:ext uri="{BB962C8B-B14F-4D97-AF65-F5344CB8AC3E}">
        <p14:creationId xmlns:p14="http://schemas.microsoft.com/office/powerpoint/2010/main" val="95696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ttribution, and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27000" y="4518212"/>
            <a:ext cx="4379976"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27000" y="746760"/>
            <a:ext cx="4379976" cy="3677322"/>
          </a:xfrm>
        </p:spPr>
        <p:txBody>
          <a:bodyPr/>
          <a:lstStyle/>
          <a:p>
            <a:endParaRPr lang="en-US"/>
          </a:p>
        </p:txBody>
      </p:sp>
    </p:spTree>
    <p:custDataLst>
      <p:tags r:id="rId1"/>
    </p:custDataLst>
    <p:extLst>
      <p:ext uri="{BB962C8B-B14F-4D97-AF65-F5344CB8AC3E}">
        <p14:creationId xmlns:p14="http://schemas.microsoft.com/office/powerpoint/2010/main" val="1673279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Image, and Attribution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a:p>
        </p:txBody>
      </p:sp>
    </p:spTree>
    <p:custDataLst>
      <p:tags r:id="rId1"/>
    </p:custDataLst>
    <p:extLst>
      <p:ext uri="{BB962C8B-B14F-4D97-AF65-F5344CB8AC3E}">
        <p14:creationId xmlns:p14="http://schemas.microsoft.com/office/powerpoint/2010/main" val="623132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Image, and Attribution w/ Long Title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a:p>
        </p:txBody>
      </p:sp>
    </p:spTree>
    <p:custDataLst>
      <p:tags r:id="rId1"/>
    </p:custDataLst>
    <p:extLst>
      <p:ext uri="{BB962C8B-B14F-4D97-AF65-F5344CB8AC3E}">
        <p14:creationId xmlns:p14="http://schemas.microsoft.com/office/powerpoint/2010/main" val="1915926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4103617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583458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a:p>
        </p:txBody>
      </p:sp>
    </p:spTree>
    <p:custDataLst>
      <p:tags r:id="rId1"/>
    </p:custDataLst>
    <p:extLst>
      <p:ext uri="{BB962C8B-B14F-4D97-AF65-F5344CB8AC3E}">
        <p14:creationId xmlns:p14="http://schemas.microsoft.com/office/powerpoint/2010/main" val="242110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a:p>
        </p:txBody>
      </p:sp>
    </p:spTree>
    <p:custDataLst>
      <p:tags r:id="rId1"/>
    </p:custDataLst>
    <p:extLst>
      <p:ext uri="{BB962C8B-B14F-4D97-AF65-F5344CB8AC3E}">
        <p14:creationId xmlns:p14="http://schemas.microsoft.com/office/powerpoint/2010/main" val="1064194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a:t>Lesson Title</a:t>
            </a:r>
            <a:endParaRPr lang="en-GB"/>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a:latin typeface="Calibri" panose="020F0502020204030204" pitchFamily="34" charset="0"/>
                <a:ea typeface="+mj-ea"/>
                <a:cs typeface="Calibri" panose="020F0502020204030204" pitchFamily="34" charset="0"/>
              </a:rPr>
              <a:t>Lesson Review:</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31983856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hasCustomPrompt="1"/>
          </p:nvPr>
        </p:nvSpPr>
        <p:spPr>
          <a:xfrm>
            <a:off x="146049" y="748621"/>
            <a:ext cx="8870950" cy="4044357"/>
          </a:xfrm>
        </p:spPr>
        <p:txBody>
          <a:bodyPr/>
          <a:lstStyle>
            <a:lvl1pPr marL="342900" indent="-342900">
              <a:buFont typeface="Arial" panose="020B0604020202020204" pitchFamily="34" charset="0"/>
              <a:buChar char="•"/>
              <a:defRPr lang="en-US" sz="2400" kern="1200" dirty="0" smtClean="0">
                <a:solidFill>
                  <a:schemeClr val="tx1"/>
                </a:solidFill>
                <a:latin typeface="Calibri" panose="020F0502020204030204" pitchFamily="34" charset="0"/>
                <a:ea typeface="+mn-ea"/>
                <a:cs typeface="Calibri" panose="020F0502020204030204" pitchFamily="34" charset="0"/>
              </a:defRPr>
            </a:lvl1pPr>
          </a:lstStyle>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p:txBody>
      </p:sp>
    </p:spTree>
    <p:custDataLst>
      <p:tags r:id="rId1"/>
    </p:custDataLst>
    <p:extLst>
      <p:ext uri="{BB962C8B-B14F-4D97-AF65-F5344CB8AC3E}">
        <p14:creationId xmlns:p14="http://schemas.microsoft.com/office/powerpoint/2010/main" val="32410095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36014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2025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a:latin typeface="Calibri" panose="020F0502020204030204" pitchFamily="34" charset="0"/>
                <a:cs typeface="Calibri" panose="020F0502020204030204" pitchFamily="34" charset="0"/>
              </a:rPr>
              <a:t>Summary</a:t>
            </a:r>
            <a:endParaRPr lang="en-GB">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4111725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Summary_double digit">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a:solidFill>
                  <a:schemeClr val="bg1"/>
                </a:solidFill>
                <a:latin typeface="Calibri" panose="020F0502020204030204" pitchFamily="34" charset="0"/>
                <a:cs typeface="Calibri" panose="020F0502020204030204" pitchFamily="34" charset="0"/>
              </a:rPr>
              <a:t>Copyright © 2025 CompTIA, Inc. All Rights Reserved.  |  CompTIA.org</a:t>
            </a:r>
            <a:endParaRPr lang="en-US">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3719"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a:latin typeface="Calibri" panose="020F0502020204030204" pitchFamily="34" charset="0"/>
                <a:cs typeface="Calibri" panose="020F0502020204030204" pitchFamily="34" charset="0"/>
              </a:rPr>
              <a:t>Summary</a:t>
            </a:r>
            <a:endParaRPr lang="en-GB">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custDataLst>
      <p:tags r:id="rId1"/>
    </p:custDataLst>
    <p:extLst>
      <p:ext uri="{BB962C8B-B14F-4D97-AF65-F5344CB8AC3E}">
        <p14:creationId xmlns:p14="http://schemas.microsoft.com/office/powerpoint/2010/main" val="25707077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ustDataLst>
      <p:tags r:id="rId27"/>
    </p:custDataLst>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32" r:id="rId1"/>
    <p:sldLayoutId id="2147483912" r:id="rId2"/>
    <p:sldLayoutId id="2147483933" r:id="rId3"/>
    <p:sldLayoutId id="2147483934" r:id="rId4"/>
    <p:sldLayoutId id="2147483911" r:id="rId5"/>
    <p:sldLayoutId id="2147483914" r:id="rId6"/>
    <p:sldLayoutId id="2147483935" r:id="rId7"/>
    <p:sldLayoutId id="2147483938" r:id="rId8"/>
    <p:sldLayoutId id="2147483941" r:id="rId9"/>
    <p:sldLayoutId id="2147483917" r:id="rId10"/>
    <p:sldLayoutId id="2147483936" r:id="rId11"/>
    <p:sldLayoutId id="2147483940" r:id="rId12"/>
    <p:sldLayoutId id="2147483939" r:id="rId13"/>
    <p:sldLayoutId id="2147483944" r:id="rId14"/>
    <p:sldLayoutId id="2147483945" r:id="rId15"/>
    <p:sldLayoutId id="2147483918" r:id="rId16"/>
    <p:sldLayoutId id="2147483937" r:id="rId17"/>
    <p:sldLayoutId id="2147483942" r:id="rId18"/>
    <p:sldLayoutId id="2147483943" r:id="rId19"/>
    <p:sldLayoutId id="2147483922" r:id="rId20"/>
    <p:sldLayoutId id="2147483924" r:id="rId21"/>
    <p:sldLayoutId id="2147483919" r:id="rId22"/>
    <p:sldLayoutId id="2147483926" r:id="rId23"/>
    <p:sldLayoutId id="2147483946" r:id="rId24"/>
    <p:sldLayoutId id="2147483927" r:id="rId2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3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3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tags" Target="../tags/tag3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tags" Target="../tags/tag3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3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0.xml"/><Relationship Id="rId1" Type="http://schemas.openxmlformats.org/officeDocument/2006/relationships/tags" Target="../tags/tag3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tags" Target="../tags/tag4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4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6.xml"/><Relationship Id="rId1" Type="http://schemas.openxmlformats.org/officeDocument/2006/relationships/tags" Target="../tags/tag4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4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4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tags" Target="../tags/tag4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0.xml"/><Relationship Id="rId1" Type="http://schemas.openxmlformats.org/officeDocument/2006/relationships/tags" Target="../tags/tag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B52E-2F6A-EB03-94D1-37E5FD183AAB}"/>
              </a:ext>
            </a:extLst>
          </p:cNvPr>
          <p:cNvSpPr>
            <a:spLocks noGrp="1"/>
          </p:cNvSpPr>
          <p:nvPr>
            <p:ph type="ctrTitle"/>
          </p:nvPr>
        </p:nvSpPr>
        <p:spPr/>
        <p:txBody>
          <a:bodyPr/>
          <a:lstStyle/>
          <a:p>
            <a:r>
              <a:rPr lang="en-US"/>
              <a:t>Exam 220-1202</a:t>
            </a:r>
          </a:p>
        </p:txBody>
      </p:sp>
      <p:sp>
        <p:nvSpPr>
          <p:cNvPr id="3" name="Subtitle 2">
            <a:extLst>
              <a:ext uri="{FF2B5EF4-FFF2-40B4-BE49-F238E27FC236}">
                <a16:creationId xmlns:a16="http://schemas.microsoft.com/office/drawing/2014/main" id="{5835EF0E-E3F9-7A6B-621F-48FD547CFEC8}"/>
              </a:ext>
            </a:extLst>
          </p:cNvPr>
          <p:cNvSpPr>
            <a:spLocks noGrp="1"/>
          </p:cNvSpPr>
          <p:nvPr>
            <p:ph type="subTitle" idx="1"/>
          </p:nvPr>
        </p:nvSpPr>
        <p:spPr/>
        <p:txBody>
          <a:bodyPr/>
          <a:lstStyle/>
          <a:p>
            <a:r>
              <a:rPr lang="en-US"/>
              <a:t>A+ Core 2</a:t>
            </a:r>
          </a:p>
        </p:txBody>
      </p:sp>
      <p:sp>
        <p:nvSpPr>
          <p:cNvPr id="4" name="Slide Number Placeholder 3">
            <a:extLst>
              <a:ext uri="{FF2B5EF4-FFF2-40B4-BE49-F238E27FC236}">
                <a16:creationId xmlns:a16="http://schemas.microsoft.com/office/drawing/2014/main" id="{F89EF21B-455F-6900-2C8D-BF72AAEC2C88}"/>
              </a:ext>
            </a:extLst>
          </p:cNvPr>
          <p:cNvSpPr>
            <a:spLocks noGrp="1"/>
          </p:cNvSpPr>
          <p:nvPr>
            <p:ph type="sldNum" sz="quarter" idx="10"/>
          </p:nvPr>
        </p:nvSpPr>
        <p:spPr/>
        <p:txBody>
          <a:bodyPr/>
          <a:lstStyle/>
          <a:p>
            <a:fld id="{B7CF8A19-3A9E-4ABC-B336-2FDDE321C72D}" type="slidenum">
              <a:rPr lang="en-US" smtClean="0"/>
              <a:pPr/>
              <a:t>1</a:t>
            </a:fld>
            <a:endParaRPr lang="en-US"/>
          </a:p>
        </p:txBody>
      </p:sp>
    </p:spTree>
    <p:custDataLst>
      <p:tags r:id="rId1"/>
    </p:custDataLst>
    <p:extLst>
      <p:ext uri="{BB962C8B-B14F-4D97-AF65-F5344CB8AC3E}">
        <p14:creationId xmlns:p14="http://schemas.microsoft.com/office/powerpoint/2010/main" val="3004902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B874-C61D-C1CD-5C2F-3EE6B9ACD957}"/>
              </a:ext>
            </a:extLst>
          </p:cNvPr>
          <p:cNvSpPr>
            <a:spLocks noGrp="1"/>
          </p:cNvSpPr>
          <p:nvPr>
            <p:ph type="ctrTitle"/>
          </p:nvPr>
        </p:nvSpPr>
        <p:spPr/>
        <p:txBody>
          <a:bodyPr/>
          <a:lstStyle/>
          <a:p>
            <a:r>
              <a:rPr lang="en-US"/>
              <a:t>Installing Operating Systems</a:t>
            </a:r>
          </a:p>
        </p:txBody>
      </p:sp>
      <p:sp>
        <p:nvSpPr>
          <p:cNvPr id="3" name="Subtitle 2">
            <a:extLst>
              <a:ext uri="{FF2B5EF4-FFF2-40B4-BE49-F238E27FC236}">
                <a16:creationId xmlns:a16="http://schemas.microsoft.com/office/drawing/2014/main" id="{AA29A13B-2E46-302B-AC8A-5973465E1D56}"/>
              </a:ext>
            </a:extLst>
          </p:cNvPr>
          <p:cNvSpPr>
            <a:spLocks noGrp="1"/>
          </p:cNvSpPr>
          <p:nvPr>
            <p:ph type="subTitle" idx="1"/>
          </p:nvPr>
        </p:nvSpPr>
        <p:spPr/>
        <p:txBody>
          <a:bodyPr/>
          <a:lstStyle/>
          <a:p>
            <a:r>
              <a:rPr lang="en-US"/>
              <a:t>Module 16</a:t>
            </a:r>
          </a:p>
        </p:txBody>
      </p:sp>
      <p:sp>
        <p:nvSpPr>
          <p:cNvPr id="4" name="Text Placeholder 3">
            <a:extLst>
              <a:ext uri="{FF2B5EF4-FFF2-40B4-BE49-F238E27FC236}">
                <a16:creationId xmlns:a16="http://schemas.microsoft.com/office/drawing/2014/main" id="{2681CB22-E73D-AD10-1B6E-E36773CE628F}"/>
              </a:ext>
            </a:extLst>
          </p:cNvPr>
          <p:cNvSpPr>
            <a:spLocks noGrp="1"/>
          </p:cNvSpPr>
          <p:nvPr>
            <p:ph type="body" sz="quarter" idx="12"/>
          </p:nvPr>
        </p:nvSpPr>
        <p:spPr/>
        <p:txBody>
          <a:bodyPr/>
          <a:lstStyle/>
          <a:p>
            <a:r>
              <a:rPr lang="en-US"/>
              <a:t>A+ 220-1202</a:t>
            </a:r>
          </a:p>
        </p:txBody>
      </p:sp>
      <p:sp>
        <p:nvSpPr>
          <p:cNvPr id="5" name="Slide Number Placeholder 4">
            <a:extLst>
              <a:ext uri="{FF2B5EF4-FFF2-40B4-BE49-F238E27FC236}">
                <a16:creationId xmlns:a16="http://schemas.microsoft.com/office/drawing/2014/main" id="{61C00991-C4B5-2EF1-82C2-47BDBF1F4B24}"/>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1917601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B06E0-25E2-2207-FA53-43B03A3DD8B6}"/>
              </a:ext>
            </a:extLst>
          </p:cNvPr>
          <p:cNvSpPr>
            <a:spLocks noGrp="1"/>
          </p:cNvSpPr>
          <p:nvPr>
            <p:ph type="title"/>
          </p:nvPr>
        </p:nvSpPr>
        <p:spPr/>
        <p:txBody>
          <a:bodyPr/>
          <a:lstStyle/>
          <a:p>
            <a:pPr marL="71755"/>
            <a:r>
              <a:rPr lang="en-US">
                <a:latin typeface="Calibri"/>
                <a:ea typeface="Calibri"/>
                <a:cs typeface="Calibri"/>
              </a:rPr>
              <a:t>Learning Outcomes</a:t>
            </a:r>
            <a:endParaRPr lang="en-US">
              <a:ea typeface="Calibri" panose="020F0502020204030204" pitchFamily="34" charset="0"/>
            </a:endParaRPr>
          </a:p>
        </p:txBody>
      </p:sp>
      <p:sp>
        <p:nvSpPr>
          <p:cNvPr id="3" name="Content Placeholder 2">
            <a:extLst>
              <a:ext uri="{FF2B5EF4-FFF2-40B4-BE49-F238E27FC236}">
                <a16:creationId xmlns:a16="http://schemas.microsoft.com/office/drawing/2014/main" id="{E02E4B53-B7C6-1D08-F07F-C168A65984CB}"/>
              </a:ext>
            </a:extLst>
          </p:cNvPr>
          <p:cNvSpPr>
            <a:spLocks noGrp="1"/>
          </p:cNvSpPr>
          <p:nvPr>
            <p:ph idx="1"/>
          </p:nvPr>
        </p:nvSpPr>
        <p:spPr/>
        <p:txBody>
          <a:bodyPr>
            <a:normAutofit/>
          </a:bodyPr>
          <a:lstStyle/>
          <a:p>
            <a:pPr marL="0" indent="0">
              <a:buNone/>
            </a:pPr>
            <a:r>
              <a:rPr lang="en-US"/>
              <a:t>Prepare for A+ Core 2 by:</a:t>
            </a:r>
          </a:p>
          <a:p>
            <a:r>
              <a:rPr lang="en-US"/>
              <a:t>Explaining OS types</a:t>
            </a:r>
          </a:p>
          <a:p>
            <a:r>
              <a:rPr lang="en-US"/>
              <a:t>Comparing Windows editions</a:t>
            </a:r>
          </a:p>
        </p:txBody>
      </p:sp>
      <p:sp>
        <p:nvSpPr>
          <p:cNvPr id="4" name="Slide Number Placeholder 3">
            <a:extLst>
              <a:ext uri="{FF2B5EF4-FFF2-40B4-BE49-F238E27FC236}">
                <a16:creationId xmlns:a16="http://schemas.microsoft.com/office/drawing/2014/main" id="{C090C768-1FA1-220C-8EB0-02B46B3FAF18}"/>
              </a:ext>
            </a:extLst>
          </p:cNvPr>
          <p:cNvSpPr>
            <a:spLocks noGrp="1"/>
          </p:cNvSpPr>
          <p:nvPr>
            <p:ph type="sldNum" sz="quarter" idx="10"/>
          </p:nvPr>
        </p:nvSpPr>
        <p:spPr/>
        <p:txBody>
          <a:bodyPr/>
          <a:lstStyle/>
          <a:p>
            <a:fld id="{B7CF8A19-3A9E-4ABC-B336-2FDDE321C72D}" type="slidenum">
              <a:rPr lang="en-US" smtClean="0"/>
              <a:pPr/>
              <a:t>3</a:t>
            </a:fld>
            <a:endParaRPr lang="en-US"/>
          </a:p>
        </p:txBody>
      </p:sp>
    </p:spTree>
    <p:custDataLst>
      <p:tags r:id="rId1"/>
    </p:custDataLst>
    <p:extLst>
      <p:ext uri="{BB962C8B-B14F-4D97-AF65-F5344CB8AC3E}">
        <p14:creationId xmlns:p14="http://schemas.microsoft.com/office/powerpoint/2010/main" val="261526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98AA-58EB-DC84-B973-B611891926FE}"/>
              </a:ext>
            </a:extLst>
          </p:cNvPr>
          <p:cNvSpPr>
            <a:spLocks noGrp="1"/>
          </p:cNvSpPr>
          <p:nvPr>
            <p:ph type="ctrTitle"/>
          </p:nvPr>
        </p:nvSpPr>
        <p:spPr/>
        <p:txBody>
          <a:bodyPr/>
          <a:lstStyle/>
          <a:p>
            <a:r>
              <a:rPr lang="en-US"/>
              <a:t>Windows Editions</a:t>
            </a:r>
          </a:p>
        </p:txBody>
      </p:sp>
      <p:sp>
        <p:nvSpPr>
          <p:cNvPr id="3" name="Subtitle 2">
            <a:extLst>
              <a:ext uri="{FF2B5EF4-FFF2-40B4-BE49-F238E27FC236}">
                <a16:creationId xmlns:a16="http://schemas.microsoft.com/office/drawing/2014/main" id="{F0B6EAE9-5171-04E7-4F29-4944EFFAE944}"/>
              </a:ext>
            </a:extLst>
          </p:cNvPr>
          <p:cNvSpPr>
            <a:spLocks noGrp="1"/>
          </p:cNvSpPr>
          <p:nvPr>
            <p:ph type="subTitle" idx="1"/>
          </p:nvPr>
        </p:nvSpPr>
        <p:spPr/>
        <p:txBody>
          <a:bodyPr/>
          <a:lstStyle/>
          <a:p>
            <a:r>
              <a:rPr lang="en-US"/>
              <a:t>Lesson 16.1</a:t>
            </a:r>
          </a:p>
        </p:txBody>
      </p:sp>
      <p:sp>
        <p:nvSpPr>
          <p:cNvPr id="4" name="Slide Number Placeholder 3">
            <a:extLst>
              <a:ext uri="{FF2B5EF4-FFF2-40B4-BE49-F238E27FC236}">
                <a16:creationId xmlns:a16="http://schemas.microsoft.com/office/drawing/2014/main" id="{DE6F990C-C4F3-BA2E-F073-9723BA7B1136}"/>
              </a:ext>
            </a:extLst>
          </p:cNvPr>
          <p:cNvSpPr>
            <a:spLocks noGrp="1"/>
          </p:cNvSpPr>
          <p:nvPr>
            <p:ph type="sldNum" sz="quarter" idx="10"/>
          </p:nvPr>
        </p:nvSpPr>
        <p:spPr/>
        <p:txBody>
          <a:bodyPr/>
          <a:lstStyle/>
          <a:p>
            <a:fld id="{B7CF8A19-3A9E-4ABC-B336-2FDDE321C72D}" type="slidenum">
              <a:rPr lang="en-US" smtClean="0"/>
              <a:pPr/>
              <a:t>4</a:t>
            </a:fld>
            <a:endParaRPr lang="en-US"/>
          </a:p>
        </p:txBody>
      </p:sp>
    </p:spTree>
    <p:custDataLst>
      <p:tags r:id="rId1"/>
    </p:custDataLst>
    <p:extLst>
      <p:ext uri="{BB962C8B-B14F-4D97-AF65-F5344CB8AC3E}">
        <p14:creationId xmlns:p14="http://schemas.microsoft.com/office/powerpoint/2010/main" val="234929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0E78-15DD-74B7-D7B1-A51B6A8EFF8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78C8793-A521-CD6B-30FC-85C8A687D49C}"/>
              </a:ext>
            </a:extLst>
          </p:cNvPr>
          <p:cNvSpPr>
            <a:spLocks noGrp="1"/>
          </p:cNvSpPr>
          <p:nvPr>
            <p:ph type="title"/>
          </p:nvPr>
        </p:nvSpPr>
        <p:spPr/>
        <p:txBody>
          <a:bodyPr/>
          <a:lstStyle/>
          <a:p>
            <a:r>
              <a:rPr lang="en-US" b="1" i="0">
                <a:solidFill>
                  <a:srgbClr val="253644"/>
                </a:solidFill>
                <a:effectLst/>
              </a:rPr>
              <a:t>Windows Versions</a:t>
            </a:r>
            <a:endParaRPr lang="en-US" sz="2000">
              <a:solidFill>
                <a:srgbClr val="253644"/>
              </a:solidFill>
            </a:endParaRPr>
          </a:p>
        </p:txBody>
      </p:sp>
      <p:sp>
        <p:nvSpPr>
          <p:cNvPr id="3" name="Content Placeholder 2">
            <a:extLst>
              <a:ext uri="{FF2B5EF4-FFF2-40B4-BE49-F238E27FC236}">
                <a16:creationId xmlns:a16="http://schemas.microsoft.com/office/drawing/2014/main" id="{BEF0CD94-701E-BF31-F57D-0F0245971FB7}"/>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32-bit vs 64-bit</a:t>
            </a:r>
            <a:endParaRPr lang="en-US">
              <a:ea typeface="Calibri"/>
            </a:endParaRPr>
          </a:p>
          <a:p>
            <a:pPr lvl="1"/>
            <a:r>
              <a:rPr lang="en-US">
                <a:latin typeface="Calibri"/>
                <a:ea typeface="Calibri"/>
                <a:cs typeface="Calibri"/>
              </a:rPr>
              <a:t>Windows 11 only in 64-bit edition</a:t>
            </a:r>
            <a:endParaRPr lang="en-US">
              <a:ea typeface="Calibri"/>
            </a:endParaRPr>
          </a:p>
          <a:p>
            <a:r>
              <a:rPr lang="en-US">
                <a:latin typeface="Calibri"/>
                <a:ea typeface="Calibri"/>
                <a:cs typeface="Calibri"/>
              </a:rPr>
              <a:t>Home, Pro, Pro for Workstations, Enterprise, Education</a:t>
            </a:r>
          </a:p>
          <a:p>
            <a:r>
              <a:rPr lang="en-US">
                <a:latin typeface="Calibri"/>
                <a:ea typeface="Calibri"/>
                <a:cs typeface="Calibri"/>
              </a:rPr>
              <a:t>N versions compliant with EU regulations</a:t>
            </a:r>
          </a:p>
        </p:txBody>
      </p:sp>
      <p:sp>
        <p:nvSpPr>
          <p:cNvPr id="4" name="Slide Number Placeholder 3">
            <a:extLst>
              <a:ext uri="{FF2B5EF4-FFF2-40B4-BE49-F238E27FC236}">
                <a16:creationId xmlns:a16="http://schemas.microsoft.com/office/drawing/2014/main" id="{5196FE1C-91F7-2159-3932-731D4DC370FC}"/>
              </a:ext>
            </a:extLst>
          </p:cNvPr>
          <p:cNvSpPr>
            <a:spLocks noGrp="1"/>
          </p:cNvSpPr>
          <p:nvPr>
            <p:ph type="sldNum" sz="quarter" idx="10"/>
          </p:nvPr>
        </p:nvSpPr>
        <p:spPr/>
        <p:txBody>
          <a:bodyPr/>
          <a:lstStyle/>
          <a:p>
            <a:fld id="{B7CF8A19-3A9E-4ABC-B336-2FDDE321C72D}" type="slidenum">
              <a:rPr lang="en-US" smtClean="0"/>
              <a:pPr/>
              <a:t>5</a:t>
            </a:fld>
            <a:endParaRPr lang="en-US"/>
          </a:p>
        </p:txBody>
      </p:sp>
    </p:spTree>
    <p:custDataLst>
      <p:tags r:id="rId1"/>
    </p:custDataLst>
    <p:extLst>
      <p:ext uri="{BB962C8B-B14F-4D97-AF65-F5344CB8AC3E}">
        <p14:creationId xmlns:p14="http://schemas.microsoft.com/office/powerpoint/2010/main" val="3868167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900F2-6362-0FB2-83C4-D05FB7E9163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909A463-A5A8-53EE-0F09-BA0F43687C22}"/>
              </a:ext>
            </a:extLst>
          </p:cNvPr>
          <p:cNvSpPr>
            <a:spLocks noGrp="1"/>
          </p:cNvSpPr>
          <p:nvPr>
            <p:ph type="title"/>
          </p:nvPr>
        </p:nvSpPr>
        <p:spPr/>
        <p:txBody>
          <a:bodyPr/>
          <a:lstStyle/>
          <a:p>
            <a:r>
              <a:rPr lang="en-US" b="1" i="0">
                <a:solidFill>
                  <a:srgbClr val="253644"/>
                </a:solidFill>
                <a:effectLst/>
              </a:rPr>
              <a:t>Windows Home Edition</a:t>
            </a:r>
            <a:endParaRPr lang="en-US" sz="2000">
              <a:solidFill>
                <a:srgbClr val="253644"/>
              </a:solidFill>
            </a:endParaRPr>
          </a:p>
        </p:txBody>
      </p:sp>
      <p:sp>
        <p:nvSpPr>
          <p:cNvPr id="3" name="Content Placeholder 2">
            <a:extLst>
              <a:ext uri="{FF2B5EF4-FFF2-40B4-BE49-F238E27FC236}">
                <a16:creationId xmlns:a16="http://schemas.microsoft.com/office/drawing/2014/main" id="{9FBCA4BE-51F1-C380-F81D-51CC6D1BF438}"/>
              </a:ext>
            </a:extLst>
          </p:cNvPr>
          <p:cNvSpPr>
            <a:spLocks noGrp="1"/>
          </p:cNvSpPr>
          <p:nvPr>
            <p:ph idx="1"/>
          </p:nvPr>
        </p:nvSpPr>
        <p:spPr>
          <a:xfrm>
            <a:off x="146050" y="746760"/>
            <a:ext cx="8066925" cy="4046220"/>
          </a:xfrm>
        </p:spPr>
        <p:txBody>
          <a:bodyPr vert="horz" lIns="91440" tIns="45720" rIns="91440" bIns="45720" rtlCol="0" anchor="t">
            <a:normAutofit lnSpcReduction="10000"/>
          </a:bodyPr>
          <a:lstStyle/>
          <a:p>
            <a:r>
              <a:rPr lang="en-US" dirty="0">
                <a:latin typeface="Calibri"/>
                <a:ea typeface="Calibri"/>
                <a:cs typeface="Calibri"/>
              </a:rPr>
              <a:t>Designed for SOHO use</a:t>
            </a:r>
          </a:p>
          <a:p>
            <a:r>
              <a:rPr lang="en-US" dirty="0">
                <a:latin typeface="Calibri"/>
                <a:ea typeface="Calibri"/>
                <a:cs typeface="Calibri"/>
              </a:rPr>
              <a:t>Internet connection required for Microsoft account login and activation</a:t>
            </a:r>
          </a:p>
          <a:p>
            <a:r>
              <a:rPr lang="en-US" dirty="0">
                <a:latin typeface="Calibri"/>
                <a:ea typeface="Calibri"/>
                <a:cs typeface="Calibri"/>
              </a:rPr>
              <a:t>Licensing</a:t>
            </a:r>
          </a:p>
          <a:p>
            <a:pPr lvl="1"/>
            <a:r>
              <a:rPr lang="en-US" dirty="0">
                <a:latin typeface="Calibri"/>
                <a:ea typeface="Calibri"/>
                <a:cs typeface="Calibri"/>
              </a:rPr>
              <a:t>OEM</a:t>
            </a:r>
            <a:endParaRPr lang="en-US" dirty="0">
              <a:ea typeface="Calibri"/>
            </a:endParaRPr>
          </a:p>
          <a:p>
            <a:pPr lvl="1"/>
            <a:r>
              <a:rPr lang="en-US" dirty="0">
                <a:latin typeface="Calibri"/>
                <a:ea typeface="Calibri"/>
                <a:cs typeface="Calibri"/>
              </a:rPr>
              <a:t>Retail</a:t>
            </a:r>
          </a:p>
          <a:p>
            <a:r>
              <a:rPr lang="en-US" dirty="0">
                <a:latin typeface="Calibri"/>
                <a:ea typeface="Calibri"/>
                <a:cs typeface="Calibri"/>
              </a:rPr>
              <a:t>Limitations</a:t>
            </a:r>
            <a:endParaRPr lang="en-US" dirty="0">
              <a:ea typeface="Calibri"/>
            </a:endParaRPr>
          </a:p>
          <a:p>
            <a:pPr lvl="1"/>
            <a:r>
              <a:rPr lang="en-US" dirty="0">
                <a:latin typeface="Calibri"/>
                <a:ea typeface="Calibri"/>
                <a:cs typeface="Calibri"/>
              </a:rPr>
              <a:t>64 cores</a:t>
            </a:r>
          </a:p>
          <a:p>
            <a:pPr lvl="1"/>
            <a:r>
              <a:rPr lang="en-US" dirty="0">
                <a:latin typeface="Calibri"/>
                <a:ea typeface="Calibri"/>
                <a:cs typeface="Calibri"/>
              </a:rPr>
              <a:t>Single CPU</a:t>
            </a:r>
          </a:p>
          <a:p>
            <a:pPr lvl="1"/>
            <a:r>
              <a:rPr lang="en-US" dirty="0">
                <a:latin typeface="Calibri"/>
                <a:ea typeface="Calibri"/>
                <a:cs typeface="Calibri"/>
              </a:rPr>
              <a:t>128 GB RAM (64-bit)</a:t>
            </a:r>
            <a:endParaRPr lang="en-US" dirty="0">
              <a:ea typeface="Calibri"/>
            </a:endParaRPr>
          </a:p>
        </p:txBody>
      </p:sp>
      <p:sp>
        <p:nvSpPr>
          <p:cNvPr id="4" name="Slide Number Placeholder 3">
            <a:extLst>
              <a:ext uri="{FF2B5EF4-FFF2-40B4-BE49-F238E27FC236}">
                <a16:creationId xmlns:a16="http://schemas.microsoft.com/office/drawing/2014/main" id="{4BFCE2BE-189B-4694-F8F8-F06FB3C931C0}"/>
              </a:ext>
            </a:extLst>
          </p:cNvPr>
          <p:cNvSpPr>
            <a:spLocks noGrp="1"/>
          </p:cNvSpPr>
          <p:nvPr>
            <p:ph type="sldNum" sz="quarter" idx="10"/>
          </p:nvPr>
        </p:nvSpPr>
        <p:spPr/>
        <p:txBody>
          <a:bodyPr/>
          <a:lstStyle/>
          <a:p>
            <a:fld id="{B7CF8A19-3A9E-4ABC-B336-2FDDE321C72D}" type="slidenum">
              <a:rPr lang="en-US" smtClean="0"/>
              <a:pPr/>
              <a:t>6</a:t>
            </a:fld>
            <a:endParaRPr lang="en-US"/>
          </a:p>
        </p:txBody>
      </p:sp>
    </p:spTree>
    <p:custDataLst>
      <p:tags r:id="rId1"/>
    </p:custDataLst>
    <p:extLst>
      <p:ext uri="{BB962C8B-B14F-4D97-AF65-F5344CB8AC3E}">
        <p14:creationId xmlns:p14="http://schemas.microsoft.com/office/powerpoint/2010/main" val="3745355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CD217-B965-CFAD-1965-E45FA05ACAC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660274-6A05-95C2-F2CA-50D58B8903FF}"/>
              </a:ext>
            </a:extLst>
          </p:cNvPr>
          <p:cNvSpPr>
            <a:spLocks noGrp="1"/>
          </p:cNvSpPr>
          <p:nvPr>
            <p:ph type="title"/>
          </p:nvPr>
        </p:nvSpPr>
        <p:spPr/>
        <p:txBody>
          <a:bodyPr/>
          <a:lstStyle/>
          <a:p>
            <a:r>
              <a:rPr lang="en-US" b="1" i="0">
                <a:solidFill>
                  <a:srgbClr val="253644"/>
                </a:solidFill>
                <a:effectLst/>
              </a:rPr>
              <a:t>Work and Education Features</a:t>
            </a:r>
            <a:endParaRPr lang="en-US" sz="2000">
              <a:solidFill>
                <a:srgbClr val="253644"/>
              </a:solidFill>
            </a:endParaRPr>
          </a:p>
        </p:txBody>
      </p:sp>
      <p:sp>
        <p:nvSpPr>
          <p:cNvPr id="3" name="Content Placeholder 2">
            <a:extLst>
              <a:ext uri="{FF2B5EF4-FFF2-40B4-BE49-F238E27FC236}">
                <a16:creationId xmlns:a16="http://schemas.microsoft.com/office/drawing/2014/main" id="{D626281A-FB5B-C34E-AB1C-DE8FB52759B6}"/>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Pro, Enterprise, and Education editions</a:t>
            </a:r>
          </a:p>
          <a:p>
            <a:r>
              <a:rPr lang="en-US" dirty="0">
                <a:latin typeface="Calibri"/>
                <a:ea typeface="Calibri"/>
                <a:cs typeface="Calibri"/>
              </a:rPr>
              <a:t>Domain support</a:t>
            </a:r>
          </a:p>
          <a:p>
            <a:r>
              <a:rPr lang="en-US" dirty="0">
                <a:latin typeface="Calibri"/>
                <a:ea typeface="Calibri"/>
                <a:cs typeface="Calibri"/>
              </a:rPr>
              <a:t>Group Policy Editor</a:t>
            </a:r>
          </a:p>
          <a:p>
            <a:r>
              <a:rPr lang="en-US" dirty="0">
                <a:latin typeface="Calibri"/>
                <a:ea typeface="Calibri"/>
                <a:cs typeface="Calibri"/>
              </a:rPr>
              <a:t>BitLocker</a:t>
            </a:r>
          </a:p>
          <a:p>
            <a:pPr lvl="1"/>
            <a:r>
              <a:rPr lang="en-US" dirty="0">
                <a:latin typeface="Calibri"/>
                <a:ea typeface="Calibri"/>
                <a:cs typeface="Calibri"/>
              </a:rPr>
              <a:t>Disk encryption for hard drives and USB (not in Home edition)</a:t>
            </a:r>
          </a:p>
          <a:p>
            <a:r>
              <a:rPr lang="en-US" dirty="0">
                <a:latin typeface="Calibri"/>
                <a:ea typeface="Calibri"/>
                <a:cs typeface="Calibri"/>
              </a:rPr>
              <a:t>RDP</a:t>
            </a:r>
          </a:p>
          <a:p>
            <a:pPr lvl="1"/>
            <a:r>
              <a:rPr lang="en-US" dirty="0">
                <a:latin typeface="Calibri"/>
                <a:ea typeface="Calibri"/>
                <a:cs typeface="Calibri"/>
              </a:rPr>
              <a:t>Client and server (Home only has RDP Client)</a:t>
            </a:r>
            <a:endParaRPr lang="en-US" dirty="0">
              <a:ea typeface="Calibri"/>
            </a:endParaRPr>
          </a:p>
        </p:txBody>
      </p:sp>
      <p:sp>
        <p:nvSpPr>
          <p:cNvPr id="4" name="Slide Number Placeholder 3">
            <a:extLst>
              <a:ext uri="{FF2B5EF4-FFF2-40B4-BE49-F238E27FC236}">
                <a16:creationId xmlns:a16="http://schemas.microsoft.com/office/drawing/2014/main" id="{F011CDEA-3BCB-702C-4CE7-F6E0F6361AD4}"/>
              </a:ext>
            </a:extLst>
          </p:cNvPr>
          <p:cNvSpPr>
            <a:spLocks noGrp="1"/>
          </p:cNvSpPr>
          <p:nvPr>
            <p:ph type="sldNum" sz="quarter" idx="10"/>
          </p:nvPr>
        </p:nvSpPr>
        <p:spPr/>
        <p:txBody>
          <a:bodyPr/>
          <a:lstStyle/>
          <a:p>
            <a:fld id="{B7CF8A19-3A9E-4ABC-B336-2FDDE321C72D}" type="slidenum">
              <a:rPr lang="en-US" smtClean="0"/>
              <a:pPr/>
              <a:t>7</a:t>
            </a:fld>
            <a:endParaRPr lang="en-US"/>
          </a:p>
        </p:txBody>
      </p:sp>
    </p:spTree>
    <p:custDataLst>
      <p:tags r:id="rId1"/>
    </p:custDataLst>
    <p:extLst>
      <p:ext uri="{BB962C8B-B14F-4D97-AF65-F5344CB8AC3E}">
        <p14:creationId xmlns:p14="http://schemas.microsoft.com/office/powerpoint/2010/main" val="3169366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959CE-E8A6-7774-EBC2-43B08810265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8D2E8D4-2F17-3D2C-7952-D0C3A7AB2EAD}"/>
              </a:ext>
            </a:extLst>
          </p:cNvPr>
          <p:cNvSpPr>
            <a:spLocks noGrp="1"/>
          </p:cNvSpPr>
          <p:nvPr>
            <p:ph type="title"/>
          </p:nvPr>
        </p:nvSpPr>
        <p:spPr/>
        <p:txBody>
          <a:bodyPr/>
          <a:lstStyle/>
          <a:p>
            <a:r>
              <a:rPr lang="en-US" b="1" i="0">
                <a:solidFill>
                  <a:srgbClr val="253644"/>
                </a:solidFill>
                <a:effectLst/>
              </a:rPr>
              <a:t>Windows Pro and Enterprise Editions </a:t>
            </a:r>
            <a:r>
              <a:rPr lang="en-US" sz="2000" b="1" i="0">
                <a:solidFill>
                  <a:srgbClr val="253644"/>
                </a:solidFill>
                <a:effectLst/>
              </a:rPr>
              <a:t>(Slide 1 of 2)</a:t>
            </a:r>
            <a:endParaRPr lang="en-US" sz="2000">
              <a:solidFill>
                <a:srgbClr val="253644"/>
              </a:solidFill>
            </a:endParaRPr>
          </a:p>
        </p:txBody>
      </p:sp>
      <p:sp>
        <p:nvSpPr>
          <p:cNvPr id="3" name="Content Placeholder 2">
            <a:extLst>
              <a:ext uri="{FF2B5EF4-FFF2-40B4-BE49-F238E27FC236}">
                <a16:creationId xmlns:a16="http://schemas.microsoft.com/office/drawing/2014/main" id="{C6F96774-36B8-B8FC-7220-DEB733B577E6}"/>
              </a:ext>
            </a:extLst>
          </p:cNvPr>
          <p:cNvSpPr>
            <a:spLocks noGrp="1"/>
          </p:cNvSpPr>
          <p:nvPr>
            <p:ph idx="1"/>
          </p:nvPr>
        </p:nvSpPr>
        <p:spPr>
          <a:xfrm>
            <a:off x="146050" y="746759"/>
            <a:ext cx="8066925" cy="4337605"/>
          </a:xfrm>
        </p:spPr>
        <p:txBody>
          <a:bodyPr vert="horz" lIns="91440" tIns="45720" rIns="91440" bIns="45720" rtlCol="0" anchor="t">
            <a:normAutofit lnSpcReduction="10000"/>
          </a:bodyPr>
          <a:lstStyle/>
          <a:p>
            <a:r>
              <a:rPr lang="en-US" dirty="0">
                <a:latin typeface="Calibri"/>
                <a:ea typeface="Calibri"/>
                <a:cs typeface="Calibri"/>
              </a:rPr>
              <a:t>Pro</a:t>
            </a:r>
          </a:p>
          <a:p>
            <a:pPr lvl="1"/>
            <a:r>
              <a:rPr lang="en-US" dirty="0">
                <a:latin typeface="Calibri"/>
                <a:ea typeface="Calibri"/>
                <a:cs typeface="Calibri"/>
              </a:rPr>
              <a:t>OEM, retail, volume licensing</a:t>
            </a:r>
          </a:p>
          <a:p>
            <a:pPr lvl="1"/>
            <a:r>
              <a:rPr lang="en-US" dirty="0">
                <a:latin typeface="Calibri"/>
                <a:ea typeface="Calibri"/>
                <a:cs typeface="Calibri"/>
              </a:rPr>
              <a:t>Pro for Workstations is same as Pro but support for larger memory and advanced hardware</a:t>
            </a:r>
          </a:p>
          <a:p>
            <a:r>
              <a:rPr lang="en-US" dirty="0">
                <a:latin typeface="Calibri"/>
                <a:ea typeface="Calibri"/>
                <a:cs typeface="Calibri"/>
              </a:rPr>
              <a:t>Enterprise and Education</a:t>
            </a:r>
          </a:p>
          <a:p>
            <a:pPr lvl="1"/>
            <a:r>
              <a:rPr lang="en-US" dirty="0">
                <a:latin typeface="Calibri"/>
                <a:ea typeface="Calibri"/>
                <a:cs typeface="Calibri"/>
              </a:rPr>
              <a:t>Volume licensing only</a:t>
            </a:r>
          </a:p>
          <a:p>
            <a:pPr lvl="1"/>
            <a:r>
              <a:rPr lang="en-US" dirty="0">
                <a:latin typeface="Calibri"/>
                <a:ea typeface="Calibri"/>
                <a:cs typeface="Calibri"/>
              </a:rPr>
              <a:t>DirectAccess VPN, AppLocker, MS Desktop Optimization Pack</a:t>
            </a:r>
          </a:p>
          <a:p>
            <a:r>
              <a:rPr lang="en-US" dirty="0">
                <a:latin typeface="Calibri"/>
                <a:ea typeface="Calibri"/>
                <a:cs typeface="Calibri"/>
              </a:rPr>
              <a:t>128 core max (Pro and Education)</a:t>
            </a:r>
          </a:p>
          <a:p>
            <a:r>
              <a:rPr lang="en-US" dirty="0">
                <a:latin typeface="Calibri"/>
                <a:ea typeface="Calibri"/>
                <a:cs typeface="Calibri"/>
              </a:rPr>
              <a:t>256 core max (Pro for Workstations and Enterprise)</a:t>
            </a:r>
            <a:endParaRPr lang="en-US" dirty="0"/>
          </a:p>
          <a:p>
            <a:r>
              <a:rPr lang="en-US" dirty="0">
                <a:latin typeface="Calibri"/>
                <a:ea typeface="Calibri"/>
                <a:cs typeface="Calibri"/>
              </a:rPr>
              <a:t>2TB RAM (Pro and Education)</a:t>
            </a:r>
            <a:endParaRPr lang="en-US" dirty="0">
              <a:ea typeface="Calibri"/>
            </a:endParaRPr>
          </a:p>
          <a:p>
            <a:r>
              <a:rPr lang="en-US" dirty="0">
                <a:latin typeface="Calibri"/>
                <a:ea typeface="Calibri"/>
                <a:cs typeface="Calibri"/>
              </a:rPr>
              <a:t>6TB RAM (Pro for Workstations and Enterprise)</a:t>
            </a:r>
            <a:endParaRPr lang="en-US" dirty="0">
              <a:ea typeface="Calibri"/>
            </a:endParaRPr>
          </a:p>
          <a:p>
            <a:endParaRPr lang="en-US" dirty="0">
              <a:ea typeface="Calibri"/>
            </a:endParaRPr>
          </a:p>
        </p:txBody>
      </p:sp>
      <p:sp>
        <p:nvSpPr>
          <p:cNvPr id="4" name="Slide Number Placeholder 3">
            <a:extLst>
              <a:ext uri="{FF2B5EF4-FFF2-40B4-BE49-F238E27FC236}">
                <a16:creationId xmlns:a16="http://schemas.microsoft.com/office/drawing/2014/main" id="{ED45EAE5-06A0-6677-46A9-B93827B7FB3E}"/>
              </a:ext>
            </a:extLst>
          </p:cNvPr>
          <p:cNvSpPr>
            <a:spLocks noGrp="1"/>
          </p:cNvSpPr>
          <p:nvPr>
            <p:ph type="sldNum" sz="quarter" idx="10"/>
          </p:nvPr>
        </p:nvSpPr>
        <p:spPr/>
        <p:txBody>
          <a:bodyPr/>
          <a:lstStyle/>
          <a:p>
            <a:fld id="{B7CF8A19-3A9E-4ABC-B336-2FDDE321C72D}" type="slidenum">
              <a:rPr lang="en-US" smtClean="0"/>
              <a:pPr/>
              <a:t>8</a:t>
            </a:fld>
            <a:endParaRPr lang="en-US"/>
          </a:p>
        </p:txBody>
      </p:sp>
    </p:spTree>
    <p:custDataLst>
      <p:tags r:id="rId1"/>
    </p:custDataLst>
    <p:extLst>
      <p:ext uri="{BB962C8B-B14F-4D97-AF65-F5344CB8AC3E}">
        <p14:creationId xmlns:p14="http://schemas.microsoft.com/office/powerpoint/2010/main" val="2436142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DFED-F59B-382A-DD40-E60F5EBFDD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686F3-C6B9-2FF3-CF9E-AB3478B32514}"/>
              </a:ext>
            </a:extLst>
          </p:cNvPr>
          <p:cNvSpPr>
            <a:spLocks noGrp="1"/>
          </p:cNvSpPr>
          <p:nvPr>
            <p:ph type="title"/>
          </p:nvPr>
        </p:nvSpPr>
        <p:spPr/>
        <p:txBody>
          <a:bodyPr/>
          <a:lstStyle/>
          <a:p>
            <a:r>
              <a:rPr lang="en-US" b="1" i="0">
                <a:solidFill>
                  <a:srgbClr val="253644"/>
                </a:solidFill>
                <a:effectLst/>
              </a:rPr>
              <a:t>Windows Pro and Enterprise Editions </a:t>
            </a:r>
            <a:r>
              <a:rPr lang="en-US" sz="2000" b="1" i="0">
                <a:solidFill>
                  <a:srgbClr val="253644"/>
                </a:solidFill>
                <a:effectLst/>
              </a:rPr>
              <a:t>(Slide 2 of 2)</a:t>
            </a:r>
            <a:endParaRPr lang="en-US" sz="2000"/>
          </a:p>
        </p:txBody>
      </p:sp>
      <p:sp>
        <p:nvSpPr>
          <p:cNvPr id="4" name="Content Placeholder 11">
            <a:extLst>
              <a:ext uri="{FF2B5EF4-FFF2-40B4-BE49-F238E27FC236}">
                <a16:creationId xmlns:a16="http://schemas.microsoft.com/office/drawing/2014/main" id="{B0E08A08-87EE-62E9-9EE5-157B5FEFB5BB}"/>
              </a:ext>
            </a:extLst>
          </p:cNvPr>
          <p:cNvSpPr txBox="1">
            <a:spLocks/>
          </p:cNvSpPr>
          <p:nvPr/>
        </p:nvSpPr>
        <p:spPr>
          <a:xfrm>
            <a:off x="1746590" y="4860980"/>
            <a:ext cx="5650815"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a:t>Screenshot courtesy of Microsoft.</a:t>
            </a:r>
          </a:p>
        </p:txBody>
      </p:sp>
      <p:pic>
        <p:nvPicPr>
          <p:cNvPr id="6" name="Picture 5" descr="Windows 10, About page displaying device specifications and windows specifications.">
            <a:extLst>
              <a:ext uri="{FF2B5EF4-FFF2-40B4-BE49-F238E27FC236}">
                <a16:creationId xmlns:a16="http://schemas.microsoft.com/office/drawing/2014/main" id="{337C3279-81DA-91D2-D046-A1923997777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9303" y="752959"/>
            <a:ext cx="5585387" cy="4082854"/>
          </a:xfrm>
          <a:prstGeom prst="rect">
            <a:avLst/>
          </a:prstGeom>
          <a:noFill/>
          <a:ln>
            <a:noFill/>
          </a:ln>
        </p:spPr>
      </p:pic>
      <p:sp>
        <p:nvSpPr>
          <p:cNvPr id="3" name="Slide Number Placeholder 2">
            <a:extLst>
              <a:ext uri="{FF2B5EF4-FFF2-40B4-BE49-F238E27FC236}">
                <a16:creationId xmlns:a16="http://schemas.microsoft.com/office/drawing/2014/main" id="{FC398259-777A-5465-2F7E-A7C2224B16B6}"/>
              </a:ext>
            </a:extLst>
          </p:cNvPr>
          <p:cNvSpPr>
            <a:spLocks noGrp="1"/>
          </p:cNvSpPr>
          <p:nvPr>
            <p:ph type="sldNum" sz="quarter" idx="10"/>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2314844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413A8-734C-E92A-6A72-C78D0E33464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C52A6CF-2D56-84AA-EC59-401D39699E0E}"/>
              </a:ext>
            </a:extLst>
          </p:cNvPr>
          <p:cNvSpPr>
            <a:spLocks noGrp="1"/>
          </p:cNvSpPr>
          <p:nvPr>
            <p:ph type="title"/>
          </p:nvPr>
        </p:nvSpPr>
        <p:spPr/>
        <p:txBody>
          <a:bodyPr/>
          <a:lstStyle/>
          <a:p>
            <a:pPr marL="71755"/>
            <a:r>
              <a:rPr lang="en-US" b="1" i="0">
                <a:solidFill>
                  <a:srgbClr val="253644"/>
                </a:solidFill>
                <a:effectLst/>
                <a:latin typeface="Calibri"/>
                <a:ea typeface="Calibri"/>
                <a:cs typeface="Calibri"/>
              </a:rPr>
              <a:t>Windows Upgrade Paths and Feature Updates</a:t>
            </a:r>
            <a:endParaRPr lang="en-US" sz="2000">
              <a:solidFill>
                <a:srgbClr val="253644"/>
              </a:solidFill>
              <a:latin typeface="Calibri"/>
              <a:ea typeface="Calibri"/>
              <a:cs typeface="Calibri"/>
            </a:endParaRPr>
          </a:p>
        </p:txBody>
      </p:sp>
      <p:sp>
        <p:nvSpPr>
          <p:cNvPr id="3" name="Content Placeholder 2">
            <a:extLst>
              <a:ext uri="{FF2B5EF4-FFF2-40B4-BE49-F238E27FC236}">
                <a16:creationId xmlns:a16="http://schemas.microsoft.com/office/drawing/2014/main" id="{44ADAE90-941F-DCBD-C355-28906387842C}"/>
              </a:ext>
            </a:extLst>
          </p:cNvPr>
          <p:cNvSpPr>
            <a:spLocks noGrp="1"/>
          </p:cNvSpPr>
          <p:nvPr>
            <p:ph idx="1"/>
          </p:nvPr>
        </p:nvSpPr>
        <p:spPr>
          <a:xfrm>
            <a:off x="146050" y="746760"/>
            <a:ext cx="8066925" cy="4212866"/>
          </a:xfrm>
        </p:spPr>
        <p:txBody>
          <a:bodyPr vert="horz" lIns="91440" tIns="45720" rIns="91440" bIns="45720" rtlCol="0" anchor="t">
            <a:normAutofit/>
          </a:bodyPr>
          <a:lstStyle/>
          <a:p>
            <a:r>
              <a:rPr lang="en-US" dirty="0">
                <a:latin typeface="Calibri"/>
                <a:ea typeface="Calibri"/>
                <a:cs typeface="Calibri"/>
              </a:rPr>
              <a:t>From Windows 10 to 11</a:t>
            </a:r>
            <a:endParaRPr lang="en-US" dirty="0">
              <a:ea typeface="Calibri"/>
            </a:endParaRPr>
          </a:p>
          <a:p>
            <a:pPr lvl="1"/>
            <a:r>
              <a:rPr lang="en-US" dirty="0" err="1">
                <a:latin typeface="Calibri"/>
                <a:ea typeface="Calibri"/>
                <a:cs typeface="Calibri"/>
              </a:rPr>
              <a:t>TPM</a:t>
            </a:r>
            <a:r>
              <a:rPr lang="en-US" dirty="0">
                <a:latin typeface="Calibri"/>
                <a:ea typeface="Calibri"/>
                <a:cs typeface="Calibri"/>
              </a:rPr>
              <a:t> 2.0, UEFI with Secure Boot, supported processor</a:t>
            </a:r>
          </a:p>
          <a:p>
            <a:pPr lvl="1"/>
            <a:r>
              <a:rPr lang="en-US" dirty="0">
                <a:latin typeface="Calibri"/>
                <a:ea typeface="Calibri"/>
                <a:cs typeface="Calibri"/>
              </a:rPr>
              <a:t>Upgrade with same edition or from Home to Pro </a:t>
            </a:r>
          </a:p>
          <a:p>
            <a:pPr lvl="1"/>
            <a:r>
              <a:rPr lang="en-US" dirty="0">
                <a:latin typeface="Calibri"/>
                <a:ea typeface="Calibri"/>
                <a:cs typeface="Calibri"/>
              </a:rPr>
              <a:t>Need license to update from Home to Enterprise </a:t>
            </a:r>
          </a:p>
          <a:p>
            <a:pPr lvl="1"/>
            <a:r>
              <a:rPr lang="en-US" dirty="0">
                <a:latin typeface="Calibri"/>
                <a:ea typeface="Calibri"/>
                <a:cs typeface="Calibri"/>
              </a:rPr>
              <a:t>Downgrade from Pro to Home</a:t>
            </a:r>
          </a:p>
          <a:p>
            <a:r>
              <a:rPr lang="en-US" dirty="0">
                <a:latin typeface="Calibri"/>
                <a:ea typeface="Calibri"/>
                <a:cs typeface="Calibri"/>
              </a:rPr>
              <a:t>Win 10</a:t>
            </a:r>
          </a:p>
          <a:p>
            <a:pPr lvl="1"/>
            <a:r>
              <a:rPr lang="en-US" dirty="0">
                <a:latin typeface="Calibri"/>
                <a:ea typeface="Calibri"/>
                <a:cs typeface="Calibri"/>
              </a:rPr>
              <a:t>Semi-annual feature updates</a:t>
            </a:r>
          </a:p>
          <a:p>
            <a:pPr lvl="1"/>
            <a:r>
              <a:rPr lang="en-US" dirty="0">
                <a:latin typeface="Calibri"/>
                <a:ea typeface="Calibri"/>
                <a:cs typeface="Calibri"/>
              </a:rPr>
              <a:t>Microsoft support ends Oct 2025</a:t>
            </a:r>
          </a:p>
          <a:p>
            <a:r>
              <a:rPr lang="en-US" dirty="0">
                <a:latin typeface="Calibri"/>
                <a:ea typeface="Calibri"/>
                <a:cs typeface="Calibri"/>
              </a:rPr>
              <a:t>Win 11</a:t>
            </a:r>
          </a:p>
          <a:p>
            <a:pPr lvl="1"/>
            <a:r>
              <a:rPr lang="en-US" dirty="0">
                <a:latin typeface="Calibri"/>
                <a:ea typeface="Calibri"/>
                <a:cs typeface="Calibri"/>
              </a:rPr>
              <a:t>Annual feature update cycle</a:t>
            </a:r>
          </a:p>
        </p:txBody>
      </p:sp>
      <p:sp>
        <p:nvSpPr>
          <p:cNvPr id="4" name="Slide Number Placeholder 3">
            <a:extLst>
              <a:ext uri="{FF2B5EF4-FFF2-40B4-BE49-F238E27FC236}">
                <a16:creationId xmlns:a16="http://schemas.microsoft.com/office/drawing/2014/main" id="{77286B2C-42C4-CC36-9B1B-988D8727A575}"/>
              </a:ext>
            </a:extLst>
          </p:cNvPr>
          <p:cNvSpPr>
            <a:spLocks noGrp="1"/>
          </p:cNvSpPr>
          <p:nvPr>
            <p:ph type="sldNum" sz="quarter" idx="10"/>
          </p:nvPr>
        </p:nvSpPr>
        <p:spPr/>
        <p:txBody>
          <a:bodyPr/>
          <a:lstStyle/>
          <a:p>
            <a:fld id="{B7CF8A19-3A9E-4ABC-B336-2FDDE321C72D}" type="slidenum">
              <a:rPr lang="en-US" smtClean="0"/>
              <a:pPr/>
              <a:t>10</a:t>
            </a:fld>
            <a:endParaRPr lang="en-US"/>
          </a:p>
        </p:txBody>
      </p:sp>
    </p:spTree>
    <p:custDataLst>
      <p:tags r:id="rId1"/>
    </p:custDataLst>
    <p:extLst>
      <p:ext uri="{BB962C8B-B14F-4D97-AF65-F5344CB8AC3E}">
        <p14:creationId xmlns:p14="http://schemas.microsoft.com/office/powerpoint/2010/main" val="254162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C704-052B-C54B-A996-63931C1872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B1D7C6-6A50-5E9C-3F50-A9E46AEF1132}"/>
              </a:ext>
            </a:extLst>
          </p:cNvPr>
          <p:cNvSpPr>
            <a:spLocks noGrp="1"/>
          </p:cNvSpPr>
          <p:nvPr>
            <p:ph sz="quarter" idx="14"/>
          </p:nvPr>
        </p:nvSpPr>
        <p:spPr/>
        <p:txBody>
          <a:bodyPr>
            <a:normAutofit/>
          </a:bodyPr>
          <a:lstStyle/>
          <a:p>
            <a:r>
              <a:rPr lang="en-US"/>
              <a:t>Lab: Windows 11 Features/Desktop</a:t>
            </a:r>
            <a:br>
              <a:rPr lang="en-US"/>
            </a:br>
            <a:r>
              <a:rPr lang="en-US" sz="2000"/>
              <a:t>(available in CertMaster Learn and CertMaster Perform)</a:t>
            </a:r>
          </a:p>
        </p:txBody>
      </p:sp>
      <p:sp>
        <p:nvSpPr>
          <p:cNvPr id="2" name="Slide Number Placeholder 1">
            <a:extLst>
              <a:ext uri="{FF2B5EF4-FFF2-40B4-BE49-F238E27FC236}">
                <a16:creationId xmlns:a16="http://schemas.microsoft.com/office/drawing/2014/main" id="{62C2B34C-E3CA-6FD2-9D6C-111DC9821A98}"/>
              </a:ext>
            </a:extLst>
          </p:cNvPr>
          <p:cNvSpPr>
            <a:spLocks noGrp="1"/>
          </p:cNvSpPr>
          <p:nvPr>
            <p:ph type="sldNum" sz="quarter" idx="13"/>
          </p:nvPr>
        </p:nvSpPr>
        <p:spPr/>
        <p:txBody>
          <a:bodyPr/>
          <a:lstStyle/>
          <a:p>
            <a:fld id="{B7CF8A19-3A9E-4ABC-B336-2FDDE321C72D}" type="slidenum">
              <a:rPr lang="en-US" smtClean="0"/>
              <a:pPr/>
              <a:t>11</a:t>
            </a:fld>
            <a:endParaRPr lang="en-US"/>
          </a:p>
        </p:txBody>
      </p:sp>
    </p:spTree>
    <p:custDataLst>
      <p:tags r:id="rId1"/>
    </p:custDataLst>
    <p:extLst>
      <p:ext uri="{BB962C8B-B14F-4D97-AF65-F5344CB8AC3E}">
        <p14:creationId xmlns:p14="http://schemas.microsoft.com/office/powerpoint/2010/main" val="1169523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300C6D-BC0D-637A-EE53-7959660BA3DB}"/>
              </a:ext>
            </a:extLst>
          </p:cNvPr>
          <p:cNvSpPr>
            <a:spLocks noGrp="1"/>
          </p:cNvSpPr>
          <p:nvPr>
            <p:ph type="title"/>
          </p:nvPr>
        </p:nvSpPr>
        <p:spPr/>
        <p:txBody>
          <a:bodyPr/>
          <a:lstStyle/>
          <a:p>
            <a:r>
              <a:rPr lang="en-US"/>
              <a:t>Windows Editions</a:t>
            </a:r>
          </a:p>
        </p:txBody>
      </p:sp>
      <p:sp>
        <p:nvSpPr>
          <p:cNvPr id="2" name="Content Placeholder 1">
            <a:extLst>
              <a:ext uri="{FF2B5EF4-FFF2-40B4-BE49-F238E27FC236}">
                <a16:creationId xmlns:a16="http://schemas.microsoft.com/office/drawing/2014/main" id="{CC05FF38-6BD6-38E2-A21F-D565CE8948E1}"/>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a:t>Windows Versions</a:t>
            </a:r>
          </a:p>
          <a:p>
            <a:r>
              <a:rPr lang="en-US"/>
              <a:t>Windows Home Edition</a:t>
            </a:r>
          </a:p>
          <a:p>
            <a:r>
              <a:rPr lang="en-US"/>
              <a:t>Work and Education Features</a:t>
            </a:r>
          </a:p>
          <a:p>
            <a:r>
              <a:rPr lang="en-US"/>
              <a:t>Windows Pro and Enterprise Editions</a:t>
            </a:r>
          </a:p>
          <a:p>
            <a:r>
              <a:rPr lang="en-US"/>
              <a:t>Windows Upgrade Paths and Feature Updates </a:t>
            </a:r>
          </a:p>
        </p:txBody>
      </p:sp>
      <p:sp>
        <p:nvSpPr>
          <p:cNvPr id="4" name="Slide Number Placeholder 3">
            <a:extLst>
              <a:ext uri="{FF2B5EF4-FFF2-40B4-BE49-F238E27FC236}">
                <a16:creationId xmlns:a16="http://schemas.microsoft.com/office/drawing/2014/main" id="{D5165A82-C785-4841-4A6F-B52692AEAA9A}"/>
              </a:ext>
            </a:extLst>
          </p:cNvPr>
          <p:cNvSpPr>
            <a:spLocks noGrp="1"/>
          </p:cNvSpPr>
          <p:nvPr>
            <p:ph type="sldNum" sz="quarter" idx="12"/>
          </p:nvPr>
        </p:nvSpPr>
        <p:spPr/>
        <p:txBody>
          <a:bodyPr/>
          <a:lstStyle/>
          <a:p>
            <a:fld id="{B7CF8A19-3A9E-4ABC-B336-2FDDE321C72D}" type="slidenum">
              <a:rPr lang="en-US" smtClean="0"/>
              <a:pPr/>
              <a:t>12</a:t>
            </a:fld>
            <a:endParaRPr lang="en-US"/>
          </a:p>
        </p:txBody>
      </p:sp>
    </p:spTree>
    <p:custDataLst>
      <p:tags r:id="rId1"/>
    </p:custDataLst>
    <p:extLst>
      <p:ext uri="{BB962C8B-B14F-4D97-AF65-F5344CB8AC3E}">
        <p14:creationId xmlns:p14="http://schemas.microsoft.com/office/powerpoint/2010/main" val="1878458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0C41F-A5C9-C572-B03F-067825DC5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0521E-1914-68F8-1976-F11F2B96AA83}"/>
              </a:ext>
            </a:extLst>
          </p:cNvPr>
          <p:cNvSpPr>
            <a:spLocks noGrp="1"/>
          </p:cNvSpPr>
          <p:nvPr>
            <p:ph type="ctrTitle"/>
          </p:nvPr>
        </p:nvSpPr>
        <p:spPr/>
        <p:txBody>
          <a:bodyPr/>
          <a:lstStyle/>
          <a:p>
            <a:r>
              <a:rPr lang="en-US"/>
              <a:t>OS Installations and Upgrades</a:t>
            </a:r>
          </a:p>
        </p:txBody>
      </p:sp>
      <p:sp>
        <p:nvSpPr>
          <p:cNvPr id="3" name="Subtitle 2">
            <a:extLst>
              <a:ext uri="{FF2B5EF4-FFF2-40B4-BE49-F238E27FC236}">
                <a16:creationId xmlns:a16="http://schemas.microsoft.com/office/drawing/2014/main" id="{59445AF6-5F6C-BC38-60CF-3F6245CB4D2E}"/>
              </a:ext>
            </a:extLst>
          </p:cNvPr>
          <p:cNvSpPr>
            <a:spLocks noGrp="1"/>
          </p:cNvSpPr>
          <p:nvPr>
            <p:ph type="subTitle" idx="1"/>
          </p:nvPr>
        </p:nvSpPr>
        <p:spPr/>
        <p:txBody>
          <a:bodyPr/>
          <a:lstStyle/>
          <a:p>
            <a:r>
              <a:rPr lang="en-US"/>
              <a:t>Lesson 16.2</a:t>
            </a:r>
          </a:p>
        </p:txBody>
      </p:sp>
      <p:sp>
        <p:nvSpPr>
          <p:cNvPr id="4" name="Slide Number Placeholder 3">
            <a:extLst>
              <a:ext uri="{FF2B5EF4-FFF2-40B4-BE49-F238E27FC236}">
                <a16:creationId xmlns:a16="http://schemas.microsoft.com/office/drawing/2014/main" id="{8F5ACDD8-4836-6B68-6390-624D82851D7A}"/>
              </a:ext>
            </a:extLst>
          </p:cNvPr>
          <p:cNvSpPr>
            <a:spLocks noGrp="1"/>
          </p:cNvSpPr>
          <p:nvPr>
            <p:ph type="sldNum" sz="quarter" idx="10"/>
          </p:nvPr>
        </p:nvSpPr>
        <p:spPr/>
        <p:txBody>
          <a:bodyPr/>
          <a:lstStyle/>
          <a:p>
            <a:fld id="{B7CF8A19-3A9E-4ABC-B336-2FDDE321C72D}" type="slidenum">
              <a:rPr lang="en-US" smtClean="0"/>
              <a:pPr/>
              <a:t>13</a:t>
            </a:fld>
            <a:endParaRPr lang="en-US"/>
          </a:p>
        </p:txBody>
      </p:sp>
    </p:spTree>
    <p:custDataLst>
      <p:tags r:id="rId1"/>
    </p:custDataLst>
    <p:extLst>
      <p:ext uri="{BB962C8B-B14F-4D97-AF65-F5344CB8AC3E}">
        <p14:creationId xmlns:p14="http://schemas.microsoft.com/office/powerpoint/2010/main" val="1686946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8F516-2144-2880-0ED4-319C5173F40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82733FE-6065-9A21-DA5F-E34869F5B992}"/>
              </a:ext>
            </a:extLst>
          </p:cNvPr>
          <p:cNvSpPr>
            <a:spLocks noGrp="1"/>
          </p:cNvSpPr>
          <p:nvPr>
            <p:ph type="title"/>
          </p:nvPr>
        </p:nvSpPr>
        <p:spPr/>
        <p:txBody>
          <a:bodyPr/>
          <a:lstStyle/>
          <a:p>
            <a:r>
              <a:rPr lang="en-US" b="1" i="0">
                <a:solidFill>
                  <a:srgbClr val="253644"/>
                </a:solidFill>
                <a:effectLst/>
              </a:rPr>
              <a:t>Installation and Upgrade Considerations</a:t>
            </a:r>
            <a:endParaRPr lang="en-US" sz="2000">
              <a:solidFill>
                <a:srgbClr val="253644"/>
              </a:solidFill>
            </a:endParaRPr>
          </a:p>
        </p:txBody>
      </p:sp>
      <p:sp>
        <p:nvSpPr>
          <p:cNvPr id="3" name="Content Placeholder 2">
            <a:extLst>
              <a:ext uri="{FF2B5EF4-FFF2-40B4-BE49-F238E27FC236}">
                <a16:creationId xmlns:a16="http://schemas.microsoft.com/office/drawing/2014/main" id="{6792A312-3977-C898-24EB-8E74FD412136}"/>
              </a:ext>
            </a:extLst>
          </p:cNvPr>
          <p:cNvSpPr>
            <a:spLocks noGrp="1"/>
          </p:cNvSpPr>
          <p:nvPr>
            <p:ph idx="1"/>
          </p:nvPr>
        </p:nvSpPr>
        <p:spPr>
          <a:xfrm>
            <a:off x="146050" y="746759"/>
            <a:ext cx="8066925" cy="4252623"/>
          </a:xfrm>
        </p:spPr>
        <p:txBody>
          <a:bodyPr vert="horz" lIns="91440" tIns="45720" rIns="91440" bIns="45720" rtlCol="0" anchor="t">
            <a:normAutofit lnSpcReduction="10000"/>
          </a:bodyPr>
          <a:lstStyle/>
          <a:p>
            <a:r>
              <a:rPr lang="en-US" dirty="0">
                <a:latin typeface="Calibri"/>
                <a:ea typeface="Calibri"/>
                <a:cs typeface="Calibri"/>
              </a:rPr>
              <a:t>Clean install</a:t>
            </a:r>
          </a:p>
          <a:p>
            <a:pPr lvl="1"/>
            <a:r>
              <a:rPr lang="en-US" dirty="0">
                <a:latin typeface="Calibri"/>
                <a:ea typeface="Calibri"/>
                <a:cs typeface="Calibri"/>
              </a:rPr>
              <a:t>Repartition and reformat drive then install</a:t>
            </a:r>
          </a:p>
          <a:p>
            <a:r>
              <a:rPr lang="en-US" dirty="0">
                <a:latin typeface="Calibri"/>
                <a:ea typeface="Calibri"/>
                <a:cs typeface="Calibri"/>
              </a:rPr>
              <a:t>In-place upgrade</a:t>
            </a:r>
            <a:endParaRPr lang="en-US" dirty="0">
              <a:ea typeface="Calibri"/>
            </a:endParaRPr>
          </a:p>
          <a:p>
            <a:pPr lvl="1"/>
            <a:r>
              <a:rPr lang="en-US" dirty="0">
                <a:latin typeface="Calibri"/>
                <a:ea typeface="Calibri"/>
                <a:cs typeface="Calibri"/>
              </a:rPr>
              <a:t>Updates existing OS install with new OS</a:t>
            </a:r>
          </a:p>
          <a:p>
            <a:pPr lvl="1"/>
            <a:r>
              <a:rPr lang="en-US" dirty="0">
                <a:latin typeface="Calibri"/>
                <a:ea typeface="Calibri"/>
                <a:cs typeface="Calibri"/>
              </a:rPr>
              <a:t>User data remains on system</a:t>
            </a:r>
            <a:endParaRPr lang="en-US" dirty="0">
              <a:ea typeface="Calibri"/>
            </a:endParaRPr>
          </a:p>
          <a:p>
            <a:r>
              <a:rPr lang="en-US" dirty="0">
                <a:latin typeface="Calibri"/>
                <a:ea typeface="Calibri"/>
                <a:cs typeface="Calibri"/>
              </a:rPr>
              <a:t>Considerations</a:t>
            </a:r>
          </a:p>
          <a:p>
            <a:pPr lvl="1"/>
            <a:r>
              <a:rPr lang="en-US" dirty="0">
                <a:latin typeface="Calibri"/>
                <a:ea typeface="Calibri"/>
                <a:cs typeface="Calibri"/>
              </a:rPr>
              <a:t>Hardware compatibility</a:t>
            </a:r>
          </a:p>
          <a:p>
            <a:pPr lvl="1"/>
            <a:r>
              <a:rPr lang="en-US" dirty="0">
                <a:latin typeface="Calibri"/>
                <a:ea typeface="Calibri"/>
                <a:cs typeface="Calibri"/>
              </a:rPr>
              <a:t>Application and driver support</a:t>
            </a:r>
          </a:p>
          <a:p>
            <a:pPr lvl="1"/>
            <a:r>
              <a:rPr lang="en-US" dirty="0">
                <a:latin typeface="Calibri"/>
                <a:ea typeface="Calibri"/>
                <a:cs typeface="Calibri"/>
              </a:rPr>
              <a:t>Backup files and user preferences</a:t>
            </a:r>
          </a:p>
          <a:p>
            <a:pPr lvl="1"/>
            <a:r>
              <a:rPr lang="en-US" dirty="0">
                <a:latin typeface="Calibri"/>
                <a:ea typeface="Calibri"/>
                <a:cs typeface="Calibri"/>
              </a:rPr>
              <a:t>Third-party drivers</a:t>
            </a:r>
          </a:p>
          <a:p>
            <a:r>
              <a:rPr lang="en-US" dirty="0">
                <a:latin typeface="Calibri"/>
                <a:ea typeface="Calibri"/>
                <a:cs typeface="Calibri"/>
              </a:rPr>
              <a:t>Feature updates</a:t>
            </a:r>
          </a:p>
        </p:txBody>
      </p:sp>
      <p:sp>
        <p:nvSpPr>
          <p:cNvPr id="4" name="Slide Number Placeholder 3">
            <a:extLst>
              <a:ext uri="{FF2B5EF4-FFF2-40B4-BE49-F238E27FC236}">
                <a16:creationId xmlns:a16="http://schemas.microsoft.com/office/drawing/2014/main" id="{6DC4EB87-9E37-D329-892E-1A667EEDF442}"/>
              </a:ext>
            </a:extLst>
          </p:cNvPr>
          <p:cNvSpPr>
            <a:spLocks noGrp="1"/>
          </p:cNvSpPr>
          <p:nvPr>
            <p:ph type="sldNum" sz="quarter" idx="10"/>
          </p:nvPr>
        </p:nvSpPr>
        <p:spPr/>
        <p:txBody>
          <a:bodyPr/>
          <a:lstStyle/>
          <a:p>
            <a:fld id="{B7CF8A19-3A9E-4ABC-B336-2FDDE321C72D}" type="slidenum">
              <a:rPr lang="en-US" smtClean="0"/>
              <a:pPr/>
              <a:t>14</a:t>
            </a:fld>
            <a:endParaRPr lang="en-US"/>
          </a:p>
        </p:txBody>
      </p:sp>
    </p:spTree>
    <p:custDataLst>
      <p:tags r:id="rId1"/>
    </p:custDataLst>
    <p:extLst>
      <p:ext uri="{BB962C8B-B14F-4D97-AF65-F5344CB8AC3E}">
        <p14:creationId xmlns:p14="http://schemas.microsoft.com/office/powerpoint/2010/main" val="3696803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0A3CD-D6EB-7C33-47EC-77C36350E9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C6C2F11-E5E9-544E-D5BA-61378BDA710D}"/>
              </a:ext>
            </a:extLst>
          </p:cNvPr>
          <p:cNvSpPr>
            <a:spLocks noGrp="1"/>
          </p:cNvSpPr>
          <p:nvPr>
            <p:ph type="title"/>
          </p:nvPr>
        </p:nvSpPr>
        <p:spPr/>
        <p:txBody>
          <a:bodyPr/>
          <a:lstStyle/>
          <a:p>
            <a:r>
              <a:rPr lang="en-US" b="1" i="0">
                <a:solidFill>
                  <a:srgbClr val="253644"/>
                </a:solidFill>
                <a:effectLst/>
              </a:rPr>
              <a:t>Unattended Installations </a:t>
            </a:r>
            <a:r>
              <a:rPr lang="en-US" sz="2000" b="1" i="0">
                <a:solidFill>
                  <a:srgbClr val="253644"/>
                </a:solidFill>
                <a:effectLst/>
              </a:rPr>
              <a:t>(Slide 1 of 2)</a:t>
            </a:r>
            <a:endParaRPr lang="en-US" sz="2000">
              <a:solidFill>
                <a:srgbClr val="253644"/>
              </a:solidFill>
            </a:endParaRPr>
          </a:p>
        </p:txBody>
      </p:sp>
      <p:sp>
        <p:nvSpPr>
          <p:cNvPr id="3" name="Content Placeholder 2">
            <a:extLst>
              <a:ext uri="{FF2B5EF4-FFF2-40B4-BE49-F238E27FC236}">
                <a16:creationId xmlns:a16="http://schemas.microsoft.com/office/drawing/2014/main" id="{751CFCD8-173E-A807-B6E7-F65A0EF16CD6}"/>
              </a:ext>
            </a:extLst>
          </p:cNvPr>
          <p:cNvSpPr>
            <a:spLocks noGrp="1"/>
          </p:cNvSpPr>
          <p:nvPr>
            <p:ph idx="1"/>
          </p:nvPr>
        </p:nvSpPr>
        <p:spPr>
          <a:xfrm>
            <a:off x="146050" y="746760"/>
            <a:ext cx="8391766" cy="4046220"/>
          </a:xfrm>
        </p:spPr>
        <p:txBody>
          <a:bodyPr vert="horz" lIns="91440" tIns="45720" rIns="91440" bIns="45720" rtlCol="0" anchor="t">
            <a:normAutofit/>
          </a:bodyPr>
          <a:lstStyle/>
          <a:p>
            <a:r>
              <a:rPr lang="en-US" dirty="0">
                <a:latin typeface="Calibri"/>
                <a:ea typeface="Calibri"/>
                <a:cs typeface="Calibri"/>
              </a:rPr>
              <a:t>Image deployment with answer file</a:t>
            </a:r>
          </a:p>
          <a:p>
            <a:r>
              <a:rPr lang="en-US" dirty="0">
                <a:latin typeface="Calibri"/>
                <a:ea typeface="Calibri"/>
                <a:cs typeface="Calibri"/>
              </a:rPr>
              <a:t>Network-pushed installation</a:t>
            </a:r>
          </a:p>
          <a:p>
            <a:pPr lvl="1"/>
            <a:r>
              <a:rPr lang="en-US" dirty="0">
                <a:latin typeface="Calibri"/>
                <a:ea typeface="Calibri"/>
                <a:cs typeface="Calibri"/>
              </a:rPr>
              <a:t>Zero-touch install </a:t>
            </a:r>
          </a:p>
          <a:p>
            <a:pPr lvl="2"/>
            <a:r>
              <a:rPr lang="en-US" dirty="0">
                <a:latin typeface="Calibri"/>
                <a:ea typeface="Calibri"/>
                <a:cs typeface="Calibri"/>
              </a:rPr>
              <a:t>Remote install using cloud-based service to deploy the image onto hardware</a:t>
            </a:r>
            <a:endParaRPr lang="en-US" dirty="0">
              <a:ea typeface="Calibri"/>
            </a:endParaRPr>
          </a:p>
        </p:txBody>
      </p:sp>
      <p:sp>
        <p:nvSpPr>
          <p:cNvPr id="4" name="Slide Number Placeholder 3">
            <a:extLst>
              <a:ext uri="{FF2B5EF4-FFF2-40B4-BE49-F238E27FC236}">
                <a16:creationId xmlns:a16="http://schemas.microsoft.com/office/drawing/2014/main" id="{EAC9F2D3-B19C-74DD-AD25-6DAE50A7DE1D}"/>
              </a:ext>
            </a:extLst>
          </p:cNvPr>
          <p:cNvSpPr>
            <a:spLocks noGrp="1"/>
          </p:cNvSpPr>
          <p:nvPr>
            <p:ph type="sldNum" sz="quarter" idx="10"/>
          </p:nvPr>
        </p:nvSpPr>
        <p:spPr/>
        <p:txBody>
          <a:bodyPr/>
          <a:lstStyle/>
          <a:p>
            <a:fld id="{B7CF8A19-3A9E-4ABC-B336-2FDDE321C72D}" type="slidenum">
              <a:rPr lang="en-US" smtClean="0"/>
              <a:pPr/>
              <a:t>15</a:t>
            </a:fld>
            <a:endParaRPr lang="en-US"/>
          </a:p>
        </p:txBody>
      </p:sp>
    </p:spTree>
    <p:custDataLst>
      <p:tags r:id="rId1"/>
    </p:custDataLst>
    <p:extLst>
      <p:ext uri="{BB962C8B-B14F-4D97-AF65-F5344CB8AC3E}">
        <p14:creationId xmlns:p14="http://schemas.microsoft.com/office/powerpoint/2010/main" val="997790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488B4-F421-CED0-5360-A646041544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0C203-6112-0712-99E8-C55339CB3ADE}"/>
              </a:ext>
            </a:extLst>
          </p:cNvPr>
          <p:cNvSpPr>
            <a:spLocks noGrp="1"/>
          </p:cNvSpPr>
          <p:nvPr>
            <p:ph type="title"/>
          </p:nvPr>
        </p:nvSpPr>
        <p:spPr/>
        <p:txBody>
          <a:bodyPr/>
          <a:lstStyle/>
          <a:p>
            <a:r>
              <a:rPr lang="en-US" b="1" i="0">
                <a:solidFill>
                  <a:srgbClr val="253644"/>
                </a:solidFill>
                <a:effectLst/>
              </a:rPr>
              <a:t>Unattended Installations </a:t>
            </a:r>
            <a:r>
              <a:rPr lang="en-US" sz="2000" b="1" i="0">
                <a:solidFill>
                  <a:srgbClr val="253644"/>
                </a:solidFill>
                <a:effectLst/>
              </a:rPr>
              <a:t>(Slide 2 of 2)</a:t>
            </a:r>
            <a:endParaRPr lang="en-US" sz="2000"/>
          </a:p>
        </p:txBody>
      </p:sp>
      <p:pic>
        <p:nvPicPr>
          <p:cNvPr id="5" name="Picture 4" descr="Windows System Image Manager displaying an unattended file">
            <a:extLst>
              <a:ext uri="{FF2B5EF4-FFF2-40B4-BE49-F238E27FC236}">
                <a16:creationId xmlns:a16="http://schemas.microsoft.com/office/drawing/2014/main" id="{C99AF7A4-2871-4D3D-3621-E1C5D36C65FA}"/>
              </a:ext>
            </a:extLst>
          </p:cNvPr>
          <p:cNvPicPr>
            <a:picLocks noChangeAspect="1"/>
          </p:cNvPicPr>
          <p:nvPr/>
        </p:nvPicPr>
        <p:blipFill>
          <a:blip r:embed="rId3"/>
          <a:stretch>
            <a:fillRect/>
          </a:stretch>
        </p:blipFill>
        <p:spPr>
          <a:xfrm>
            <a:off x="1860372" y="742877"/>
            <a:ext cx="5423255" cy="4126035"/>
          </a:xfrm>
          <a:prstGeom prst="rect">
            <a:avLst/>
          </a:prstGeom>
          <a:noFill/>
          <a:ln>
            <a:noFill/>
          </a:ln>
        </p:spPr>
      </p:pic>
      <p:sp>
        <p:nvSpPr>
          <p:cNvPr id="7" name="Content Placeholder 11">
            <a:extLst>
              <a:ext uri="{FF2B5EF4-FFF2-40B4-BE49-F238E27FC236}">
                <a16:creationId xmlns:a16="http://schemas.microsoft.com/office/drawing/2014/main" id="{1606A22C-0606-EBDA-F92A-82F6EA7C87D8}"/>
              </a:ext>
            </a:extLst>
          </p:cNvPr>
          <p:cNvSpPr txBox="1">
            <a:spLocks/>
          </p:cNvSpPr>
          <p:nvPr/>
        </p:nvSpPr>
        <p:spPr>
          <a:xfrm>
            <a:off x="1860372" y="4885690"/>
            <a:ext cx="5423255"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a:t>Screenshot courtesy of Microsoft.</a:t>
            </a:r>
          </a:p>
        </p:txBody>
      </p:sp>
      <p:sp>
        <p:nvSpPr>
          <p:cNvPr id="3" name="Slide Number Placeholder 2">
            <a:extLst>
              <a:ext uri="{FF2B5EF4-FFF2-40B4-BE49-F238E27FC236}">
                <a16:creationId xmlns:a16="http://schemas.microsoft.com/office/drawing/2014/main" id="{EF944DAC-5CF5-FC14-878E-14313EDBE26C}"/>
              </a:ext>
            </a:extLst>
          </p:cNvPr>
          <p:cNvSpPr>
            <a:spLocks noGrp="1"/>
          </p:cNvSpPr>
          <p:nvPr>
            <p:ph type="sldNum" sz="quarter" idx="10"/>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39308076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98644-EB5D-7051-E666-FA5A9636879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BA57EBF-235B-4383-62BB-B5346864AF98}"/>
              </a:ext>
            </a:extLst>
          </p:cNvPr>
          <p:cNvSpPr>
            <a:spLocks noGrp="1"/>
          </p:cNvSpPr>
          <p:nvPr>
            <p:ph type="title"/>
          </p:nvPr>
        </p:nvSpPr>
        <p:spPr/>
        <p:txBody>
          <a:bodyPr/>
          <a:lstStyle/>
          <a:p>
            <a:r>
              <a:rPr lang="en-US" b="1" i="0">
                <a:solidFill>
                  <a:srgbClr val="253644"/>
                </a:solidFill>
                <a:effectLst/>
              </a:rPr>
              <a:t>Boot Devices </a:t>
            </a:r>
            <a:r>
              <a:rPr lang="en-US" sz="2000" b="1" i="0">
                <a:solidFill>
                  <a:srgbClr val="253644"/>
                </a:solidFill>
                <a:effectLst/>
              </a:rPr>
              <a:t>(Slide 1 of 2)</a:t>
            </a:r>
            <a:endParaRPr lang="en-US" sz="2000">
              <a:solidFill>
                <a:srgbClr val="253644"/>
              </a:solidFill>
            </a:endParaRPr>
          </a:p>
        </p:txBody>
      </p:sp>
      <p:sp>
        <p:nvSpPr>
          <p:cNvPr id="3" name="Content Placeholder 2">
            <a:extLst>
              <a:ext uri="{FF2B5EF4-FFF2-40B4-BE49-F238E27FC236}">
                <a16:creationId xmlns:a16="http://schemas.microsoft.com/office/drawing/2014/main" id="{87EB1FFC-A497-5575-CC54-CADC5379366A}"/>
              </a:ext>
            </a:extLst>
          </p:cNvPr>
          <p:cNvSpPr>
            <a:spLocks noGrp="1"/>
          </p:cNvSpPr>
          <p:nvPr>
            <p:ph idx="1"/>
          </p:nvPr>
        </p:nvSpPr>
        <p:spPr>
          <a:xfrm>
            <a:off x="146050" y="746760"/>
            <a:ext cx="8066925" cy="4046220"/>
          </a:xfrm>
        </p:spPr>
        <p:txBody>
          <a:bodyPr vert="horz" lIns="91440" tIns="45720" rIns="91440" bIns="45720" rtlCol="0" anchor="t">
            <a:normAutofit fontScale="92500" lnSpcReduction="10000"/>
          </a:bodyPr>
          <a:lstStyle/>
          <a:p>
            <a:r>
              <a:rPr lang="en-US">
                <a:latin typeface="Calibri"/>
                <a:ea typeface="Calibri"/>
                <a:cs typeface="Calibri"/>
              </a:rPr>
              <a:t>Configured in BIOS/UEFI config</a:t>
            </a:r>
          </a:p>
          <a:p>
            <a:r>
              <a:rPr lang="en-US">
                <a:latin typeface="Calibri"/>
                <a:ea typeface="Calibri"/>
                <a:cs typeface="Calibri"/>
              </a:rPr>
              <a:t>Optical media</a:t>
            </a:r>
          </a:p>
          <a:p>
            <a:r>
              <a:rPr lang="en-US">
                <a:latin typeface="Calibri"/>
                <a:ea typeface="Calibri"/>
                <a:cs typeface="Calibri"/>
              </a:rPr>
              <a:t>USB, external drive, flash drive, hot-swappable drive</a:t>
            </a:r>
          </a:p>
          <a:p>
            <a:r>
              <a:rPr lang="en-US">
                <a:latin typeface="Calibri"/>
                <a:ea typeface="Calibri"/>
                <a:cs typeface="Calibri"/>
              </a:rPr>
              <a:t>Network boot</a:t>
            </a:r>
          </a:p>
          <a:p>
            <a:pPr lvl="1"/>
            <a:r>
              <a:rPr lang="en-US" err="1">
                <a:latin typeface="Calibri"/>
                <a:ea typeface="Calibri"/>
                <a:cs typeface="Calibri"/>
              </a:rPr>
              <a:t>PXE</a:t>
            </a:r>
            <a:r>
              <a:rPr lang="en-US">
                <a:latin typeface="Calibri"/>
                <a:ea typeface="Calibri"/>
                <a:cs typeface="Calibri"/>
              </a:rPr>
              <a:t> boot (pronounced "pixie")</a:t>
            </a:r>
          </a:p>
          <a:p>
            <a:pPr lvl="1"/>
            <a:r>
              <a:rPr lang="en-US">
                <a:latin typeface="Calibri"/>
                <a:ea typeface="Calibri"/>
                <a:cs typeface="Calibri"/>
              </a:rPr>
              <a:t>DHCP server required</a:t>
            </a:r>
          </a:p>
          <a:p>
            <a:r>
              <a:rPr lang="en-US">
                <a:latin typeface="Calibri"/>
                <a:ea typeface="Calibri"/>
                <a:cs typeface="Calibri"/>
              </a:rPr>
              <a:t>Internet-based boot</a:t>
            </a:r>
          </a:p>
          <a:p>
            <a:r>
              <a:rPr lang="en-US">
                <a:latin typeface="Calibri"/>
                <a:ea typeface="Calibri"/>
                <a:cs typeface="Calibri"/>
              </a:rPr>
              <a:t>Internal drive</a:t>
            </a:r>
          </a:p>
          <a:p>
            <a:r>
              <a:rPr lang="en-US">
                <a:latin typeface="Calibri"/>
                <a:ea typeface="Calibri"/>
                <a:cs typeface="Calibri"/>
              </a:rPr>
              <a:t>Multiboot</a:t>
            </a:r>
          </a:p>
          <a:p>
            <a:pPr lvl="1"/>
            <a:r>
              <a:rPr lang="en-US">
                <a:latin typeface="Calibri"/>
                <a:ea typeface="Calibri"/>
                <a:cs typeface="Calibri"/>
              </a:rPr>
              <a:t>Multiple OSs installed on their own partition</a:t>
            </a:r>
          </a:p>
          <a:p>
            <a:pPr lvl="1"/>
            <a:r>
              <a:rPr lang="en-US">
                <a:latin typeface="Calibri"/>
                <a:ea typeface="Calibri"/>
                <a:cs typeface="Calibri"/>
              </a:rPr>
              <a:t>OS selection menu shows up during boot</a:t>
            </a:r>
          </a:p>
        </p:txBody>
      </p:sp>
      <p:sp>
        <p:nvSpPr>
          <p:cNvPr id="4" name="Slide Number Placeholder 3">
            <a:extLst>
              <a:ext uri="{FF2B5EF4-FFF2-40B4-BE49-F238E27FC236}">
                <a16:creationId xmlns:a16="http://schemas.microsoft.com/office/drawing/2014/main" id="{7266B007-9A95-615C-1EE8-6A7C0756E8E1}"/>
              </a:ext>
            </a:extLst>
          </p:cNvPr>
          <p:cNvSpPr>
            <a:spLocks noGrp="1"/>
          </p:cNvSpPr>
          <p:nvPr>
            <p:ph type="sldNum" sz="quarter" idx="10"/>
          </p:nvPr>
        </p:nvSpPr>
        <p:spPr/>
        <p:txBody>
          <a:bodyPr/>
          <a:lstStyle/>
          <a:p>
            <a:fld id="{B7CF8A19-3A9E-4ABC-B336-2FDDE321C72D}" type="slidenum">
              <a:rPr lang="en-US" smtClean="0"/>
              <a:pPr/>
              <a:t>17</a:t>
            </a:fld>
            <a:endParaRPr lang="en-US"/>
          </a:p>
        </p:txBody>
      </p:sp>
    </p:spTree>
    <p:custDataLst>
      <p:tags r:id="rId1"/>
    </p:custDataLst>
    <p:extLst>
      <p:ext uri="{BB962C8B-B14F-4D97-AF65-F5344CB8AC3E}">
        <p14:creationId xmlns:p14="http://schemas.microsoft.com/office/powerpoint/2010/main" val="2039125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41028-027D-7D91-D66D-CA4D1A5137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539CB-95B6-5EF6-5068-4201ACD092D5}"/>
              </a:ext>
            </a:extLst>
          </p:cNvPr>
          <p:cNvSpPr>
            <a:spLocks noGrp="1"/>
          </p:cNvSpPr>
          <p:nvPr>
            <p:ph type="title"/>
          </p:nvPr>
        </p:nvSpPr>
        <p:spPr/>
        <p:txBody>
          <a:bodyPr/>
          <a:lstStyle/>
          <a:p>
            <a:r>
              <a:rPr lang="en-US" b="1" i="0">
                <a:solidFill>
                  <a:srgbClr val="253644"/>
                </a:solidFill>
                <a:effectLst/>
              </a:rPr>
              <a:t>Boot Devices </a:t>
            </a:r>
            <a:r>
              <a:rPr lang="en-US" sz="2000" b="1" i="0">
                <a:solidFill>
                  <a:srgbClr val="253644"/>
                </a:solidFill>
                <a:effectLst/>
              </a:rPr>
              <a:t>(Slide 2 of 2)</a:t>
            </a:r>
            <a:endParaRPr lang="en-US" sz="2000"/>
          </a:p>
        </p:txBody>
      </p:sp>
      <p:pic>
        <p:nvPicPr>
          <p:cNvPr id="6" name="Picture 5" descr="A screen shows advanced boot options.">
            <a:extLst>
              <a:ext uri="{FF2B5EF4-FFF2-40B4-BE49-F238E27FC236}">
                <a16:creationId xmlns:a16="http://schemas.microsoft.com/office/drawing/2014/main" id="{76EEA6CB-02A5-EE58-5EF4-A66F80F9F46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61215" y="763429"/>
            <a:ext cx="6421568" cy="4097094"/>
          </a:xfrm>
          <a:prstGeom prst="rect">
            <a:avLst/>
          </a:prstGeom>
          <a:noFill/>
          <a:ln>
            <a:noFill/>
          </a:ln>
        </p:spPr>
      </p:pic>
      <p:sp>
        <p:nvSpPr>
          <p:cNvPr id="3" name="Slide Number Placeholder 2">
            <a:extLst>
              <a:ext uri="{FF2B5EF4-FFF2-40B4-BE49-F238E27FC236}">
                <a16:creationId xmlns:a16="http://schemas.microsoft.com/office/drawing/2014/main" id="{C4385F3D-828E-C9B6-1D57-563DEC9941C7}"/>
              </a:ext>
            </a:extLst>
          </p:cNvPr>
          <p:cNvSpPr>
            <a:spLocks noGrp="1"/>
          </p:cNvSpPr>
          <p:nvPr>
            <p:ph type="sldNum" sz="quarter" idx="10"/>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4214251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288F8-0B4F-91EC-ABD2-19EB5E0E465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25FFA28-EDF4-8A8A-02F2-F796812C9497}"/>
              </a:ext>
            </a:extLst>
          </p:cNvPr>
          <p:cNvSpPr>
            <a:spLocks noGrp="1"/>
          </p:cNvSpPr>
          <p:nvPr>
            <p:ph type="title"/>
          </p:nvPr>
        </p:nvSpPr>
        <p:spPr/>
        <p:txBody>
          <a:bodyPr/>
          <a:lstStyle/>
          <a:p>
            <a:r>
              <a:rPr lang="en-US" b="1" i="0">
                <a:solidFill>
                  <a:srgbClr val="253644"/>
                </a:solidFill>
                <a:effectLst/>
              </a:rPr>
              <a:t>Disk Configuration </a:t>
            </a:r>
            <a:r>
              <a:rPr lang="en-US" sz="2000" b="1" i="0">
                <a:solidFill>
                  <a:srgbClr val="253644"/>
                </a:solidFill>
                <a:effectLst/>
              </a:rPr>
              <a:t>(Slide 1 of 2)</a:t>
            </a:r>
            <a:endParaRPr lang="en-US" sz="2000">
              <a:solidFill>
                <a:srgbClr val="253644"/>
              </a:solidFill>
            </a:endParaRPr>
          </a:p>
        </p:txBody>
      </p:sp>
      <p:sp>
        <p:nvSpPr>
          <p:cNvPr id="3" name="Content Placeholder 2">
            <a:extLst>
              <a:ext uri="{FF2B5EF4-FFF2-40B4-BE49-F238E27FC236}">
                <a16:creationId xmlns:a16="http://schemas.microsoft.com/office/drawing/2014/main" id="{604A134F-05C7-A55C-3379-EFEE8E642805}"/>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MBR-style partition</a:t>
            </a:r>
            <a:endParaRPr lang="en-US">
              <a:ea typeface="Calibri"/>
            </a:endParaRPr>
          </a:p>
          <a:p>
            <a:pPr lvl="1"/>
            <a:r>
              <a:rPr lang="en-US" dirty="0">
                <a:latin typeface="Calibri"/>
                <a:ea typeface="Calibri"/>
                <a:cs typeface="Calibri"/>
              </a:rPr>
              <a:t>Master boot record takes first 512-byte to store the partition table</a:t>
            </a:r>
          </a:p>
          <a:p>
            <a:r>
              <a:rPr lang="en-US" dirty="0">
                <a:latin typeface="Calibri"/>
                <a:ea typeface="Calibri"/>
                <a:cs typeface="Calibri"/>
              </a:rPr>
              <a:t>GPT-Style partition</a:t>
            </a:r>
          </a:p>
          <a:p>
            <a:pPr lvl="1"/>
            <a:r>
              <a:rPr lang="en-US" dirty="0">
                <a:latin typeface="Calibri"/>
                <a:ea typeface="Calibri"/>
                <a:cs typeface="Calibri"/>
              </a:rPr>
              <a:t>GUID partition table</a:t>
            </a:r>
          </a:p>
          <a:p>
            <a:pPr lvl="1"/>
            <a:r>
              <a:rPr lang="en-US" dirty="0">
                <a:latin typeface="Calibri"/>
                <a:ea typeface="Calibri"/>
                <a:cs typeface="Calibri"/>
              </a:rPr>
              <a:t>Larger number of partitions (128 in Windows) and larger partition size (over 2TB)</a:t>
            </a:r>
          </a:p>
          <a:p>
            <a:r>
              <a:rPr lang="en-US" dirty="0">
                <a:latin typeface="Calibri"/>
                <a:ea typeface="Calibri"/>
                <a:cs typeface="Calibri"/>
              </a:rPr>
              <a:t>Drive Format</a:t>
            </a:r>
          </a:p>
          <a:p>
            <a:pPr lvl="1"/>
            <a:r>
              <a:rPr lang="en-US" dirty="0">
                <a:latin typeface="Calibri"/>
                <a:ea typeface="Calibri"/>
                <a:cs typeface="Calibri"/>
              </a:rPr>
              <a:t>NTFS for Windows</a:t>
            </a:r>
          </a:p>
          <a:p>
            <a:pPr lvl="1"/>
            <a:r>
              <a:rPr lang="en-US" dirty="0">
                <a:latin typeface="Calibri"/>
                <a:ea typeface="Calibri"/>
                <a:cs typeface="Calibri"/>
              </a:rPr>
              <a:t>APFS for macOS</a:t>
            </a:r>
          </a:p>
          <a:p>
            <a:pPr lvl="1"/>
            <a:r>
              <a:rPr lang="en-US" dirty="0">
                <a:latin typeface="Calibri"/>
                <a:ea typeface="Calibri"/>
                <a:cs typeface="Calibri"/>
              </a:rPr>
              <a:t>ext3/4 for Linux</a:t>
            </a:r>
          </a:p>
        </p:txBody>
      </p:sp>
      <p:sp>
        <p:nvSpPr>
          <p:cNvPr id="4" name="Slide Number Placeholder 3">
            <a:extLst>
              <a:ext uri="{FF2B5EF4-FFF2-40B4-BE49-F238E27FC236}">
                <a16:creationId xmlns:a16="http://schemas.microsoft.com/office/drawing/2014/main" id="{2289F339-DE69-5F51-BB4B-A52B25293568}"/>
              </a:ext>
            </a:extLst>
          </p:cNvPr>
          <p:cNvSpPr>
            <a:spLocks noGrp="1"/>
          </p:cNvSpPr>
          <p:nvPr>
            <p:ph type="sldNum" sz="quarter" idx="10"/>
          </p:nvPr>
        </p:nvSpPr>
        <p:spPr/>
        <p:txBody>
          <a:bodyPr/>
          <a:lstStyle/>
          <a:p>
            <a:fld id="{B7CF8A19-3A9E-4ABC-B336-2FDDE321C72D}" type="slidenum">
              <a:rPr lang="en-US" smtClean="0"/>
              <a:pPr/>
              <a:t>19</a:t>
            </a:fld>
            <a:endParaRPr lang="en-US"/>
          </a:p>
        </p:txBody>
      </p:sp>
    </p:spTree>
    <p:custDataLst>
      <p:tags r:id="rId1"/>
    </p:custDataLst>
    <p:extLst>
      <p:ext uri="{BB962C8B-B14F-4D97-AF65-F5344CB8AC3E}">
        <p14:creationId xmlns:p14="http://schemas.microsoft.com/office/powerpoint/2010/main" val="3700099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9634B-E24E-D80A-9F05-397BA512D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CB7EA-56C7-BE79-CD1E-8DE472EA46AE}"/>
              </a:ext>
            </a:extLst>
          </p:cNvPr>
          <p:cNvSpPr>
            <a:spLocks noGrp="1"/>
          </p:cNvSpPr>
          <p:nvPr>
            <p:ph type="title"/>
          </p:nvPr>
        </p:nvSpPr>
        <p:spPr/>
        <p:txBody>
          <a:bodyPr/>
          <a:lstStyle/>
          <a:p>
            <a:r>
              <a:rPr lang="en-US" b="1" i="0">
                <a:solidFill>
                  <a:srgbClr val="253644"/>
                </a:solidFill>
                <a:effectLst/>
              </a:rPr>
              <a:t>Disk Configuration </a:t>
            </a:r>
            <a:r>
              <a:rPr lang="en-US" sz="2000" b="1" i="0">
                <a:solidFill>
                  <a:srgbClr val="253644"/>
                </a:solidFill>
                <a:effectLst/>
              </a:rPr>
              <a:t>(Slide 2 of 2)</a:t>
            </a:r>
            <a:endParaRPr lang="en-US" sz="2000"/>
          </a:p>
        </p:txBody>
      </p:sp>
      <p:pic>
        <p:nvPicPr>
          <p:cNvPr id="5" name="Picture 4" descr="Ubuntu installation screen with a prompt to write changes to the disk, showing partition details for formatting.">
            <a:extLst>
              <a:ext uri="{FF2B5EF4-FFF2-40B4-BE49-F238E27FC236}">
                <a16:creationId xmlns:a16="http://schemas.microsoft.com/office/drawing/2014/main" id="{74435693-3653-7D62-51DE-41C61D2168B6}"/>
              </a:ext>
            </a:extLst>
          </p:cNvPr>
          <p:cNvPicPr>
            <a:picLocks noChangeAspect="1"/>
          </p:cNvPicPr>
          <p:nvPr/>
        </p:nvPicPr>
        <p:blipFill>
          <a:blip r:embed="rId3"/>
          <a:stretch>
            <a:fillRect/>
          </a:stretch>
        </p:blipFill>
        <p:spPr>
          <a:xfrm>
            <a:off x="1197114" y="763260"/>
            <a:ext cx="6749769" cy="4063707"/>
          </a:xfrm>
          <a:prstGeom prst="rect">
            <a:avLst/>
          </a:prstGeom>
        </p:spPr>
      </p:pic>
      <p:sp>
        <p:nvSpPr>
          <p:cNvPr id="3" name="Slide Number Placeholder 2">
            <a:extLst>
              <a:ext uri="{FF2B5EF4-FFF2-40B4-BE49-F238E27FC236}">
                <a16:creationId xmlns:a16="http://schemas.microsoft.com/office/drawing/2014/main" id="{D986FD39-79C1-1DCA-3036-FF1064926026}"/>
              </a:ext>
            </a:extLst>
          </p:cNvPr>
          <p:cNvSpPr>
            <a:spLocks noGrp="1"/>
          </p:cNvSpPr>
          <p:nvPr>
            <p:ph type="sldNum" sz="quarter" idx="10"/>
          </p:nvPr>
        </p:nvSpPr>
        <p:spPr/>
        <p:txBody>
          <a:bodyPr/>
          <a:lstStyle/>
          <a:p>
            <a:fld id="{B7CF8A19-3A9E-4ABC-B336-2FDDE321C72D}" type="slidenum">
              <a:rPr lang="en-US" smtClean="0"/>
              <a:pPr/>
              <a:t>20</a:t>
            </a:fld>
            <a:endParaRPr lang="en-US"/>
          </a:p>
        </p:txBody>
      </p:sp>
    </p:spTree>
    <p:extLst>
      <p:ext uri="{BB962C8B-B14F-4D97-AF65-F5344CB8AC3E}">
        <p14:creationId xmlns:p14="http://schemas.microsoft.com/office/powerpoint/2010/main" val="19940355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D6BBD-C363-63A8-498A-8283DAA74F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200FB4B-3A0D-DD32-290A-2AED17F14FD5}"/>
              </a:ext>
            </a:extLst>
          </p:cNvPr>
          <p:cNvSpPr>
            <a:spLocks noGrp="1"/>
          </p:cNvSpPr>
          <p:nvPr>
            <p:ph type="title"/>
          </p:nvPr>
        </p:nvSpPr>
        <p:spPr/>
        <p:txBody>
          <a:bodyPr/>
          <a:lstStyle/>
          <a:p>
            <a:r>
              <a:rPr lang="en-US" b="1" i="0">
                <a:solidFill>
                  <a:srgbClr val="253644"/>
                </a:solidFill>
                <a:effectLst/>
              </a:rPr>
              <a:t>Repair Installation</a:t>
            </a:r>
            <a:endParaRPr lang="en-US" sz="2000">
              <a:solidFill>
                <a:srgbClr val="253644"/>
              </a:solidFill>
            </a:endParaRPr>
          </a:p>
        </p:txBody>
      </p:sp>
      <p:sp>
        <p:nvSpPr>
          <p:cNvPr id="3" name="Content Placeholder 2">
            <a:extLst>
              <a:ext uri="{FF2B5EF4-FFF2-40B4-BE49-F238E27FC236}">
                <a16:creationId xmlns:a16="http://schemas.microsoft.com/office/drawing/2014/main" id="{A01B904E-8D64-3CE1-1BF8-448762148B0B}"/>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a:latin typeface="Calibri"/>
                <a:ea typeface="Calibri"/>
                <a:cs typeface="Calibri"/>
              </a:rPr>
              <a:t>Recovery partition</a:t>
            </a:r>
            <a:endParaRPr lang="en-US">
              <a:ea typeface="Calibri"/>
            </a:endParaRPr>
          </a:p>
          <a:p>
            <a:pPr lvl="1"/>
            <a:r>
              <a:rPr lang="en-US">
                <a:latin typeface="Calibri"/>
                <a:ea typeface="Calibri"/>
                <a:cs typeface="Calibri"/>
              </a:rPr>
              <a:t>OEM created on drive</a:t>
            </a:r>
            <a:endParaRPr lang="en-US">
              <a:ea typeface="Calibri"/>
            </a:endParaRPr>
          </a:p>
          <a:p>
            <a:r>
              <a:rPr lang="en-US">
                <a:latin typeface="Calibri"/>
                <a:ea typeface="Calibri"/>
                <a:cs typeface="Calibri"/>
              </a:rPr>
              <a:t>Reset Windows</a:t>
            </a:r>
            <a:endParaRPr lang="en-US">
              <a:ea typeface="Calibri"/>
            </a:endParaRPr>
          </a:p>
          <a:p>
            <a:pPr lvl="1"/>
            <a:r>
              <a:rPr lang="en-US">
                <a:latin typeface="Calibri"/>
                <a:ea typeface="Calibri"/>
                <a:cs typeface="Calibri"/>
              </a:rPr>
              <a:t>Refresh reinstalls system files and resets most settings to default</a:t>
            </a:r>
          </a:p>
          <a:p>
            <a:pPr lvl="1"/>
            <a:r>
              <a:rPr lang="en-US">
                <a:latin typeface="Calibri"/>
                <a:ea typeface="Calibri"/>
                <a:cs typeface="Calibri"/>
              </a:rPr>
              <a:t>Reset erases all user data and resets the system for fresh installation</a:t>
            </a:r>
            <a:endParaRPr lang="en-US"/>
          </a:p>
          <a:p>
            <a:pPr lvl="1"/>
            <a:endParaRPr lang="en-US">
              <a:ea typeface="Calibri"/>
            </a:endParaRPr>
          </a:p>
        </p:txBody>
      </p:sp>
      <p:sp>
        <p:nvSpPr>
          <p:cNvPr id="4" name="Slide Number Placeholder 3">
            <a:extLst>
              <a:ext uri="{FF2B5EF4-FFF2-40B4-BE49-F238E27FC236}">
                <a16:creationId xmlns:a16="http://schemas.microsoft.com/office/drawing/2014/main" id="{49E1E10B-5218-4A87-A27E-590E704E4870}"/>
              </a:ext>
            </a:extLst>
          </p:cNvPr>
          <p:cNvSpPr>
            <a:spLocks noGrp="1"/>
          </p:cNvSpPr>
          <p:nvPr>
            <p:ph type="sldNum" sz="quarter" idx="10"/>
          </p:nvPr>
        </p:nvSpPr>
        <p:spPr/>
        <p:txBody>
          <a:bodyPr/>
          <a:lstStyle/>
          <a:p>
            <a:fld id="{B7CF8A19-3A9E-4ABC-B336-2FDDE321C72D}" type="slidenum">
              <a:rPr lang="en-US" smtClean="0"/>
              <a:pPr/>
              <a:t>21</a:t>
            </a:fld>
            <a:endParaRPr lang="en-US"/>
          </a:p>
        </p:txBody>
      </p:sp>
    </p:spTree>
    <p:custDataLst>
      <p:tags r:id="rId1"/>
    </p:custDataLst>
    <p:extLst>
      <p:ext uri="{BB962C8B-B14F-4D97-AF65-F5344CB8AC3E}">
        <p14:creationId xmlns:p14="http://schemas.microsoft.com/office/powerpoint/2010/main" val="3472094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DC833-610F-16FE-96AF-7FB88D9369C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8720A6-D9F3-BA23-2070-8C8E1ED76A88}"/>
              </a:ext>
            </a:extLst>
          </p:cNvPr>
          <p:cNvSpPr>
            <a:spLocks noGrp="1"/>
          </p:cNvSpPr>
          <p:nvPr>
            <p:ph type="sldNum" sz="quarter" idx="13"/>
          </p:nvPr>
        </p:nvSpPr>
        <p:spPr/>
        <p:txBody>
          <a:bodyPr/>
          <a:lstStyle/>
          <a:p>
            <a:fld id="{B7CF8A19-3A9E-4ABC-B336-2FDDE321C72D}" type="slidenum">
              <a:rPr lang="en-US" smtClean="0"/>
              <a:pPr/>
              <a:t>22</a:t>
            </a:fld>
            <a:endParaRPr lang="en-US"/>
          </a:p>
        </p:txBody>
      </p:sp>
      <p:sp>
        <p:nvSpPr>
          <p:cNvPr id="3" name="Content Placeholder 2">
            <a:extLst>
              <a:ext uri="{FF2B5EF4-FFF2-40B4-BE49-F238E27FC236}">
                <a16:creationId xmlns:a16="http://schemas.microsoft.com/office/drawing/2014/main" id="{888F3FC4-673A-726A-9BB1-93CDAD27830D}"/>
              </a:ext>
            </a:extLst>
          </p:cNvPr>
          <p:cNvSpPr>
            <a:spLocks noGrp="1"/>
          </p:cNvSpPr>
          <p:nvPr>
            <p:ph sz="quarter" idx="14"/>
          </p:nvPr>
        </p:nvSpPr>
        <p:spPr/>
        <p:txBody>
          <a:bodyPr>
            <a:normAutofit/>
          </a:bodyPr>
          <a:lstStyle/>
          <a:p>
            <a:r>
              <a:rPr lang="en-US"/>
              <a:t>Applied Live Lab: Perform a Remote Network Installation</a:t>
            </a:r>
            <a:br>
              <a:rPr lang="en-US"/>
            </a:br>
            <a:r>
              <a:rPr lang="en-US" sz="2000"/>
              <a:t>(available in </a:t>
            </a:r>
            <a:r>
              <a:rPr lang="en-US" sz="2000" err="1"/>
              <a:t>CertMaster</a:t>
            </a:r>
            <a:r>
              <a:rPr lang="en-US" sz="2000"/>
              <a:t> Perform and </a:t>
            </a:r>
            <a:r>
              <a:rPr lang="en-US" sz="2000" err="1"/>
              <a:t>CertMaster</a:t>
            </a:r>
            <a:r>
              <a:rPr lang="en-US" sz="2000"/>
              <a:t> Labs)</a:t>
            </a:r>
          </a:p>
          <a:p>
            <a:r>
              <a:rPr lang="en-US"/>
              <a:t>Challenge Live Lab: Support Windows Installation and Upgrade Issues</a:t>
            </a:r>
            <a:r>
              <a:rPr lang="en-US" sz="2000"/>
              <a:t> (available in </a:t>
            </a:r>
            <a:r>
              <a:rPr lang="en-US" sz="2000" err="1"/>
              <a:t>CertMaster</a:t>
            </a:r>
            <a:r>
              <a:rPr lang="en-US" sz="2000"/>
              <a:t> Perform and </a:t>
            </a:r>
            <a:r>
              <a:rPr lang="en-US" sz="2000" err="1"/>
              <a:t>CertMaster</a:t>
            </a:r>
            <a:r>
              <a:rPr lang="en-US" sz="2000"/>
              <a:t> Labs)</a:t>
            </a:r>
          </a:p>
        </p:txBody>
      </p:sp>
    </p:spTree>
    <p:custDataLst>
      <p:tags r:id="rId1"/>
    </p:custDataLst>
    <p:extLst>
      <p:ext uri="{BB962C8B-B14F-4D97-AF65-F5344CB8AC3E}">
        <p14:creationId xmlns:p14="http://schemas.microsoft.com/office/powerpoint/2010/main" val="1118513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3F4D1-CCC3-39BC-236F-70B9316B99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00F243-8EB5-8F97-89AE-B29684D235DE}"/>
              </a:ext>
            </a:extLst>
          </p:cNvPr>
          <p:cNvSpPr>
            <a:spLocks noGrp="1"/>
          </p:cNvSpPr>
          <p:nvPr>
            <p:ph type="title"/>
          </p:nvPr>
        </p:nvSpPr>
        <p:spPr/>
        <p:txBody>
          <a:bodyPr/>
          <a:lstStyle/>
          <a:p>
            <a:r>
              <a:rPr lang="en-US"/>
              <a:t>OS Installations and Upgrades</a:t>
            </a:r>
          </a:p>
        </p:txBody>
      </p:sp>
      <p:sp>
        <p:nvSpPr>
          <p:cNvPr id="2" name="Content Placeholder 1">
            <a:extLst>
              <a:ext uri="{FF2B5EF4-FFF2-40B4-BE49-F238E27FC236}">
                <a16:creationId xmlns:a16="http://schemas.microsoft.com/office/drawing/2014/main" id="{CDE2A90B-4B85-5A2D-36FF-1FD1024F9CCE}"/>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a:t>Installation and Upgrade Considerations</a:t>
            </a:r>
          </a:p>
          <a:p>
            <a:r>
              <a:rPr lang="en-US"/>
              <a:t>Unattended Installations</a:t>
            </a:r>
          </a:p>
          <a:p>
            <a:r>
              <a:rPr lang="en-US"/>
              <a:t>Boot Devices</a:t>
            </a:r>
          </a:p>
          <a:p>
            <a:r>
              <a:rPr lang="en-US"/>
              <a:t>Disk Configuration</a:t>
            </a:r>
          </a:p>
          <a:p>
            <a:r>
              <a:rPr lang="en-US"/>
              <a:t>Repair Installation</a:t>
            </a:r>
          </a:p>
        </p:txBody>
      </p:sp>
      <p:sp>
        <p:nvSpPr>
          <p:cNvPr id="4" name="Slide Number Placeholder 3">
            <a:extLst>
              <a:ext uri="{FF2B5EF4-FFF2-40B4-BE49-F238E27FC236}">
                <a16:creationId xmlns:a16="http://schemas.microsoft.com/office/drawing/2014/main" id="{0137D6BB-91F6-BDC1-2F62-3ACCD98C7174}"/>
              </a:ext>
            </a:extLst>
          </p:cNvPr>
          <p:cNvSpPr>
            <a:spLocks noGrp="1"/>
          </p:cNvSpPr>
          <p:nvPr>
            <p:ph type="sldNum" sz="quarter" idx="12"/>
          </p:nvPr>
        </p:nvSpPr>
        <p:spPr/>
        <p:txBody>
          <a:bodyPr/>
          <a:lstStyle/>
          <a:p>
            <a:fld id="{B7CF8A19-3A9E-4ABC-B336-2FDDE321C72D}" type="slidenum">
              <a:rPr lang="en-US" smtClean="0"/>
              <a:pPr/>
              <a:t>23</a:t>
            </a:fld>
            <a:endParaRPr lang="en-US"/>
          </a:p>
        </p:txBody>
      </p:sp>
    </p:spTree>
    <p:custDataLst>
      <p:tags r:id="rId1"/>
    </p:custDataLst>
    <p:extLst>
      <p:ext uri="{BB962C8B-B14F-4D97-AF65-F5344CB8AC3E}">
        <p14:creationId xmlns:p14="http://schemas.microsoft.com/office/powerpoint/2010/main" val="5594515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COMPTIA_OV" val="o1GHjmgH"/>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2" ma:contentTypeDescription="Create a new document." ma:contentTypeScope="" ma:versionID="ff8c8c30a2863312a87f708ebf1733ea">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96b0126f59aa052fd2c13f8292a2f5e"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element ref="ns2:HerettoFile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HerettoFileName" ma:index="28" nillable="true" ma:displayName="Heretto File Name" ma:format="Dropdown" ma:internalName="HerettoFileNam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HerettoFileName xmlns="95a46270-66ec-4bdf-aabc-d78887d51418" xsi:nil="true"/>
  </documentManagement>
</p:properties>
</file>

<file path=customXml/itemProps1.xml><?xml version="1.0" encoding="utf-8"?>
<ds:datastoreItem xmlns:ds="http://schemas.openxmlformats.org/officeDocument/2006/customXml" ds:itemID="{7E1BB26A-23E9-4EE3-B163-193B3EA737AB}">
  <ds:schemaRefs>
    <ds:schemaRef ds:uri="315eb565-7267-4a95-9087-2f433ded3c8b"/>
    <ds:schemaRef ds:uri="95a46270-66ec-4bdf-aabc-d78887d514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3.xml><?xml version="1.0" encoding="utf-8"?>
<ds:datastoreItem xmlns:ds="http://schemas.openxmlformats.org/officeDocument/2006/customXml" ds:itemID="{79804A4A-BEBA-46F7-8D91-096B77966F98}">
  <ds:schemaRefs>
    <ds:schemaRef ds:uri="http://purl.org/dc/elements/1.1/"/>
    <ds:schemaRef ds:uri="95a46270-66ec-4bdf-aabc-d78887d51418"/>
    <ds:schemaRef ds:uri="http://schemas.microsoft.com/office/2006/documentManagement/types"/>
    <ds:schemaRef ds:uri="http://schemas.microsoft.com/sharepoint/v3"/>
    <ds:schemaRef ds:uri="http://schemas.microsoft.com/office/infopath/2007/PartnerControls"/>
    <ds:schemaRef ds:uri="http://schemas.openxmlformats.org/package/2006/metadata/core-properties"/>
    <ds:schemaRef ds:uri="315eb565-7267-4a95-9087-2f433ded3c8b"/>
    <ds:schemaRef ds:uri="http://purl.org/dc/dcmitype/"/>
    <ds:schemaRef ds:uri="http://schemas.microsoft.com/office/2006/metadata/properties"/>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comptia_ova</Template>
  <TotalTime>4</TotalTime>
  <Words>1178</Words>
  <Application>Microsoft Office PowerPoint</Application>
  <PresentationFormat>On-screen Show (16:9)</PresentationFormat>
  <Paragraphs>194</Paragraphs>
  <Slides>23</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comptia_ov</vt:lpstr>
      <vt:lpstr>Exam 220-1202</vt:lpstr>
      <vt:lpstr>Installing Operating Systems</vt:lpstr>
      <vt:lpstr>Learning Outcomes</vt:lpstr>
      <vt:lpstr>Windows Editions</vt:lpstr>
      <vt:lpstr>Windows Versions</vt:lpstr>
      <vt:lpstr>Windows Home Edition</vt:lpstr>
      <vt:lpstr>Work and Education Features</vt:lpstr>
      <vt:lpstr>Windows Pro and Enterprise Editions (Slide 1 of 2)</vt:lpstr>
      <vt:lpstr>Windows Pro and Enterprise Editions (Slide 2 of 2)</vt:lpstr>
      <vt:lpstr>Windows Upgrade Paths and Feature Updates</vt:lpstr>
      <vt:lpstr>PowerPoint Presentation</vt:lpstr>
      <vt:lpstr>Windows Editions</vt:lpstr>
      <vt:lpstr>OS Installations and Upgrades</vt:lpstr>
      <vt:lpstr>Installation and Upgrade Considerations</vt:lpstr>
      <vt:lpstr>Unattended Installations (Slide 1 of 2)</vt:lpstr>
      <vt:lpstr>Unattended Installations (Slide 2 of 2)</vt:lpstr>
      <vt:lpstr>Boot Devices (Slide 1 of 2)</vt:lpstr>
      <vt:lpstr>Boot Devices (Slide 2 of 2)</vt:lpstr>
      <vt:lpstr>Disk Configuration (Slide 1 of 2)</vt:lpstr>
      <vt:lpstr>Disk Configuration (Slide 2 of 2)</vt:lpstr>
      <vt:lpstr>Repair Installation</vt:lpstr>
      <vt:lpstr>PowerPoint Presentation</vt:lpstr>
      <vt:lpstr>OS Installations and Upgrades</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Amy Glidewell</cp:lastModifiedBy>
  <cp:revision>1</cp:revision>
  <dcterms:created xsi:type="dcterms:W3CDTF">2021-09-20T08:36:44Z</dcterms:created>
  <dcterms:modified xsi:type="dcterms:W3CDTF">2025-06-16T23:36:29Z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y fmtid="{D5CDD505-2E9C-101B-9397-08002B2CF9AE}" pid="4" name="ArticulateGUID">
    <vt:lpwstr>567649D6-F736-4A37-87B2-390358C7F3B1</vt:lpwstr>
  </property>
  <property fmtid="{D5CDD505-2E9C-101B-9397-08002B2CF9AE}" pid="5" name="ArticulatePath">
    <vt:lpwstr>https://comptia365.sharepoint.com/sites/content-team/Shared Documents/Learning Solutions Team/Training and Instruction/Learning Product PowerPoints/_PPT Redesign/comptia_PPT_template</vt:lpwstr>
  </property>
</Properties>
</file>