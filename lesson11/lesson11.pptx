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xml" ContentType="application/vnd.openxmlformats-officedocument.presentationml.notesSlide+xml"/>
  <Override PartName="/ppt/tags/tag3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4.xml" ContentType="application/vnd.openxmlformats-officedocument.presentationml.tags+xml"/>
  <Override PartName="/ppt/notesSlides/notesSlide6.xml" ContentType="application/vnd.openxmlformats-officedocument.presentationml.notesSlide+xml"/>
  <Override PartName="/ppt/tags/tag35.xml" ContentType="application/vnd.openxmlformats-officedocument.presentationml.tags+xml"/>
  <Override PartName="/ppt/notesSlides/notesSlide7.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8.xml" ContentType="application/vnd.openxmlformats-officedocument.presentationml.notesSlide+xml"/>
  <Override PartName="/ppt/tags/tag38.xml" ContentType="application/vnd.openxmlformats-officedocument.presentationml.tags+xml"/>
  <Override PartName="/ppt/notesSlides/notesSlide9.xml" ContentType="application/vnd.openxmlformats-officedocument.presentationml.notesSlide+xml"/>
  <Override PartName="/ppt/tags/tag39.xml" ContentType="application/vnd.openxmlformats-officedocument.presentationml.tags+xml"/>
  <Override PartName="/ppt/notesSlides/notesSlide10.xml" ContentType="application/vnd.openxmlformats-officedocument.presentationml.notesSlide+xml"/>
  <Override PartName="/ppt/tags/tag40.xml" ContentType="application/vnd.openxmlformats-officedocument.presentationml.tags+xml"/>
  <Override PartName="/ppt/notesSlides/notesSlide11.xml" ContentType="application/vnd.openxmlformats-officedocument.presentationml.notesSlide+xml"/>
  <Override PartName="/ppt/tags/tag41.xml" ContentType="application/vnd.openxmlformats-officedocument.presentationml.tags+xml"/>
  <Override PartName="/ppt/notesSlides/notesSlide12.xml" ContentType="application/vnd.openxmlformats-officedocument.presentationml.notesSlide+xml"/>
  <Override PartName="/ppt/tags/tag42.xml" ContentType="application/vnd.openxmlformats-officedocument.presentationml.tags+xml"/>
  <Override PartName="/ppt/notesSlides/notesSlide13.xml" ContentType="application/vnd.openxmlformats-officedocument.presentationml.notesSlide+xml"/>
  <Override PartName="/ppt/tags/tag43.xml" ContentType="application/vnd.openxmlformats-officedocument.presentationml.tags+xml"/>
  <Override PartName="/ppt/notesSlides/notesSlide14.xml" ContentType="application/vnd.openxmlformats-officedocument.presentationml.notesSlide+xml"/>
  <Override PartName="/ppt/tags/tag44.xml" ContentType="application/vnd.openxmlformats-officedocument.presentationml.tags+xml"/>
  <Override PartName="/ppt/notesSlides/notesSlide15.xml" ContentType="application/vnd.openxmlformats-officedocument.presentationml.notesSlide+xml"/>
  <Override PartName="/ppt/tags/tag45.xml" ContentType="application/vnd.openxmlformats-officedocument.presentationml.tags+xml"/>
  <Override PartName="/ppt/notesSlides/notesSlide16.xml" ContentType="application/vnd.openxmlformats-officedocument.presentationml.notesSlide+xml"/>
  <Override PartName="/ppt/tags/tag46.xml" ContentType="application/vnd.openxmlformats-officedocument.presentationml.tags+xml"/>
  <Override PartName="/ppt/notesSlides/notesSlide17.xml" ContentType="application/vnd.openxmlformats-officedocument.presentationml.notesSlide+xml"/>
  <Override PartName="/ppt/tags/tag47.xml" ContentType="application/vnd.openxmlformats-officedocument.presentationml.tags+xml"/>
  <Override PartName="/ppt/notesSlides/notesSlide18.xml" ContentType="application/vnd.openxmlformats-officedocument.presentationml.notesSlide+xml"/>
  <Override PartName="/ppt/tags/tag48.xml" ContentType="application/vnd.openxmlformats-officedocument.presentationml.tags+xml"/>
  <Override PartName="/ppt/notesSlides/notesSlide19.xml" ContentType="application/vnd.openxmlformats-officedocument.presentationml.notesSlide+xml"/>
  <Override PartName="/ppt/tags/tag49.xml" ContentType="application/vnd.openxmlformats-officedocument.presentationml.tags+xml"/>
  <Override PartName="/ppt/notesSlides/notesSlide20.xml" ContentType="application/vnd.openxmlformats-officedocument.presentationml.notesSlide+xml"/>
  <Override PartName="/ppt/tags/tag50.xml" ContentType="application/vnd.openxmlformats-officedocument.presentationml.tags+xml"/>
  <Override PartName="/ppt/notesSlides/notesSlide21.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32"/>
  </p:notesMasterIdLst>
  <p:handoutMasterIdLst>
    <p:handoutMasterId r:id="rId33"/>
  </p:handoutMasterIdLst>
  <p:sldIdLst>
    <p:sldId id="299" r:id="rId5"/>
    <p:sldId id="465" r:id="rId6"/>
    <p:sldId id="297" r:id="rId7"/>
    <p:sldId id="302" r:id="rId8"/>
    <p:sldId id="569" r:id="rId9"/>
    <p:sldId id="570" r:id="rId10"/>
    <p:sldId id="670" r:id="rId11"/>
    <p:sldId id="671" r:id="rId12"/>
    <p:sldId id="313" r:id="rId13"/>
    <p:sldId id="672" r:id="rId14"/>
    <p:sldId id="310" r:id="rId15"/>
    <p:sldId id="309" r:id="rId16"/>
    <p:sldId id="315" r:id="rId17"/>
    <p:sldId id="674" r:id="rId18"/>
    <p:sldId id="675" r:id="rId19"/>
    <p:sldId id="676" r:id="rId20"/>
    <p:sldId id="677" r:id="rId21"/>
    <p:sldId id="678" r:id="rId22"/>
    <p:sldId id="679" r:id="rId23"/>
    <p:sldId id="673" r:id="rId24"/>
    <p:sldId id="441" r:id="rId25"/>
    <p:sldId id="567" r:id="rId26"/>
    <p:sldId id="681" r:id="rId27"/>
    <p:sldId id="682" r:id="rId28"/>
    <p:sldId id="683" r:id="rId29"/>
    <p:sldId id="631" r:id="rId30"/>
    <p:sldId id="680" r:id="rId31"/>
  </p:sldIdLst>
  <p:sldSz cx="9144000" cy="5143500" type="screen16x9"/>
  <p:notesSz cx="6858000" cy="9144000"/>
  <p:custDataLst>
    <p:tags r:id="rId3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E02080-9668-7E2C-D4C1-EC21C276C2AE}" name="Danielle Andries" initials="DA" userId="S::dandries@comptia.org::93d179e4-3c18-40f7-920e-ae80b202540d" providerId="AD"/>
  <p188:author id="{2AB4928F-3885-C63F-F2DF-420967CDD779}" name="Yvette Delim" initials="YD" userId="S::ydelim@comptia.org::1eb1221e-2905-468b-b6ca-e1e332e3c4b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3644"/>
    <a:srgbClr val="CF9FDE"/>
    <a:srgbClr val="FEAE62"/>
    <a:srgbClr val="7FC8DD"/>
    <a:srgbClr val="ED6D00"/>
    <a:srgbClr val="44545F"/>
    <a:srgbClr val="B1B7BC"/>
    <a:srgbClr val="0A7DA0"/>
    <a:srgbClr val="007C9E"/>
    <a:srgbClr val="004D72"/>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F14865-9902-4B31-AF9D-50BAEE046F89}" v="1" dt="2025-06-17T20:46:52.0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6" autoAdjust="0"/>
    <p:restoredTop sz="96247" autoAdjust="0"/>
  </p:normalViewPr>
  <p:slideViewPr>
    <p:cSldViewPr snapToGrid="0">
      <p:cViewPr varScale="1">
        <p:scale>
          <a:sx n="136" d="100"/>
          <a:sy n="136" d="100"/>
        </p:scale>
        <p:origin x="834" y="96"/>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tags" Target="tags/tag1.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8BF19E49-2B99-4BBC-9698-B501C2E5BF23}"/>
    <pc:docChg chg="modSld sldOrd modMainMaster">
      <pc:chgData name="Danielle Andries" userId="93d179e4-3c18-40f7-920e-ae80b202540d" providerId="ADAL" clId="{8BF19E49-2B99-4BBC-9698-B501C2E5BF23}" dt="2025-06-11T20:22:11.688" v="42"/>
      <pc:docMkLst>
        <pc:docMk/>
      </pc:docMkLst>
      <pc:sldChg chg="ord">
        <pc:chgData name="Danielle Andries" userId="93d179e4-3c18-40f7-920e-ae80b202540d" providerId="ADAL" clId="{8BF19E49-2B99-4BBC-9698-B501C2E5BF23}" dt="2025-06-11T20:00:42.676" v="5"/>
        <pc:sldMkLst>
          <pc:docMk/>
          <pc:sldMk cId="1878458843" sldId="309"/>
        </pc:sldMkLst>
      </pc:sldChg>
      <pc:sldChg chg="modSp mod">
        <pc:chgData name="Danielle Andries" userId="93d179e4-3c18-40f7-920e-ae80b202540d" providerId="ADAL" clId="{8BF19E49-2B99-4BBC-9698-B501C2E5BF23}" dt="2025-06-11T20:00:18.096" v="2" actId="20577"/>
        <pc:sldMkLst>
          <pc:docMk/>
          <pc:sldMk cId="3868167892" sldId="313"/>
        </pc:sldMkLst>
        <pc:spChg chg="mod">
          <ac:chgData name="Danielle Andries" userId="93d179e4-3c18-40f7-920e-ae80b202540d" providerId="ADAL" clId="{8BF19E49-2B99-4BBC-9698-B501C2E5BF23}" dt="2025-06-11T20:00:18.096" v="2" actId="20577"/>
          <ac:spMkLst>
            <pc:docMk/>
            <pc:sldMk cId="3868167892" sldId="313"/>
            <ac:spMk id="3" creationId="{BEF0CD94-701E-BF31-F57D-0F0245971FB7}"/>
          </ac:spMkLst>
        </pc:spChg>
      </pc:sldChg>
      <pc:sldChg chg="ord">
        <pc:chgData name="Danielle Andries" userId="93d179e4-3c18-40f7-920e-ae80b202540d" providerId="ADAL" clId="{8BF19E49-2B99-4BBC-9698-B501C2E5BF23}" dt="2025-06-11T20:22:11.688" v="42"/>
        <pc:sldMkLst>
          <pc:docMk/>
          <pc:sldMk cId="1667709354" sldId="631"/>
        </pc:sldMkLst>
      </pc:sldChg>
      <pc:sldChg chg="modSp mod">
        <pc:chgData name="Danielle Andries" userId="93d179e4-3c18-40f7-920e-ae80b202540d" providerId="ADAL" clId="{8BF19E49-2B99-4BBC-9698-B501C2E5BF23}" dt="2025-06-11T20:00:31.164" v="3" actId="20577"/>
        <pc:sldMkLst>
          <pc:docMk/>
          <pc:sldMk cId="2423577971" sldId="672"/>
        </pc:sldMkLst>
        <pc:spChg chg="mod">
          <ac:chgData name="Danielle Andries" userId="93d179e4-3c18-40f7-920e-ae80b202540d" providerId="ADAL" clId="{8BF19E49-2B99-4BBC-9698-B501C2E5BF23}" dt="2025-06-11T20:00:31.164" v="3" actId="20577"/>
          <ac:spMkLst>
            <pc:docMk/>
            <pc:sldMk cId="2423577971" sldId="672"/>
            <ac:spMk id="3" creationId="{AF599C91-CB4A-742A-0DA1-A135105D27CF}"/>
          </ac:spMkLst>
        </pc:spChg>
      </pc:sldChg>
      <pc:sldChg chg="modSp mod">
        <pc:chgData name="Danielle Andries" userId="93d179e4-3c18-40f7-920e-ae80b202540d" providerId="ADAL" clId="{8BF19E49-2B99-4BBC-9698-B501C2E5BF23}" dt="2025-06-11T20:01:57.535" v="19" actId="20577"/>
        <pc:sldMkLst>
          <pc:docMk/>
          <pc:sldMk cId="3228756336" sldId="674"/>
        </pc:sldMkLst>
        <pc:spChg chg="mod">
          <ac:chgData name="Danielle Andries" userId="93d179e4-3c18-40f7-920e-ae80b202540d" providerId="ADAL" clId="{8BF19E49-2B99-4BBC-9698-B501C2E5BF23}" dt="2025-06-11T20:01:57.535" v="19" actId="20577"/>
          <ac:spMkLst>
            <pc:docMk/>
            <pc:sldMk cId="3228756336" sldId="674"/>
            <ac:spMk id="3" creationId="{C3FF473A-AE43-6872-253B-F75DA36CF937}"/>
          </ac:spMkLst>
        </pc:spChg>
      </pc:sldChg>
      <pc:sldChg chg="modSp mod">
        <pc:chgData name="Danielle Andries" userId="93d179e4-3c18-40f7-920e-ae80b202540d" providerId="ADAL" clId="{8BF19E49-2B99-4BBC-9698-B501C2E5BF23}" dt="2025-06-11T20:03:04.766" v="28" actId="20577"/>
        <pc:sldMkLst>
          <pc:docMk/>
          <pc:sldMk cId="1457680660" sldId="675"/>
        </pc:sldMkLst>
        <pc:spChg chg="mod">
          <ac:chgData name="Danielle Andries" userId="93d179e4-3c18-40f7-920e-ae80b202540d" providerId="ADAL" clId="{8BF19E49-2B99-4BBC-9698-B501C2E5BF23}" dt="2025-06-11T20:03:04.766" v="28" actId="20577"/>
          <ac:spMkLst>
            <pc:docMk/>
            <pc:sldMk cId="1457680660" sldId="675"/>
            <ac:spMk id="3" creationId="{F7F86BA0-18E7-E91B-437C-4B9932CCD84B}"/>
          </ac:spMkLst>
        </pc:spChg>
      </pc:sldChg>
      <pc:sldChg chg="modSp mod">
        <pc:chgData name="Danielle Andries" userId="93d179e4-3c18-40f7-920e-ae80b202540d" providerId="ADAL" clId="{8BF19E49-2B99-4BBC-9698-B501C2E5BF23}" dt="2025-06-11T20:03:20.367" v="30" actId="20577"/>
        <pc:sldMkLst>
          <pc:docMk/>
          <pc:sldMk cId="1236078884" sldId="676"/>
        </pc:sldMkLst>
        <pc:spChg chg="mod">
          <ac:chgData name="Danielle Andries" userId="93d179e4-3c18-40f7-920e-ae80b202540d" providerId="ADAL" clId="{8BF19E49-2B99-4BBC-9698-B501C2E5BF23}" dt="2025-06-11T20:03:20.367" v="30" actId="20577"/>
          <ac:spMkLst>
            <pc:docMk/>
            <pc:sldMk cId="1236078884" sldId="676"/>
            <ac:spMk id="3" creationId="{A39F8EAB-4F4E-6B99-C61E-842D159BF1AD}"/>
          </ac:spMkLst>
        </pc:spChg>
      </pc:sldChg>
      <pc:sldChg chg="modSp mod">
        <pc:chgData name="Danielle Andries" userId="93d179e4-3c18-40f7-920e-ae80b202540d" providerId="ADAL" clId="{8BF19E49-2B99-4BBC-9698-B501C2E5BF23}" dt="2025-06-11T20:03:42.534" v="34" actId="20577"/>
        <pc:sldMkLst>
          <pc:docMk/>
          <pc:sldMk cId="685493186" sldId="677"/>
        </pc:sldMkLst>
        <pc:spChg chg="mod">
          <ac:chgData name="Danielle Andries" userId="93d179e4-3c18-40f7-920e-ae80b202540d" providerId="ADAL" clId="{8BF19E49-2B99-4BBC-9698-B501C2E5BF23}" dt="2025-06-11T20:03:42.534" v="34" actId="20577"/>
          <ac:spMkLst>
            <pc:docMk/>
            <pc:sldMk cId="685493186" sldId="677"/>
            <ac:spMk id="3" creationId="{9CDF4B0D-D609-BF6B-7D5B-4548EBE69326}"/>
          </ac:spMkLst>
        </pc:spChg>
      </pc:sldChg>
      <pc:sldChg chg="modSp mod">
        <pc:chgData name="Danielle Andries" userId="93d179e4-3c18-40f7-920e-ae80b202540d" providerId="ADAL" clId="{8BF19E49-2B99-4BBC-9698-B501C2E5BF23}" dt="2025-06-11T20:04:00.250" v="35" actId="20577"/>
        <pc:sldMkLst>
          <pc:docMk/>
          <pc:sldMk cId="3689521553" sldId="678"/>
        </pc:sldMkLst>
        <pc:spChg chg="mod">
          <ac:chgData name="Danielle Andries" userId="93d179e4-3c18-40f7-920e-ae80b202540d" providerId="ADAL" clId="{8BF19E49-2B99-4BBC-9698-B501C2E5BF23}" dt="2025-06-11T20:04:00.250" v="35" actId="20577"/>
          <ac:spMkLst>
            <pc:docMk/>
            <pc:sldMk cId="3689521553" sldId="678"/>
            <ac:spMk id="3" creationId="{AC6A2A1F-318E-91CA-2329-98452393B590}"/>
          </ac:spMkLst>
        </pc:spChg>
      </pc:sldChg>
      <pc:sldChg chg="modSp mod">
        <pc:chgData name="Danielle Andries" userId="93d179e4-3c18-40f7-920e-ae80b202540d" providerId="ADAL" clId="{8BF19E49-2B99-4BBC-9698-B501C2E5BF23}" dt="2025-06-11T20:04:25.403" v="37" actId="20577"/>
        <pc:sldMkLst>
          <pc:docMk/>
          <pc:sldMk cId="2037622996" sldId="679"/>
        </pc:sldMkLst>
        <pc:spChg chg="mod">
          <ac:chgData name="Danielle Andries" userId="93d179e4-3c18-40f7-920e-ae80b202540d" providerId="ADAL" clId="{8BF19E49-2B99-4BBC-9698-B501C2E5BF23}" dt="2025-06-11T20:04:25.403" v="37" actId="20577"/>
          <ac:spMkLst>
            <pc:docMk/>
            <pc:sldMk cId="2037622996" sldId="679"/>
            <ac:spMk id="3" creationId="{70342746-062E-2517-140F-D3C1E0210550}"/>
          </ac:spMkLst>
        </pc:spChg>
      </pc:sldChg>
      <pc:sldChg chg="modSp mod">
        <pc:chgData name="Danielle Andries" userId="93d179e4-3c18-40f7-920e-ae80b202540d" providerId="ADAL" clId="{8BF19E49-2B99-4BBC-9698-B501C2E5BF23}" dt="2025-06-11T20:21:46.004" v="39" actId="20577"/>
        <pc:sldMkLst>
          <pc:docMk/>
          <pc:sldMk cId="1807084183" sldId="681"/>
        </pc:sldMkLst>
        <pc:spChg chg="mod">
          <ac:chgData name="Danielle Andries" userId="93d179e4-3c18-40f7-920e-ae80b202540d" providerId="ADAL" clId="{8BF19E49-2B99-4BBC-9698-B501C2E5BF23}" dt="2025-06-11T20:21:46.004" v="39" actId="20577"/>
          <ac:spMkLst>
            <pc:docMk/>
            <pc:sldMk cId="1807084183" sldId="681"/>
            <ac:spMk id="3" creationId="{DCCD1C86-9CE9-4694-8F41-44ED497BAE5B}"/>
          </ac:spMkLst>
        </pc:spChg>
      </pc:sldChg>
      <pc:sldChg chg="modNotesTx">
        <pc:chgData name="Danielle Andries" userId="93d179e4-3c18-40f7-920e-ae80b202540d" providerId="ADAL" clId="{8BF19E49-2B99-4BBC-9698-B501C2E5BF23}" dt="2025-06-11T20:21:57.003" v="40" actId="6549"/>
        <pc:sldMkLst>
          <pc:docMk/>
          <pc:sldMk cId="3127974341" sldId="682"/>
        </pc:sldMkLst>
      </pc:sldChg>
      <pc:sldMasterChg chg="modSldLayout sldLayoutOrd">
        <pc:chgData name="Danielle Andries" userId="93d179e4-3c18-40f7-920e-ae80b202540d" providerId="ADAL" clId="{8BF19E49-2B99-4BBC-9698-B501C2E5BF23}" dt="2025-06-11T20:01:10.763" v="17" actId="20578"/>
        <pc:sldMasterMkLst>
          <pc:docMk/>
          <pc:sldMasterMk cId="58932730" sldId="2147483910"/>
        </pc:sldMasterMkLst>
        <pc:sldLayoutChg chg="modSp mod ord">
          <pc:chgData name="Danielle Andries" userId="93d179e4-3c18-40f7-920e-ae80b202540d" providerId="ADAL" clId="{8BF19E49-2B99-4BBC-9698-B501C2E5BF23}" dt="2025-06-11T20:01:10.763" v="17" actId="20578"/>
          <pc:sldLayoutMkLst>
            <pc:docMk/>
            <pc:sldMasterMk cId="58932730" sldId="2147483910"/>
            <pc:sldLayoutMk cId="3198385692" sldId="2147483922"/>
          </pc:sldLayoutMkLst>
          <pc:spChg chg="mod">
            <ac:chgData name="Danielle Andries" userId="93d179e4-3c18-40f7-920e-ae80b202540d" providerId="ADAL" clId="{8BF19E49-2B99-4BBC-9698-B501C2E5BF23}" dt="2025-06-11T20:00:58.014" v="16" actId="20577"/>
            <ac:spMkLst>
              <pc:docMk/>
              <pc:sldMasterMk cId="58932730" sldId="2147483910"/>
              <pc:sldLayoutMk cId="3198385692" sldId="2147483922"/>
              <ac:spMk id="4" creationId="{48DA206A-2516-457B-9C8F-9BDD445DD373}"/>
            </ac:spMkLst>
          </pc:spChg>
        </pc:sldLayoutChg>
      </pc:sldMasterChg>
    </pc:docChg>
  </pc:docChgLst>
  <pc:docChgLst>
    <pc:chgData name="Yvette Delim" userId="1eb1221e-2905-468b-b6ca-e1e332e3c4b6" providerId="ADAL" clId="{290F0DBF-B744-4271-9020-6CBFE871C2FA}"/>
    <pc:docChg chg="modSld modMainMaster">
      <pc:chgData name="Yvette Delim" userId="1eb1221e-2905-468b-b6ca-e1e332e3c4b6" providerId="ADAL" clId="{290F0DBF-B744-4271-9020-6CBFE871C2FA}" dt="2025-04-28T18:58:20.197" v="30" actId="1038"/>
      <pc:docMkLst>
        <pc:docMk/>
      </pc:docMkLst>
      <pc:sldMasterChg chg="addSldLayout modSldLayout">
        <pc:chgData name="Yvette Delim" userId="1eb1221e-2905-468b-b6ca-e1e332e3c4b6" providerId="ADAL" clId="{290F0DBF-B744-4271-9020-6CBFE871C2FA}" dt="2025-04-28T18:58:20.197" v="30" actId="1038"/>
        <pc:sldMasterMkLst>
          <pc:docMk/>
          <pc:sldMasterMk cId="58932730" sldId="2147483910"/>
        </pc:sldMasterMkLst>
        <pc:sldLayoutChg chg="modSp add mod modTransition">
          <pc:chgData name="Yvette Delim" userId="1eb1221e-2905-468b-b6ca-e1e332e3c4b6" providerId="ADAL" clId="{290F0DBF-B744-4271-9020-6CBFE871C2FA}" dt="2025-04-28T18:58:20.197" v="30" actId="1038"/>
          <pc:sldLayoutMkLst>
            <pc:docMk/>
            <pc:sldMasterMk cId="58932730" sldId="2147483910"/>
            <pc:sldLayoutMk cId="2790083631" sldId="2147483933"/>
          </pc:sldLayoutMkLst>
          <pc:spChg chg="mod">
            <ac:chgData name="Yvette Delim" userId="1eb1221e-2905-468b-b6ca-e1e332e3c4b6" providerId="ADAL" clId="{290F0DBF-B744-4271-9020-6CBFE871C2FA}" dt="2025-04-28T18:58:11.530" v="1" actId="20577"/>
            <ac:spMkLst>
              <pc:docMk/>
              <pc:sldMasterMk cId="58932730" sldId="2147483910"/>
              <pc:sldLayoutMk cId="2790083631" sldId="2147483933"/>
              <ac:spMk id="12" creationId="{FD74DCED-5B72-479F-BD98-2FB51162CA0F}"/>
            </ac:spMkLst>
          </pc:spChg>
          <pc:picChg chg="mod">
            <ac:chgData name="Yvette Delim" userId="1eb1221e-2905-468b-b6ca-e1e332e3c4b6" providerId="ADAL" clId="{290F0DBF-B744-4271-9020-6CBFE871C2FA}" dt="2025-04-28T18:58:20.197" v="30" actId="1038"/>
            <ac:picMkLst>
              <pc:docMk/>
              <pc:sldMasterMk cId="58932730" sldId="2147483910"/>
              <pc:sldLayoutMk cId="2790083631" sldId="2147483933"/>
              <ac:picMk id="18" creationId="{E69A297E-3486-4729-A525-7D33AFFB3804}"/>
            </ac:picMkLst>
          </pc:picChg>
        </pc:sldLayoutChg>
      </pc:sldMasterChg>
    </pc:docChg>
  </pc:docChgLst>
  <pc:docChgLst>
    <pc:chgData name="Danielle Andries" userId="S::dandries@comptia.org::93d179e4-3c18-40f7-920e-ae80b202540d" providerId="AD" clId="Web-{AC8E4618-5A6C-5465-0377-5338DCC3DDC2}"/>
    <pc:docChg chg="modSld">
      <pc:chgData name="Danielle Andries" userId="S::dandries@comptia.org::93d179e4-3c18-40f7-920e-ae80b202540d" providerId="AD" clId="Web-{AC8E4618-5A6C-5465-0377-5338DCC3DDC2}" dt="2025-05-06T19:28:13" v="27" actId="20577"/>
      <pc:docMkLst>
        <pc:docMk/>
      </pc:docMkLst>
      <pc:sldChg chg="modSp">
        <pc:chgData name="Danielle Andries" userId="S::dandries@comptia.org::93d179e4-3c18-40f7-920e-ae80b202540d" providerId="AD" clId="Web-{AC8E4618-5A6C-5465-0377-5338DCC3DDC2}" dt="2025-05-06T19:28:13" v="27" actId="20577"/>
        <pc:sldMkLst>
          <pc:docMk/>
          <pc:sldMk cId="3250985680" sldId="274"/>
        </pc:sldMkLst>
      </pc:sldChg>
    </pc:docChg>
  </pc:docChgLst>
  <pc:docChgLst>
    <pc:chgData name="Yvette Delim" userId="1eb1221e-2905-468b-b6ca-e1e332e3c4b6" providerId="ADAL" clId="{48FF70D2-977C-45FB-B8D8-F2DF2B7AFF52}"/>
    <pc:docChg chg="modSld">
      <pc:chgData name="Yvette Delim" userId="1eb1221e-2905-468b-b6ca-e1e332e3c4b6" providerId="ADAL" clId="{48FF70D2-977C-45FB-B8D8-F2DF2B7AFF52}" dt="2025-06-17T21:05:11.231" v="0"/>
      <pc:docMkLst>
        <pc:docMk/>
      </pc:docMkLst>
      <pc:sldChg chg="modSp mod">
        <pc:chgData name="Yvette Delim" userId="1eb1221e-2905-468b-b6ca-e1e332e3c4b6" providerId="ADAL" clId="{48FF70D2-977C-45FB-B8D8-F2DF2B7AFF52}" dt="2025-06-17T21:05:11.231" v="0"/>
        <pc:sldMkLst>
          <pc:docMk/>
          <pc:sldMk cId="2615260713" sldId="297"/>
        </pc:sldMkLst>
        <pc:spChg chg="mod">
          <ac:chgData name="Yvette Delim" userId="1eb1221e-2905-468b-b6ca-e1e332e3c4b6" providerId="ADAL" clId="{48FF70D2-977C-45FB-B8D8-F2DF2B7AFF52}" dt="2025-06-17T21:05:11.231" v="0"/>
          <ac:spMkLst>
            <pc:docMk/>
            <pc:sldMk cId="2615260713" sldId="297"/>
            <ac:spMk id="5" creationId="{3F9B06E0-25E2-2207-FA53-43B03A3DD8B6}"/>
          </ac:spMkLst>
        </pc:spChg>
      </pc:sldChg>
    </pc:docChg>
  </pc:docChgLst>
  <pc:docChgLst>
    <pc:chgData name="Amy Glidewell" userId="095a4851-014c-47ed-bf1b-0c4b57406e94" providerId="ADAL" clId="{19F14865-9902-4B31-AF9D-50BAEE046F89}"/>
    <pc:docChg chg="custSel modSld">
      <pc:chgData name="Amy Glidewell" userId="095a4851-014c-47ed-bf1b-0c4b57406e94" providerId="ADAL" clId="{19F14865-9902-4B31-AF9D-50BAEE046F89}" dt="2025-06-17T20:47:13.908" v="12" actId="313"/>
      <pc:docMkLst>
        <pc:docMk/>
      </pc:docMkLst>
      <pc:sldChg chg="modNotesTx">
        <pc:chgData name="Amy Glidewell" userId="095a4851-014c-47ed-bf1b-0c4b57406e94" providerId="ADAL" clId="{19F14865-9902-4B31-AF9D-50BAEE046F89}" dt="2025-06-17T20:47:12.070" v="10" actId="313"/>
        <pc:sldMkLst>
          <pc:docMk/>
          <pc:sldMk cId="1878458843" sldId="309"/>
        </pc:sldMkLst>
      </pc:sldChg>
      <pc:sldChg chg="modSp mod">
        <pc:chgData name="Amy Glidewell" userId="095a4851-014c-47ed-bf1b-0c4b57406e94" providerId="ADAL" clId="{19F14865-9902-4B31-AF9D-50BAEE046F89}" dt="2025-06-17T20:41:48.464" v="7" actId="14100"/>
        <pc:sldMkLst>
          <pc:docMk/>
          <pc:sldMk cId="3868167892" sldId="313"/>
        </pc:sldMkLst>
        <pc:spChg chg="mod">
          <ac:chgData name="Amy Glidewell" userId="095a4851-014c-47ed-bf1b-0c4b57406e94" providerId="ADAL" clId="{19F14865-9902-4B31-AF9D-50BAEE046F89}" dt="2025-06-17T20:41:48.464" v="7" actId="14100"/>
          <ac:spMkLst>
            <pc:docMk/>
            <pc:sldMk cId="3868167892" sldId="313"/>
            <ac:spMk id="3" creationId="{BEF0CD94-701E-BF31-F57D-0F0245971FB7}"/>
          </ac:spMkLst>
        </pc:spChg>
      </pc:sldChg>
      <pc:sldChg chg="modSp mod">
        <pc:chgData name="Amy Glidewell" userId="095a4851-014c-47ed-bf1b-0c4b57406e94" providerId="ADAL" clId="{19F14865-9902-4B31-AF9D-50BAEE046F89}" dt="2025-06-17T20:41:14.425" v="4" actId="14100"/>
        <pc:sldMkLst>
          <pc:docMk/>
          <pc:sldMk cId="80275101" sldId="670"/>
        </pc:sldMkLst>
        <pc:spChg chg="mod">
          <ac:chgData name="Amy Glidewell" userId="095a4851-014c-47ed-bf1b-0c4b57406e94" providerId="ADAL" clId="{19F14865-9902-4B31-AF9D-50BAEE046F89}" dt="2025-06-17T20:41:14.425" v="4" actId="14100"/>
          <ac:spMkLst>
            <pc:docMk/>
            <pc:sldMk cId="80275101" sldId="670"/>
            <ac:spMk id="3" creationId="{BC7EA3C2-6D23-A1EB-F210-4D62AD76D2D2}"/>
          </ac:spMkLst>
        </pc:spChg>
      </pc:sldChg>
      <pc:sldChg chg="modNotesTx">
        <pc:chgData name="Amy Glidewell" userId="095a4851-014c-47ed-bf1b-0c4b57406e94" providerId="ADAL" clId="{19F14865-9902-4B31-AF9D-50BAEE046F89}" dt="2025-06-17T20:47:13.025" v="11" actId="313"/>
        <pc:sldMkLst>
          <pc:docMk/>
          <pc:sldMk cId="191234453" sldId="673"/>
        </pc:sldMkLst>
      </pc:sldChg>
      <pc:sldChg chg="modSp mod">
        <pc:chgData name="Amy Glidewell" userId="095a4851-014c-47ed-bf1b-0c4b57406e94" providerId="ADAL" clId="{19F14865-9902-4B31-AF9D-50BAEE046F89}" dt="2025-06-17T20:43:51.272" v="9" actId="27636"/>
        <pc:sldMkLst>
          <pc:docMk/>
          <pc:sldMk cId="685493186" sldId="677"/>
        </pc:sldMkLst>
        <pc:spChg chg="mod">
          <ac:chgData name="Amy Glidewell" userId="095a4851-014c-47ed-bf1b-0c4b57406e94" providerId="ADAL" clId="{19F14865-9902-4B31-AF9D-50BAEE046F89}" dt="2025-06-17T20:43:51.272" v="9" actId="27636"/>
          <ac:spMkLst>
            <pc:docMk/>
            <pc:sldMk cId="685493186" sldId="677"/>
            <ac:spMk id="3" creationId="{9CDF4B0D-D609-BF6B-7D5B-4548EBE69326}"/>
          </ac:spMkLst>
        </pc:spChg>
      </pc:sldChg>
      <pc:sldChg chg="modNotesTx">
        <pc:chgData name="Amy Glidewell" userId="095a4851-014c-47ed-bf1b-0c4b57406e94" providerId="ADAL" clId="{19F14865-9902-4B31-AF9D-50BAEE046F89}" dt="2025-06-17T20:47:13.908" v="12" actId="313"/>
        <pc:sldMkLst>
          <pc:docMk/>
          <pc:sldMk cId="443408937" sldId="680"/>
        </pc:sldMkLst>
      </pc:sldChg>
    </pc:docChg>
  </pc:docChgLst>
  <pc:docChgLst>
    <pc:chgData name="Katherine Keyes" userId="2cd50168-9358-44e7-b3b2-0786b2b8ee66" providerId="ADAL" clId="{389E2D1B-3571-4453-9F32-EC2942C1FF95}"/>
    <pc:docChg chg="modMainMaster">
      <pc:chgData name="Katherine Keyes" userId="2cd50168-9358-44e7-b3b2-0786b2b8ee66" providerId="ADAL" clId="{389E2D1B-3571-4453-9F32-EC2942C1FF95}" dt="2021-11-02T15:05:59.203" v="1" actId="20578"/>
      <pc:docMkLst>
        <pc:docMk/>
      </pc:docMkLst>
      <pc:sldMasterChg chg="modSldLayout sldLayoutOrd">
        <pc:chgData name="Katherine Keyes" userId="2cd50168-9358-44e7-b3b2-0786b2b8ee66" providerId="ADAL" clId="{389E2D1B-3571-4453-9F32-EC2942C1FF95}" dt="2021-11-02T15:05:59.203" v="1" actId="20578"/>
        <pc:sldMasterMkLst>
          <pc:docMk/>
          <pc:sldMasterMk cId="58932730" sldId="2147483910"/>
        </pc:sldMasterMkLst>
        <pc:sldLayoutChg chg="ord">
          <pc:chgData name="Katherine Keyes" userId="2cd50168-9358-44e7-b3b2-0786b2b8ee66" providerId="ADAL" clId="{389E2D1B-3571-4453-9F32-EC2942C1FF95}" dt="2021-11-02T15:05:59.203" v="1" actId="20578"/>
          <pc:sldLayoutMkLst>
            <pc:docMk/>
            <pc:sldMasterMk cId="58932730" sldId="2147483910"/>
            <pc:sldLayoutMk cId="137773212" sldId="2147483914"/>
          </pc:sldLayoutMkLst>
        </pc:sldLayoutChg>
      </pc:sldMasterChg>
    </pc:docChg>
  </pc:docChgLst>
  <pc:docChgLst>
    <pc:chgData name="Danielle Andries" userId="93d179e4-3c18-40f7-920e-ae80b202540d" providerId="ADAL" clId="{E9C614E3-A1EE-4D1E-84D8-8FC9F0171C92}"/>
    <pc:docChg chg="undo custSel addSld delSld modSld sldOrd">
      <pc:chgData name="Danielle Andries" userId="93d179e4-3c18-40f7-920e-ae80b202540d" providerId="ADAL" clId="{E9C614E3-A1EE-4D1E-84D8-8FC9F0171C92}" dt="2022-05-03T20:11:34.298" v="394" actId="20577"/>
      <pc:docMkLst>
        <pc:docMk/>
      </pc:docMkLst>
      <pc:sldChg chg="new del">
        <pc:chgData name="Danielle Andries" userId="93d179e4-3c18-40f7-920e-ae80b202540d" providerId="ADAL" clId="{E9C614E3-A1EE-4D1E-84D8-8FC9F0171C92}" dt="2022-05-03T19:49:33.597" v="3" actId="2696"/>
        <pc:sldMkLst>
          <pc:docMk/>
          <pc:sldMk cId="3809199461" sldId="256"/>
        </pc:sldMkLst>
      </pc:sldChg>
      <pc:sldChg chg="new">
        <pc:chgData name="Danielle Andries" userId="93d179e4-3c18-40f7-920e-ae80b202540d" providerId="ADAL" clId="{E9C614E3-A1EE-4D1E-84D8-8FC9F0171C92}" dt="2022-05-03T19:42:20.472" v="1" actId="680"/>
        <pc:sldMkLst>
          <pc:docMk/>
          <pc:sldMk cId="3995608643" sldId="257"/>
        </pc:sldMkLst>
      </pc:sldChg>
      <pc:sldChg chg="new">
        <pc:chgData name="Danielle Andries" userId="93d179e4-3c18-40f7-920e-ae80b202540d" providerId="ADAL" clId="{E9C614E3-A1EE-4D1E-84D8-8FC9F0171C92}" dt="2022-05-03T19:42:25.033" v="2" actId="680"/>
        <pc:sldMkLst>
          <pc:docMk/>
          <pc:sldMk cId="2170154808" sldId="258"/>
        </pc:sldMkLst>
      </pc:sldChg>
      <pc:sldChg chg="addSp modSp new mod">
        <pc:chgData name="Danielle Andries" userId="93d179e4-3c18-40f7-920e-ae80b202540d" providerId="ADAL" clId="{E9C614E3-A1EE-4D1E-84D8-8FC9F0171C92}" dt="2022-05-03T19:51:04.298" v="60" actId="1076"/>
        <pc:sldMkLst>
          <pc:docMk/>
          <pc:sldMk cId="3549381897" sldId="259"/>
        </pc:sldMkLst>
      </pc:sldChg>
      <pc:sldChg chg="addSp delSp modSp new mod">
        <pc:chgData name="Danielle Andries" userId="93d179e4-3c18-40f7-920e-ae80b202540d" providerId="ADAL" clId="{E9C614E3-A1EE-4D1E-84D8-8FC9F0171C92}" dt="2022-05-03T20:04:27.208" v="141" actId="20577"/>
        <pc:sldMkLst>
          <pc:docMk/>
          <pc:sldMk cId="1702716025" sldId="260"/>
        </pc:sldMkLst>
      </pc:sldChg>
      <pc:sldChg chg="addSp modSp new mod">
        <pc:chgData name="Danielle Andries" userId="93d179e4-3c18-40f7-920e-ae80b202540d" providerId="ADAL" clId="{E9C614E3-A1EE-4D1E-84D8-8FC9F0171C92}" dt="2022-05-03T20:06:51.826" v="152" actId="14100"/>
        <pc:sldMkLst>
          <pc:docMk/>
          <pc:sldMk cId="1821724871" sldId="261"/>
        </pc:sldMkLst>
      </pc:sldChg>
      <pc:sldChg chg="addSp delSp modSp new mod">
        <pc:chgData name="Danielle Andries" userId="93d179e4-3c18-40f7-920e-ae80b202540d" providerId="ADAL" clId="{E9C614E3-A1EE-4D1E-84D8-8FC9F0171C92}" dt="2022-05-03T20:09:02.426" v="205"/>
        <pc:sldMkLst>
          <pc:docMk/>
          <pc:sldMk cId="2298346470" sldId="262"/>
        </pc:sldMkLst>
      </pc:sldChg>
      <pc:sldChg chg="modSp add del mod ord">
        <pc:chgData name="Danielle Andries" userId="93d179e4-3c18-40f7-920e-ae80b202540d" providerId="ADAL" clId="{E9C614E3-A1EE-4D1E-84D8-8FC9F0171C92}" dt="2022-05-03T20:09:58.168" v="258" actId="2696"/>
        <pc:sldMkLst>
          <pc:docMk/>
          <pc:sldMk cId="695845461" sldId="263"/>
        </pc:sldMkLst>
      </pc:sldChg>
      <pc:sldChg chg="modSp new mod modNotesTx">
        <pc:chgData name="Danielle Andries" userId="93d179e4-3c18-40f7-920e-ae80b202540d" providerId="ADAL" clId="{E9C614E3-A1EE-4D1E-84D8-8FC9F0171C92}" dt="2022-05-03T20:11:19.569" v="371"/>
        <pc:sldMkLst>
          <pc:docMk/>
          <pc:sldMk cId="2631819795" sldId="263"/>
        </pc:sldMkLst>
      </pc:sldChg>
      <pc:sldChg chg="modSp new mod">
        <pc:chgData name="Danielle Andries" userId="93d179e4-3c18-40f7-920e-ae80b202540d" providerId="ADAL" clId="{E9C614E3-A1EE-4D1E-84D8-8FC9F0171C92}" dt="2022-05-03T20:11:34.298" v="394" actId="20577"/>
        <pc:sldMkLst>
          <pc:docMk/>
          <pc:sldMk cId="3051765853" sldId="264"/>
        </pc:sldMkLst>
      </pc:sldChg>
    </pc:docChg>
  </pc:docChgLst>
  <pc:docChgLst>
    <pc:chgData name="Yvette Delim" userId="S::ydelim@comptia.org::1eb1221e-2905-468b-b6ca-e1e332e3c4b6" providerId="AD" clId="Web-{C113A6AE-3E14-CFD0-4D1D-B1BDC3661C6F}"/>
    <pc:docChg chg="delSld modSld">
      <pc:chgData name="Yvette Delim" userId="S::ydelim@comptia.org::1eb1221e-2905-468b-b6ca-e1e332e3c4b6" providerId="AD" clId="Web-{C113A6AE-3E14-CFD0-4D1D-B1BDC3661C6F}" dt="2025-05-07T21:44:57.002" v="9"/>
      <pc:docMkLst>
        <pc:docMk/>
      </pc:docMkLst>
      <pc:sldChg chg="del">
        <pc:chgData name="Yvette Delim" userId="S::ydelim@comptia.org::1eb1221e-2905-468b-b6ca-e1e332e3c4b6" providerId="AD" clId="Web-{C113A6AE-3E14-CFD0-4D1D-B1BDC3661C6F}" dt="2025-05-07T21:44:57.002" v="9"/>
        <pc:sldMkLst>
          <pc:docMk/>
          <pc:sldMk cId="3678982506" sldId="278"/>
        </pc:sldMkLst>
      </pc:sldChg>
      <pc:sldChg chg="modSp">
        <pc:chgData name="Yvette Delim" userId="S::ydelim@comptia.org::1eb1221e-2905-468b-b6ca-e1e332e3c4b6" providerId="AD" clId="Web-{C113A6AE-3E14-CFD0-4D1D-B1BDC3661C6F}" dt="2025-05-07T21:44:46.143" v="8" actId="20577"/>
        <pc:sldMkLst>
          <pc:docMk/>
          <pc:sldMk cId="1878458843" sldId="309"/>
        </pc:sldMkLst>
        <pc:spChg chg="mod">
          <ac:chgData name="Yvette Delim" userId="S::ydelim@comptia.org::1eb1221e-2905-468b-b6ca-e1e332e3c4b6" providerId="AD" clId="Web-{C113A6AE-3E14-CFD0-4D1D-B1BDC3661C6F}" dt="2025-05-07T21:44:46.143" v="8" actId="20577"/>
          <ac:spMkLst>
            <pc:docMk/>
            <pc:sldMk cId="1878458843" sldId="309"/>
            <ac:spMk id="2" creationId="{CC05FF38-6BD6-38E2-A21F-D565CE8948E1}"/>
          </ac:spMkLst>
        </pc:spChg>
      </pc:sldChg>
    </pc:docChg>
  </pc:docChgLst>
  <pc:docChgLst>
    <pc:chgData name="Nicholas Pierce" userId="S::npierce@comptia.global::ee89543b-d064-42d7-b9d5-60e771afdcba" providerId="AD" clId="Web-{BD19B096-0CBF-6732-9A71-6CEAB62C54B0}"/>
    <pc:docChg chg="modSld">
      <pc:chgData name="Nicholas Pierce" userId="S::npierce@comptia.global::ee89543b-d064-42d7-b9d5-60e771afdcba" providerId="AD" clId="Web-{BD19B096-0CBF-6732-9A71-6CEAB62C54B0}" dt="2025-06-10T17:14:10.361" v="2934"/>
      <pc:docMkLst>
        <pc:docMk/>
      </pc:docMkLst>
      <pc:sldChg chg="modSp modNotes">
        <pc:chgData name="Nicholas Pierce" userId="S::npierce@comptia.global::ee89543b-d064-42d7-b9d5-60e771afdcba" providerId="AD" clId="Web-{BD19B096-0CBF-6732-9A71-6CEAB62C54B0}" dt="2025-06-10T16:45:54.984" v="830"/>
        <pc:sldMkLst>
          <pc:docMk/>
          <pc:sldMk cId="3868167892" sldId="313"/>
        </pc:sldMkLst>
        <pc:spChg chg="mod">
          <ac:chgData name="Nicholas Pierce" userId="S::npierce@comptia.global::ee89543b-d064-42d7-b9d5-60e771afdcba" providerId="AD" clId="Web-{BD19B096-0CBF-6732-9A71-6CEAB62C54B0}" dt="2025-06-10T16:45:52.828" v="829" actId="20577"/>
          <ac:spMkLst>
            <pc:docMk/>
            <pc:sldMk cId="3868167892" sldId="313"/>
            <ac:spMk id="3" creationId="{BEF0CD94-701E-BF31-F57D-0F0245971FB7}"/>
          </ac:spMkLst>
        </pc:spChg>
      </pc:sldChg>
      <pc:sldChg chg="modSp modNotes">
        <pc:chgData name="Nicholas Pierce" userId="S::npierce@comptia.global::ee89543b-d064-42d7-b9d5-60e771afdcba" providerId="AD" clId="Web-{BD19B096-0CBF-6732-9A71-6CEAB62C54B0}" dt="2025-06-10T17:08:55.459" v="2541"/>
        <pc:sldMkLst>
          <pc:docMk/>
          <pc:sldMk cId="1760471389" sldId="567"/>
        </pc:sldMkLst>
        <pc:spChg chg="mod">
          <ac:chgData name="Nicholas Pierce" userId="S::npierce@comptia.global::ee89543b-d064-42d7-b9d5-60e771afdcba" providerId="AD" clId="Web-{BD19B096-0CBF-6732-9A71-6CEAB62C54B0}" dt="2025-06-10T17:08:19.911" v="2440" actId="20577"/>
          <ac:spMkLst>
            <pc:docMk/>
            <pc:sldMk cId="1760471389" sldId="567"/>
            <ac:spMk id="3" creationId="{3F9375CA-7E26-5D57-3A32-F6CA6D2D5B06}"/>
          </ac:spMkLst>
        </pc:spChg>
      </pc:sldChg>
      <pc:sldChg chg="modSp modNotes">
        <pc:chgData name="Nicholas Pierce" userId="S::npierce@comptia.global::ee89543b-d064-42d7-b9d5-60e771afdcba" providerId="AD" clId="Web-{BD19B096-0CBF-6732-9A71-6CEAB62C54B0}" dt="2025-06-10T16:34:42.591" v="112" actId="20577"/>
        <pc:sldMkLst>
          <pc:docMk/>
          <pc:sldMk cId="2436142003" sldId="569"/>
        </pc:sldMkLst>
        <pc:spChg chg="mod">
          <ac:chgData name="Nicholas Pierce" userId="S::npierce@comptia.global::ee89543b-d064-42d7-b9d5-60e771afdcba" providerId="AD" clId="Web-{BD19B096-0CBF-6732-9A71-6CEAB62C54B0}" dt="2025-06-10T16:34:42.591" v="112" actId="20577"/>
          <ac:spMkLst>
            <pc:docMk/>
            <pc:sldMk cId="2436142003" sldId="569"/>
            <ac:spMk id="3" creationId="{C6F96774-36B8-B8FC-7220-DEB733B577E6}"/>
          </ac:spMkLst>
        </pc:spChg>
      </pc:sldChg>
      <pc:sldChg chg="modSp modNotes">
        <pc:chgData name="Nicholas Pierce" userId="S::npierce@comptia.global::ee89543b-d064-42d7-b9d5-60e771afdcba" providerId="AD" clId="Web-{BD19B096-0CBF-6732-9A71-6CEAB62C54B0}" dt="2025-06-10T16:41:42.024" v="558" actId="20577"/>
        <pc:sldMkLst>
          <pc:docMk/>
          <pc:sldMk cId="80275101" sldId="670"/>
        </pc:sldMkLst>
        <pc:spChg chg="mod">
          <ac:chgData name="Nicholas Pierce" userId="S::npierce@comptia.global::ee89543b-d064-42d7-b9d5-60e771afdcba" providerId="AD" clId="Web-{BD19B096-0CBF-6732-9A71-6CEAB62C54B0}" dt="2025-06-10T16:41:42.024" v="558" actId="20577"/>
          <ac:spMkLst>
            <pc:docMk/>
            <pc:sldMk cId="80275101" sldId="670"/>
            <ac:spMk id="3" creationId="{BC7EA3C2-6D23-A1EB-F210-4D62AD76D2D2}"/>
          </ac:spMkLst>
        </pc:spChg>
      </pc:sldChg>
      <pc:sldChg chg="modSp modNotes">
        <pc:chgData name="Nicholas Pierce" userId="S::npierce@comptia.global::ee89543b-d064-42d7-b9d5-60e771afdcba" providerId="AD" clId="Web-{BD19B096-0CBF-6732-9A71-6CEAB62C54B0}" dt="2025-06-10T16:47:48.581" v="981" actId="20577"/>
        <pc:sldMkLst>
          <pc:docMk/>
          <pc:sldMk cId="2423577971" sldId="672"/>
        </pc:sldMkLst>
        <pc:spChg chg="mod">
          <ac:chgData name="Nicholas Pierce" userId="S::npierce@comptia.global::ee89543b-d064-42d7-b9d5-60e771afdcba" providerId="AD" clId="Web-{BD19B096-0CBF-6732-9A71-6CEAB62C54B0}" dt="2025-06-10T16:47:48.581" v="981" actId="20577"/>
          <ac:spMkLst>
            <pc:docMk/>
            <pc:sldMk cId="2423577971" sldId="672"/>
            <ac:spMk id="3" creationId="{AF599C91-CB4A-742A-0DA1-A135105D27CF}"/>
          </ac:spMkLst>
        </pc:spChg>
      </pc:sldChg>
      <pc:sldChg chg="modSp modNotes">
        <pc:chgData name="Nicholas Pierce" userId="S::npierce@comptia.global::ee89543b-d064-42d7-b9d5-60e771afdcba" providerId="AD" clId="Web-{BD19B096-0CBF-6732-9A71-6CEAB62C54B0}" dt="2025-06-10T16:51:59.541" v="1300" actId="20577"/>
        <pc:sldMkLst>
          <pc:docMk/>
          <pc:sldMk cId="3228756336" sldId="674"/>
        </pc:sldMkLst>
        <pc:spChg chg="mod">
          <ac:chgData name="Nicholas Pierce" userId="S::npierce@comptia.global::ee89543b-d064-42d7-b9d5-60e771afdcba" providerId="AD" clId="Web-{BD19B096-0CBF-6732-9A71-6CEAB62C54B0}" dt="2025-06-10T16:51:59.541" v="1300" actId="20577"/>
          <ac:spMkLst>
            <pc:docMk/>
            <pc:sldMk cId="3228756336" sldId="674"/>
            <ac:spMk id="3" creationId="{C3FF473A-AE43-6872-253B-F75DA36CF937}"/>
          </ac:spMkLst>
        </pc:spChg>
      </pc:sldChg>
      <pc:sldChg chg="modSp modNotes">
        <pc:chgData name="Nicholas Pierce" userId="S::npierce@comptia.global::ee89543b-d064-42d7-b9d5-60e771afdcba" providerId="AD" clId="Web-{BD19B096-0CBF-6732-9A71-6CEAB62C54B0}" dt="2025-06-10T16:55:28.687" v="1537" actId="20577"/>
        <pc:sldMkLst>
          <pc:docMk/>
          <pc:sldMk cId="1457680660" sldId="675"/>
        </pc:sldMkLst>
        <pc:spChg chg="mod">
          <ac:chgData name="Nicholas Pierce" userId="S::npierce@comptia.global::ee89543b-d064-42d7-b9d5-60e771afdcba" providerId="AD" clId="Web-{BD19B096-0CBF-6732-9A71-6CEAB62C54B0}" dt="2025-06-10T16:55:28.687" v="1537" actId="20577"/>
          <ac:spMkLst>
            <pc:docMk/>
            <pc:sldMk cId="1457680660" sldId="675"/>
            <ac:spMk id="3" creationId="{F7F86BA0-18E7-E91B-437C-4B9932CCD84B}"/>
          </ac:spMkLst>
        </pc:spChg>
      </pc:sldChg>
      <pc:sldChg chg="modSp modNotes">
        <pc:chgData name="Nicholas Pierce" userId="S::npierce@comptia.global::ee89543b-d064-42d7-b9d5-60e771afdcba" providerId="AD" clId="Web-{BD19B096-0CBF-6732-9A71-6CEAB62C54B0}" dt="2025-06-10T16:57:06.535" v="1688"/>
        <pc:sldMkLst>
          <pc:docMk/>
          <pc:sldMk cId="1236078884" sldId="676"/>
        </pc:sldMkLst>
        <pc:spChg chg="mod">
          <ac:chgData name="Nicholas Pierce" userId="S::npierce@comptia.global::ee89543b-d064-42d7-b9d5-60e771afdcba" providerId="AD" clId="Web-{BD19B096-0CBF-6732-9A71-6CEAB62C54B0}" dt="2025-06-10T16:57:03.564" v="1687" actId="20577"/>
          <ac:spMkLst>
            <pc:docMk/>
            <pc:sldMk cId="1236078884" sldId="676"/>
            <ac:spMk id="3" creationId="{A39F8EAB-4F4E-6B99-C61E-842D159BF1AD}"/>
          </ac:spMkLst>
        </pc:spChg>
      </pc:sldChg>
      <pc:sldChg chg="modSp modNotes">
        <pc:chgData name="Nicholas Pierce" userId="S::npierce@comptia.global::ee89543b-d064-42d7-b9d5-60e771afdcba" providerId="AD" clId="Web-{BD19B096-0CBF-6732-9A71-6CEAB62C54B0}" dt="2025-06-10T17:03:40.434" v="2127"/>
        <pc:sldMkLst>
          <pc:docMk/>
          <pc:sldMk cId="685493186" sldId="677"/>
        </pc:sldMkLst>
        <pc:spChg chg="mod">
          <ac:chgData name="Nicholas Pierce" userId="S::npierce@comptia.global::ee89543b-d064-42d7-b9d5-60e771afdcba" providerId="AD" clId="Web-{BD19B096-0CBF-6732-9A71-6CEAB62C54B0}" dt="2025-06-10T17:02:31.558" v="2061" actId="20577"/>
          <ac:spMkLst>
            <pc:docMk/>
            <pc:sldMk cId="685493186" sldId="677"/>
            <ac:spMk id="3" creationId="{9CDF4B0D-D609-BF6B-7D5B-4548EBE69326}"/>
          </ac:spMkLst>
        </pc:spChg>
      </pc:sldChg>
      <pc:sldChg chg="addSp delSp modSp modNotes">
        <pc:chgData name="Nicholas Pierce" userId="S::npierce@comptia.global::ee89543b-d064-42d7-b9d5-60e771afdcba" providerId="AD" clId="Web-{BD19B096-0CBF-6732-9A71-6CEAB62C54B0}" dt="2025-06-10T17:05:17.625" v="2220"/>
        <pc:sldMkLst>
          <pc:docMk/>
          <pc:sldMk cId="3689521553" sldId="678"/>
        </pc:sldMkLst>
        <pc:spChg chg="add del mod">
          <ac:chgData name="Nicholas Pierce" userId="S::npierce@comptia.global::ee89543b-d064-42d7-b9d5-60e771afdcba" providerId="AD" clId="Web-{BD19B096-0CBF-6732-9A71-6CEAB62C54B0}" dt="2025-06-10T17:05:15.109" v="2219" actId="20577"/>
          <ac:spMkLst>
            <pc:docMk/>
            <pc:sldMk cId="3689521553" sldId="678"/>
            <ac:spMk id="3" creationId="{AC6A2A1F-318E-91CA-2329-98452393B590}"/>
          </ac:spMkLst>
        </pc:spChg>
        <pc:spChg chg="add del">
          <ac:chgData name="Nicholas Pierce" userId="S::npierce@comptia.global::ee89543b-d064-42d7-b9d5-60e771afdcba" providerId="AD" clId="Web-{BD19B096-0CBF-6732-9A71-6CEAB62C54B0}" dt="2025-06-10T17:03:59.576" v="2139"/>
          <ac:spMkLst>
            <pc:docMk/>
            <pc:sldMk cId="3689521553" sldId="678"/>
            <ac:spMk id="4" creationId="{83DA2357-8587-4B33-D0F8-7DB115C9C95E}"/>
          </ac:spMkLst>
        </pc:spChg>
        <pc:spChg chg="add del">
          <ac:chgData name="Nicholas Pierce" userId="S::npierce@comptia.global::ee89543b-d064-42d7-b9d5-60e771afdcba" providerId="AD" clId="Web-{BD19B096-0CBF-6732-9A71-6CEAB62C54B0}" dt="2025-06-10T17:03:59.576" v="2137"/>
          <ac:spMkLst>
            <pc:docMk/>
            <pc:sldMk cId="3689521553" sldId="678"/>
            <ac:spMk id="8" creationId="{AA66AB03-8F92-B5A0-D2FE-C38AAC1A9C30}"/>
          </ac:spMkLst>
        </pc:spChg>
      </pc:sldChg>
      <pc:sldChg chg="modSp modNotes">
        <pc:chgData name="Nicholas Pierce" userId="S::npierce@comptia.global::ee89543b-d064-42d7-b9d5-60e771afdcba" providerId="AD" clId="Web-{BD19B096-0CBF-6732-9A71-6CEAB62C54B0}" dt="2025-06-10T17:06:55.143" v="2334"/>
        <pc:sldMkLst>
          <pc:docMk/>
          <pc:sldMk cId="2037622996" sldId="679"/>
        </pc:sldMkLst>
        <pc:spChg chg="mod">
          <ac:chgData name="Nicholas Pierce" userId="S::npierce@comptia.global::ee89543b-d064-42d7-b9d5-60e771afdcba" providerId="AD" clId="Web-{BD19B096-0CBF-6732-9A71-6CEAB62C54B0}" dt="2025-06-10T17:06:52.502" v="2333" actId="20577"/>
          <ac:spMkLst>
            <pc:docMk/>
            <pc:sldMk cId="2037622996" sldId="679"/>
            <ac:spMk id="3" creationId="{70342746-062E-2517-140F-D3C1E0210550}"/>
          </ac:spMkLst>
        </pc:spChg>
      </pc:sldChg>
      <pc:sldChg chg="modSp modNotes">
        <pc:chgData name="Nicholas Pierce" userId="S::npierce@comptia.global::ee89543b-d064-42d7-b9d5-60e771afdcba" providerId="AD" clId="Web-{BD19B096-0CBF-6732-9A71-6CEAB62C54B0}" dt="2025-06-10T17:10:57.821" v="2698" actId="20577"/>
        <pc:sldMkLst>
          <pc:docMk/>
          <pc:sldMk cId="1807084183" sldId="681"/>
        </pc:sldMkLst>
        <pc:spChg chg="mod">
          <ac:chgData name="Nicholas Pierce" userId="S::npierce@comptia.global::ee89543b-d064-42d7-b9d5-60e771afdcba" providerId="AD" clId="Web-{BD19B096-0CBF-6732-9A71-6CEAB62C54B0}" dt="2025-06-10T17:10:57.821" v="2698" actId="20577"/>
          <ac:spMkLst>
            <pc:docMk/>
            <pc:sldMk cId="1807084183" sldId="681"/>
            <ac:spMk id="3" creationId="{DCCD1C86-9CE9-4694-8F41-44ED497BAE5B}"/>
          </ac:spMkLst>
        </pc:spChg>
      </pc:sldChg>
      <pc:sldChg chg="modSp">
        <pc:chgData name="Nicholas Pierce" userId="S::npierce@comptia.global::ee89543b-d064-42d7-b9d5-60e771afdcba" providerId="AD" clId="Web-{BD19B096-0CBF-6732-9A71-6CEAB62C54B0}" dt="2025-06-10T17:12:05.714" v="2772" actId="20577"/>
        <pc:sldMkLst>
          <pc:docMk/>
          <pc:sldMk cId="3127974341" sldId="682"/>
        </pc:sldMkLst>
        <pc:spChg chg="mod">
          <ac:chgData name="Nicholas Pierce" userId="S::npierce@comptia.global::ee89543b-d064-42d7-b9d5-60e771afdcba" providerId="AD" clId="Web-{BD19B096-0CBF-6732-9A71-6CEAB62C54B0}" dt="2025-06-10T17:12:05.714" v="2772" actId="20577"/>
          <ac:spMkLst>
            <pc:docMk/>
            <pc:sldMk cId="3127974341" sldId="682"/>
            <ac:spMk id="3" creationId="{4583DE34-BD98-428E-AD76-463A6E577F52}"/>
          </ac:spMkLst>
        </pc:spChg>
      </pc:sldChg>
      <pc:sldChg chg="modSp modNotes">
        <pc:chgData name="Nicholas Pierce" userId="S::npierce@comptia.global::ee89543b-d064-42d7-b9d5-60e771afdcba" providerId="AD" clId="Web-{BD19B096-0CBF-6732-9A71-6CEAB62C54B0}" dt="2025-06-10T17:14:10.361" v="2934"/>
        <pc:sldMkLst>
          <pc:docMk/>
          <pc:sldMk cId="2789337598" sldId="683"/>
        </pc:sldMkLst>
        <pc:spChg chg="mod">
          <ac:chgData name="Nicholas Pierce" userId="S::npierce@comptia.global::ee89543b-d064-42d7-b9d5-60e771afdcba" providerId="AD" clId="Web-{BD19B096-0CBF-6732-9A71-6CEAB62C54B0}" dt="2025-06-10T17:13:43.638" v="2876" actId="20577"/>
          <ac:spMkLst>
            <pc:docMk/>
            <pc:sldMk cId="2789337598" sldId="683"/>
            <ac:spMk id="3" creationId="{C2300C68-6C45-C59B-A677-99978EB30739}"/>
          </ac:spMkLst>
        </pc:spChg>
      </pc:sldChg>
    </pc:docChg>
  </pc:docChgLst>
  <pc:docChgLst>
    <pc:chgData name="Amy Glidewell" userId="095a4851-014c-47ed-bf1b-0c4b57406e94" providerId="ADAL" clId="{DE8602E1-C0B3-4C47-883B-C82D0474D809}"/>
    <pc:docChg chg="undo custSel modSld">
      <pc:chgData name="Amy Glidewell" userId="095a4851-014c-47ed-bf1b-0c4b57406e94" providerId="ADAL" clId="{DE8602E1-C0B3-4C47-883B-C82D0474D809}" dt="2025-05-13T18:29:56.851" v="23" actId="1076"/>
      <pc:docMkLst>
        <pc:docMk/>
      </pc:docMkLst>
      <pc:sldChg chg="modSp mod">
        <pc:chgData name="Amy Glidewell" userId="095a4851-014c-47ed-bf1b-0c4b57406e94" providerId="ADAL" clId="{DE8602E1-C0B3-4C47-883B-C82D0474D809}" dt="2025-05-13T18:09:13.364" v="3"/>
        <pc:sldMkLst>
          <pc:docMk/>
          <pc:sldMk cId="590793581" sldId="314"/>
        </pc:sldMkLst>
      </pc:sldChg>
      <pc:sldChg chg="modSp mod">
        <pc:chgData name="Amy Glidewell" userId="095a4851-014c-47ed-bf1b-0c4b57406e94" providerId="ADAL" clId="{DE8602E1-C0B3-4C47-883B-C82D0474D809}" dt="2025-05-13T18:08:13.207" v="0" actId="208"/>
        <pc:sldMkLst>
          <pc:docMk/>
          <pc:sldMk cId="52830680" sldId="317"/>
        </pc:sldMkLst>
      </pc:sldChg>
      <pc:sldChg chg="modSp mod">
        <pc:chgData name="Amy Glidewell" userId="095a4851-014c-47ed-bf1b-0c4b57406e94" providerId="ADAL" clId="{DE8602E1-C0B3-4C47-883B-C82D0474D809}" dt="2025-05-13T18:27:47.725" v="21" actId="962"/>
        <pc:sldMkLst>
          <pc:docMk/>
          <pc:sldMk cId="3518303122" sldId="328"/>
        </pc:sldMkLst>
      </pc:sldChg>
      <pc:sldChg chg="modSp mod">
        <pc:chgData name="Amy Glidewell" userId="095a4851-014c-47ed-bf1b-0c4b57406e94" providerId="ADAL" clId="{DE8602E1-C0B3-4C47-883B-C82D0474D809}" dt="2025-05-13T18:29:20.788" v="22" actId="208"/>
        <pc:sldMkLst>
          <pc:docMk/>
          <pc:sldMk cId="3239892951" sldId="331"/>
        </pc:sldMkLst>
      </pc:sldChg>
      <pc:sldChg chg="modSp mod">
        <pc:chgData name="Amy Glidewell" userId="095a4851-014c-47ed-bf1b-0c4b57406e94" providerId="ADAL" clId="{DE8602E1-C0B3-4C47-883B-C82D0474D809}" dt="2025-05-13T18:15:36.547" v="11" actId="2711"/>
        <pc:sldMkLst>
          <pc:docMk/>
          <pc:sldMk cId="61153059" sldId="366"/>
        </pc:sldMkLst>
      </pc:sldChg>
      <pc:sldChg chg="modSp mod">
        <pc:chgData name="Amy Glidewell" userId="095a4851-014c-47ed-bf1b-0c4b57406e94" providerId="ADAL" clId="{DE8602E1-C0B3-4C47-883B-C82D0474D809}" dt="2025-05-13T18:15:00.840" v="10" actId="14100"/>
        <pc:sldMkLst>
          <pc:docMk/>
          <pc:sldMk cId="2734452679" sldId="367"/>
        </pc:sldMkLst>
      </pc:sldChg>
      <pc:sldChg chg="modSp mod">
        <pc:chgData name="Amy Glidewell" userId="095a4851-014c-47ed-bf1b-0c4b57406e94" providerId="ADAL" clId="{DE8602E1-C0B3-4C47-883B-C82D0474D809}" dt="2025-05-13T18:25:47.419" v="13" actId="962"/>
        <pc:sldMkLst>
          <pc:docMk/>
          <pc:sldMk cId="3337312230" sldId="385"/>
        </pc:sldMkLst>
      </pc:sldChg>
      <pc:sldChg chg="modSp mod">
        <pc:chgData name="Amy Glidewell" userId="095a4851-014c-47ed-bf1b-0c4b57406e94" providerId="ADAL" clId="{DE8602E1-C0B3-4C47-883B-C82D0474D809}" dt="2025-05-13T18:27:27.113" v="17" actId="208"/>
        <pc:sldMkLst>
          <pc:docMk/>
          <pc:sldMk cId="1679106911" sldId="388"/>
        </pc:sldMkLst>
      </pc:sldChg>
      <pc:sldChg chg="modSp mod">
        <pc:chgData name="Amy Glidewell" userId="095a4851-014c-47ed-bf1b-0c4b57406e94" providerId="ADAL" clId="{DE8602E1-C0B3-4C47-883B-C82D0474D809}" dt="2025-05-13T18:29:56.851" v="23" actId="1076"/>
        <pc:sldMkLst>
          <pc:docMk/>
          <pc:sldMk cId="2428098006" sldId="393"/>
        </pc:sldMkLst>
      </pc:sldChg>
    </pc:docChg>
  </pc:docChgLst>
  <pc:docChgLst>
    <pc:chgData name="Danielle Andries" userId="93d179e4-3c18-40f7-920e-ae80b202540d" providerId="ADAL" clId="{9BEE7BE4-3064-428B-B611-24EC7FACCC97}"/>
    <pc:docChg chg="custSel modSld modMainMaster">
      <pc:chgData name="Danielle Andries" userId="93d179e4-3c18-40f7-920e-ae80b202540d" providerId="ADAL" clId="{9BEE7BE4-3064-428B-B611-24EC7FACCC97}" dt="2025-04-24T19:15:51.219" v="57" actId="20577"/>
      <pc:docMkLst>
        <pc:docMk/>
      </pc:docMkLst>
      <pc:sldChg chg="delSp mod">
        <pc:chgData name="Danielle Andries" userId="93d179e4-3c18-40f7-920e-ae80b202540d" providerId="ADAL" clId="{9BEE7BE4-3064-428B-B611-24EC7FACCC97}" dt="2025-04-24T19:13:53.437" v="56" actId="478"/>
        <pc:sldMkLst>
          <pc:docMk/>
          <pc:sldMk cId="2170154808" sldId="258"/>
        </pc:sldMkLst>
      </pc:sldChg>
      <pc:sldChg chg="modSp mod">
        <pc:chgData name="Danielle Andries" userId="93d179e4-3c18-40f7-920e-ae80b202540d" providerId="ADAL" clId="{9BEE7BE4-3064-428B-B611-24EC7FACCC97}" dt="2025-04-24T19:15:51.219" v="57" actId="20577"/>
        <pc:sldMkLst>
          <pc:docMk/>
          <pc:sldMk cId="3549381897" sldId="259"/>
        </pc:sldMkLst>
      </pc:sldChg>
      <pc:sldMasterChg chg="modSldLayout">
        <pc:chgData name="Danielle Andries" userId="93d179e4-3c18-40f7-920e-ae80b202540d" providerId="ADAL" clId="{9BEE7BE4-3064-428B-B611-24EC7FACCC97}" dt="2025-04-24T15:25:18.702" v="35" actId="478"/>
        <pc:sldMasterMkLst>
          <pc:docMk/>
          <pc:sldMasterMk cId="58932730" sldId="2147483910"/>
        </pc:sldMasterMkLst>
        <pc:sldLayoutChg chg="delSp modSp mod">
          <pc:chgData name="Danielle Andries" userId="93d179e4-3c18-40f7-920e-ae80b202540d" providerId="ADAL" clId="{9BEE7BE4-3064-428B-B611-24EC7FACCC97}" dt="2025-04-24T15:25:18.702" v="35" actId="478"/>
          <pc:sldLayoutMkLst>
            <pc:docMk/>
            <pc:sldMasterMk cId="58932730" sldId="2147483910"/>
            <pc:sldLayoutMk cId="4084809213" sldId="2147483911"/>
          </pc:sldLayoutMkLst>
          <pc:spChg chg="mod">
            <ac:chgData name="Danielle Andries" userId="93d179e4-3c18-40f7-920e-ae80b202540d" providerId="ADAL" clId="{9BEE7BE4-3064-428B-B611-24EC7FACCC97}" dt="2025-04-24T14:58:56.325" v="32" actId="20577"/>
            <ac:spMkLst>
              <pc:docMk/>
              <pc:sldMasterMk cId="58932730" sldId="2147483910"/>
              <pc:sldLayoutMk cId="4084809213" sldId="2147483911"/>
              <ac:spMk id="8" creationId="{85CB60B9-005C-47AF-9FB6-D41274CD49DC}"/>
            </ac:spMkLst>
          </pc:spChg>
          <pc:spChg chg="mod">
            <ac:chgData name="Danielle Andries" userId="93d179e4-3c18-40f7-920e-ae80b202540d" providerId="ADAL" clId="{9BEE7BE4-3064-428B-B611-24EC7FACCC97}" dt="2025-04-24T14:52:18.744" v="26" actId="20577"/>
            <ac:spMkLst>
              <pc:docMk/>
              <pc:sldMasterMk cId="58932730" sldId="2147483910"/>
              <pc:sldLayoutMk cId="4084809213" sldId="2147483911"/>
              <ac:spMk id="13" creationId="{B2FEEEDD-0751-854A-9852-93F3EA02290E}"/>
            </ac:spMkLst>
          </pc:spChg>
          <pc:spChg chg="mod">
            <ac:chgData name="Danielle Andries" userId="93d179e4-3c18-40f7-920e-ae80b202540d" providerId="ADAL" clId="{9BEE7BE4-3064-428B-B611-24EC7FACCC97}" dt="2025-04-24T14:52:10.913" v="19" actId="20577"/>
            <ac:spMkLst>
              <pc:docMk/>
              <pc:sldMasterMk cId="58932730" sldId="2147483910"/>
              <pc:sldLayoutMk cId="4084809213" sldId="2147483911"/>
              <ac:spMk id="14" creationId="{658038CC-5DF0-1545-A424-EA63B177F16F}"/>
            </ac:spMkLst>
          </pc:spChg>
        </pc:sldLayoutChg>
        <pc:sldLayoutChg chg="modSp mod">
          <pc:chgData name="Danielle Andries" userId="93d179e4-3c18-40f7-920e-ae80b202540d" providerId="ADAL" clId="{9BEE7BE4-3064-428B-B611-24EC7FACCC97}" dt="2025-04-24T14:58:52.368" v="31" actId="20577"/>
          <pc:sldLayoutMkLst>
            <pc:docMk/>
            <pc:sldMasterMk cId="58932730" sldId="2147483910"/>
            <pc:sldLayoutMk cId="1974321300" sldId="2147483912"/>
          </pc:sldLayoutMkLst>
          <pc:spChg chg="mod">
            <ac:chgData name="Danielle Andries" userId="93d179e4-3c18-40f7-920e-ae80b202540d" providerId="ADAL" clId="{9BEE7BE4-3064-428B-B611-24EC7FACCC97}" dt="2025-04-24T14:51:53.797" v="13" actId="20577"/>
            <ac:spMkLst>
              <pc:docMk/>
              <pc:sldMasterMk cId="58932730" sldId="2147483910"/>
              <pc:sldLayoutMk cId="1974321300" sldId="2147483912"/>
              <ac:spMk id="11" creationId="{7711F5D9-3DD6-474B-AB29-EB60551B8787}"/>
            </ac:spMkLst>
          </pc:spChg>
          <pc:spChg chg="mod">
            <ac:chgData name="Danielle Andries" userId="93d179e4-3c18-40f7-920e-ae80b202540d" providerId="ADAL" clId="{9BEE7BE4-3064-428B-B611-24EC7FACCC97}" dt="2025-04-24T14:51:27.646" v="7" actId="20577"/>
            <ac:spMkLst>
              <pc:docMk/>
              <pc:sldMasterMk cId="58932730" sldId="2147483910"/>
              <pc:sldLayoutMk cId="1974321300" sldId="2147483912"/>
              <ac:spMk id="12" creationId="{FD74DCED-5B72-479F-BD98-2FB51162CA0F}"/>
            </ac:spMkLst>
          </pc:spChg>
          <pc:spChg chg="mod">
            <ac:chgData name="Danielle Andries" userId="93d179e4-3c18-40f7-920e-ae80b202540d" providerId="ADAL" clId="{9BEE7BE4-3064-428B-B611-24EC7FACCC97}" dt="2025-04-24T14:58:52.368" v="31"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9BEE7BE4-3064-428B-B611-24EC7FACCC97}" dt="2025-04-24T14:58:59.876" v="33" actId="20577"/>
          <pc:sldLayoutMkLst>
            <pc:docMk/>
            <pc:sldMasterMk cId="58932730" sldId="2147483910"/>
            <pc:sldLayoutMk cId="4111725238" sldId="2147483926"/>
          </pc:sldLayoutMkLst>
          <pc:spChg chg="mod">
            <ac:chgData name="Danielle Andries" userId="93d179e4-3c18-40f7-920e-ae80b202540d" providerId="ADAL" clId="{9BEE7BE4-3064-428B-B611-24EC7FACCC97}" dt="2025-04-24T14:58:59.876" v="33"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9BEE7BE4-3064-428B-B611-24EC7FACCC97}" dt="2025-04-24T14:58:49.128" v="30" actId="20577"/>
          <pc:sldLayoutMkLst>
            <pc:docMk/>
            <pc:sldMasterMk cId="58932730" sldId="2147483910"/>
            <pc:sldLayoutMk cId="2001968655" sldId="2147483932"/>
          </pc:sldLayoutMkLst>
          <pc:spChg chg="mod">
            <ac:chgData name="Danielle Andries" userId="93d179e4-3c18-40f7-920e-ae80b202540d" providerId="ADAL" clId="{9BEE7BE4-3064-428B-B611-24EC7FACCC97}" dt="2025-04-24T14:58:49.128" v="30" actId="20577"/>
            <ac:spMkLst>
              <pc:docMk/>
              <pc:sldMasterMk cId="58932730" sldId="2147483910"/>
              <pc:sldLayoutMk cId="2001968655" sldId="2147483932"/>
              <ac:spMk id="14" creationId="{DC95779D-C23F-4838-A4E9-42CBBB5D9F56}"/>
            </ac:spMkLst>
          </pc:spChg>
        </pc:sldLayoutChg>
      </pc:sldMasterChg>
    </pc:docChg>
  </pc:docChgLst>
  <pc:docChgLst>
    <pc:chgData name="Yvette Delim" userId="1eb1221e-2905-468b-b6ca-e1e332e3c4b6" providerId="ADAL" clId="{D6B9B1E0-642D-4D7B-AFA0-008ADE2C67F0}"/>
    <pc:docChg chg="undo custSel addSld delSld modSld modMainMaster">
      <pc:chgData name="Yvette Delim" userId="1eb1221e-2905-468b-b6ca-e1e332e3c4b6" providerId="ADAL" clId="{D6B9B1E0-642D-4D7B-AFA0-008ADE2C67F0}" dt="2025-05-09T17:18:13.779" v="3159" actId="27636"/>
      <pc:docMkLst>
        <pc:docMk/>
      </pc:docMkLst>
      <pc:sldChg chg="del">
        <pc:chgData name="Yvette Delim" userId="1eb1221e-2905-468b-b6ca-e1e332e3c4b6" providerId="ADAL" clId="{D6B9B1E0-642D-4D7B-AFA0-008ADE2C67F0}" dt="2025-05-06T22:53:01.224" v="3" actId="47"/>
        <pc:sldMkLst>
          <pc:docMk/>
          <pc:sldMk cId="3995608643" sldId="257"/>
        </pc:sldMkLst>
      </pc:sldChg>
      <pc:sldChg chg="del">
        <pc:chgData name="Yvette Delim" userId="1eb1221e-2905-468b-b6ca-e1e332e3c4b6" providerId="ADAL" clId="{D6B9B1E0-642D-4D7B-AFA0-008ADE2C67F0}" dt="2025-05-06T23:20:09.762" v="901" actId="47"/>
        <pc:sldMkLst>
          <pc:docMk/>
          <pc:sldMk cId="2170154808" sldId="258"/>
        </pc:sldMkLst>
      </pc:sldChg>
      <pc:sldChg chg="del">
        <pc:chgData name="Yvette Delim" userId="1eb1221e-2905-468b-b6ca-e1e332e3c4b6" providerId="ADAL" clId="{D6B9B1E0-642D-4D7B-AFA0-008ADE2C67F0}" dt="2025-05-06T23:20:09.762" v="901" actId="47"/>
        <pc:sldMkLst>
          <pc:docMk/>
          <pc:sldMk cId="1702716025" sldId="260"/>
        </pc:sldMkLst>
      </pc:sldChg>
      <pc:sldChg chg="del">
        <pc:chgData name="Yvette Delim" userId="1eb1221e-2905-468b-b6ca-e1e332e3c4b6" providerId="ADAL" clId="{D6B9B1E0-642D-4D7B-AFA0-008ADE2C67F0}" dt="2025-05-07T21:04:04.652" v="2684" actId="47"/>
        <pc:sldMkLst>
          <pc:docMk/>
          <pc:sldMk cId="1821724871" sldId="261"/>
        </pc:sldMkLst>
      </pc:sldChg>
      <pc:sldChg chg="del">
        <pc:chgData name="Yvette Delim" userId="1eb1221e-2905-468b-b6ca-e1e332e3c4b6" providerId="ADAL" clId="{D6B9B1E0-642D-4D7B-AFA0-008ADE2C67F0}" dt="2025-05-07T21:04:04.652" v="2684" actId="47"/>
        <pc:sldMkLst>
          <pc:docMk/>
          <pc:sldMk cId="3051765853" sldId="264"/>
        </pc:sldMkLst>
      </pc:sldChg>
      <pc:sldChg chg="del">
        <pc:chgData name="Yvette Delim" userId="1eb1221e-2905-468b-b6ca-e1e332e3c4b6" providerId="ADAL" clId="{D6B9B1E0-642D-4D7B-AFA0-008ADE2C67F0}" dt="2025-05-06T23:20:09.762" v="901" actId="47"/>
        <pc:sldMkLst>
          <pc:docMk/>
          <pc:sldMk cId="768759039" sldId="266"/>
        </pc:sldMkLst>
      </pc:sldChg>
      <pc:sldChg chg="del">
        <pc:chgData name="Yvette Delim" userId="1eb1221e-2905-468b-b6ca-e1e332e3c4b6" providerId="ADAL" clId="{D6B9B1E0-642D-4D7B-AFA0-008ADE2C67F0}" dt="2025-05-06T23:20:09.762" v="901" actId="47"/>
        <pc:sldMkLst>
          <pc:docMk/>
          <pc:sldMk cId="118820383" sldId="267"/>
        </pc:sldMkLst>
      </pc:sldChg>
      <pc:sldChg chg="del">
        <pc:chgData name="Yvette Delim" userId="1eb1221e-2905-468b-b6ca-e1e332e3c4b6" providerId="ADAL" clId="{D6B9B1E0-642D-4D7B-AFA0-008ADE2C67F0}" dt="2025-05-06T23:20:09.762" v="901" actId="47"/>
        <pc:sldMkLst>
          <pc:docMk/>
          <pc:sldMk cId="4018795062" sldId="268"/>
        </pc:sldMkLst>
      </pc:sldChg>
      <pc:sldChg chg="del">
        <pc:chgData name="Yvette Delim" userId="1eb1221e-2905-468b-b6ca-e1e332e3c4b6" providerId="ADAL" clId="{D6B9B1E0-642D-4D7B-AFA0-008ADE2C67F0}" dt="2025-05-06T23:20:09.762" v="901" actId="47"/>
        <pc:sldMkLst>
          <pc:docMk/>
          <pc:sldMk cId="854937935" sldId="271"/>
        </pc:sldMkLst>
      </pc:sldChg>
      <pc:sldChg chg="del">
        <pc:chgData name="Yvette Delim" userId="1eb1221e-2905-468b-b6ca-e1e332e3c4b6" providerId="ADAL" clId="{D6B9B1E0-642D-4D7B-AFA0-008ADE2C67F0}" dt="2025-05-06T23:20:09.762" v="901" actId="47"/>
        <pc:sldMkLst>
          <pc:docMk/>
          <pc:sldMk cId="1181436222" sldId="273"/>
        </pc:sldMkLst>
      </pc:sldChg>
      <pc:sldChg chg="del">
        <pc:chgData name="Yvette Delim" userId="1eb1221e-2905-468b-b6ca-e1e332e3c4b6" providerId="ADAL" clId="{D6B9B1E0-642D-4D7B-AFA0-008ADE2C67F0}" dt="2025-05-06T23:20:09.762" v="901" actId="47"/>
        <pc:sldMkLst>
          <pc:docMk/>
          <pc:sldMk cId="3250985680" sldId="274"/>
        </pc:sldMkLst>
      </pc:sldChg>
      <pc:sldChg chg="del">
        <pc:chgData name="Yvette Delim" userId="1eb1221e-2905-468b-b6ca-e1e332e3c4b6" providerId="ADAL" clId="{D6B9B1E0-642D-4D7B-AFA0-008ADE2C67F0}" dt="2025-05-06T23:20:09.762" v="901" actId="47"/>
        <pc:sldMkLst>
          <pc:docMk/>
          <pc:sldMk cId="475225693" sldId="275"/>
        </pc:sldMkLst>
      </pc:sldChg>
      <pc:sldChg chg="del">
        <pc:chgData name="Yvette Delim" userId="1eb1221e-2905-468b-b6ca-e1e332e3c4b6" providerId="ADAL" clId="{D6B9B1E0-642D-4D7B-AFA0-008ADE2C67F0}" dt="2025-05-06T23:20:09.762" v="901" actId="47"/>
        <pc:sldMkLst>
          <pc:docMk/>
          <pc:sldMk cId="622141998" sldId="276"/>
        </pc:sldMkLst>
      </pc:sldChg>
      <pc:sldChg chg="del">
        <pc:chgData name="Yvette Delim" userId="1eb1221e-2905-468b-b6ca-e1e332e3c4b6" providerId="ADAL" clId="{D6B9B1E0-642D-4D7B-AFA0-008ADE2C67F0}" dt="2025-05-06T23:20:09.762" v="901" actId="47"/>
        <pc:sldMkLst>
          <pc:docMk/>
          <pc:sldMk cId="3762045304" sldId="277"/>
        </pc:sldMkLst>
      </pc:sldChg>
      <pc:sldChg chg="modSp mod">
        <pc:chgData name="Yvette Delim" userId="1eb1221e-2905-468b-b6ca-e1e332e3c4b6" providerId="ADAL" clId="{D6B9B1E0-642D-4D7B-AFA0-008ADE2C67F0}" dt="2025-05-07T18:22:47.197" v="2242" actId="6549"/>
        <pc:sldMkLst>
          <pc:docMk/>
          <pc:sldMk cId="3678982506" sldId="278"/>
        </pc:sldMkLst>
      </pc:sldChg>
      <pc:sldChg chg="del">
        <pc:chgData name="Yvette Delim" userId="1eb1221e-2905-468b-b6ca-e1e332e3c4b6" providerId="ADAL" clId="{D6B9B1E0-642D-4D7B-AFA0-008ADE2C67F0}" dt="2025-05-07T21:04:04.652" v="2684" actId="47"/>
        <pc:sldMkLst>
          <pc:docMk/>
          <pc:sldMk cId="2327471343" sldId="279"/>
        </pc:sldMkLst>
      </pc:sldChg>
      <pc:sldChg chg="del">
        <pc:chgData name="Yvette Delim" userId="1eb1221e-2905-468b-b6ca-e1e332e3c4b6" providerId="ADAL" clId="{D6B9B1E0-642D-4D7B-AFA0-008ADE2C67F0}" dt="2025-05-07T21:04:04.652" v="2684" actId="47"/>
        <pc:sldMkLst>
          <pc:docMk/>
          <pc:sldMk cId="3682215070" sldId="280"/>
        </pc:sldMkLst>
      </pc:sldChg>
      <pc:sldChg chg="del">
        <pc:chgData name="Yvette Delim" userId="1eb1221e-2905-468b-b6ca-e1e332e3c4b6" providerId="ADAL" clId="{D6B9B1E0-642D-4D7B-AFA0-008ADE2C67F0}" dt="2025-05-07T21:04:04.652" v="2684" actId="47"/>
        <pc:sldMkLst>
          <pc:docMk/>
          <pc:sldMk cId="3564386640" sldId="281"/>
        </pc:sldMkLst>
      </pc:sldChg>
      <pc:sldChg chg="del">
        <pc:chgData name="Yvette Delim" userId="1eb1221e-2905-468b-b6ca-e1e332e3c4b6" providerId="ADAL" clId="{D6B9B1E0-642D-4D7B-AFA0-008ADE2C67F0}" dt="2025-05-07T21:04:04.652" v="2684" actId="47"/>
        <pc:sldMkLst>
          <pc:docMk/>
          <pc:sldMk cId="3550209258" sldId="282"/>
        </pc:sldMkLst>
      </pc:sldChg>
      <pc:sldChg chg="del">
        <pc:chgData name="Yvette Delim" userId="1eb1221e-2905-468b-b6ca-e1e332e3c4b6" providerId="ADAL" clId="{D6B9B1E0-642D-4D7B-AFA0-008ADE2C67F0}" dt="2025-05-07T21:04:04.652" v="2684" actId="47"/>
        <pc:sldMkLst>
          <pc:docMk/>
          <pc:sldMk cId="96460123" sldId="283"/>
        </pc:sldMkLst>
      </pc:sldChg>
      <pc:sldChg chg="del">
        <pc:chgData name="Yvette Delim" userId="1eb1221e-2905-468b-b6ca-e1e332e3c4b6" providerId="ADAL" clId="{D6B9B1E0-642D-4D7B-AFA0-008ADE2C67F0}" dt="2025-05-07T21:04:04.652" v="2684" actId="47"/>
        <pc:sldMkLst>
          <pc:docMk/>
          <pc:sldMk cId="2676566542" sldId="284"/>
        </pc:sldMkLst>
      </pc:sldChg>
      <pc:sldChg chg="del">
        <pc:chgData name="Yvette Delim" userId="1eb1221e-2905-468b-b6ca-e1e332e3c4b6" providerId="ADAL" clId="{D6B9B1E0-642D-4D7B-AFA0-008ADE2C67F0}" dt="2025-05-07T21:04:04.652" v="2684" actId="47"/>
        <pc:sldMkLst>
          <pc:docMk/>
          <pc:sldMk cId="2259825047" sldId="285"/>
        </pc:sldMkLst>
      </pc:sldChg>
      <pc:sldChg chg="del">
        <pc:chgData name="Yvette Delim" userId="1eb1221e-2905-468b-b6ca-e1e332e3c4b6" providerId="ADAL" clId="{D6B9B1E0-642D-4D7B-AFA0-008ADE2C67F0}" dt="2025-05-07T21:04:04.652" v="2684" actId="47"/>
        <pc:sldMkLst>
          <pc:docMk/>
          <pc:sldMk cId="2704407885" sldId="286"/>
        </pc:sldMkLst>
      </pc:sldChg>
      <pc:sldChg chg="del">
        <pc:chgData name="Yvette Delim" userId="1eb1221e-2905-468b-b6ca-e1e332e3c4b6" providerId="ADAL" clId="{D6B9B1E0-642D-4D7B-AFA0-008ADE2C67F0}" dt="2025-05-07T21:04:04.652" v="2684" actId="47"/>
        <pc:sldMkLst>
          <pc:docMk/>
          <pc:sldMk cId="2656989860" sldId="287"/>
        </pc:sldMkLst>
      </pc:sldChg>
      <pc:sldChg chg="del">
        <pc:chgData name="Yvette Delim" userId="1eb1221e-2905-468b-b6ca-e1e332e3c4b6" providerId="ADAL" clId="{D6B9B1E0-642D-4D7B-AFA0-008ADE2C67F0}" dt="2025-05-07T21:04:04.652" v="2684" actId="47"/>
        <pc:sldMkLst>
          <pc:docMk/>
          <pc:sldMk cId="3131101751" sldId="288"/>
        </pc:sldMkLst>
      </pc:sldChg>
      <pc:sldChg chg="del">
        <pc:chgData name="Yvette Delim" userId="1eb1221e-2905-468b-b6ca-e1e332e3c4b6" providerId="ADAL" clId="{D6B9B1E0-642D-4D7B-AFA0-008ADE2C67F0}" dt="2025-05-07T21:04:04.652" v="2684" actId="47"/>
        <pc:sldMkLst>
          <pc:docMk/>
          <pc:sldMk cId="1325574624" sldId="289"/>
        </pc:sldMkLst>
      </pc:sldChg>
      <pc:sldChg chg="del">
        <pc:chgData name="Yvette Delim" userId="1eb1221e-2905-468b-b6ca-e1e332e3c4b6" providerId="ADAL" clId="{D6B9B1E0-642D-4D7B-AFA0-008ADE2C67F0}" dt="2025-05-07T21:04:04.652" v="2684" actId="47"/>
        <pc:sldMkLst>
          <pc:docMk/>
          <pc:sldMk cId="4182089878" sldId="290"/>
        </pc:sldMkLst>
      </pc:sldChg>
      <pc:sldChg chg="del">
        <pc:chgData name="Yvette Delim" userId="1eb1221e-2905-468b-b6ca-e1e332e3c4b6" providerId="ADAL" clId="{D6B9B1E0-642D-4D7B-AFA0-008ADE2C67F0}" dt="2025-05-07T21:04:04.652" v="2684" actId="47"/>
        <pc:sldMkLst>
          <pc:docMk/>
          <pc:sldMk cId="3863939650" sldId="291"/>
        </pc:sldMkLst>
      </pc:sldChg>
      <pc:sldChg chg="del">
        <pc:chgData name="Yvette Delim" userId="1eb1221e-2905-468b-b6ca-e1e332e3c4b6" providerId="ADAL" clId="{D6B9B1E0-642D-4D7B-AFA0-008ADE2C67F0}" dt="2025-05-07T21:04:04.652" v="2684" actId="47"/>
        <pc:sldMkLst>
          <pc:docMk/>
          <pc:sldMk cId="956317542" sldId="292"/>
        </pc:sldMkLst>
      </pc:sldChg>
      <pc:sldChg chg="del">
        <pc:chgData name="Yvette Delim" userId="1eb1221e-2905-468b-b6ca-e1e332e3c4b6" providerId="ADAL" clId="{D6B9B1E0-642D-4D7B-AFA0-008ADE2C67F0}" dt="2025-05-07T21:04:04.652" v="2684" actId="47"/>
        <pc:sldMkLst>
          <pc:docMk/>
          <pc:sldMk cId="3235051181" sldId="293"/>
        </pc:sldMkLst>
      </pc:sldChg>
      <pc:sldChg chg="del">
        <pc:chgData name="Yvette Delim" userId="1eb1221e-2905-468b-b6ca-e1e332e3c4b6" providerId="ADAL" clId="{D6B9B1E0-642D-4D7B-AFA0-008ADE2C67F0}" dt="2025-05-07T21:04:04.652" v="2684" actId="47"/>
        <pc:sldMkLst>
          <pc:docMk/>
          <pc:sldMk cId="3019627366" sldId="294"/>
        </pc:sldMkLst>
      </pc:sldChg>
      <pc:sldChg chg="del">
        <pc:chgData name="Yvette Delim" userId="1eb1221e-2905-468b-b6ca-e1e332e3c4b6" providerId="ADAL" clId="{D6B9B1E0-642D-4D7B-AFA0-008ADE2C67F0}" dt="2025-05-07T21:04:04.652" v="2684" actId="47"/>
        <pc:sldMkLst>
          <pc:docMk/>
          <pc:sldMk cId="4204280167" sldId="295"/>
        </pc:sldMkLst>
      </pc:sldChg>
      <pc:sldChg chg="modSp mod modCm">
        <pc:chgData name="Yvette Delim" userId="1eb1221e-2905-468b-b6ca-e1e332e3c4b6" providerId="ADAL" clId="{D6B9B1E0-642D-4D7B-AFA0-008ADE2C67F0}" dt="2025-05-06T22:55:29.271" v="144" actId="27636"/>
        <pc:sldMkLst>
          <pc:docMk/>
          <pc:sldMk cId="2615260713" sldId="297"/>
        </pc:sldMkLst>
        <pc:spChg chg="mod">
          <ac:chgData name="Yvette Delim" userId="1eb1221e-2905-468b-b6ca-e1e332e3c4b6" providerId="ADAL" clId="{D6B9B1E0-642D-4D7B-AFA0-008ADE2C67F0}" dt="2025-05-06T22:55:29.271" v="144" actId="27636"/>
          <ac:spMkLst>
            <pc:docMk/>
            <pc:sldMk cId="2615260713" sldId="297"/>
            <ac:spMk id="3" creationId="{E02E4B53-B7C6-1D08-F07F-C168A65984CB}"/>
          </ac:spMkLst>
        </pc:spChg>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6B9B1E0-642D-4D7B-AFA0-008ADE2C67F0}" dt="2025-05-06T22:55:29.202" v="143" actId="20577"/>
              <pc2:cmMkLst xmlns:pc2="http://schemas.microsoft.com/office/powerpoint/2019/9/main/command">
                <pc:docMk/>
                <pc:sldMk cId="2615260713" sldId="297"/>
                <pc2:cmMk id="{D8D993E4-77AF-4D0A-97FF-48DF9FAE016C}"/>
              </pc2:cmMkLst>
            </pc226:cmChg>
          </p:ext>
        </pc:extLst>
      </pc:sldChg>
      <pc:sldChg chg="del">
        <pc:chgData name="Yvette Delim" userId="1eb1221e-2905-468b-b6ca-e1e332e3c4b6" providerId="ADAL" clId="{D6B9B1E0-642D-4D7B-AFA0-008ADE2C67F0}" dt="2025-05-06T22:45:37.325" v="1" actId="47"/>
        <pc:sldMkLst>
          <pc:docMk/>
          <pc:sldMk cId="1768159664" sldId="298"/>
        </pc:sldMkLst>
      </pc:sldChg>
      <pc:sldChg chg="new">
        <pc:chgData name="Yvette Delim" userId="1eb1221e-2905-468b-b6ca-e1e332e3c4b6" providerId="ADAL" clId="{D6B9B1E0-642D-4D7B-AFA0-008ADE2C67F0}" dt="2025-05-06T22:45:33.780" v="0" actId="680"/>
        <pc:sldMkLst>
          <pc:docMk/>
          <pc:sldMk cId="3004902157" sldId="299"/>
        </pc:sldMkLst>
      </pc:sldChg>
      <pc:sldChg chg="new modNotes">
        <pc:chgData name="Yvette Delim" userId="1eb1221e-2905-468b-b6ca-e1e332e3c4b6" providerId="ADAL" clId="{D6B9B1E0-642D-4D7B-AFA0-008ADE2C67F0}" dt="2025-05-07T15:59:45.762" v="1660"/>
        <pc:sldMkLst>
          <pc:docMk/>
          <pc:sldMk cId="532328398" sldId="300"/>
        </pc:sldMkLst>
      </pc:sldChg>
      <pc:sldChg chg="new del">
        <pc:chgData name="Yvette Delim" userId="1eb1221e-2905-468b-b6ca-e1e332e3c4b6" providerId="ADAL" clId="{D6B9B1E0-642D-4D7B-AFA0-008ADE2C67F0}" dt="2025-05-06T23:20:09.762" v="901" actId="47"/>
        <pc:sldMkLst>
          <pc:docMk/>
          <pc:sldMk cId="1751708094" sldId="301"/>
        </pc:sldMkLst>
      </pc:sldChg>
      <pc:sldChg chg="new modNotes modNotesTx">
        <pc:chgData name="Yvette Delim" userId="1eb1221e-2905-468b-b6ca-e1e332e3c4b6" providerId="ADAL" clId="{D6B9B1E0-642D-4D7B-AFA0-008ADE2C67F0}" dt="2025-05-06T22:59:47.770" v="244" actId="5793"/>
        <pc:sldMkLst>
          <pc:docMk/>
          <pc:sldMk cId="2349293421" sldId="302"/>
        </pc:sldMkLst>
      </pc:sldChg>
      <pc:sldChg chg="addSp delSp modSp new mod modClrScheme chgLayout modNotes modNotesTx">
        <pc:chgData name="Yvette Delim" userId="1eb1221e-2905-468b-b6ca-e1e332e3c4b6" providerId="ADAL" clId="{D6B9B1E0-642D-4D7B-AFA0-008ADE2C67F0}" dt="2025-05-09T17:18:13.676" v="3158" actId="27636"/>
        <pc:sldMkLst>
          <pc:docMk/>
          <pc:sldMk cId="151209867" sldId="303"/>
        </pc:sldMkLst>
      </pc:sldChg>
      <pc:sldChg chg="modSp add mod modNotes modNotesTx">
        <pc:chgData name="Yvette Delim" userId="1eb1221e-2905-468b-b6ca-e1e332e3c4b6" providerId="ADAL" clId="{D6B9B1E0-642D-4D7B-AFA0-008ADE2C67F0}" dt="2025-05-07T21:22:04.799" v="2988" actId="20577"/>
        <pc:sldMkLst>
          <pc:docMk/>
          <pc:sldMk cId="1142814001" sldId="304"/>
        </pc:sldMkLst>
      </pc:sldChg>
      <pc:sldChg chg="modSp new mod modNotes modNotesTx">
        <pc:chgData name="Yvette Delim" userId="1eb1221e-2905-468b-b6ca-e1e332e3c4b6" providerId="ADAL" clId="{D6B9B1E0-642D-4D7B-AFA0-008ADE2C67F0}" dt="2025-05-07T21:22:25.588" v="2991"/>
        <pc:sldMkLst>
          <pc:docMk/>
          <pc:sldMk cId="730319496" sldId="305"/>
        </pc:sldMkLst>
      </pc:sldChg>
      <pc:sldChg chg="addSp delSp modSp new mod chgLayout modNotes modNotesTx">
        <pc:chgData name="Yvette Delim" userId="1eb1221e-2905-468b-b6ca-e1e332e3c4b6" providerId="ADAL" clId="{D6B9B1E0-642D-4D7B-AFA0-008ADE2C67F0}" dt="2025-05-07T21:22:30.897" v="2992"/>
        <pc:sldMkLst>
          <pc:docMk/>
          <pc:sldMk cId="2970511930" sldId="306"/>
        </pc:sldMkLst>
      </pc:sldChg>
      <pc:sldChg chg="modSp new mod modNotes modNotesTx">
        <pc:chgData name="Yvette Delim" userId="1eb1221e-2905-468b-b6ca-e1e332e3c4b6" providerId="ADAL" clId="{D6B9B1E0-642D-4D7B-AFA0-008ADE2C67F0}" dt="2025-05-07T21:22:35.767" v="2993"/>
        <pc:sldMkLst>
          <pc:docMk/>
          <pc:sldMk cId="1750846455" sldId="307"/>
        </pc:sldMkLst>
      </pc:sldChg>
      <pc:sldChg chg="addSp delSp modSp new mod modClrScheme chgLayout modNotes modNotesTx">
        <pc:chgData name="Yvette Delim" userId="1eb1221e-2905-468b-b6ca-e1e332e3c4b6" providerId="ADAL" clId="{D6B9B1E0-642D-4D7B-AFA0-008ADE2C67F0}" dt="2025-05-07T21:22:40.004" v="2994"/>
        <pc:sldMkLst>
          <pc:docMk/>
          <pc:sldMk cId="1096898488" sldId="308"/>
        </pc:sldMkLst>
      </pc:sldChg>
      <pc:sldChg chg="modSp new mod modNotes modNotesTx">
        <pc:chgData name="Yvette Delim" userId="1eb1221e-2905-468b-b6ca-e1e332e3c4b6" providerId="ADAL" clId="{D6B9B1E0-642D-4D7B-AFA0-008ADE2C67F0}" dt="2025-05-09T17:18:13.779" v="3159" actId="27636"/>
        <pc:sldMkLst>
          <pc:docMk/>
          <pc:sldMk cId="1878458843" sldId="309"/>
        </pc:sldMkLst>
        <pc:spChg chg="mod">
          <ac:chgData name="Yvette Delim" userId="1eb1221e-2905-468b-b6ca-e1e332e3c4b6" providerId="ADAL" clId="{D6B9B1E0-642D-4D7B-AFA0-008ADE2C67F0}" dt="2025-05-09T17:18:13.779" v="3159" actId="27636"/>
          <ac:spMkLst>
            <pc:docMk/>
            <pc:sldMk cId="1878458843" sldId="309"/>
            <ac:spMk id="2" creationId="{CC05FF38-6BD6-38E2-A21F-D565CE8948E1}"/>
          </ac:spMkLst>
        </pc:spChg>
      </pc:sldChg>
      <pc:sldChg chg="modSp add mod">
        <pc:chgData name="Yvette Delim" userId="1eb1221e-2905-468b-b6ca-e1e332e3c4b6" providerId="ADAL" clId="{D6B9B1E0-642D-4D7B-AFA0-008ADE2C67F0}" dt="2025-05-08T18:23:15.546" v="3146" actId="20577"/>
        <pc:sldMkLst>
          <pc:docMk/>
          <pc:sldMk cId="1169523784" sldId="310"/>
        </pc:sldMkLst>
        <pc:spChg chg="mod">
          <ac:chgData name="Yvette Delim" userId="1eb1221e-2905-468b-b6ca-e1e332e3c4b6" providerId="ADAL" clId="{D6B9B1E0-642D-4D7B-AFA0-008ADE2C67F0}" dt="2025-05-08T18:23:15.546" v="3146" actId="20577"/>
          <ac:spMkLst>
            <pc:docMk/>
            <pc:sldMk cId="1169523784" sldId="310"/>
            <ac:spMk id="3" creationId="{97B1D7C6-6A50-5E9C-3F50-A9E46AEF1132}"/>
          </ac:spMkLst>
        </pc:spChg>
      </pc:sldChg>
      <pc:sldChg chg="modSp new mod modNotes modNotesTx">
        <pc:chgData name="Yvette Delim" userId="1eb1221e-2905-468b-b6ca-e1e332e3c4b6" providerId="ADAL" clId="{D6B9B1E0-642D-4D7B-AFA0-008ADE2C67F0}" dt="2025-05-08T17:24:28.909" v="3048" actId="20577"/>
        <pc:sldMkLst>
          <pc:docMk/>
          <pc:sldMk cId="2476667439" sldId="311"/>
        </pc:sldMkLst>
      </pc:sldChg>
      <pc:sldChg chg="new modNotes modNotesTx">
        <pc:chgData name="Yvette Delim" userId="1eb1221e-2905-468b-b6ca-e1e332e3c4b6" providerId="ADAL" clId="{D6B9B1E0-642D-4D7B-AFA0-008ADE2C67F0}" dt="2025-05-07T21:03:41.703" v="2683" actId="20577"/>
        <pc:sldMkLst>
          <pc:docMk/>
          <pc:sldMk cId="343299899" sldId="312"/>
        </pc:sldMkLst>
      </pc:sldChg>
      <pc:sldMasterChg chg="modSp addSldLayout modSldLayout">
        <pc:chgData name="Yvette Delim" userId="1eb1221e-2905-468b-b6ca-e1e332e3c4b6" providerId="ADAL" clId="{D6B9B1E0-642D-4D7B-AFA0-008ADE2C67F0}" dt="2025-05-09T17:17:54.415" v="3157" actId="179"/>
        <pc:sldMasterMkLst>
          <pc:docMk/>
          <pc:sldMasterMk cId="58932730" sldId="2147483910"/>
        </pc:sldMasterMkLst>
        <pc:spChg chg="mod">
          <ac:chgData name="Yvette Delim" userId="1eb1221e-2905-468b-b6ca-e1e332e3c4b6" providerId="ADAL" clId="{D6B9B1E0-642D-4D7B-AFA0-008ADE2C67F0}" dt="2025-05-09T17:17:54.415" v="3157" actId="179"/>
          <ac:spMkLst>
            <pc:docMk/>
            <pc:sldMasterMk cId="58932730" sldId="2147483910"/>
            <ac:spMk id="8" creationId="{12D1C9D9-BB2F-4CEE-AB77-E7FB81417221}"/>
          </ac:spMkLst>
        </pc:spChg>
        <pc:sldLayoutChg chg="modSp">
          <pc:chgData name="Yvette Delim" userId="1eb1221e-2905-468b-b6ca-e1e332e3c4b6" providerId="ADAL" clId="{D6B9B1E0-642D-4D7B-AFA0-008ADE2C67F0}" dt="2025-05-07T20:57:49.141" v="2548" actId="20577"/>
          <pc:sldLayoutMkLst>
            <pc:docMk/>
            <pc:sldMasterMk cId="58932730" sldId="2147483910"/>
            <pc:sldLayoutMk cId="4111725238" sldId="2147483926"/>
          </pc:sldLayoutMkLst>
          <pc:spChg chg="mod">
            <ac:chgData name="Yvette Delim" userId="1eb1221e-2905-468b-b6ca-e1e332e3c4b6" providerId="ADAL" clId="{D6B9B1E0-642D-4D7B-AFA0-008ADE2C67F0}" dt="2025-05-07T20:57:49.141" v="2548" actId="20577"/>
            <ac:spMkLst>
              <pc:docMk/>
              <pc:sldMasterMk cId="58932730" sldId="2147483910"/>
              <pc:sldLayoutMk cId="4111725238" sldId="2147483926"/>
              <ac:spMk id="11" creationId="{077B2DE0-D1DB-4EE0-B864-29DFD9293408}"/>
            </ac:spMkLst>
          </pc:spChg>
        </pc:sldLayoutChg>
        <pc:sldLayoutChg chg="modSp add mod modTransition">
          <pc:chgData name="Yvette Delim" userId="1eb1221e-2905-468b-b6ca-e1e332e3c4b6" providerId="ADAL" clId="{D6B9B1E0-642D-4D7B-AFA0-008ADE2C67F0}" dt="2025-05-07T20:58:34.328" v="2575" actId="1038"/>
          <pc:sldLayoutMkLst>
            <pc:docMk/>
            <pc:sldMasterMk cId="58932730" sldId="2147483910"/>
            <pc:sldLayoutMk cId="2570707714" sldId="2147483946"/>
          </pc:sldLayoutMkLst>
          <pc:spChg chg="mod">
            <ac:chgData name="Yvette Delim" userId="1eb1221e-2905-468b-b6ca-e1e332e3c4b6" providerId="ADAL" clId="{D6B9B1E0-642D-4D7B-AFA0-008ADE2C67F0}" dt="2025-05-07T20:58:28.488" v="2550" actId="20577"/>
            <ac:spMkLst>
              <pc:docMk/>
              <pc:sldMasterMk cId="58932730" sldId="2147483910"/>
              <pc:sldLayoutMk cId="2570707714" sldId="2147483946"/>
              <ac:spMk id="11" creationId="{077B2DE0-D1DB-4EE0-B864-29DFD9293408}"/>
            </ac:spMkLst>
          </pc:spChg>
          <pc:picChg chg="mod">
            <ac:chgData name="Yvette Delim" userId="1eb1221e-2905-468b-b6ca-e1e332e3c4b6" providerId="ADAL" clId="{D6B9B1E0-642D-4D7B-AFA0-008ADE2C67F0}" dt="2025-05-07T20:58:34.328" v="2575" actId="1038"/>
            <ac:picMkLst>
              <pc:docMk/>
              <pc:sldMasterMk cId="58932730" sldId="2147483910"/>
              <pc:sldLayoutMk cId="2570707714" sldId="2147483946"/>
              <ac:picMk id="18" creationId="{7F806275-D0BB-4D90-A9D5-E13362DDB248}"/>
            </ac:picMkLst>
          </pc:picChg>
        </pc:sldLayoutChg>
      </pc:sldMasterChg>
    </pc:docChg>
  </pc:docChgLst>
  <pc:docChgLst>
    <pc:chgData name="Amanda Kissinger" userId="0440470d-4bd8-4812-9337-f95059fb652d" providerId="ADAL" clId="{A96C30A4-1B3D-49AA-9C2D-0FBBA264ADFA}"/>
    <pc:docChg chg="undo custSel modMainMaster">
      <pc:chgData name="Amanda Kissinger" userId="0440470d-4bd8-4812-9337-f95059fb652d" providerId="ADAL" clId="{A96C30A4-1B3D-49AA-9C2D-0FBBA264ADFA}" dt="2025-05-08T18:01:32.294" v="1" actId="21"/>
      <pc:docMkLst>
        <pc:docMk/>
      </pc:docMkLst>
      <pc:sldMasterChg chg="modSldLayout">
        <pc:chgData name="Amanda Kissinger" userId="0440470d-4bd8-4812-9337-f95059fb652d" providerId="ADAL" clId="{A96C30A4-1B3D-49AA-9C2D-0FBBA264ADFA}" dt="2025-05-08T18:01:32.294" v="1" actId="21"/>
        <pc:sldMasterMkLst>
          <pc:docMk/>
          <pc:sldMasterMk cId="58932730" sldId="2147483910"/>
        </pc:sldMasterMkLst>
        <pc:sldLayoutChg chg="addSp delSp mod">
          <pc:chgData name="Amanda Kissinger" userId="0440470d-4bd8-4812-9337-f95059fb652d" providerId="ADAL" clId="{A96C30A4-1B3D-49AA-9C2D-0FBBA264ADFA}" dt="2025-05-08T18:01:32.294" v="1" actId="21"/>
          <pc:sldLayoutMkLst>
            <pc:docMk/>
            <pc:sldMasterMk cId="58932730" sldId="2147483910"/>
            <pc:sldLayoutMk cId="2001968655" sldId="2147483932"/>
          </pc:sldLayoutMkLst>
          <pc:spChg chg="add del">
            <ac:chgData name="Amanda Kissinger" userId="0440470d-4bd8-4812-9337-f95059fb652d" providerId="ADAL" clId="{A96C30A4-1B3D-49AA-9C2D-0FBBA264ADFA}" dt="2025-05-08T18:01:32.294" v="1" actId="21"/>
            <ac:spMkLst>
              <pc:docMk/>
              <pc:sldMasterMk cId="58932730" sldId="2147483910"/>
              <pc:sldLayoutMk cId="2001968655" sldId="2147483932"/>
              <ac:spMk id="14" creationId="{DC95779D-C23F-4838-A4E9-42CBBB5D9F56}"/>
            </ac:spMkLst>
          </pc:spChg>
        </pc:sldLayoutChg>
      </pc:sldMasterChg>
    </pc:docChg>
  </pc:docChgLst>
  <pc:docChgLst>
    <pc:chgData name="Yvette Delim" userId="1eb1221e-2905-468b-b6ca-e1e332e3c4b6" providerId="ADAL" clId="{DA7A546E-94E1-4582-8A10-7F7943C9DA93}"/>
    <pc:docChg chg="undo custSel addSld delSld modSld modMainMaster">
      <pc:chgData name="Yvette Delim" userId="1eb1221e-2905-468b-b6ca-e1e332e3c4b6" providerId="ADAL" clId="{DA7A546E-94E1-4582-8A10-7F7943C9DA93}" dt="2025-05-06T20:56:06.876" v="418" actId="47"/>
      <pc:docMkLst>
        <pc:docMk/>
      </pc:docMkLst>
      <pc:sldChg chg="modNotesTx">
        <pc:chgData name="Yvette Delim" userId="1eb1221e-2905-468b-b6ca-e1e332e3c4b6" providerId="ADAL" clId="{DA7A546E-94E1-4582-8A10-7F7943C9DA93}" dt="2025-05-06T20:54:10.927" v="417" actId="20577"/>
        <pc:sldMkLst>
          <pc:docMk/>
          <pc:sldMk cId="2170154808" sldId="258"/>
        </pc:sldMkLst>
      </pc:sldChg>
      <pc:sldChg chg="del">
        <pc:chgData name="Yvette Delim" userId="1eb1221e-2905-468b-b6ca-e1e332e3c4b6" providerId="ADAL" clId="{DA7A546E-94E1-4582-8A10-7F7943C9DA93}" dt="2025-05-06T20:56:06.876" v="418" actId="47"/>
        <pc:sldMkLst>
          <pc:docMk/>
          <pc:sldMk cId="3549381897" sldId="259"/>
        </pc:sldMkLst>
      </pc:sldChg>
      <pc:sldChg chg="del">
        <pc:chgData name="Yvette Delim" userId="1eb1221e-2905-468b-b6ca-e1e332e3c4b6" providerId="ADAL" clId="{DA7A546E-94E1-4582-8A10-7F7943C9DA93}" dt="2025-05-06T20:56:06.876" v="418" actId="47"/>
        <pc:sldMkLst>
          <pc:docMk/>
          <pc:sldMk cId="2295165259" sldId="265"/>
        </pc:sldMkLst>
      </pc:sldChg>
      <pc:sldChg chg="addSp delSp modSp del mod modCm">
        <pc:chgData name="Yvette Delim" userId="1eb1221e-2905-468b-b6ca-e1e332e3c4b6" providerId="ADAL" clId="{DA7A546E-94E1-4582-8A10-7F7943C9DA93}" dt="2025-05-06T20:50:24.514" v="368" actId="47"/>
        <pc:sldMkLst>
          <pc:docMk/>
          <pc:sldMk cId="629264104" sldId="296"/>
        </pc:sldMkLst>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A7A546E-94E1-4582-8A10-7F7943C9DA93}" dt="2025-05-06T20:47:52.254" v="366" actId="478"/>
              <pc2:cmMkLst xmlns:pc2="http://schemas.microsoft.com/office/powerpoint/2019/9/main/command">
                <pc:docMk/>
                <pc:sldMk cId="629264104" sldId="296"/>
                <pc2:cmMk id="{A50ABA80-35E4-46EC-AFBE-6B2B6A4F8A99}"/>
              </pc2:cmMkLst>
            </pc226:cmChg>
          </p:ext>
        </pc:extLst>
      </pc:sldChg>
      <pc:sldChg chg="addSp delSp modSp mod modClrScheme chgLayout">
        <pc:chgData name="Yvette Delim" userId="1eb1221e-2905-468b-b6ca-e1e332e3c4b6" providerId="ADAL" clId="{DA7A546E-94E1-4582-8A10-7F7943C9DA93}" dt="2025-05-06T20:50:11.984" v="367" actId="700"/>
        <pc:sldMkLst>
          <pc:docMk/>
          <pc:sldMk cId="2615260713" sldId="297"/>
        </pc:sldMkLst>
        <pc:spChg chg="mod ord">
          <ac:chgData name="Yvette Delim" userId="1eb1221e-2905-468b-b6ca-e1e332e3c4b6" providerId="ADAL" clId="{DA7A546E-94E1-4582-8A10-7F7943C9DA93}" dt="2025-05-06T20:50:11.984" v="367" actId="700"/>
          <ac:spMkLst>
            <pc:docMk/>
            <pc:sldMk cId="2615260713" sldId="297"/>
            <ac:spMk id="3" creationId="{E02E4B53-B7C6-1D08-F07F-C168A65984CB}"/>
          </ac:spMkLst>
        </pc:spChg>
        <pc:spChg chg="mod ord">
          <ac:chgData name="Yvette Delim" userId="1eb1221e-2905-468b-b6ca-e1e332e3c4b6" providerId="ADAL" clId="{DA7A546E-94E1-4582-8A10-7F7943C9DA93}" dt="2025-05-06T20:50:11.984" v="367" actId="700"/>
          <ac:spMkLst>
            <pc:docMk/>
            <pc:sldMk cId="2615260713" sldId="297"/>
            <ac:spMk id="4" creationId="{C090C768-1FA1-220C-8EB0-02B46B3FAF18}"/>
          </ac:spMkLst>
        </pc:spChg>
        <pc:spChg chg="add mod ord">
          <ac:chgData name="Yvette Delim" userId="1eb1221e-2905-468b-b6ca-e1e332e3c4b6" providerId="ADAL" clId="{DA7A546E-94E1-4582-8A10-7F7943C9DA93}" dt="2025-05-06T20:50:11.984" v="367" actId="700"/>
          <ac:spMkLst>
            <pc:docMk/>
            <pc:sldMk cId="2615260713" sldId="297"/>
            <ac:spMk id="5" creationId="{3F9B06E0-25E2-2207-FA53-43B03A3DD8B6}"/>
          </ac:spMkLst>
        </pc:spChg>
      </pc:sldChg>
      <pc:sldChg chg="modSp new mod">
        <pc:chgData name="Yvette Delim" userId="1eb1221e-2905-468b-b6ca-e1e332e3c4b6" providerId="ADAL" clId="{DA7A546E-94E1-4582-8A10-7F7943C9DA93}" dt="2025-05-06T20:47:03.274" v="364" actId="20577"/>
        <pc:sldMkLst>
          <pc:docMk/>
          <pc:sldMk cId="1768159664" sldId="298"/>
        </pc:sldMkLst>
      </pc:sldChg>
      <pc:sldMasterChg chg="addSldLayout modSldLayout sldLayoutOrd">
        <pc:chgData name="Yvette Delim" userId="1eb1221e-2905-468b-b6ca-e1e332e3c4b6" providerId="ADAL" clId="{DA7A546E-94E1-4582-8A10-7F7943C9DA93}" dt="2025-05-06T20:41:38.065" v="346" actId="255"/>
        <pc:sldMasterMkLst>
          <pc:docMk/>
          <pc:sldMasterMk cId="58932730" sldId="2147483910"/>
        </pc:sldMasterMkLst>
        <pc:sldLayoutChg chg="ord">
          <pc:chgData name="Yvette Delim" userId="1eb1221e-2905-468b-b6ca-e1e332e3c4b6" providerId="ADAL" clId="{DA7A546E-94E1-4582-8A10-7F7943C9DA93}" dt="2025-05-06T20:21:48.999" v="229" actId="20578"/>
          <pc:sldLayoutMkLst>
            <pc:docMk/>
            <pc:sldMasterMk cId="58932730" sldId="2147483910"/>
            <pc:sldLayoutMk cId="4084809213" sldId="2147483911"/>
          </pc:sldLayoutMkLst>
        </pc:sldLayoutChg>
        <pc:sldLayoutChg chg="ord">
          <pc:chgData name="Yvette Delim" userId="1eb1221e-2905-468b-b6ca-e1e332e3c4b6" providerId="ADAL" clId="{DA7A546E-94E1-4582-8A10-7F7943C9DA93}" dt="2025-05-06T20:22:05.817" v="230" actId="20578"/>
          <pc:sldLayoutMkLst>
            <pc:docMk/>
            <pc:sldMasterMk cId="58932730" sldId="2147483910"/>
            <pc:sldLayoutMk cId="1974321300" sldId="2147483912"/>
          </pc:sldLayoutMkLst>
        </pc:sldLayoutChg>
        <pc:sldLayoutChg chg="addSp modSp">
          <pc:chgData name="Yvette Delim" userId="1eb1221e-2905-468b-b6ca-e1e332e3c4b6" providerId="ADAL" clId="{DA7A546E-94E1-4582-8A10-7F7943C9DA93}" dt="2025-05-06T20:19:19.894" v="216"/>
          <pc:sldLayoutMkLst>
            <pc:docMk/>
            <pc:sldMasterMk cId="58932730" sldId="2147483910"/>
            <pc:sldLayoutMk cId="137773212" sldId="2147483914"/>
          </pc:sldLayoutMkLst>
          <pc:spChg chg="mod">
            <ac:chgData name="Yvette Delim" userId="1eb1221e-2905-468b-b6ca-e1e332e3c4b6" providerId="ADAL" clId="{DA7A546E-94E1-4582-8A10-7F7943C9DA93}" dt="2025-05-06T20:12:09.321" v="85" actId="20577"/>
            <ac:spMkLst>
              <pc:docMk/>
              <pc:sldMasterMk cId="58932730" sldId="2147483910"/>
              <pc:sldLayoutMk cId="137773212" sldId="2147483914"/>
              <ac:spMk id="2" creationId="{FEEC7DB1-AF77-4C23-97D2-AB7420353204}"/>
            </ac:spMkLst>
          </pc:spChg>
        </pc:sldLayoutChg>
        <pc:sldLayoutChg chg="modSp">
          <pc:chgData name="Yvette Delim" userId="1eb1221e-2905-468b-b6ca-e1e332e3c4b6" providerId="ADAL" clId="{DA7A546E-94E1-4582-8A10-7F7943C9DA93}" dt="2025-05-06T20:15:49.603" v="194" actId="20577"/>
          <pc:sldLayoutMkLst>
            <pc:docMk/>
            <pc:sldMasterMk cId="58932730" sldId="2147483910"/>
            <pc:sldLayoutMk cId="3853961223" sldId="2147483917"/>
          </pc:sldLayoutMkLst>
          <pc:spChg chg="mod">
            <ac:chgData name="Yvette Delim" userId="1eb1221e-2905-468b-b6ca-e1e332e3c4b6" providerId="ADAL" clId="{DA7A546E-94E1-4582-8A10-7F7943C9DA93}" dt="2025-05-06T20:15:49.603" v="194" actId="20577"/>
            <ac:spMkLst>
              <pc:docMk/>
              <pc:sldMasterMk cId="58932730" sldId="2147483910"/>
              <pc:sldLayoutMk cId="3853961223" sldId="2147483917"/>
              <ac:spMk id="5" creationId="{FC333B3E-5BEA-4514-BC19-7601420AECFA}"/>
            </ac:spMkLst>
          </pc:spChg>
        </pc:sldLayoutChg>
        <pc:sldLayoutChg chg="modSp">
          <pc:chgData name="Yvette Delim" userId="1eb1221e-2905-468b-b6ca-e1e332e3c4b6" providerId="ADAL" clId="{DA7A546E-94E1-4582-8A10-7F7943C9DA93}" dt="2025-05-06T20:17:59.600" v="210" actId="20577"/>
          <pc:sldLayoutMkLst>
            <pc:docMk/>
            <pc:sldMasterMk cId="58932730" sldId="2147483910"/>
            <pc:sldLayoutMk cId="4103617856" sldId="2147483918"/>
          </pc:sldLayoutMkLst>
          <pc:spChg chg="mod">
            <ac:chgData name="Yvette Delim" userId="1eb1221e-2905-468b-b6ca-e1e332e3c4b6" providerId="ADAL" clId="{DA7A546E-94E1-4582-8A10-7F7943C9DA93}" dt="2025-05-06T20:17:59.600" v="210" actId="20577"/>
            <ac:spMkLst>
              <pc:docMk/>
              <pc:sldMasterMk cId="58932730" sldId="2147483910"/>
              <pc:sldLayoutMk cId="4103617856" sldId="2147483918"/>
              <ac:spMk id="2" creationId="{CBD8AA6A-10F2-4CA6-8925-E15CCE24451A}"/>
            </ac:spMkLst>
          </pc:spChg>
        </pc:sldLayoutChg>
        <pc:sldLayoutChg chg="modSp mod ord">
          <pc:chgData name="Yvette Delim" userId="1eb1221e-2905-468b-b6ca-e1e332e3c4b6" providerId="ADAL" clId="{DA7A546E-94E1-4582-8A10-7F7943C9DA93}" dt="2025-05-06T20:18:30.962" v="213" actId="20578"/>
          <pc:sldLayoutMkLst>
            <pc:docMk/>
            <pc:sldMasterMk cId="58932730" sldId="2147483910"/>
            <pc:sldLayoutMk cId="3198385692" sldId="2147483922"/>
          </pc:sldLayoutMkLst>
          <pc:spChg chg="mod">
            <ac:chgData name="Yvette Delim" userId="1eb1221e-2905-468b-b6ca-e1e332e3c4b6" providerId="ADAL" clId="{DA7A546E-94E1-4582-8A10-7F7943C9DA93}" dt="2025-05-06T20:04:45.645" v="11" actId="20577"/>
            <ac:spMkLst>
              <pc:docMk/>
              <pc:sldMasterMk cId="58932730" sldId="2147483910"/>
              <pc:sldLayoutMk cId="3198385692" sldId="2147483922"/>
              <ac:spMk id="3" creationId="{755610DE-03A3-4171-87CD-CB837BA3D0EB}"/>
            </ac:spMkLst>
          </pc:spChg>
          <pc:spChg chg="mod">
            <ac:chgData name="Yvette Delim" userId="1eb1221e-2905-468b-b6ca-e1e332e3c4b6" providerId="ADAL" clId="{DA7A546E-94E1-4582-8A10-7F7943C9DA93}" dt="2025-05-06T20:05:04.247" v="12" actId="20577"/>
            <ac:spMkLst>
              <pc:docMk/>
              <pc:sldMasterMk cId="58932730" sldId="2147483910"/>
              <pc:sldLayoutMk cId="3198385692" sldId="2147483922"/>
              <ac:spMk id="7" creationId="{C20DDD6C-AB38-440E-A2B7-E3AD1F167ED5}"/>
            </ac:spMkLst>
          </pc:spChg>
        </pc:sldLayoutChg>
        <pc:sldLayoutChg chg="modSp mod ord">
          <pc:chgData name="Yvette Delim" userId="1eb1221e-2905-468b-b6ca-e1e332e3c4b6" providerId="ADAL" clId="{DA7A546E-94E1-4582-8A10-7F7943C9DA93}" dt="2025-05-06T20:19:59.361" v="218" actId="108"/>
          <pc:sldLayoutMkLst>
            <pc:docMk/>
            <pc:sldMasterMk cId="58932730" sldId="2147483910"/>
            <pc:sldLayoutMk cId="3241009506" sldId="2147483924"/>
          </pc:sldLayoutMkLst>
          <pc:spChg chg="mod">
            <ac:chgData name="Yvette Delim" userId="1eb1221e-2905-468b-b6ca-e1e332e3c4b6" providerId="ADAL" clId="{DA7A546E-94E1-4582-8A10-7F7943C9DA93}" dt="2025-05-06T20:19:59.361" v="218" actId="108"/>
            <ac:spMkLst>
              <pc:docMk/>
              <pc:sldMasterMk cId="58932730" sldId="2147483910"/>
              <pc:sldLayoutMk cId="3241009506" sldId="2147483924"/>
              <ac:spMk id="4" creationId="{F14BCB8D-8BA4-4A40-81CF-DAD00077BF4C}"/>
            </ac:spMkLst>
          </pc:spChg>
        </pc:sldLayoutChg>
        <pc:sldLayoutChg chg="ord">
          <pc:chgData name="Yvette Delim" userId="1eb1221e-2905-468b-b6ca-e1e332e3c4b6" providerId="ADAL" clId="{DA7A546E-94E1-4582-8A10-7F7943C9DA93}" dt="2025-05-06T20:20:36.352" v="221" actId="20578"/>
          <pc:sldLayoutMkLst>
            <pc:docMk/>
            <pc:sldMasterMk cId="58932730" sldId="2147483910"/>
            <pc:sldLayoutMk cId="2001968655" sldId="2147483932"/>
          </pc:sldLayoutMkLst>
        </pc:sldLayoutChg>
        <pc:sldLayoutChg chg="ord">
          <pc:chgData name="Yvette Delim" userId="1eb1221e-2905-468b-b6ca-e1e332e3c4b6" providerId="ADAL" clId="{DA7A546E-94E1-4582-8A10-7F7943C9DA93}" dt="2025-05-06T20:22:08.110" v="231" actId="20578"/>
          <pc:sldLayoutMkLst>
            <pc:docMk/>
            <pc:sldMasterMk cId="58932730" sldId="2147483910"/>
            <pc:sldLayoutMk cId="2790083631" sldId="2147483933"/>
          </pc:sldLayoutMkLst>
        </pc:sldLayoutChg>
        <pc:sldLayoutChg chg="modSp add mod ord modTransition">
          <pc:chgData name="Yvette Delim" userId="1eb1221e-2905-468b-b6ca-e1e332e3c4b6" providerId="ADAL" clId="{DA7A546E-94E1-4582-8A10-7F7943C9DA93}" dt="2025-05-06T20:17:42.559" v="199" actId="20578"/>
          <pc:sldLayoutMkLst>
            <pc:docMk/>
            <pc:sldMasterMk cId="58932730" sldId="2147483910"/>
            <pc:sldLayoutMk cId="4052621465" sldId="2147483934"/>
          </pc:sldLayoutMkLst>
          <pc:spChg chg="mod">
            <ac:chgData name="Yvette Delim" userId="1eb1221e-2905-468b-b6ca-e1e332e3c4b6" providerId="ADAL" clId="{DA7A546E-94E1-4582-8A10-7F7943C9DA93}" dt="2025-05-06T20:10:49.155" v="73" actId="20577"/>
            <ac:spMkLst>
              <pc:docMk/>
              <pc:sldMasterMk cId="58932730" sldId="2147483910"/>
              <pc:sldLayoutMk cId="4052621465" sldId="2147483934"/>
              <ac:spMk id="2" creationId="{FEEC7DB1-AF77-4C23-97D2-AB7420353204}"/>
            </ac:spMkLst>
          </pc:spChg>
          <pc:spChg chg="mod">
            <ac:chgData name="Yvette Delim" userId="1eb1221e-2905-468b-b6ca-e1e332e3c4b6" providerId="ADAL" clId="{DA7A546E-94E1-4582-8A10-7F7943C9DA93}" dt="2025-05-06T20:10:54.452" v="74" actId="20577"/>
            <ac:spMkLst>
              <pc:docMk/>
              <pc:sldMasterMk cId="58932730" sldId="2147483910"/>
              <pc:sldLayoutMk cId="4052621465" sldId="2147483934"/>
              <ac:spMk id="10" creationId="{9133DACF-FEBA-45AC-9EB7-694DBCD1BE0F}"/>
            </ac:spMkLst>
          </pc:spChg>
        </pc:sldLayoutChg>
        <pc:sldLayoutChg chg="modSp add mod modTransition">
          <pc:chgData name="Yvette Delim" userId="1eb1221e-2905-468b-b6ca-e1e332e3c4b6" providerId="ADAL" clId="{DA7A546E-94E1-4582-8A10-7F7943C9DA93}" dt="2025-05-06T20:14:46.185" v="182" actId="255"/>
          <pc:sldLayoutMkLst>
            <pc:docMk/>
            <pc:sldMasterMk cId="58932730" sldId="2147483910"/>
            <pc:sldLayoutMk cId="2985914211" sldId="2147483935"/>
          </pc:sldLayoutMkLst>
          <pc:spChg chg="mod">
            <ac:chgData name="Yvette Delim" userId="1eb1221e-2905-468b-b6ca-e1e332e3c4b6" providerId="ADAL" clId="{DA7A546E-94E1-4582-8A10-7F7943C9DA93}" dt="2025-05-06T20:14:46.185" v="182" actId="255"/>
            <ac:spMkLst>
              <pc:docMk/>
              <pc:sldMasterMk cId="58932730" sldId="2147483910"/>
              <pc:sldLayoutMk cId="2985914211" sldId="2147483935"/>
              <ac:spMk id="2" creationId="{FEEC7DB1-AF77-4C23-97D2-AB7420353204}"/>
            </ac:spMkLst>
          </pc:spChg>
        </pc:sldLayoutChg>
        <pc:sldLayoutChg chg="modSp add mod modTransition">
          <pc:chgData name="Yvette Delim" userId="1eb1221e-2905-468b-b6ca-e1e332e3c4b6" providerId="ADAL" clId="{DA7A546E-94E1-4582-8A10-7F7943C9DA93}" dt="2025-05-06T20:17:03.327" v="198" actId="255"/>
          <pc:sldLayoutMkLst>
            <pc:docMk/>
            <pc:sldMasterMk cId="58932730" sldId="2147483910"/>
            <pc:sldLayoutMk cId="1517090647" sldId="2147483936"/>
          </pc:sldLayoutMkLst>
          <pc:spChg chg="mod">
            <ac:chgData name="Yvette Delim" userId="1eb1221e-2905-468b-b6ca-e1e332e3c4b6" providerId="ADAL" clId="{DA7A546E-94E1-4582-8A10-7F7943C9DA93}" dt="2025-05-06T20:17:03.327" v="198" actId="255"/>
            <ac:spMkLst>
              <pc:docMk/>
              <pc:sldMasterMk cId="58932730" sldId="2147483910"/>
              <pc:sldLayoutMk cId="1517090647" sldId="2147483936"/>
              <ac:spMk id="5" creationId="{FC333B3E-5BEA-4514-BC19-7601420AECFA}"/>
            </ac:spMkLst>
          </pc:spChg>
        </pc:sldLayoutChg>
        <pc:sldLayoutChg chg="modSp add mod modTransition">
          <pc:chgData name="Yvette Delim" userId="1eb1221e-2905-468b-b6ca-e1e332e3c4b6" providerId="ADAL" clId="{DA7A546E-94E1-4582-8A10-7F7943C9DA93}" dt="2025-05-06T20:35:16.559" v="317" actId="255"/>
          <pc:sldLayoutMkLst>
            <pc:docMk/>
            <pc:sldMasterMk cId="58932730" sldId="2147483910"/>
            <pc:sldLayoutMk cId="583458851" sldId="2147483937"/>
          </pc:sldLayoutMkLst>
          <pc:spChg chg="mod">
            <ac:chgData name="Yvette Delim" userId="1eb1221e-2905-468b-b6ca-e1e332e3c4b6" providerId="ADAL" clId="{DA7A546E-94E1-4582-8A10-7F7943C9DA93}" dt="2025-05-06T20:35:16.559" v="317" actId="255"/>
            <ac:spMkLst>
              <pc:docMk/>
              <pc:sldMasterMk cId="58932730" sldId="2147483910"/>
              <pc:sldLayoutMk cId="583458851" sldId="2147483937"/>
              <ac:spMk id="2" creationId="{CBD8AA6A-10F2-4CA6-8925-E15CCE24451A}"/>
            </ac:spMkLst>
          </pc:spChg>
        </pc:sldLayoutChg>
        <pc:sldLayoutChg chg="addSp delSp modSp add mod ord modTransition">
          <pc:chgData name="Yvette Delim" userId="1eb1221e-2905-468b-b6ca-e1e332e3c4b6" providerId="ADAL" clId="{DA7A546E-94E1-4582-8A10-7F7943C9DA93}" dt="2025-05-06T20:30:22.079" v="289" actId="14100"/>
          <pc:sldLayoutMkLst>
            <pc:docMk/>
            <pc:sldMasterMk cId="58932730" sldId="2147483910"/>
            <pc:sldLayoutMk cId="927130793" sldId="2147483938"/>
          </pc:sldLayoutMkLst>
          <pc:spChg chg="add mod">
            <ac:chgData name="Yvette Delim" userId="1eb1221e-2905-468b-b6ca-e1e332e3c4b6" providerId="ADAL" clId="{DA7A546E-94E1-4582-8A10-7F7943C9DA93}" dt="2025-05-06T20:29:52.524" v="285" actId="14100"/>
            <ac:spMkLst>
              <pc:docMk/>
              <pc:sldMasterMk cId="58932730" sldId="2147483910"/>
              <pc:sldLayoutMk cId="927130793" sldId="2147483938"/>
              <ac:spMk id="4" creationId="{14133404-1EF1-C64B-A104-2BC02D120C37}"/>
            </ac:spMkLst>
          </pc:spChg>
          <pc:spChg chg="add mod">
            <ac:chgData name="Yvette Delim" userId="1eb1221e-2905-468b-b6ca-e1e332e3c4b6" providerId="ADAL" clId="{DA7A546E-94E1-4582-8A10-7F7943C9DA93}" dt="2025-05-06T20:30:22.079" v="289" actId="14100"/>
            <ac:spMkLst>
              <pc:docMk/>
              <pc:sldMasterMk cId="58932730" sldId="2147483910"/>
              <pc:sldLayoutMk cId="927130793" sldId="2147483938"/>
              <ac:spMk id="6" creationId="{B60091C6-A4E2-7816-56F7-8B21A97E0C14}"/>
            </ac:spMkLst>
          </pc:spChg>
        </pc:sldLayoutChg>
        <pc:sldLayoutChg chg="addSp delSp modSp">
          <pc:chgData name="Yvette Delim" userId="1eb1221e-2905-468b-b6ca-e1e332e3c4b6" providerId="ADAL" clId="{DA7A546E-94E1-4582-8A10-7F7943C9DA93}" dt="2025-05-06T20:24:46.497" v="235" actId="11529"/>
          <pc:sldLayoutMkLst>
            <pc:docMk/>
            <pc:sldMasterMk cId="58932730" sldId="2147483910"/>
            <pc:sldLayoutMk cId="688228703" sldId="2147483939"/>
          </pc:sldLayoutMkLst>
        </pc:sldLayoutChg>
        <pc:sldLayoutChg chg="addSp delSp modSp add mod modTransition">
          <pc:chgData name="Yvette Delim" userId="1eb1221e-2905-468b-b6ca-e1e332e3c4b6" providerId="ADAL" clId="{DA7A546E-94E1-4582-8A10-7F7943C9DA93}" dt="2025-05-06T20:38:22.527" v="334" actId="1076"/>
          <pc:sldLayoutMkLst>
            <pc:docMk/>
            <pc:sldMasterMk cId="58932730" sldId="2147483910"/>
            <pc:sldLayoutMk cId="1673279809" sldId="2147483939"/>
          </pc:sldLayoutMkLst>
          <pc:spChg chg="add mod">
            <ac:chgData name="Yvette Delim" userId="1eb1221e-2905-468b-b6ca-e1e332e3c4b6" providerId="ADAL" clId="{DA7A546E-94E1-4582-8A10-7F7943C9DA93}" dt="2025-05-06T20:38:09.631" v="332" actId="1076"/>
            <ac:spMkLst>
              <pc:docMk/>
              <pc:sldMasterMk cId="58932730" sldId="2147483910"/>
              <pc:sldLayoutMk cId="1673279809" sldId="2147483939"/>
              <ac:spMk id="4" creationId="{EC59B256-B3DA-F502-7D0F-6BD97C0C8446}"/>
            </ac:spMkLst>
          </pc:spChg>
          <pc:spChg chg="mod">
            <ac:chgData name="Yvette Delim" userId="1eb1221e-2905-468b-b6ca-e1e332e3c4b6" providerId="ADAL" clId="{DA7A546E-94E1-4582-8A10-7F7943C9DA93}" dt="2025-05-06T20:38:22.527" v="334" actId="1076"/>
            <ac:spMkLst>
              <pc:docMk/>
              <pc:sldMasterMk cId="58932730" sldId="2147483910"/>
              <pc:sldLayoutMk cId="1673279809" sldId="2147483939"/>
              <ac:spMk id="11" creationId="{5E22AB62-0F44-4520-87A4-B6F4E29936B4}"/>
            </ac:spMkLst>
          </pc:spChg>
        </pc:sldLayoutChg>
        <pc:sldLayoutChg chg="modSp add mod ord modTransition">
          <pc:chgData name="Yvette Delim" userId="1eb1221e-2905-468b-b6ca-e1e332e3c4b6" providerId="ADAL" clId="{DA7A546E-94E1-4582-8A10-7F7943C9DA93}" dt="2025-05-06T20:40:29.163" v="343" actId="14100"/>
          <pc:sldLayoutMkLst>
            <pc:docMk/>
            <pc:sldMasterMk cId="58932730" sldId="2147483910"/>
            <pc:sldLayoutMk cId="956967912" sldId="2147483940"/>
          </pc:sldLayoutMkLst>
          <pc:spChg chg="mod">
            <ac:chgData name="Yvette Delim" userId="1eb1221e-2905-468b-b6ca-e1e332e3c4b6" providerId="ADAL" clId="{DA7A546E-94E1-4582-8A10-7F7943C9DA93}" dt="2025-05-06T20:40:29.163" v="343" actId="14100"/>
            <ac:spMkLst>
              <pc:docMk/>
              <pc:sldMasterMk cId="58932730" sldId="2147483910"/>
              <pc:sldLayoutMk cId="956967912" sldId="2147483940"/>
              <ac:spMk id="4" creationId="{EC59B256-B3DA-F502-7D0F-6BD97C0C8446}"/>
            </ac:spMkLst>
          </pc:spChg>
          <pc:spChg chg="mod">
            <ac:chgData name="Yvette Delim" userId="1eb1221e-2905-468b-b6ca-e1e332e3c4b6" providerId="ADAL" clId="{DA7A546E-94E1-4582-8A10-7F7943C9DA93}" dt="2025-05-06T20:28:53.942" v="282" actId="255"/>
            <ac:spMkLst>
              <pc:docMk/>
              <pc:sldMasterMk cId="58932730" sldId="2147483910"/>
              <pc:sldLayoutMk cId="956967912" sldId="2147483940"/>
              <ac:spMk id="5" creationId="{FC333B3E-5BEA-4514-BC19-7601420AECFA}"/>
            </ac:spMkLst>
          </pc:spChg>
        </pc:sldLayoutChg>
        <pc:sldLayoutChg chg="modSp add mod modTransition">
          <pc:chgData name="Yvette Delim" userId="1eb1221e-2905-468b-b6ca-e1e332e3c4b6" providerId="ADAL" clId="{DA7A546E-94E1-4582-8A10-7F7943C9DA93}" dt="2025-05-06T20:31:28.992" v="295"/>
          <pc:sldLayoutMkLst>
            <pc:docMk/>
            <pc:sldMasterMk cId="58932730" sldId="2147483910"/>
            <pc:sldLayoutMk cId="4018889132" sldId="2147483941"/>
          </pc:sldLayoutMkLst>
          <pc:spChg chg="mod">
            <ac:chgData name="Yvette Delim" userId="1eb1221e-2905-468b-b6ca-e1e332e3c4b6" providerId="ADAL" clId="{DA7A546E-94E1-4582-8A10-7F7943C9DA93}" dt="2025-05-06T20:31:28.992" v="295"/>
            <ac:spMkLst>
              <pc:docMk/>
              <pc:sldMasterMk cId="58932730" sldId="2147483910"/>
              <pc:sldLayoutMk cId="4018889132" sldId="2147483941"/>
              <ac:spMk id="2" creationId="{FEEC7DB1-AF77-4C23-97D2-AB7420353204}"/>
            </ac:spMkLst>
          </pc:spChg>
        </pc:sldLayoutChg>
        <pc:sldLayoutChg chg="addSp delSp modSp add mod ord modTransition">
          <pc:chgData name="Yvette Delim" userId="1eb1221e-2905-468b-b6ca-e1e332e3c4b6" providerId="ADAL" clId="{DA7A546E-94E1-4582-8A10-7F7943C9DA93}" dt="2025-05-06T20:34:45.152" v="315" actId="1076"/>
          <pc:sldLayoutMkLst>
            <pc:docMk/>
            <pc:sldMasterMk cId="58932730" sldId="2147483910"/>
            <pc:sldLayoutMk cId="242110922" sldId="2147483942"/>
          </pc:sldLayoutMkLst>
          <pc:spChg chg="add mod">
            <ac:chgData name="Yvette Delim" userId="1eb1221e-2905-468b-b6ca-e1e332e3c4b6" providerId="ADAL" clId="{DA7A546E-94E1-4582-8A10-7F7943C9DA93}" dt="2025-05-06T20:33:10.263" v="301"/>
            <ac:spMkLst>
              <pc:docMk/>
              <pc:sldMasterMk cId="58932730" sldId="2147483910"/>
              <pc:sldLayoutMk cId="242110922" sldId="2147483942"/>
              <ac:spMk id="5" creationId="{6C8108A7-CF6A-E45E-3271-AD5F0CCCBD35}"/>
            </ac:spMkLst>
          </pc:spChg>
          <pc:spChg chg="add mod">
            <ac:chgData name="Yvette Delim" userId="1eb1221e-2905-468b-b6ca-e1e332e3c4b6" providerId="ADAL" clId="{DA7A546E-94E1-4582-8A10-7F7943C9DA93}" dt="2025-05-06T20:33:41.342" v="305" actId="1076"/>
            <ac:spMkLst>
              <pc:docMk/>
              <pc:sldMasterMk cId="58932730" sldId="2147483910"/>
              <pc:sldLayoutMk cId="242110922" sldId="2147483942"/>
              <ac:spMk id="6" creationId="{37ECB071-96AD-8795-C8D4-9A81241975C8}"/>
            </ac:spMkLst>
          </pc:spChg>
          <pc:spChg chg="add mod">
            <ac:chgData name="Yvette Delim" userId="1eb1221e-2905-468b-b6ca-e1e332e3c4b6" providerId="ADAL" clId="{DA7A546E-94E1-4582-8A10-7F7943C9DA93}" dt="2025-05-06T20:34:22.566" v="312" actId="1076"/>
            <ac:spMkLst>
              <pc:docMk/>
              <pc:sldMasterMk cId="58932730" sldId="2147483910"/>
              <pc:sldLayoutMk cId="242110922" sldId="2147483942"/>
              <ac:spMk id="8" creationId="{DE1A393B-AED2-4359-5564-F91E33B7D820}"/>
            </ac:spMkLst>
          </pc:spChg>
          <pc:spChg chg="add mod">
            <ac:chgData name="Yvette Delim" userId="1eb1221e-2905-468b-b6ca-e1e332e3c4b6" providerId="ADAL" clId="{DA7A546E-94E1-4582-8A10-7F7943C9DA93}" dt="2025-05-06T20:34:45.152" v="315" actId="1076"/>
            <ac:spMkLst>
              <pc:docMk/>
              <pc:sldMasterMk cId="58932730" sldId="2147483910"/>
              <pc:sldLayoutMk cId="242110922" sldId="2147483942"/>
              <ac:spMk id="9" creationId="{207D2617-5664-6F18-3225-0FCA4E33CFC3}"/>
            </ac:spMkLst>
          </pc:spChg>
        </pc:sldLayoutChg>
        <pc:sldLayoutChg chg="modSp add mod modTransition">
          <pc:chgData name="Yvette Delim" userId="1eb1221e-2905-468b-b6ca-e1e332e3c4b6" providerId="ADAL" clId="{DA7A546E-94E1-4582-8A10-7F7943C9DA93}" dt="2025-05-06T20:35:31.604" v="319" actId="255"/>
          <pc:sldLayoutMkLst>
            <pc:docMk/>
            <pc:sldMasterMk cId="58932730" sldId="2147483910"/>
            <pc:sldLayoutMk cId="1064194118" sldId="2147483943"/>
          </pc:sldLayoutMkLst>
          <pc:spChg chg="mod">
            <ac:chgData name="Yvette Delim" userId="1eb1221e-2905-468b-b6ca-e1e332e3c4b6" providerId="ADAL" clId="{DA7A546E-94E1-4582-8A10-7F7943C9DA93}" dt="2025-05-06T20:35:31.604" v="319" actId="255"/>
            <ac:spMkLst>
              <pc:docMk/>
              <pc:sldMasterMk cId="58932730" sldId="2147483910"/>
              <pc:sldLayoutMk cId="1064194118" sldId="2147483943"/>
              <ac:spMk id="2" creationId="{CBD8AA6A-10F2-4CA6-8925-E15CCE24451A}"/>
            </ac:spMkLst>
          </pc:spChg>
        </pc:sldLayoutChg>
        <pc:sldLayoutChg chg="modSp add mod ord modTransition">
          <pc:chgData name="Yvette Delim" userId="1eb1221e-2905-468b-b6ca-e1e332e3c4b6" providerId="ADAL" clId="{DA7A546E-94E1-4582-8A10-7F7943C9DA93}" dt="2025-05-06T20:39:28.826" v="339" actId="1076"/>
          <pc:sldLayoutMkLst>
            <pc:docMk/>
            <pc:sldMasterMk cId="58932730" sldId="2147483910"/>
            <pc:sldLayoutMk cId="623132797" sldId="2147483944"/>
          </pc:sldLayoutMkLst>
          <pc:spChg chg="mod">
            <ac:chgData name="Yvette Delim" userId="1eb1221e-2905-468b-b6ca-e1e332e3c4b6" providerId="ADAL" clId="{DA7A546E-94E1-4582-8A10-7F7943C9DA93}" dt="2025-05-06T20:39:28.826" v="339" actId="1076"/>
            <ac:spMkLst>
              <pc:docMk/>
              <pc:sldMasterMk cId="58932730" sldId="2147483910"/>
              <pc:sldLayoutMk cId="623132797" sldId="2147483944"/>
              <ac:spMk id="4" creationId="{EC59B256-B3DA-F502-7D0F-6BD97C0C8446}"/>
            </ac:spMkLst>
          </pc:spChg>
          <pc:spChg chg="mod">
            <ac:chgData name="Yvette Delim" userId="1eb1221e-2905-468b-b6ca-e1e332e3c4b6" providerId="ADAL" clId="{DA7A546E-94E1-4582-8A10-7F7943C9DA93}" dt="2025-05-06T20:37:22.688" v="329" actId="1076"/>
            <ac:spMkLst>
              <pc:docMk/>
              <pc:sldMasterMk cId="58932730" sldId="2147483910"/>
              <pc:sldLayoutMk cId="623132797" sldId="2147483944"/>
              <ac:spMk id="11" creationId="{5E22AB62-0F44-4520-87A4-B6F4E29936B4}"/>
            </ac:spMkLst>
          </pc:spChg>
          <pc:spChg chg="mod">
            <ac:chgData name="Yvette Delim" userId="1eb1221e-2905-468b-b6ca-e1e332e3c4b6" providerId="ADAL" clId="{DA7A546E-94E1-4582-8A10-7F7943C9DA93}" dt="2025-05-06T20:38:53.276" v="337" actId="1076"/>
            <ac:spMkLst>
              <pc:docMk/>
              <pc:sldMasterMk cId="58932730" sldId="2147483910"/>
              <pc:sldLayoutMk cId="623132797" sldId="2147483944"/>
              <ac:spMk id="13" creationId="{0FCEDE76-6906-4DE3-843C-BBB6CA5A2170}"/>
            </ac:spMkLst>
          </pc:spChg>
        </pc:sldLayoutChg>
        <pc:sldLayoutChg chg="modSp add mod modTransition">
          <pc:chgData name="Yvette Delim" userId="1eb1221e-2905-468b-b6ca-e1e332e3c4b6" providerId="ADAL" clId="{DA7A546E-94E1-4582-8A10-7F7943C9DA93}" dt="2025-05-06T20:41:38.065" v="346" actId="255"/>
          <pc:sldLayoutMkLst>
            <pc:docMk/>
            <pc:sldMasterMk cId="58932730" sldId="2147483910"/>
            <pc:sldLayoutMk cId="1915926914" sldId="2147483945"/>
          </pc:sldLayoutMkLst>
          <pc:spChg chg="mod">
            <ac:chgData name="Yvette Delim" userId="1eb1221e-2905-468b-b6ca-e1e332e3c4b6" providerId="ADAL" clId="{DA7A546E-94E1-4582-8A10-7F7943C9DA93}" dt="2025-05-06T20:41:38.065" v="346" actId="255"/>
            <ac:spMkLst>
              <pc:docMk/>
              <pc:sldMasterMk cId="58932730" sldId="2147483910"/>
              <pc:sldLayoutMk cId="1915926914" sldId="2147483945"/>
              <ac:spMk id="5" creationId="{FC333B3E-5BEA-4514-BC19-7601420AECFA}"/>
            </ac:spMkLst>
          </pc:spChg>
        </pc:sldLayoutChg>
      </pc:sldMasterChg>
    </pc:docChg>
  </pc:docChgLst>
  <pc:docChgLst>
    <pc:chgData name="Yvette Delim" userId="1eb1221e-2905-468b-b6ca-e1e332e3c4b6" providerId="ADAL" clId="{F6F4A0A2-F8AA-43F0-ABFB-1FEA641C4432}"/>
    <pc:docChg chg="undo custSel addSld delSld modSld sldOrd">
      <pc:chgData name="Yvette Delim" userId="1eb1221e-2905-468b-b6ca-e1e332e3c4b6" providerId="ADAL" clId="{F6F4A0A2-F8AA-43F0-ABFB-1FEA641C4432}" dt="2025-05-06T19:02:14.440" v="1588" actId="20577"/>
      <pc:docMkLst>
        <pc:docMk/>
      </pc:docMkLst>
      <pc:sldChg chg="modSp mod">
        <pc:chgData name="Yvette Delim" userId="1eb1221e-2905-468b-b6ca-e1e332e3c4b6" providerId="ADAL" clId="{F6F4A0A2-F8AA-43F0-ABFB-1FEA641C4432}" dt="2025-04-28T19:47:22.270" v="13" actId="139"/>
        <pc:sldMkLst>
          <pc:docMk/>
          <pc:sldMk cId="3995608643" sldId="257"/>
        </pc:sldMkLst>
      </pc:sldChg>
      <pc:sldChg chg="modSp mod ord modNotes modNotesTx">
        <pc:chgData name="Yvette Delim" userId="1eb1221e-2905-468b-b6ca-e1e332e3c4b6" providerId="ADAL" clId="{F6F4A0A2-F8AA-43F0-ABFB-1FEA641C4432}" dt="2025-05-06T18:46:46.258" v="1580" actId="5793"/>
        <pc:sldMkLst>
          <pc:docMk/>
          <pc:sldMk cId="2170154808" sldId="258"/>
        </pc:sldMkLst>
      </pc:sldChg>
      <pc:sldChg chg="modSp mod">
        <pc:chgData name="Yvette Delim" userId="1eb1221e-2905-468b-b6ca-e1e332e3c4b6" providerId="ADAL" clId="{F6F4A0A2-F8AA-43F0-ABFB-1FEA641C4432}" dt="2025-04-28T19:51:47.631" v="71" actId="255"/>
        <pc:sldMkLst>
          <pc:docMk/>
          <pc:sldMk cId="3549381897" sldId="259"/>
        </pc:sldMkLst>
      </pc:sldChg>
      <pc:sldChg chg="addSp delSp modSp mod modClrScheme chgLayout">
        <pc:chgData name="Yvette Delim" userId="1eb1221e-2905-468b-b6ca-e1e332e3c4b6" providerId="ADAL" clId="{F6F4A0A2-F8AA-43F0-ABFB-1FEA641C4432}" dt="2025-05-01T20:48:46.770" v="460" actId="20577"/>
        <pc:sldMkLst>
          <pc:docMk/>
          <pc:sldMk cId="1702716025" sldId="260"/>
        </pc:sldMkLst>
      </pc:sldChg>
      <pc:sldChg chg="del">
        <pc:chgData name="Yvette Delim" userId="1eb1221e-2905-468b-b6ca-e1e332e3c4b6" providerId="ADAL" clId="{F6F4A0A2-F8AA-43F0-ABFB-1FEA641C4432}" dt="2025-05-02T01:13:17.522" v="1448" actId="47"/>
        <pc:sldMkLst>
          <pc:docMk/>
          <pc:sldMk cId="2298346470" sldId="262"/>
        </pc:sldMkLst>
      </pc:sldChg>
      <pc:sldChg chg="del">
        <pc:chgData name="Yvette Delim" userId="1eb1221e-2905-468b-b6ca-e1e332e3c4b6" providerId="ADAL" clId="{F6F4A0A2-F8AA-43F0-ABFB-1FEA641C4432}" dt="2025-05-02T01:13:22.300" v="1449" actId="47"/>
        <pc:sldMkLst>
          <pc:docMk/>
          <pc:sldMk cId="2631819795" sldId="263"/>
        </pc:sldMkLst>
      </pc:sldChg>
      <pc:sldChg chg="new del">
        <pc:chgData name="Yvette Delim" userId="1eb1221e-2905-468b-b6ca-e1e332e3c4b6" providerId="ADAL" clId="{F6F4A0A2-F8AA-43F0-ABFB-1FEA641C4432}" dt="2025-04-28T19:48:16.105" v="17" actId="47"/>
        <pc:sldMkLst>
          <pc:docMk/>
          <pc:sldMk cId="1401178164" sldId="265"/>
        </pc:sldMkLst>
      </pc:sldChg>
      <pc:sldChg chg="modSp add mod">
        <pc:chgData name="Yvette Delim" userId="1eb1221e-2905-468b-b6ca-e1e332e3c4b6" providerId="ADAL" clId="{F6F4A0A2-F8AA-43F0-ABFB-1FEA641C4432}" dt="2025-04-28T19:54:03.166" v="72" actId="6549"/>
        <pc:sldMkLst>
          <pc:docMk/>
          <pc:sldMk cId="2295165259" sldId="265"/>
        </pc:sldMkLst>
      </pc:sldChg>
      <pc:sldChg chg="new del">
        <pc:chgData name="Yvette Delim" userId="1eb1221e-2905-468b-b6ca-e1e332e3c4b6" providerId="ADAL" clId="{F6F4A0A2-F8AA-43F0-ABFB-1FEA641C4432}" dt="2025-04-28T19:48:33.796" v="19" actId="47"/>
        <pc:sldMkLst>
          <pc:docMk/>
          <pc:sldMk cId="3644299184" sldId="265"/>
        </pc:sldMkLst>
      </pc:sldChg>
      <pc:sldChg chg="modSp new mod">
        <pc:chgData name="Yvette Delim" userId="1eb1221e-2905-468b-b6ca-e1e332e3c4b6" providerId="ADAL" clId="{F6F4A0A2-F8AA-43F0-ABFB-1FEA641C4432}" dt="2025-05-05T17:42:59.413" v="1552" actId="6549"/>
        <pc:sldMkLst>
          <pc:docMk/>
          <pc:sldMk cId="768759039" sldId="266"/>
        </pc:sldMkLst>
      </pc:sldChg>
      <pc:sldChg chg="addSp delSp modSp new mod">
        <pc:chgData name="Yvette Delim" userId="1eb1221e-2905-468b-b6ca-e1e332e3c4b6" providerId="ADAL" clId="{F6F4A0A2-F8AA-43F0-ABFB-1FEA641C4432}" dt="2025-05-02T01:04:50.833" v="1418" actId="1076"/>
        <pc:sldMkLst>
          <pc:docMk/>
          <pc:sldMk cId="118820383" sldId="267"/>
        </pc:sldMkLst>
      </pc:sldChg>
      <pc:sldChg chg="addSp delSp modSp add mod">
        <pc:chgData name="Yvette Delim" userId="1eb1221e-2905-468b-b6ca-e1e332e3c4b6" providerId="ADAL" clId="{F6F4A0A2-F8AA-43F0-ABFB-1FEA641C4432}" dt="2025-05-02T01:04:37.258" v="1417" actId="1076"/>
        <pc:sldMkLst>
          <pc:docMk/>
          <pc:sldMk cId="4018795062" sldId="268"/>
        </pc:sldMkLst>
      </pc:sldChg>
      <pc:sldChg chg="modSp new del mod ord">
        <pc:chgData name="Yvette Delim" userId="1eb1221e-2905-468b-b6ca-e1e332e3c4b6" providerId="ADAL" clId="{F6F4A0A2-F8AA-43F0-ABFB-1FEA641C4432}" dt="2025-05-01T18:33:46.013" v="441" actId="2696"/>
        <pc:sldMkLst>
          <pc:docMk/>
          <pc:sldMk cId="1112699275" sldId="269"/>
        </pc:sldMkLst>
      </pc:sldChg>
      <pc:sldChg chg="add del">
        <pc:chgData name="Yvette Delim" userId="1eb1221e-2905-468b-b6ca-e1e332e3c4b6" providerId="ADAL" clId="{F6F4A0A2-F8AA-43F0-ABFB-1FEA641C4432}" dt="2025-05-01T18:33:40.788" v="440" actId="2696"/>
        <pc:sldMkLst>
          <pc:docMk/>
          <pc:sldMk cId="2791046347" sldId="270"/>
        </pc:sldMkLst>
      </pc:sldChg>
      <pc:sldChg chg="modSp new mod">
        <pc:chgData name="Yvette Delim" userId="1eb1221e-2905-468b-b6ca-e1e332e3c4b6" providerId="ADAL" clId="{F6F4A0A2-F8AA-43F0-ABFB-1FEA641C4432}" dt="2025-05-05T17:23:48.907" v="1551" actId="14"/>
        <pc:sldMkLst>
          <pc:docMk/>
          <pc:sldMk cId="854937935" sldId="271"/>
        </pc:sldMkLst>
      </pc:sldChg>
      <pc:sldChg chg="modSp add del mod ord">
        <pc:chgData name="Yvette Delim" userId="1eb1221e-2905-468b-b6ca-e1e332e3c4b6" providerId="ADAL" clId="{F6F4A0A2-F8AA-43F0-ABFB-1FEA641C4432}" dt="2025-05-01T18:33:59.369" v="442" actId="2696"/>
        <pc:sldMkLst>
          <pc:docMk/>
          <pc:sldMk cId="3145964520" sldId="272"/>
        </pc:sldMkLst>
      </pc:sldChg>
      <pc:sldChg chg="addSp delSp modSp new mod">
        <pc:chgData name="Yvette Delim" userId="1eb1221e-2905-468b-b6ca-e1e332e3c4b6" providerId="ADAL" clId="{F6F4A0A2-F8AA-43F0-ABFB-1FEA641C4432}" dt="2025-05-02T16:38:30.511" v="1498" actId="20577"/>
        <pc:sldMkLst>
          <pc:docMk/>
          <pc:sldMk cId="1181436222" sldId="273"/>
        </pc:sldMkLst>
      </pc:sldChg>
      <pc:sldChg chg="addSp delSp modSp new mod modClrScheme chgLayout">
        <pc:chgData name="Yvette Delim" userId="1eb1221e-2905-468b-b6ca-e1e332e3c4b6" providerId="ADAL" clId="{F6F4A0A2-F8AA-43F0-ABFB-1FEA641C4432}" dt="2025-05-06T19:02:14.440" v="1588" actId="20577"/>
        <pc:sldMkLst>
          <pc:docMk/>
          <pc:sldMk cId="3250985680" sldId="274"/>
        </pc:sldMkLst>
      </pc:sldChg>
      <pc:sldChg chg="addSp delSp modSp add mod">
        <pc:chgData name="Yvette Delim" userId="1eb1221e-2905-468b-b6ca-e1e332e3c4b6" providerId="ADAL" clId="{F6F4A0A2-F8AA-43F0-ABFB-1FEA641C4432}" dt="2025-05-02T16:38:39.635" v="1502" actId="20577"/>
        <pc:sldMkLst>
          <pc:docMk/>
          <pc:sldMk cId="475225693" sldId="275"/>
        </pc:sldMkLst>
      </pc:sldChg>
      <pc:sldChg chg="addSp modSp new mod modClrScheme chgLayout">
        <pc:chgData name="Yvette Delim" userId="1eb1221e-2905-468b-b6ca-e1e332e3c4b6" providerId="ADAL" clId="{F6F4A0A2-F8AA-43F0-ABFB-1FEA641C4432}" dt="2025-05-02T16:38:46.579" v="1504" actId="20577"/>
        <pc:sldMkLst>
          <pc:docMk/>
          <pc:sldMk cId="622141998" sldId="276"/>
        </pc:sldMkLst>
      </pc:sldChg>
      <pc:sldChg chg="addSp delSp modSp new del mod modClrScheme chgLayout">
        <pc:chgData name="Yvette Delim" userId="1eb1221e-2905-468b-b6ca-e1e332e3c4b6" providerId="ADAL" clId="{F6F4A0A2-F8AA-43F0-ABFB-1FEA641C4432}" dt="2025-05-01T23:06:09.241" v="624" actId="47"/>
        <pc:sldMkLst>
          <pc:docMk/>
          <pc:sldMk cId="800978551" sldId="277"/>
        </pc:sldMkLst>
      </pc:sldChg>
      <pc:sldChg chg="addSp delSp modSp new mod">
        <pc:chgData name="Yvette Delim" userId="1eb1221e-2905-468b-b6ca-e1e332e3c4b6" providerId="ADAL" clId="{F6F4A0A2-F8AA-43F0-ABFB-1FEA641C4432}" dt="2025-05-01T23:19:22.206" v="758" actId="20577"/>
        <pc:sldMkLst>
          <pc:docMk/>
          <pc:sldMk cId="3762045304" sldId="277"/>
        </pc:sldMkLst>
      </pc:sldChg>
      <pc:sldChg chg="modSp new mod">
        <pc:chgData name="Yvette Delim" userId="1eb1221e-2905-468b-b6ca-e1e332e3c4b6" providerId="ADAL" clId="{F6F4A0A2-F8AA-43F0-ABFB-1FEA641C4432}" dt="2025-05-02T16:28:02.620" v="1482" actId="20577"/>
        <pc:sldMkLst>
          <pc:docMk/>
          <pc:sldMk cId="3678982506" sldId="278"/>
        </pc:sldMkLst>
      </pc:sldChg>
      <pc:sldChg chg="addSp delSp modSp new mod chgLayout">
        <pc:chgData name="Yvette Delim" userId="1eb1221e-2905-468b-b6ca-e1e332e3c4b6" providerId="ADAL" clId="{F6F4A0A2-F8AA-43F0-ABFB-1FEA641C4432}" dt="2025-05-01T23:27:14.079" v="788" actId="20577"/>
        <pc:sldMkLst>
          <pc:docMk/>
          <pc:sldMk cId="2327471343" sldId="279"/>
        </pc:sldMkLst>
      </pc:sldChg>
      <pc:sldChg chg="addSp delSp modSp add mod modClrScheme chgLayout">
        <pc:chgData name="Yvette Delim" userId="1eb1221e-2905-468b-b6ca-e1e332e3c4b6" providerId="ADAL" clId="{F6F4A0A2-F8AA-43F0-ABFB-1FEA641C4432}" dt="2025-05-01T23:37:39.272" v="865"/>
        <pc:sldMkLst>
          <pc:docMk/>
          <pc:sldMk cId="3682215070" sldId="280"/>
        </pc:sldMkLst>
      </pc:sldChg>
      <pc:sldChg chg="delSp modSp new mod modClrScheme chgLayout">
        <pc:chgData name="Yvette Delim" userId="1eb1221e-2905-468b-b6ca-e1e332e3c4b6" providerId="ADAL" clId="{F6F4A0A2-F8AA-43F0-ABFB-1FEA641C4432}" dt="2025-05-01T23:54:04.742" v="942" actId="255"/>
        <pc:sldMkLst>
          <pc:docMk/>
          <pc:sldMk cId="3564386640" sldId="281"/>
        </pc:sldMkLst>
      </pc:sldChg>
      <pc:sldChg chg="addSp delSp modSp add mod modClrScheme chgLayout">
        <pc:chgData name="Yvette Delim" userId="1eb1221e-2905-468b-b6ca-e1e332e3c4b6" providerId="ADAL" clId="{F6F4A0A2-F8AA-43F0-ABFB-1FEA641C4432}" dt="2025-05-01T23:54:29.508" v="946" actId="20577"/>
        <pc:sldMkLst>
          <pc:docMk/>
          <pc:sldMk cId="3550209258" sldId="282"/>
        </pc:sldMkLst>
      </pc:sldChg>
      <pc:sldChg chg="addSp delSp modSp add mod modClrScheme chgLayout">
        <pc:chgData name="Yvette Delim" userId="1eb1221e-2905-468b-b6ca-e1e332e3c4b6" providerId="ADAL" clId="{F6F4A0A2-F8AA-43F0-ABFB-1FEA641C4432}" dt="2025-05-01T23:54:39.593" v="950" actId="20577"/>
        <pc:sldMkLst>
          <pc:docMk/>
          <pc:sldMk cId="96460123" sldId="283"/>
        </pc:sldMkLst>
      </pc:sldChg>
      <pc:sldChg chg="modSp new mod">
        <pc:chgData name="Yvette Delim" userId="1eb1221e-2905-468b-b6ca-e1e332e3c4b6" providerId="ADAL" clId="{F6F4A0A2-F8AA-43F0-ABFB-1FEA641C4432}" dt="2025-05-02T00:10:54.361" v="1062" actId="20577"/>
        <pc:sldMkLst>
          <pc:docMk/>
          <pc:sldMk cId="2676566542" sldId="284"/>
        </pc:sldMkLst>
      </pc:sldChg>
      <pc:sldChg chg="modSp add mod">
        <pc:chgData name="Yvette Delim" userId="1eb1221e-2905-468b-b6ca-e1e332e3c4b6" providerId="ADAL" clId="{F6F4A0A2-F8AA-43F0-ABFB-1FEA641C4432}" dt="2025-05-02T00:11:12.264" v="1065" actId="20577"/>
        <pc:sldMkLst>
          <pc:docMk/>
          <pc:sldMk cId="2259825047" sldId="285"/>
        </pc:sldMkLst>
      </pc:sldChg>
      <pc:sldChg chg="modSp new mod">
        <pc:chgData name="Yvette Delim" userId="1eb1221e-2905-468b-b6ca-e1e332e3c4b6" providerId="ADAL" clId="{F6F4A0A2-F8AA-43F0-ABFB-1FEA641C4432}" dt="2025-05-02T00:11:20.446" v="1067"/>
        <pc:sldMkLst>
          <pc:docMk/>
          <pc:sldMk cId="2704407885" sldId="286"/>
        </pc:sldMkLst>
      </pc:sldChg>
      <pc:sldChg chg="addSp delSp modSp new mod modClrScheme chgLayout">
        <pc:chgData name="Yvette Delim" userId="1eb1221e-2905-468b-b6ca-e1e332e3c4b6" providerId="ADAL" clId="{F6F4A0A2-F8AA-43F0-ABFB-1FEA641C4432}" dt="2025-05-02T00:40:01.735" v="1246" actId="20577"/>
        <pc:sldMkLst>
          <pc:docMk/>
          <pc:sldMk cId="2656989860" sldId="287"/>
        </pc:sldMkLst>
      </pc:sldChg>
      <pc:sldChg chg="modSp new mod">
        <pc:chgData name="Yvette Delim" userId="1eb1221e-2905-468b-b6ca-e1e332e3c4b6" providerId="ADAL" clId="{F6F4A0A2-F8AA-43F0-ABFB-1FEA641C4432}" dt="2025-05-02T00:40:36.497" v="1251" actId="21"/>
        <pc:sldMkLst>
          <pc:docMk/>
          <pc:sldMk cId="3131101751" sldId="288"/>
        </pc:sldMkLst>
      </pc:sldChg>
      <pc:sldChg chg="addSp delSp modSp add mod ord modClrScheme chgLayout">
        <pc:chgData name="Yvette Delim" userId="1eb1221e-2905-468b-b6ca-e1e332e3c4b6" providerId="ADAL" clId="{F6F4A0A2-F8AA-43F0-ABFB-1FEA641C4432}" dt="2025-05-02T01:02:59.154" v="1352" actId="1076"/>
        <pc:sldMkLst>
          <pc:docMk/>
          <pc:sldMk cId="1325574624" sldId="289"/>
        </pc:sldMkLst>
      </pc:sldChg>
      <pc:sldChg chg="addSp delSp modSp add mod modClrScheme chgLayout">
        <pc:chgData name="Yvette Delim" userId="1eb1221e-2905-468b-b6ca-e1e332e3c4b6" providerId="ADAL" clId="{F6F4A0A2-F8AA-43F0-ABFB-1FEA641C4432}" dt="2025-05-02T16:40:02.292" v="1506" actId="20577"/>
        <pc:sldMkLst>
          <pc:docMk/>
          <pc:sldMk cId="4182089878" sldId="290"/>
        </pc:sldMkLst>
      </pc:sldChg>
      <pc:sldChg chg="addSp delSp modSp add mod modClrScheme chgLayout">
        <pc:chgData name="Yvette Delim" userId="1eb1221e-2905-468b-b6ca-e1e332e3c4b6" providerId="ADAL" clId="{F6F4A0A2-F8AA-43F0-ABFB-1FEA641C4432}" dt="2025-05-02T00:57:36.935" v="1329" actId="12788"/>
        <pc:sldMkLst>
          <pc:docMk/>
          <pc:sldMk cId="3863939650" sldId="291"/>
        </pc:sldMkLst>
      </pc:sldChg>
      <pc:sldChg chg="addSp delSp modSp new mod modClrScheme chgLayout">
        <pc:chgData name="Yvette Delim" userId="1eb1221e-2905-468b-b6ca-e1e332e3c4b6" providerId="ADAL" clId="{F6F4A0A2-F8AA-43F0-ABFB-1FEA641C4432}" dt="2025-05-02T01:02:34.752" v="1351" actId="1076"/>
        <pc:sldMkLst>
          <pc:docMk/>
          <pc:sldMk cId="956317542" sldId="292"/>
        </pc:sldMkLst>
      </pc:sldChg>
      <pc:sldChg chg="modSp new mod">
        <pc:chgData name="Yvette Delim" userId="1eb1221e-2905-468b-b6ca-e1e332e3c4b6" providerId="ADAL" clId="{F6F4A0A2-F8AA-43F0-ABFB-1FEA641C4432}" dt="2025-05-02T01:06:24.247" v="1422"/>
        <pc:sldMkLst>
          <pc:docMk/>
          <pc:sldMk cId="3235051181" sldId="293"/>
        </pc:sldMkLst>
      </pc:sldChg>
      <pc:sldChg chg="modSp new mod">
        <pc:chgData name="Yvette Delim" userId="1eb1221e-2905-468b-b6ca-e1e332e3c4b6" providerId="ADAL" clId="{F6F4A0A2-F8AA-43F0-ABFB-1FEA641C4432}" dt="2025-05-02T16:28:32.792" v="1496" actId="20577"/>
        <pc:sldMkLst>
          <pc:docMk/>
          <pc:sldMk cId="3019627366" sldId="294"/>
        </pc:sldMkLst>
      </pc:sldChg>
      <pc:sldChg chg="addSp modSp new mod modClrScheme chgLayout modNotes modNotesTx">
        <pc:chgData name="Yvette Delim" userId="1eb1221e-2905-468b-b6ca-e1e332e3c4b6" providerId="ADAL" clId="{F6F4A0A2-F8AA-43F0-ABFB-1FEA641C4432}" dt="2025-05-02T01:14:00.291" v="1454" actId="700"/>
        <pc:sldMkLst>
          <pc:docMk/>
          <pc:sldMk cId="4204280167" sldId="295"/>
        </pc:sldMkLst>
      </pc:sldChg>
      <pc:sldChg chg="addSp delSp modSp new mod chgLayout modNotes">
        <pc:chgData name="Yvette Delim" userId="1eb1221e-2905-468b-b6ca-e1e332e3c4b6" providerId="ADAL" clId="{F6F4A0A2-F8AA-43F0-ABFB-1FEA641C4432}" dt="2025-05-06T18:43:59.897" v="1556" actId="12"/>
        <pc:sldMkLst>
          <pc:docMk/>
          <pc:sldMk cId="629264104" sldId="296"/>
        </pc:sldMkLst>
      </pc:sldChg>
      <pc:sldChg chg="new del">
        <pc:chgData name="Yvette Delim" userId="1eb1221e-2905-468b-b6ca-e1e332e3c4b6" providerId="ADAL" clId="{F6F4A0A2-F8AA-43F0-ABFB-1FEA641C4432}" dt="2025-05-06T18:42:24.109" v="1554" actId="47"/>
        <pc:sldMkLst>
          <pc:docMk/>
          <pc:sldMk cId="1236886220" sldId="297"/>
        </pc:sldMkLst>
      </pc:sldChg>
      <pc:sldChg chg="modSp new mod">
        <pc:chgData name="Yvette Delim" userId="1eb1221e-2905-468b-b6ca-e1e332e3c4b6" providerId="ADAL" clId="{F6F4A0A2-F8AA-43F0-ABFB-1FEA641C4432}" dt="2025-05-06T18:44:26.525" v="1558"/>
        <pc:sldMkLst>
          <pc:docMk/>
          <pc:sldMk cId="2615260713" sldId="297"/>
        </pc:sldMkLst>
        <pc:spChg chg="mod">
          <ac:chgData name="Yvette Delim" userId="1eb1221e-2905-468b-b6ca-e1e332e3c4b6" providerId="ADAL" clId="{F6F4A0A2-F8AA-43F0-ABFB-1FEA641C4432}" dt="2025-05-06T18:44:26.525" v="1558"/>
          <ac:spMkLst>
            <pc:docMk/>
            <pc:sldMk cId="2615260713" sldId="297"/>
            <ac:spMk id="3" creationId="{E02E4B53-B7C6-1D08-F07F-C168A65984CB}"/>
          </ac:spMkLst>
        </pc:sp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tags" Target="../tags/tag28.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custDataLst>
      <p:tags r:id="rId2"/>
    </p:custDataLst>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Core 2 Exam Objectives</a:t>
            </a:r>
          </a:p>
          <a:p>
            <a:pPr marL="171450" indent="-171450" algn="l">
              <a:buFont typeface="Arial" panose="020B0604020202020204" pitchFamily="34" charset="0"/>
              <a:buChar char="•"/>
            </a:pPr>
            <a:r>
              <a:rPr lang="en-US" b="0" i="0" dirty="0">
                <a:solidFill>
                  <a:srgbClr val="191D1F"/>
                </a:solidFill>
                <a:effectLst/>
                <a:latin typeface="noto-sans"/>
              </a:rPr>
              <a:t>4.3 Given a scenario, implement workstation backup and recovery methods.</a:t>
            </a:r>
          </a:p>
          <a:p>
            <a:pPr marL="0" indent="0">
              <a:buFont typeface="Arial" panose="020B0604020202020204" pitchFamily="34" charset="0"/>
              <a:buNone/>
            </a:pPr>
            <a:endParaRPr lang="en-US" dirty="0"/>
          </a:p>
          <a:p>
            <a:r>
              <a:rPr lang="en-US" dirty="0"/>
              <a:t>Learning Outcomes</a:t>
            </a:r>
          </a:p>
          <a:p>
            <a:pPr marL="171450" indent="-171450" algn="l">
              <a:buFont typeface="Arial" panose="020B0604020202020204" pitchFamily="34" charset="0"/>
              <a:buChar char="•"/>
            </a:pPr>
            <a:r>
              <a:rPr lang="en-US" b="0" i="0" dirty="0">
                <a:solidFill>
                  <a:srgbClr val="191D1F"/>
                </a:solidFill>
                <a:effectLst/>
                <a:latin typeface="noto-sans"/>
              </a:rPr>
              <a:t>What is the purpose of backing up data?</a:t>
            </a:r>
          </a:p>
          <a:p>
            <a:pPr marL="171450" indent="-171450" algn="l">
              <a:buFont typeface="Arial" panose="020B0604020202020204" pitchFamily="34" charset="0"/>
              <a:buChar char="•"/>
            </a:pPr>
            <a:r>
              <a:rPr lang="en-US" b="0" i="0" dirty="0">
                <a:solidFill>
                  <a:srgbClr val="191D1F"/>
                </a:solidFill>
                <a:effectLst/>
                <a:latin typeface="noto-sans"/>
              </a:rPr>
              <a:t>What are the types of backup chains?</a:t>
            </a:r>
          </a:p>
          <a:p>
            <a:pPr marL="171450" indent="-171450" algn="l">
              <a:buFont typeface="Arial" panose="020B0604020202020204" pitchFamily="34" charset="0"/>
              <a:buChar char="•"/>
            </a:pPr>
            <a:r>
              <a:rPr lang="en-US" b="0" i="0" dirty="0">
                <a:solidFill>
                  <a:srgbClr val="191D1F"/>
                </a:solidFill>
                <a:effectLst/>
                <a:latin typeface="noto-sans"/>
              </a:rPr>
              <a:t>What is the GFS backup scheme?</a:t>
            </a:r>
          </a:p>
          <a:p>
            <a:pPr marL="171450" indent="-171450" algn="l">
              <a:buFont typeface="Arial" panose="020B0604020202020204" pitchFamily="34" charset="0"/>
              <a:buChar char="•"/>
            </a:pPr>
            <a:r>
              <a:rPr lang="en-US" b="0" i="0" dirty="0">
                <a:solidFill>
                  <a:srgbClr val="191D1F"/>
                </a:solidFill>
                <a:effectLst/>
                <a:latin typeface="noto-sans"/>
              </a:rPr>
              <a:t>When would an in-place recovery be used instead of recovering to an alternate location?</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dirty="0"/>
          </a:p>
        </p:txBody>
      </p:sp>
    </p:spTree>
    <p:extLst>
      <p:ext uri="{BB962C8B-B14F-4D97-AF65-F5344CB8AC3E}">
        <p14:creationId xmlns:p14="http://schemas.microsoft.com/office/powerpoint/2010/main" val="115675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22627-DAE7-AE7A-C052-A33DE50B3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1782C-288F-7742-83C2-363A80428F3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EAF4E2A-8B75-0F46-462A-9C31EA016D5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417D10C3-35A5-7185-4DE2-C7791D1D941C}"/>
              </a:ext>
            </a:extLst>
          </p:cNvPr>
          <p:cNvSpPr>
            <a:spLocks noGrp="1"/>
          </p:cNvSpPr>
          <p:nvPr>
            <p:ph type="sldNum" sz="quarter" idx="5"/>
          </p:nvPr>
        </p:nvSpPr>
        <p:spPr/>
        <p:txBody>
          <a:bodyPr/>
          <a:lstStyle/>
          <a:p>
            <a:fld id="{B7CF8A19-3A9E-4ABC-B336-2FDDE321C72D}" type="slidenum">
              <a:rPr lang="en-US" smtClean="0"/>
              <a:pPr/>
              <a:t>5</a:t>
            </a:fld>
            <a:endParaRPr lang="en-US" dirty="0"/>
          </a:p>
        </p:txBody>
      </p:sp>
    </p:spTree>
    <p:extLst>
      <p:ext uri="{BB962C8B-B14F-4D97-AF65-F5344CB8AC3E}">
        <p14:creationId xmlns:p14="http://schemas.microsoft.com/office/powerpoint/2010/main" val="2846617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1E0A0-21D9-1A1B-4DB9-D3EA81F8C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4AD7C-8802-D2AC-CEFE-0EF4BE6E489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2F48CA3-A2BA-D900-D4E3-A9D52A693D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81BED8-B147-86ED-A24C-1CF298BD51AA}"/>
              </a:ext>
            </a:extLst>
          </p:cNvPr>
          <p:cNvSpPr>
            <a:spLocks noGrp="1"/>
          </p:cNvSpPr>
          <p:nvPr>
            <p:ph type="sldNum" sz="quarter" idx="5"/>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2160330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C69AD-F7A3-DBA3-2622-48D701D2F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BBA205-DAC4-5E01-F9DC-67D079E32DA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D184A88-ECFB-4444-F669-7A81157BB4BD}"/>
              </a:ext>
            </a:extLst>
          </p:cNvPr>
          <p:cNvSpPr>
            <a:spLocks noGrp="1"/>
          </p:cNvSpPr>
          <p:nvPr>
            <p:ph type="body" idx="1"/>
          </p:nvPr>
        </p:nvSpPr>
        <p:spPr/>
        <p:txBody>
          <a:bodyPr/>
          <a:lstStyle/>
          <a:p>
            <a:pPr>
              <a:defRPr/>
            </a:pPr>
            <a:r>
              <a:rPr lang="en-US" dirty="0">
                <a:ea typeface="Calibri"/>
                <a:cs typeface="Calibri"/>
              </a:rPr>
              <a:t>Instructors may want to provide various backup schemes and scenarios of failure to learners and help identify which backup files would be needed to restore system. IE Backups are completed at 2:00am with a full backup on Sunday, Incremental backups on Monday, Tuesday, Thursday, and Friday, and differentials on Wednesday and Saturday. Failure occurs on XX day at xx:xx time, which files would be needed to restore system.  </a:t>
            </a:r>
          </a:p>
        </p:txBody>
      </p:sp>
      <p:sp>
        <p:nvSpPr>
          <p:cNvPr id="4" name="Slide Number Placeholder 3">
            <a:extLst>
              <a:ext uri="{FF2B5EF4-FFF2-40B4-BE49-F238E27FC236}">
                <a16:creationId xmlns:a16="http://schemas.microsoft.com/office/drawing/2014/main" id="{F8851294-5444-8B4E-A36D-BF0D4F2DFD5B}"/>
              </a:ext>
            </a:extLst>
          </p:cNvPr>
          <p:cNvSpPr>
            <a:spLocks noGrp="1"/>
          </p:cNvSpPr>
          <p:nvPr>
            <p:ph type="sldNum" sz="quarter" idx="5"/>
          </p:nvPr>
        </p:nvSpPr>
        <p:spPr/>
        <p:txBody>
          <a:bodyPr/>
          <a:lstStyle/>
          <a:p>
            <a:fld id="{B7CF8A19-3A9E-4ABC-B336-2FDDE321C72D}" type="slidenum">
              <a:rPr lang="en-US" smtClean="0"/>
              <a:pPr/>
              <a:t>7</a:t>
            </a:fld>
            <a:endParaRPr lang="en-US" dirty="0"/>
          </a:p>
        </p:txBody>
      </p:sp>
    </p:spTree>
    <p:extLst>
      <p:ext uri="{BB962C8B-B14F-4D97-AF65-F5344CB8AC3E}">
        <p14:creationId xmlns:p14="http://schemas.microsoft.com/office/powerpoint/2010/main" val="1828585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D5D49-1C2E-CC68-B066-0301AC895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9241A-C4C1-2265-3C4B-1EF1BF3D76B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3EEA427-5537-9447-8031-EBF42D6492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049E99-06DE-0EF7-BB86-3058749F5610}"/>
              </a:ext>
            </a:extLst>
          </p:cNvPr>
          <p:cNvSpPr>
            <a:spLocks noGrp="1"/>
          </p:cNvSpPr>
          <p:nvPr>
            <p:ph type="sldNum" sz="quarter" idx="5"/>
          </p:nvPr>
        </p:nvSpPr>
        <p:spPr/>
        <p:txBody>
          <a:bodyPr/>
          <a:lstStyle/>
          <a:p>
            <a:fld id="{B7CF8A19-3A9E-4ABC-B336-2FDDE321C72D}" type="slidenum">
              <a:rPr lang="en-US" smtClean="0"/>
              <a:pPr/>
              <a:t>8</a:t>
            </a:fld>
            <a:endParaRPr lang="en-US" dirty="0"/>
          </a:p>
        </p:txBody>
      </p:sp>
    </p:spTree>
    <p:extLst>
      <p:ext uri="{BB962C8B-B14F-4D97-AF65-F5344CB8AC3E}">
        <p14:creationId xmlns:p14="http://schemas.microsoft.com/office/powerpoint/2010/main" val="734710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E0849-F706-3FAE-D2BD-9C2EE7B48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7A530-14CE-A32F-53C1-B8DABDC80B1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8AB86FD-1C91-71EB-2502-10BEA4D448F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8184AB86-ACF4-2C6A-3BC4-EE2F01C0729B}"/>
              </a:ext>
            </a:extLst>
          </p:cNvPr>
          <p:cNvSpPr>
            <a:spLocks noGrp="1"/>
          </p:cNvSpPr>
          <p:nvPr>
            <p:ph type="sldNum" sz="quarter" idx="5"/>
          </p:nvPr>
        </p:nvSpPr>
        <p:spPr/>
        <p:txBody>
          <a:bodyPr/>
          <a:lstStyle/>
          <a:p>
            <a:fld id="{B7CF8A19-3A9E-4ABC-B336-2FDDE321C72D}" type="slidenum">
              <a:rPr lang="en-US" smtClean="0"/>
              <a:pPr/>
              <a:t>9</a:t>
            </a:fld>
            <a:endParaRPr lang="en-US" dirty="0"/>
          </a:p>
        </p:txBody>
      </p:sp>
    </p:spTree>
    <p:extLst>
      <p:ext uri="{BB962C8B-B14F-4D97-AF65-F5344CB8AC3E}">
        <p14:creationId xmlns:p14="http://schemas.microsoft.com/office/powerpoint/2010/main" val="1780326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8BF90-0D40-F391-0146-837F630597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55F004-6076-B570-A055-F77C3C26729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D7E37EF-6651-C647-531E-F718FB97F83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936E65A2-5D68-0CE6-A935-D616AA44FA40}"/>
              </a:ext>
            </a:extLst>
          </p:cNvPr>
          <p:cNvSpPr>
            <a:spLocks noGrp="1"/>
          </p:cNvSpPr>
          <p:nvPr>
            <p:ph type="sldNum" sz="quarter" idx="5"/>
          </p:nvPr>
        </p:nvSpPr>
        <p:spPr/>
        <p:txBody>
          <a:bodyPr/>
          <a:lstStyle/>
          <a:p>
            <a:fld id="{B7CF8A19-3A9E-4ABC-B336-2FDDE321C72D}" type="slidenum">
              <a:rPr lang="en-US" smtClean="0"/>
              <a:pPr/>
              <a:t>10</a:t>
            </a:fld>
            <a:endParaRPr lang="en-US" dirty="0"/>
          </a:p>
        </p:txBody>
      </p:sp>
    </p:spTree>
    <p:extLst>
      <p:ext uri="{BB962C8B-B14F-4D97-AF65-F5344CB8AC3E}">
        <p14:creationId xmlns:p14="http://schemas.microsoft.com/office/powerpoint/2010/main" val="3438531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12</a:t>
            </a:fld>
            <a:endParaRPr lang="en-US" dirty="0"/>
          </a:p>
        </p:txBody>
      </p:sp>
    </p:spTree>
    <p:extLst>
      <p:ext uri="{BB962C8B-B14F-4D97-AF65-F5344CB8AC3E}">
        <p14:creationId xmlns:p14="http://schemas.microsoft.com/office/powerpoint/2010/main" val="8628270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D919F-A6D9-4169-751F-6F247476B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88F3F-5702-FFBA-C741-CDA5258AA5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ADF51A8-3EA7-8623-5DEA-A064FFB0DA45}"/>
              </a:ext>
            </a:extLst>
          </p:cNvPr>
          <p:cNvSpPr>
            <a:spLocks noGrp="1"/>
          </p:cNvSpPr>
          <p:nvPr>
            <p:ph type="body" idx="1"/>
          </p:nvPr>
        </p:nvSpPr>
        <p:spPr/>
        <p:txBody>
          <a:bodyPr/>
          <a:lstStyle/>
          <a:p>
            <a:r>
              <a:rPr lang="en-US" dirty="0"/>
              <a:t>Core 2 Exam Objectives</a:t>
            </a:r>
          </a:p>
          <a:p>
            <a:pPr marL="171450" indent="-171450" algn="l">
              <a:buFont typeface="Arial" panose="020B0604020202020204" pitchFamily="34" charset="0"/>
              <a:buChar char="•"/>
            </a:pPr>
            <a:r>
              <a:rPr lang="en-US" b="0" i="0" dirty="0">
                <a:solidFill>
                  <a:srgbClr val="191D1F"/>
                </a:solidFill>
                <a:effectLst/>
                <a:latin typeface="noto-sans"/>
              </a:rPr>
              <a:t>2.1 Summarize various security measures and their purposes.</a:t>
            </a:r>
          </a:p>
          <a:p>
            <a:pPr marL="171450" indent="-171450" algn="l">
              <a:buFont typeface="Arial" panose="020B0604020202020204" pitchFamily="34" charset="0"/>
              <a:buChar char="•"/>
            </a:pPr>
            <a:r>
              <a:rPr lang="en-US" b="0" i="0" dirty="0">
                <a:solidFill>
                  <a:srgbClr val="191D1F"/>
                </a:solidFill>
                <a:effectLst/>
                <a:latin typeface="noto-sans"/>
              </a:rPr>
              <a:t>2.9 Compare and contrast data destruction and disposal methods.</a:t>
            </a:r>
          </a:p>
          <a:p>
            <a:pPr marL="171450" indent="-171450" algn="l">
              <a:buFont typeface="Arial" panose="020B0604020202020204" pitchFamily="34" charset="0"/>
              <a:buChar char="•"/>
            </a:pPr>
            <a:r>
              <a:rPr lang="en-US" b="0" i="0" dirty="0">
                <a:solidFill>
                  <a:srgbClr val="191D1F"/>
                </a:solidFill>
                <a:effectLst/>
                <a:latin typeface="noto-sans"/>
              </a:rPr>
              <a:t>4.6 Explain the importance of prohibited content/activity and privacy, licensing, and policy concepts.</a:t>
            </a:r>
          </a:p>
          <a:p>
            <a:pPr marL="0" indent="0">
              <a:buFont typeface="Arial" panose="020B0604020202020204" pitchFamily="34" charset="0"/>
              <a:buNone/>
            </a:pPr>
            <a:endParaRPr lang="en-US" dirty="0"/>
          </a:p>
          <a:p>
            <a:r>
              <a:rPr lang="en-US" dirty="0"/>
              <a:t>Learning Outcomes</a:t>
            </a:r>
          </a:p>
          <a:p>
            <a:pPr marL="171450" indent="-171450" algn="l">
              <a:buFont typeface="Arial" panose="020B0604020202020204" pitchFamily="34" charset="0"/>
              <a:buChar char="•"/>
            </a:pPr>
            <a:r>
              <a:rPr lang="en-US" b="0" i="0" dirty="0">
                <a:solidFill>
                  <a:srgbClr val="191D1F"/>
                </a:solidFill>
                <a:effectLst/>
                <a:latin typeface="noto-sans"/>
              </a:rPr>
              <a:t>What regulations does healthcare data fall under?</a:t>
            </a:r>
          </a:p>
          <a:p>
            <a:pPr marL="171450" indent="-171450" algn="l">
              <a:buFont typeface="Arial" panose="020B0604020202020204" pitchFamily="34" charset="0"/>
              <a:buChar char="•"/>
            </a:pPr>
            <a:r>
              <a:rPr lang="en-US" b="0" i="0" dirty="0">
                <a:solidFill>
                  <a:srgbClr val="191D1F"/>
                </a:solidFill>
                <a:effectLst/>
                <a:latin typeface="noto-sans"/>
              </a:rPr>
              <a:t>What type of data is considered prohibited?</a:t>
            </a:r>
          </a:p>
          <a:p>
            <a:pPr marL="171450" indent="-171450" algn="l">
              <a:buFont typeface="Arial" panose="020B0604020202020204" pitchFamily="34" charset="0"/>
              <a:buChar char="•"/>
            </a:pPr>
            <a:r>
              <a:rPr lang="en-US" b="0" i="0" dirty="0">
                <a:solidFill>
                  <a:srgbClr val="191D1F"/>
                </a:solidFill>
                <a:effectLst/>
                <a:latin typeface="noto-sans"/>
              </a:rPr>
              <a:t>What are the different software license types?</a:t>
            </a:r>
          </a:p>
          <a:p>
            <a:pPr marL="171450" indent="-171450" algn="l">
              <a:buFont typeface="Arial" panose="020B0604020202020204" pitchFamily="34" charset="0"/>
              <a:buChar char="•"/>
            </a:pPr>
            <a:r>
              <a:rPr lang="en-US" b="0" i="0" dirty="0">
                <a:solidFill>
                  <a:srgbClr val="191D1F"/>
                </a:solidFill>
                <a:effectLst/>
                <a:latin typeface="noto-sans"/>
              </a:rPr>
              <a:t>What is the chain of custody?</a:t>
            </a:r>
          </a:p>
          <a:p>
            <a:pPr marL="171450" indent="-171450" algn="l">
              <a:buFont typeface="Arial" panose="020B0604020202020204" pitchFamily="34" charset="0"/>
              <a:buChar char="•"/>
            </a:pPr>
            <a:r>
              <a:rPr lang="en-US" b="0" i="0" dirty="0">
                <a:solidFill>
                  <a:srgbClr val="191D1F"/>
                </a:solidFill>
                <a:effectLst/>
                <a:latin typeface="noto-sans"/>
              </a:rPr>
              <a:t>How can a mechanical hard drive be destroyed?</a:t>
            </a:r>
          </a:p>
          <a:p>
            <a:endParaRPr lang="en-US" dirty="0"/>
          </a:p>
        </p:txBody>
      </p:sp>
      <p:sp>
        <p:nvSpPr>
          <p:cNvPr id="4" name="Slide Number Placeholder 3">
            <a:extLst>
              <a:ext uri="{FF2B5EF4-FFF2-40B4-BE49-F238E27FC236}">
                <a16:creationId xmlns:a16="http://schemas.microsoft.com/office/drawing/2014/main" id="{66760CDF-3BCC-60D7-7E27-A691915A1EDE}"/>
              </a:ext>
            </a:extLst>
          </p:cNvPr>
          <p:cNvSpPr>
            <a:spLocks noGrp="1"/>
          </p:cNvSpPr>
          <p:nvPr>
            <p:ph type="sldNum" sz="quarter" idx="5"/>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2582330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B9639-52C0-F621-520F-4905E1B087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02168-C0A3-DD35-5020-BD647B6F36D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5F1F075-FFFE-B508-54C5-E0AE5D2DF2B8}"/>
              </a:ext>
            </a:extLst>
          </p:cNvPr>
          <p:cNvSpPr>
            <a:spLocks noGrp="1"/>
          </p:cNvSpPr>
          <p:nvPr>
            <p:ph type="body" idx="1"/>
          </p:nvPr>
        </p:nvSpPr>
        <p:spPr/>
        <p:txBody>
          <a:bodyPr/>
          <a:lstStyle/>
          <a:p>
            <a:pPr>
              <a:defRPr/>
            </a:pPr>
            <a:r>
              <a:rPr lang="en-US" dirty="0">
                <a:ea typeface="Calibri"/>
                <a:cs typeface="Calibri"/>
              </a:rPr>
              <a:t>Learners should be made aware that there may be international, national, state, and even local laws and regulations that protect certain types of data. Careful research and vetting of compliance requirements should be completed to ensure awareness.</a:t>
            </a:r>
          </a:p>
        </p:txBody>
      </p:sp>
      <p:sp>
        <p:nvSpPr>
          <p:cNvPr id="4" name="Slide Number Placeholder 3">
            <a:extLst>
              <a:ext uri="{FF2B5EF4-FFF2-40B4-BE49-F238E27FC236}">
                <a16:creationId xmlns:a16="http://schemas.microsoft.com/office/drawing/2014/main" id="{A1EA7288-E439-22F2-444E-F4FB4AE3D80C}"/>
              </a:ext>
            </a:extLst>
          </p:cNvPr>
          <p:cNvSpPr>
            <a:spLocks noGrp="1"/>
          </p:cNvSpPr>
          <p:nvPr>
            <p:ph type="sldNum" sz="quarter" idx="5"/>
          </p:nvPr>
        </p:nvSpPr>
        <p:spPr/>
        <p:txBody>
          <a:bodyPr/>
          <a:lstStyle/>
          <a:p>
            <a:fld id="{B7CF8A19-3A9E-4ABC-B336-2FDDE321C72D}" type="slidenum">
              <a:rPr lang="en-US" smtClean="0"/>
              <a:pPr/>
              <a:t>14</a:t>
            </a:fld>
            <a:endParaRPr lang="en-US" dirty="0"/>
          </a:p>
        </p:txBody>
      </p:sp>
    </p:spTree>
    <p:extLst>
      <p:ext uri="{BB962C8B-B14F-4D97-AF65-F5344CB8AC3E}">
        <p14:creationId xmlns:p14="http://schemas.microsoft.com/office/powerpoint/2010/main" val="7431238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4FED5-D6C1-BAB1-92CF-863381CF9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D97BB5-1B46-12FA-C89A-AA936AAA65E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2C5A66C-DFD5-AC78-E5DD-1BBCFBA6600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AD26BC0E-8BBE-7081-BBE1-F1CFEA89CBFD}"/>
              </a:ext>
            </a:extLst>
          </p:cNvPr>
          <p:cNvSpPr>
            <a:spLocks noGrp="1"/>
          </p:cNvSpPr>
          <p:nvPr>
            <p:ph type="sldNum" sz="quarter" idx="5"/>
          </p:nvPr>
        </p:nvSpPr>
        <p:spPr/>
        <p:txBody>
          <a:bodyPr/>
          <a:lstStyle/>
          <a:p>
            <a:fld id="{B7CF8A19-3A9E-4ABC-B336-2FDDE321C72D}" type="slidenum">
              <a:rPr lang="en-US" smtClean="0"/>
              <a:pPr/>
              <a:t>15</a:t>
            </a:fld>
            <a:endParaRPr lang="en-US" dirty="0"/>
          </a:p>
        </p:txBody>
      </p:sp>
    </p:spTree>
    <p:extLst>
      <p:ext uri="{BB962C8B-B14F-4D97-AF65-F5344CB8AC3E}">
        <p14:creationId xmlns:p14="http://schemas.microsoft.com/office/powerpoint/2010/main" val="20755598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6BF39-7C0C-BDC6-889C-1F17AF00E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14200-50D2-41F5-A387-A38AD197CE4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172F6D5-CEEB-AC32-ABC2-7B18F84A140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CB021505-6182-37B9-BC29-CC9BB8F47BC8}"/>
              </a:ext>
            </a:extLst>
          </p:cNvPr>
          <p:cNvSpPr>
            <a:spLocks noGrp="1"/>
          </p:cNvSpPr>
          <p:nvPr>
            <p:ph type="sldNum" sz="quarter" idx="5"/>
          </p:nvPr>
        </p:nvSpPr>
        <p:spPr/>
        <p:txBody>
          <a:bodyPr/>
          <a:lstStyle/>
          <a:p>
            <a:fld id="{B7CF8A19-3A9E-4ABC-B336-2FDDE321C72D}" type="slidenum">
              <a:rPr lang="en-US" smtClean="0"/>
              <a:pPr/>
              <a:t>16</a:t>
            </a:fld>
            <a:endParaRPr lang="en-US" dirty="0"/>
          </a:p>
        </p:txBody>
      </p:sp>
    </p:spTree>
    <p:extLst>
      <p:ext uri="{BB962C8B-B14F-4D97-AF65-F5344CB8AC3E}">
        <p14:creationId xmlns:p14="http://schemas.microsoft.com/office/powerpoint/2010/main" val="2575688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9E355-9E71-83A2-5BE3-B0F0247106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F7426-D019-1CA7-334C-84695AA9520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B701C48-B0F1-F446-D66C-14E6E99DE0D3}"/>
              </a:ext>
            </a:extLst>
          </p:cNvPr>
          <p:cNvSpPr>
            <a:spLocks noGrp="1"/>
          </p:cNvSpPr>
          <p:nvPr>
            <p:ph type="body" idx="1"/>
          </p:nvPr>
        </p:nvSpPr>
        <p:spPr/>
        <p:txBody>
          <a:bodyPr/>
          <a:lstStyle/>
          <a:p>
            <a:pPr>
              <a:defRPr/>
            </a:pPr>
            <a:r>
              <a:rPr lang="en-US" dirty="0">
                <a:ea typeface="Calibri"/>
                <a:cs typeface="Calibri"/>
              </a:rPr>
              <a:t>Learners may be able to remember the order of volatility with a mnemonic. </a:t>
            </a:r>
            <a:r>
              <a:rPr lang="en-US" b="1" dirty="0"/>
              <a:t>CRASH A</a:t>
            </a:r>
            <a:r>
              <a:rPr lang="en-US" dirty="0"/>
              <a:t>- </a:t>
            </a:r>
            <a:r>
              <a:rPr lang="en-US" b="1" dirty="0"/>
              <a:t>C</a:t>
            </a:r>
            <a:r>
              <a:rPr lang="en-US" dirty="0"/>
              <a:t>ache, </a:t>
            </a:r>
            <a:r>
              <a:rPr lang="en-US" b="1" dirty="0"/>
              <a:t>R</a:t>
            </a:r>
            <a:r>
              <a:rPr lang="en-US" dirty="0"/>
              <a:t>egisters/</a:t>
            </a:r>
            <a:r>
              <a:rPr lang="en-US" b="1" dirty="0"/>
              <a:t>R</a:t>
            </a:r>
            <a:r>
              <a:rPr lang="en-US" dirty="0"/>
              <a:t>AM, </a:t>
            </a:r>
            <a:r>
              <a:rPr lang="en-US" b="1" dirty="0"/>
              <a:t>S</a:t>
            </a:r>
            <a:r>
              <a:rPr lang="en-US" dirty="0"/>
              <a:t>wap, </a:t>
            </a:r>
            <a:r>
              <a:rPr lang="en-US" b="1" dirty="0"/>
              <a:t>H</a:t>
            </a:r>
            <a:r>
              <a:rPr lang="en-US" dirty="0"/>
              <a:t>ard disk storage, and </a:t>
            </a:r>
            <a:r>
              <a:rPr lang="en-US" b="1" dirty="0"/>
              <a:t>A</a:t>
            </a:r>
            <a:r>
              <a:rPr lang="en-US" dirty="0"/>
              <a:t>rchival media</a:t>
            </a:r>
            <a:endParaRPr lang="en-US" dirty="0">
              <a:ea typeface="Calibri"/>
              <a:cs typeface="Calibri"/>
            </a:endParaRPr>
          </a:p>
        </p:txBody>
      </p:sp>
      <p:sp>
        <p:nvSpPr>
          <p:cNvPr id="4" name="Slide Number Placeholder 3">
            <a:extLst>
              <a:ext uri="{FF2B5EF4-FFF2-40B4-BE49-F238E27FC236}">
                <a16:creationId xmlns:a16="http://schemas.microsoft.com/office/drawing/2014/main" id="{269DF846-4C09-0803-AAE2-848A33B075DC}"/>
              </a:ext>
            </a:extLst>
          </p:cNvPr>
          <p:cNvSpPr>
            <a:spLocks noGrp="1"/>
          </p:cNvSpPr>
          <p:nvPr>
            <p:ph type="sldNum" sz="quarter" idx="5"/>
          </p:nvPr>
        </p:nvSpPr>
        <p:spPr/>
        <p:txBody>
          <a:bodyPr/>
          <a:lstStyle/>
          <a:p>
            <a:fld id="{B7CF8A19-3A9E-4ABC-B336-2FDDE321C72D}" type="slidenum">
              <a:rPr lang="en-US" smtClean="0"/>
              <a:pPr/>
              <a:t>17</a:t>
            </a:fld>
            <a:endParaRPr lang="en-US" dirty="0"/>
          </a:p>
        </p:txBody>
      </p:sp>
    </p:spTree>
    <p:extLst>
      <p:ext uri="{BB962C8B-B14F-4D97-AF65-F5344CB8AC3E}">
        <p14:creationId xmlns:p14="http://schemas.microsoft.com/office/powerpoint/2010/main" val="35806170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D48A2-D9A9-8CC8-B331-9855917E78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856B4-FEA5-A873-5166-3979C58A5F8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A7D3F9E-34E8-7947-2ACC-72F4946DD03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0ACF8A60-4227-6CEE-1A80-3367742A14C5}"/>
              </a:ext>
            </a:extLst>
          </p:cNvPr>
          <p:cNvSpPr>
            <a:spLocks noGrp="1"/>
          </p:cNvSpPr>
          <p:nvPr>
            <p:ph type="sldNum" sz="quarter" idx="5"/>
          </p:nvPr>
        </p:nvSpPr>
        <p:spPr/>
        <p:txBody>
          <a:bodyPr/>
          <a:lstStyle/>
          <a:p>
            <a:fld id="{B7CF8A19-3A9E-4ABC-B336-2FDDE321C72D}" type="slidenum">
              <a:rPr lang="en-US" smtClean="0"/>
              <a:pPr/>
              <a:t>18</a:t>
            </a:fld>
            <a:endParaRPr lang="en-US" dirty="0"/>
          </a:p>
        </p:txBody>
      </p:sp>
    </p:spTree>
    <p:extLst>
      <p:ext uri="{BB962C8B-B14F-4D97-AF65-F5344CB8AC3E}">
        <p14:creationId xmlns:p14="http://schemas.microsoft.com/office/powerpoint/2010/main" val="37803705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F61E6-1CCD-67FD-427B-B842EE4D4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3FCE7D-5B6D-D4D4-81CE-A45CA8C4E38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FDF1F5E-5EA5-0350-D241-F525DC98C23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1EFCF75B-9AEE-FE3F-70DA-7EF891098A9B}"/>
              </a:ext>
            </a:extLst>
          </p:cNvPr>
          <p:cNvSpPr>
            <a:spLocks noGrp="1"/>
          </p:cNvSpPr>
          <p:nvPr>
            <p:ph type="sldNum" sz="quarter" idx="5"/>
          </p:nvPr>
        </p:nvSpPr>
        <p:spPr/>
        <p:txBody>
          <a:bodyPr/>
          <a:lstStyle/>
          <a:p>
            <a:fld id="{B7CF8A19-3A9E-4ABC-B336-2FDDE321C72D}" type="slidenum">
              <a:rPr lang="en-US" smtClean="0"/>
              <a:pPr/>
              <a:t>19</a:t>
            </a:fld>
            <a:endParaRPr lang="en-US" dirty="0"/>
          </a:p>
        </p:txBody>
      </p:sp>
    </p:spTree>
    <p:extLst>
      <p:ext uri="{BB962C8B-B14F-4D97-AF65-F5344CB8AC3E}">
        <p14:creationId xmlns:p14="http://schemas.microsoft.com/office/powerpoint/2010/main" val="17000183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BF483-1213-E8FA-F229-30745DFD1D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B77CE3-F796-C605-0C05-EC8CD2D427E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B7F40FF-FDC4-4A09-DC08-9126D00FFD9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31EFF171-D4A2-EBDE-E40C-1517B23EC236}"/>
              </a:ext>
            </a:extLst>
          </p:cNvPr>
          <p:cNvSpPr>
            <a:spLocks noGrp="1"/>
          </p:cNvSpPr>
          <p:nvPr>
            <p:ph type="sldNum" sz="quarter" idx="5"/>
          </p:nvPr>
        </p:nvSpPr>
        <p:spPr/>
        <p:txBody>
          <a:bodyPr/>
          <a:lstStyle/>
          <a:p>
            <a:fld id="{B7CF8A19-3A9E-4ABC-B336-2FDDE321C72D}" type="slidenum">
              <a:rPr lang="en-US" smtClean="0"/>
              <a:pPr/>
              <a:t>20</a:t>
            </a:fld>
            <a:endParaRPr lang="en-US" dirty="0"/>
          </a:p>
        </p:txBody>
      </p:sp>
    </p:spTree>
    <p:extLst>
      <p:ext uri="{BB962C8B-B14F-4D97-AF65-F5344CB8AC3E}">
        <p14:creationId xmlns:p14="http://schemas.microsoft.com/office/powerpoint/2010/main" val="34922243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89D60-AB46-447A-D6A6-5C5409C03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D5CB4-3A51-6302-2CC0-5CDDFD832E1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0F7F92-4B0A-F7DF-AC90-7ACACE72B058}"/>
              </a:ext>
            </a:extLst>
          </p:cNvPr>
          <p:cNvSpPr>
            <a:spLocks noGrp="1"/>
          </p:cNvSpPr>
          <p:nvPr>
            <p:ph type="body" idx="1"/>
          </p:nvPr>
        </p:nvSpPr>
        <p:spPr/>
        <p:txBody>
          <a:bodyPr/>
          <a:lstStyle/>
          <a:p>
            <a:r>
              <a:rPr lang="en-US" dirty="0"/>
              <a:t>Core 2 Exam Objectives</a:t>
            </a:r>
          </a:p>
          <a:p>
            <a:pPr marL="171450" indent="-171450" algn="l">
              <a:buFont typeface="Arial" panose="020B0604020202020204" pitchFamily="34" charset="0"/>
              <a:buChar char="•"/>
            </a:pPr>
            <a:r>
              <a:rPr lang="en-US" b="0" i="0" dirty="0">
                <a:solidFill>
                  <a:srgbClr val="191D1F"/>
                </a:solidFill>
                <a:effectLst/>
                <a:latin typeface="noto-sans"/>
              </a:rPr>
              <a:t>4.10 Explain basic concepts related to artificial intelligence (AI).</a:t>
            </a:r>
          </a:p>
          <a:p>
            <a:pPr marL="0" indent="0">
              <a:buFont typeface="Arial" panose="020B0604020202020204" pitchFamily="34" charset="0"/>
              <a:buNone/>
            </a:pPr>
            <a:endParaRPr lang="en-US" dirty="0"/>
          </a:p>
          <a:p>
            <a:r>
              <a:rPr lang="en-US" dirty="0"/>
              <a:t>Learning Outcomes</a:t>
            </a:r>
          </a:p>
          <a:p>
            <a:pPr marL="171450" indent="-171450" algn="l">
              <a:buFont typeface="Arial" panose="020B0604020202020204" pitchFamily="34" charset="0"/>
              <a:buChar char="•"/>
            </a:pPr>
            <a:r>
              <a:rPr lang="en-US" b="0" i="0" dirty="0">
                <a:solidFill>
                  <a:srgbClr val="191D1F"/>
                </a:solidFill>
                <a:effectLst/>
                <a:latin typeface="noto-sans"/>
              </a:rPr>
              <a:t>What benefits can integrating AI into an application provide?</a:t>
            </a:r>
          </a:p>
          <a:p>
            <a:pPr marL="171450" indent="-171450" algn="l">
              <a:buFont typeface="Arial" panose="020B0604020202020204" pitchFamily="34" charset="0"/>
              <a:buChar char="•"/>
            </a:pPr>
            <a:r>
              <a:rPr lang="en-US" b="0" i="0" dirty="0">
                <a:solidFill>
                  <a:srgbClr val="191D1F"/>
                </a:solidFill>
                <a:effectLst/>
                <a:latin typeface="noto-sans"/>
              </a:rPr>
              <a:t>What should an AUP for AI include?</a:t>
            </a:r>
          </a:p>
          <a:p>
            <a:pPr marL="171450" indent="-171450" algn="l">
              <a:buFont typeface="Arial" panose="020B0604020202020204" pitchFamily="34" charset="0"/>
              <a:buChar char="•"/>
            </a:pPr>
            <a:r>
              <a:rPr lang="en-US" b="0" i="0" dirty="0">
                <a:solidFill>
                  <a:srgbClr val="191D1F"/>
                </a:solidFill>
                <a:effectLst/>
                <a:latin typeface="noto-sans"/>
              </a:rPr>
              <a:t>Why would an AI's output be biased?</a:t>
            </a:r>
          </a:p>
          <a:p>
            <a:pPr marL="171450" indent="-171450" algn="l">
              <a:buFont typeface="Arial" panose="020B0604020202020204" pitchFamily="34" charset="0"/>
              <a:buChar char="•"/>
            </a:pPr>
            <a:r>
              <a:rPr lang="en-US" b="0" i="0" dirty="0">
                <a:solidFill>
                  <a:srgbClr val="191D1F"/>
                </a:solidFill>
                <a:effectLst/>
                <a:latin typeface="noto-sans"/>
              </a:rPr>
              <a:t>Why is data security and privacy a primary concern when it comes to AI?</a:t>
            </a:r>
          </a:p>
          <a:p>
            <a:endParaRPr lang="en-US" dirty="0"/>
          </a:p>
        </p:txBody>
      </p:sp>
      <p:sp>
        <p:nvSpPr>
          <p:cNvPr id="4" name="Slide Number Placeholder 3">
            <a:extLst>
              <a:ext uri="{FF2B5EF4-FFF2-40B4-BE49-F238E27FC236}">
                <a16:creationId xmlns:a16="http://schemas.microsoft.com/office/drawing/2014/main" id="{E503613D-70BB-75DA-C349-9F5F66739A67}"/>
              </a:ext>
            </a:extLst>
          </p:cNvPr>
          <p:cNvSpPr>
            <a:spLocks noGrp="1"/>
          </p:cNvSpPr>
          <p:nvPr>
            <p:ph type="sldNum" sz="quarter" idx="5"/>
          </p:nvPr>
        </p:nvSpPr>
        <p:spPr/>
        <p:txBody>
          <a:bodyPr/>
          <a:lstStyle/>
          <a:p>
            <a:fld id="{B7CF8A19-3A9E-4ABC-B336-2FDDE321C72D}" type="slidenum">
              <a:rPr lang="en-US" smtClean="0"/>
              <a:pPr/>
              <a:t>21</a:t>
            </a:fld>
            <a:endParaRPr lang="en-US" dirty="0"/>
          </a:p>
        </p:txBody>
      </p:sp>
    </p:spTree>
    <p:extLst>
      <p:ext uri="{BB962C8B-B14F-4D97-AF65-F5344CB8AC3E}">
        <p14:creationId xmlns:p14="http://schemas.microsoft.com/office/powerpoint/2010/main" val="23948982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D5039-E74D-F384-5673-032BB717FE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AFCCB-E267-1287-358F-CD9D64E427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B6E75A-22ED-02D7-9192-AF4901DF2F41}"/>
              </a:ext>
            </a:extLst>
          </p:cNvPr>
          <p:cNvSpPr>
            <a:spLocks noGrp="1"/>
          </p:cNvSpPr>
          <p:nvPr>
            <p:ph type="body" idx="1"/>
          </p:nvPr>
        </p:nvSpPr>
        <p:spPr/>
        <p:txBody>
          <a:bodyPr/>
          <a:lstStyle/>
          <a:p>
            <a:pPr>
              <a:defRPr/>
            </a:pPr>
            <a:r>
              <a:rPr lang="en-US" dirty="0">
                <a:ea typeface="Calibri"/>
                <a:cs typeface="Calibri"/>
              </a:rPr>
              <a:t>Learners may already be familiar with application integrated AI solutions and may have used them in the past. Invite learners to share an example of two.</a:t>
            </a:r>
          </a:p>
        </p:txBody>
      </p:sp>
      <p:sp>
        <p:nvSpPr>
          <p:cNvPr id="4" name="Slide Number Placeholder 3">
            <a:extLst>
              <a:ext uri="{FF2B5EF4-FFF2-40B4-BE49-F238E27FC236}">
                <a16:creationId xmlns:a16="http://schemas.microsoft.com/office/drawing/2014/main" id="{455DB894-84D3-6C3B-7223-B024C768ABE0}"/>
              </a:ext>
            </a:extLst>
          </p:cNvPr>
          <p:cNvSpPr>
            <a:spLocks noGrp="1"/>
          </p:cNvSpPr>
          <p:nvPr>
            <p:ph type="sldNum" sz="quarter" idx="5"/>
          </p:nvPr>
        </p:nvSpPr>
        <p:spPr/>
        <p:txBody>
          <a:bodyPr/>
          <a:lstStyle/>
          <a:p>
            <a:fld id="{B7CF8A19-3A9E-4ABC-B336-2FDDE321C72D}" type="slidenum">
              <a:rPr lang="en-US" smtClean="0"/>
              <a:pPr/>
              <a:t>22</a:t>
            </a:fld>
            <a:endParaRPr lang="en-US" dirty="0"/>
          </a:p>
        </p:txBody>
      </p:sp>
    </p:spTree>
    <p:extLst>
      <p:ext uri="{BB962C8B-B14F-4D97-AF65-F5344CB8AC3E}">
        <p14:creationId xmlns:p14="http://schemas.microsoft.com/office/powerpoint/2010/main" val="18995051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750BE-A19D-D742-AEA3-F711DCCE5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3F2FD8-BD10-14D1-8960-C3F9205B2CE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A1511CC-9E27-59F1-DB5E-84D3E44A07C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5851C3FE-8D6C-5A83-B298-9062952B6D31}"/>
              </a:ext>
            </a:extLst>
          </p:cNvPr>
          <p:cNvSpPr>
            <a:spLocks noGrp="1"/>
          </p:cNvSpPr>
          <p:nvPr>
            <p:ph type="sldNum" sz="quarter" idx="5"/>
          </p:nvPr>
        </p:nvSpPr>
        <p:spPr/>
        <p:txBody>
          <a:bodyPr/>
          <a:lstStyle/>
          <a:p>
            <a:fld id="{B7CF8A19-3A9E-4ABC-B336-2FDDE321C72D}" type="slidenum">
              <a:rPr lang="en-US" smtClean="0"/>
              <a:pPr/>
              <a:t>23</a:t>
            </a:fld>
            <a:endParaRPr lang="en-US" dirty="0"/>
          </a:p>
        </p:txBody>
      </p:sp>
    </p:spTree>
    <p:extLst>
      <p:ext uri="{BB962C8B-B14F-4D97-AF65-F5344CB8AC3E}">
        <p14:creationId xmlns:p14="http://schemas.microsoft.com/office/powerpoint/2010/main" val="7223864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CF6B4-2CA9-0B88-D173-591910C10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90185-4085-8ED5-CD83-86737EF9B10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FDBB945-9223-30A4-07EC-2144C61748C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4584FA2-5069-2C54-E080-D5492234E5B1}"/>
              </a:ext>
            </a:extLst>
          </p:cNvPr>
          <p:cNvSpPr>
            <a:spLocks noGrp="1"/>
          </p:cNvSpPr>
          <p:nvPr>
            <p:ph type="sldNum" sz="quarter" idx="5"/>
          </p:nvPr>
        </p:nvSpPr>
        <p:spPr/>
        <p:txBody>
          <a:bodyPr/>
          <a:lstStyle/>
          <a:p>
            <a:fld id="{B7CF8A19-3A9E-4ABC-B336-2FDDE321C72D}" type="slidenum">
              <a:rPr lang="en-US" smtClean="0"/>
              <a:pPr/>
              <a:t>24</a:t>
            </a:fld>
            <a:endParaRPr lang="en-US" dirty="0"/>
          </a:p>
        </p:txBody>
      </p:sp>
    </p:spTree>
    <p:extLst>
      <p:ext uri="{BB962C8B-B14F-4D97-AF65-F5344CB8AC3E}">
        <p14:creationId xmlns:p14="http://schemas.microsoft.com/office/powerpoint/2010/main" val="41731672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744EC-957C-DBF0-9A78-4180ACF5A5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A72C9C-FDBD-A1D5-FC7F-0120E0E2B09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9FC794D-CA4A-6C9E-5862-F9A37AE74560}"/>
              </a:ext>
            </a:extLst>
          </p:cNvPr>
          <p:cNvSpPr>
            <a:spLocks noGrp="1"/>
          </p:cNvSpPr>
          <p:nvPr>
            <p:ph type="body" idx="1"/>
          </p:nvPr>
        </p:nvSpPr>
        <p:spPr/>
        <p:txBody>
          <a:bodyPr/>
          <a:lstStyle/>
          <a:p>
            <a:pPr>
              <a:defRPr/>
            </a:pPr>
            <a:r>
              <a:rPr lang="en-US" dirty="0">
                <a:ea typeface="Calibri"/>
                <a:cs typeface="Calibri"/>
              </a:rPr>
              <a:t>Ask learners about various AI solutions they may have used and why or why not they chose to do so.</a:t>
            </a:r>
          </a:p>
        </p:txBody>
      </p:sp>
      <p:sp>
        <p:nvSpPr>
          <p:cNvPr id="4" name="Slide Number Placeholder 3">
            <a:extLst>
              <a:ext uri="{FF2B5EF4-FFF2-40B4-BE49-F238E27FC236}">
                <a16:creationId xmlns:a16="http://schemas.microsoft.com/office/drawing/2014/main" id="{B78353B4-DD83-47F6-D316-6C38CF022E15}"/>
              </a:ext>
            </a:extLst>
          </p:cNvPr>
          <p:cNvSpPr>
            <a:spLocks noGrp="1"/>
          </p:cNvSpPr>
          <p:nvPr>
            <p:ph type="sldNum" sz="quarter" idx="5"/>
          </p:nvPr>
        </p:nvSpPr>
        <p:spPr/>
        <p:txBody>
          <a:bodyPr/>
          <a:lstStyle/>
          <a:p>
            <a:fld id="{B7CF8A19-3A9E-4ABC-B336-2FDDE321C72D}" type="slidenum">
              <a:rPr lang="en-US" smtClean="0"/>
              <a:pPr/>
              <a:t>25</a:t>
            </a:fld>
            <a:endParaRPr lang="en-US" dirty="0"/>
          </a:p>
        </p:txBody>
      </p:sp>
    </p:spTree>
    <p:extLst>
      <p:ext uri="{BB962C8B-B14F-4D97-AF65-F5344CB8AC3E}">
        <p14:creationId xmlns:p14="http://schemas.microsoft.com/office/powerpoint/2010/main" val="39761057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4291D-885A-87E6-716C-3F18F1D37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80150-087C-12F6-3834-8285831C56C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3E9FBE8-27DC-1542-2893-6FCA97FD41F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2634BB16-7E6C-C048-5D46-88D839171CD1}"/>
              </a:ext>
            </a:extLst>
          </p:cNvPr>
          <p:cNvSpPr>
            <a:spLocks noGrp="1"/>
          </p:cNvSpPr>
          <p:nvPr>
            <p:ph type="sldNum" sz="quarter" idx="5"/>
          </p:nvPr>
        </p:nvSpPr>
        <p:spPr/>
        <p:txBody>
          <a:bodyPr/>
          <a:lstStyle/>
          <a:p>
            <a:fld id="{B7CF8A19-3A9E-4ABC-B336-2FDDE321C72D}" type="slidenum">
              <a:rPr lang="en-US" smtClean="0"/>
              <a:pPr/>
              <a:t>27</a:t>
            </a:fld>
            <a:endParaRPr lang="en-US" dirty="0"/>
          </a:p>
        </p:txBody>
      </p:sp>
    </p:spTree>
    <p:extLst>
      <p:ext uri="{BB962C8B-B14F-4D97-AF65-F5344CB8AC3E}">
        <p14:creationId xmlns:p14="http://schemas.microsoft.com/office/powerpoint/2010/main" val="23445087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0.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2.svg"/></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6.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dirty="0"/>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53870" y="2156005"/>
            <a:ext cx="2657475" cy="715620"/>
          </a:xfrm>
          <a:prstGeom prst="rect">
            <a:avLst/>
          </a:prstGeom>
        </p:spPr>
      </p:pic>
    </p:spTree>
    <p:custDataLst>
      <p:tags r:id="rId1"/>
    </p:custDataLst>
    <p:extLst>
      <p:ext uri="{BB962C8B-B14F-4D97-AF65-F5344CB8AC3E}">
        <p14:creationId xmlns:p14="http://schemas.microsoft.com/office/powerpoint/2010/main" val="2001968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Module">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974321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Module_double digit">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2226"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79008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rning Outcom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Learning Outcomes</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5262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sson">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Lesson Title</a:t>
            </a:r>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84809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37773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985914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Tree>
    <p:custDataLst>
      <p:tags r:id="rId1"/>
    </p:custDataLst>
    <p:extLst>
      <p:ext uri="{BB962C8B-B14F-4D97-AF65-F5344CB8AC3E}">
        <p14:creationId xmlns:p14="http://schemas.microsoft.com/office/powerpoint/2010/main" val="927130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Attribution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Tree>
    <p:custDataLst>
      <p:tags r:id="rId1"/>
    </p:custDataLst>
    <p:extLst>
      <p:ext uri="{BB962C8B-B14F-4D97-AF65-F5344CB8AC3E}">
        <p14:creationId xmlns:p14="http://schemas.microsoft.com/office/powerpoint/2010/main" val="4018889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853961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517090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ttribution,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55074" y="746760"/>
            <a:ext cx="4352544" cy="3675888"/>
          </a:xfrm>
        </p:spPr>
        <p:txBody>
          <a:bodyPr/>
          <a:lstStyle/>
          <a:p>
            <a:endParaRPr lang="en-US" dirty="0"/>
          </a:p>
        </p:txBody>
      </p:sp>
    </p:spTree>
    <p:custDataLst>
      <p:tags r:id="rId1"/>
    </p:custDataLst>
    <p:extLst>
      <p:ext uri="{BB962C8B-B14F-4D97-AF65-F5344CB8AC3E}">
        <p14:creationId xmlns:p14="http://schemas.microsoft.com/office/powerpoint/2010/main" val="95696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ttribution, and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27000" y="4518212"/>
            <a:ext cx="4379976"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27000" y="746760"/>
            <a:ext cx="4379976" cy="3677322"/>
          </a:xfrm>
        </p:spPr>
        <p:txBody>
          <a:bodyPr/>
          <a:lstStyle/>
          <a:p>
            <a:endParaRPr lang="en-US" dirty="0"/>
          </a:p>
        </p:txBody>
      </p:sp>
    </p:spTree>
    <p:custDataLst>
      <p:tags r:id="rId1"/>
    </p:custDataLst>
    <p:extLst>
      <p:ext uri="{BB962C8B-B14F-4D97-AF65-F5344CB8AC3E}">
        <p14:creationId xmlns:p14="http://schemas.microsoft.com/office/powerpoint/2010/main" val="1673279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Image, and Attribution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Tree>
    <p:custDataLst>
      <p:tags r:id="rId1"/>
    </p:custDataLst>
    <p:extLst>
      <p:ext uri="{BB962C8B-B14F-4D97-AF65-F5344CB8AC3E}">
        <p14:creationId xmlns:p14="http://schemas.microsoft.com/office/powerpoint/2010/main" val="6231327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Image, and Attribution w/ Long Title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Tree>
    <p:custDataLst>
      <p:tags r:id="rId1"/>
    </p:custDataLst>
    <p:extLst>
      <p:ext uri="{BB962C8B-B14F-4D97-AF65-F5344CB8AC3E}">
        <p14:creationId xmlns:p14="http://schemas.microsoft.com/office/powerpoint/2010/main" val="19159269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036178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583458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Tree>
    <p:custDataLst>
      <p:tags r:id="rId1"/>
    </p:custDataLst>
    <p:extLst>
      <p:ext uri="{BB962C8B-B14F-4D97-AF65-F5344CB8AC3E}">
        <p14:creationId xmlns:p14="http://schemas.microsoft.com/office/powerpoint/2010/main" val="242110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Tree>
    <p:custDataLst>
      <p:tags r:id="rId1"/>
    </p:custDataLst>
    <p:extLst>
      <p:ext uri="{BB962C8B-B14F-4D97-AF65-F5344CB8AC3E}">
        <p14:creationId xmlns:p14="http://schemas.microsoft.com/office/powerpoint/2010/main" val="1064194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hasCustomPrompt="1"/>
          </p:nvPr>
        </p:nvSpPr>
        <p:spPr>
          <a:xfrm>
            <a:off x="146049" y="748621"/>
            <a:ext cx="8870950" cy="4044357"/>
          </a:xfrm>
        </p:spPr>
        <p:txBody>
          <a:bodyPr/>
          <a:lstStyle>
            <a:lvl1pPr marL="342900" indent="-342900">
              <a:buFont typeface="Arial" panose="020B0604020202020204" pitchFamily="34" charset="0"/>
              <a:buChar char="•"/>
              <a:defRPr lang="en-US" sz="2400" kern="1200" dirty="0" smtClean="0">
                <a:solidFill>
                  <a:schemeClr val="tx1"/>
                </a:solidFill>
                <a:latin typeface="Calibri" panose="020F0502020204030204" pitchFamily="34" charset="0"/>
                <a:ea typeface="+mn-ea"/>
                <a:cs typeface="Calibri" panose="020F0502020204030204" pitchFamily="34" charset="0"/>
              </a:defRPr>
            </a:lvl1pPr>
          </a:lstStyle>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p:txBody>
      </p:sp>
    </p:spTree>
    <p:custDataLst>
      <p:tags r:id="rId1"/>
    </p:custDataLst>
    <p:extLst>
      <p:ext uri="{BB962C8B-B14F-4D97-AF65-F5344CB8AC3E}">
        <p14:creationId xmlns:p14="http://schemas.microsoft.com/office/powerpoint/2010/main" val="32410095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a:t>Lesson Title</a:t>
            </a:r>
            <a:endParaRPr lang="en-GB"/>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Lesson Review:</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19838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60141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11725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Summary_double digit">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3719"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5707077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dirty="0"/>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27"/>
    </p:custDataLst>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32" r:id="rId1"/>
    <p:sldLayoutId id="2147483912" r:id="rId2"/>
    <p:sldLayoutId id="2147483933" r:id="rId3"/>
    <p:sldLayoutId id="2147483934" r:id="rId4"/>
    <p:sldLayoutId id="2147483911" r:id="rId5"/>
    <p:sldLayoutId id="2147483914" r:id="rId6"/>
    <p:sldLayoutId id="2147483935" r:id="rId7"/>
    <p:sldLayoutId id="2147483938" r:id="rId8"/>
    <p:sldLayoutId id="2147483941" r:id="rId9"/>
    <p:sldLayoutId id="2147483917" r:id="rId10"/>
    <p:sldLayoutId id="2147483936" r:id="rId11"/>
    <p:sldLayoutId id="2147483940" r:id="rId12"/>
    <p:sldLayoutId id="2147483939" r:id="rId13"/>
    <p:sldLayoutId id="2147483944" r:id="rId14"/>
    <p:sldLayoutId id="2147483945" r:id="rId15"/>
    <p:sldLayoutId id="2147483918" r:id="rId16"/>
    <p:sldLayoutId id="2147483937" r:id="rId17"/>
    <p:sldLayoutId id="2147483942" r:id="rId18"/>
    <p:sldLayoutId id="2147483943" r:id="rId19"/>
    <p:sldLayoutId id="2147483924" r:id="rId20"/>
    <p:sldLayoutId id="2147483922" r:id="rId21"/>
    <p:sldLayoutId id="2147483919" r:id="rId22"/>
    <p:sldLayoutId id="2147483926" r:id="rId23"/>
    <p:sldLayoutId id="2147483946" r:id="rId24"/>
    <p:sldLayoutId id="2147483927" r:id="rId2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3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3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3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1.xml"/><Relationship Id="rId1" Type="http://schemas.openxmlformats.org/officeDocument/2006/relationships/tags" Target="../tags/tag3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3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3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40.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4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tags" Target="../tags/tag4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tags" Target="../tags/tag4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tags" Target="../tags/tag4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1.xml"/><Relationship Id="rId1" Type="http://schemas.openxmlformats.org/officeDocument/2006/relationships/tags" Target="../tags/tag4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4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tags" Target="../tags/tag4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48.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tags" Target="../tags/tag49.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tags" Target="../tags/tag50.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5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1.xml"/><Relationship Id="rId1" Type="http://schemas.openxmlformats.org/officeDocument/2006/relationships/tags" Target="../tags/tag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B52E-2F6A-EB03-94D1-37E5FD183AAB}"/>
              </a:ext>
            </a:extLst>
          </p:cNvPr>
          <p:cNvSpPr>
            <a:spLocks noGrp="1"/>
          </p:cNvSpPr>
          <p:nvPr>
            <p:ph type="ctrTitle"/>
          </p:nvPr>
        </p:nvSpPr>
        <p:spPr/>
        <p:txBody>
          <a:bodyPr/>
          <a:lstStyle/>
          <a:p>
            <a:r>
              <a:rPr lang="en-US" dirty="0"/>
              <a:t>Exam 220-1202</a:t>
            </a:r>
          </a:p>
        </p:txBody>
      </p:sp>
      <p:sp>
        <p:nvSpPr>
          <p:cNvPr id="3" name="Subtitle 2">
            <a:extLst>
              <a:ext uri="{FF2B5EF4-FFF2-40B4-BE49-F238E27FC236}">
                <a16:creationId xmlns:a16="http://schemas.microsoft.com/office/drawing/2014/main" id="{5835EF0E-E3F9-7A6B-621F-48FD547CFEC8}"/>
              </a:ext>
            </a:extLst>
          </p:cNvPr>
          <p:cNvSpPr>
            <a:spLocks noGrp="1"/>
          </p:cNvSpPr>
          <p:nvPr>
            <p:ph type="subTitle" idx="1"/>
          </p:nvPr>
        </p:nvSpPr>
        <p:spPr/>
        <p:txBody>
          <a:bodyPr/>
          <a:lstStyle/>
          <a:p>
            <a:r>
              <a:rPr lang="en-US" dirty="0"/>
              <a:t>A+ Core 2</a:t>
            </a:r>
          </a:p>
        </p:txBody>
      </p:sp>
      <p:sp>
        <p:nvSpPr>
          <p:cNvPr id="4" name="Slide Number Placeholder 3">
            <a:extLst>
              <a:ext uri="{FF2B5EF4-FFF2-40B4-BE49-F238E27FC236}">
                <a16:creationId xmlns:a16="http://schemas.microsoft.com/office/drawing/2014/main" id="{F89EF21B-455F-6900-2C8D-BF72AAEC2C88}"/>
              </a:ext>
            </a:extLst>
          </p:cNvPr>
          <p:cNvSpPr>
            <a:spLocks noGrp="1"/>
          </p:cNvSpPr>
          <p:nvPr>
            <p:ph type="sldNum" sz="quarter" idx="10"/>
          </p:nvPr>
        </p:nvSpPr>
        <p:spPr/>
        <p:txBody>
          <a:bodyPr/>
          <a:lstStyle/>
          <a:p>
            <a:fld id="{B7CF8A19-3A9E-4ABC-B336-2FDDE321C72D}" type="slidenum">
              <a:rPr lang="en-US" smtClean="0"/>
              <a:pPr/>
              <a:t>1</a:t>
            </a:fld>
            <a:endParaRPr lang="en-US" dirty="0"/>
          </a:p>
        </p:txBody>
      </p:sp>
    </p:spTree>
    <p:custDataLst>
      <p:tags r:id="rId1"/>
    </p:custDataLst>
    <p:extLst>
      <p:ext uri="{BB962C8B-B14F-4D97-AF65-F5344CB8AC3E}">
        <p14:creationId xmlns:p14="http://schemas.microsoft.com/office/powerpoint/2010/main" val="3004902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B874-C61D-C1CD-5C2F-3EE6B9ACD957}"/>
              </a:ext>
            </a:extLst>
          </p:cNvPr>
          <p:cNvSpPr>
            <a:spLocks noGrp="1"/>
          </p:cNvSpPr>
          <p:nvPr>
            <p:ph type="ctrTitle"/>
          </p:nvPr>
        </p:nvSpPr>
        <p:spPr/>
        <p:txBody>
          <a:bodyPr/>
          <a:lstStyle/>
          <a:p>
            <a:r>
              <a:rPr lang="en-US" dirty="0"/>
              <a:t>Using Data Security</a:t>
            </a:r>
          </a:p>
        </p:txBody>
      </p:sp>
      <p:sp>
        <p:nvSpPr>
          <p:cNvPr id="3" name="Subtitle 2">
            <a:extLst>
              <a:ext uri="{FF2B5EF4-FFF2-40B4-BE49-F238E27FC236}">
                <a16:creationId xmlns:a16="http://schemas.microsoft.com/office/drawing/2014/main" id="{AA29A13B-2E46-302B-AC8A-5973465E1D56}"/>
              </a:ext>
            </a:extLst>
          </p:cNvPr>
          <p:cNvSpPr>
            <a:spLocks noGrp="1"/>
          </p:cNvSpPr>
          <p:nvPr>
            <p:ph type="subTitle" idx="1"/>
          </p:nvPr>
        </p:nvSpPr>
        <p:spPr/>
        <p:txBody>
          <a:bodyPr/>
          <a:lstStyle/>
          <a:p>
            <a:r>
              <a:rPr lang="en-US" dirty="0"/>
              <a:t>Module 21</a:t>
            </a:r>
          </a:p>
        </p:txBody>
      </p:sp>
      <p:sp>
        <p:nvSpPr>
          <p:cNvPr id="4" name="Text Placeholder 3">
            <a:extLst>
              <a:ext uri="{FF2B5EF4-FFF2-40B4-BE49-F238E27FC236}">
                <a16:creationId xmlns:a16="http://schemas.microsoft.com/office/drawing/2014/main" id="{2681CB22-E73D-AD10-1B6E-E36773CE628F}"/>
              </a:ext>
            </a:extLst>
          </p:cNvPr>
          <p:cNvSpPr>
            <a:spLocks noGrp="1"/>
          </p:cNvSpPr>
          <p:nvPr>
            <p:ph type="body" sz="quarter" idx="12"/>
          </p:nvPr>
        </p:nvSpPr>
        <p:spPr/>
        <p:txBody>
          <a:bodyPr/>
          <a:lstStyle/>
          <a:p>
            <a:r>
              <a:rPr lang="en-US" dirty="0"/>
              <a:t>A+ 220-1202</a:t>
            </a:r>
          </a:p>
        </p:txBody>
      </p:sp>
      <p:sp>
        <p:nvSpPr>
          <p:cNvPr id="5" name="Slide Number Placeholder 4">
            <a:extLst>
              <a:ext uri="{FF2B5EF4-FFF2-40B4-BE49-F238E27FC236}">
                <a16:creationId xmlns:a16="http://schemas.microsoft.com/office/drawing/2014/main" id="{61C00991-C4B5-2EF1-82C2-47BDBF1F4B24}"/>
              </a:ext>
            </a:extLst>
          </p:cNvPr>
          <p:cNvSpPr>
            <a:spLocks noGrp="1"/>
          </p:cNvSpPr>
          <p:nvPr>
            <p:ph type="sldNum" sz="quarter" idx="10"/>
          </p:nvPr>
        </p:nvSpPr>
        <p:spPr/>
        <p:txBody>
          <a:bodyPr/>
          <a:lstStyle/>
          <a:p>
            <a:fld id="{B7CF8A19-3A9E-4ABC-B336-2FDDE321C72D}" type="slidenum">
              <a:rPr lang="en-US" smtClean="0"/>
              <a:pPr/>
              <a:t>2</a:t>
            </a:fld>
            <a:endParaRPr lang="en-US" dirty="0"/>
          </a:p>
        </p:txBody>
      </p:sp>
    </p:spTree>
    <p:extLst>
      <p:ext uri="{BB962C8B-B14F-4D97-AF65-F5344CB8AC3E}">
        <p14:creationId xmlns:p14="http://schemas.microsoft.com/office/powerpoint/2010/main" val="1917601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B06E0-25E2-2207-FA53-43B03A3DD8B6}"/>
              </a:ext>
            </a:extLst>
          </p:cNvPr>
          <p:cNvSpPr>
            <a:spLocks noGrp="1"/>
          </p:cNvSpPr>
          <p:nvPr>
            <p:ph type="title"/>
          </p:nvPr>
        </p:nvSpPr>
        <p:spPr/>
        <p:txBody>
          <a:bodyPr/>
          <a:lstStyle/>
          <a:p>
            <a:r>
              <a:rPr lang="en-US"/>
              <a:t>Learning Outcomes</a:t>
            </a:r>
            <a:endParaRPr lang="en-US" dirty="0"/>
          </a:p>
        </p:txBody>
      </p:sp>
      <p:sp>
        <p:nvSpPr>
          <p:cNvPr id="3" name="Content Placeholder 2">
            <a:extLst>
              <a:ext uri="{FF2B5EF4-FFF2-40B4-BE49-F238E27FC236}">
                <a16:creationId xmlns:a16="http://schemas.microsoft.com/office/drawing/2014/main" id="{E02E4B53-B7C6-1D08-F07F-C168A65984CB}"/>
              </a:ext>
            </a:extLst>
          </p:cNvPr>
          <p:cNvSpPr>
            <a:spLocks noGrp="1"/>
          </p:cNvSpPr>
          <p:nvPr>
            <p:ph idx="1"/>
          </p:nvPr>
        </p:nvSpPr>
        <p:spPr/>
        <p:txBody>
          <a:bodyPr>
            <a:normAutofit/>
          </a:bodyPr>
          <a:lstStyle/>
          <a:p>
            <a:pPr marL="0" indent="0">
              <a:buNone/>
            </a:pPr>
            <a:r>
              <a:rPr lang="en-US" dirty="0"/>
              <a:t>Prepare for A+ Core 2 by:</a:t>
            </a:r>
          </a:p>
          <a:p>
            <a:r>
              <a:rPr lang="en-US" dirty="0"/>
              <a:t>Implementing backup and recovery</a:t>
            </a:r>
          </a:p>
          <a:p>
            <a:r>
              <a:rPr lang="en-US" dirty="0"/>
              <a:t>Explaining data handling best practices</a:t>
            </a:r>
          </a:p>
          <a:p>
            <a:r>
              <a:rPr lang="en-US" dirty="0"/>
              <a:t>Explaining the basics of Artificial Intelligence</a:t>
            </a:r>
          </a:p>
        </p:txBody>
      </p:sp>
      <p:sp>
        <p:nvSpPr>
          <p:cNvPr id="4" name="Slide Number Placeholder 3">
            <a:extLst>
              <a:ext uri="{FF2B5EF4-FFF2-40B4-BE49-F238E27FC236}">
                <a16:creationId xmlns:a16="http://schemas.microsoft.com/office/drawing/2014/main" id="{C090C768-1FA1-220C-8EB0-02B46B3FAF18}"/>
              </a:ext>
            </a:extLst>
          </p:cNvPr>
          <p:cNvSpPr>
            <a:spLocks noGrp="1"/>
          </p:cNvSpPr>
          <p:nvPr>
            <p:ph type="sldNum" sz="quarter" idx="10"/>
          </p:nvPr>
        </p:nvSpPr>
        <p:spPr/>
        <p:txBody>
          <a:bodyPr/>
          <a:lstStyle/>
          <a:p>
            <a:fld id="{B7CF8A19-3A9E-4ABC-B336-2FDDE321C72D}" type="slidenum">
              <a:rPr lang="en-US" smtClean="0"/>
              <a:pPr/>
              <a:t>3</a:t>
            </a:fld>
            <a:endParaRPr lang="en-US" dirty="0"/>
          </a:p>
        </p:txBody>
      </p:sp>
    </p:spTree>
    <p:custDataLst>
      <p:tags r:id="rId1"/>
    </p:custDataLst>
    <p:extLst>
      <p:ext uri="{BB962C8B-B14F-4D97-AF65-F5344CB8AC3E}">
        <p14:creationId xmlns:p14="http://schemas.microsoft.com/office/powerpoint/2010/main" val="2615260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98AA-58EB-DC84-B973-B611891926FE}"/>
              </a:ext>
            </a:extLst>
          </p:cNvPr>
          <p:cNvSpPr>
            <a:spLocks noGrp="1"/>
          </p:cNvSpPr>
          <p:nvPr>
            <p:ph type="ctrTitle"/>
          </p:nvPr>
        </p:nvSpPr>
        <p:spPr/>
        <p:txBody>
          <a:bodyPr/>
          <a:lstStyle/>
          <a:p>
            <a:r>
              <a:rPr lang="en-US" dirty="0"/>
              <a:t>Data Backup and Recovery</a:t>
            </a:r>
          </a:p>
        </p:txBody>
      </p:sp>
      <p:sp>
        <p:nvSpPr>
          <p:cNvPr id="3" name="Subtitle 2">
            <a:extLst>
              <a:ext uri="{FF2B5EF4-FFF2-40B4-BE49-F238E27FC236}">
                <a16:creationId xmlns:a16="http://schemas.microsoft.com/office/drawing/2014/main" id="{F0B6EAE9-5171-04E7-4F29-4944EFFAE944}"/>
              </a:ext>
            </a:extLst>
          </p:cNvPr>
          <p:cNvSpPr>
            <a:spLocks noGrp="1"/>
          </p:cNvSpPr>
          <p:nvPr>
            <p:ph type="subTitle" idx="1"/>
          </p:nvPr>
        </p:nvSpPr>
        <p:spPr/>
        <p:txBody>
          <a:bodyPr/>
          <a:lstStyle/>
          <a:p>
            <a:r>
              <a:rPr lang="en-US" dirty="0"/>
              <a:t>Lesson 21.1</a:t>
            </a:r>
          </a:p>
        </p:txBody>
      </p:sp>
      <p:sp>
        <p:nvSpPr>
          <p:cNvPr id="4" name="Slide Number Placeholder 3">
            <a:extLst>
              <a:ext uri="{FF2B5EF4-FFF2-40B4-BE49-F238E27FC236}">
                <a16:creationId xmlns:a16="http://schemas.microsoft.com/office/drawing/2014/main" id="{DE6F990C-C4F3-BA2E-F073-9723BA7B1136}"/>
              </a:ext>
            </a:extLst>
          </p:cNvPr>
          <p:cNvSpPr>
            <a:spLocks noGrp="1"/>
          </p:cNvSpPr>
          <p:nvPr>
            <p:ph type="sldNum" sz="quarter" idx="10"/>
          </p:nvPr>
        </p:nvSpPr>
        <p:spPr/>
        <p:txBody>
          <a:bodyPr/>
          <a:lstStyle/>
          <a:p>
            <a:fld id="{B7CF8A19-3A9E-4ABC-B336-2FDDE321C72D}" type="slidenum">
              <a:rPr lang="en-US" smtClean="0"/>
              <a:pPr/>
              <a:t>4</a:t>
            </a:fld>
            <a:endParaRPr lang="en-US" dirty="0"/>
          </a:p>
        </p:txBody>
      </p:sp>
    </p:spTree>
    <p:custDataLst>
      <p:tags r:id="rId1"/>
    </p:custDataLst>
    <p:extLst>
      <p:ext uri="{BB962C8B-B14F-4D97-AF65-F5344CB8AC3E}">
        <p14:creationId xmlns:p14="http://schemas.microsoft.com/office/powerpoint/2010/main" val="234929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959CE-E8A6-7774-EBC2-43B08810265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8D2E8D4-2F17-3D2C-7952-D0C3A7AB2EAD}"/>
              </a:ext>
            </a:extLst>
          </p:cNvPr>
          <p:cNvSpPr>
            <a:spLocks noGrp="1"/>
          </p:cNvSpPr>
          <p:nvPr>
            <p:ph type="title"/>
          </p:nvPr>
        </p:nvSpPr>
        <p:spPr/>
        <p:txBody>
          <a:bodyPr/>
          <a:lstStyle/>
          <a:p>
            <a:r>
              <a:rPr lang="en-US" b="1" i="0" dirty="0">
                <a:solidFill>
                  <a:srgbClr val="253644"/>
                </a:solidFill>
                <a:effectLst/>
              </a:rPr>
              <a:t>Backup Operations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C6F96774-36B8-B8FC-7220-DEB733B577E6}"/>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Protects against data loss</a:t>
            </a:r>
            <a:endParaRPr lang="en-US" dirty="0">
              <a:ea typeface="Calibri"/>
            </a:endParaRPr>
          </a:p>
          <a:p>
            <a:r>
              <a:rPr lang="en-US" dirty="0">
                <a:latin typeface="Calibri"/>
                <a:ea typeface="Calibri"/>
                <a:cs typeface="Calibri"/>
              </a:rPr>
              <a:t>Backup scheme</a:t>
            </a:r>
          </a:p>
          <a:p>
            <a:pPr lvl="1"/>
            <a:r>
              <a:rPr lang="en-US" dirty="0">
                <a:latin typeface="Calibri"/>
                <a:ea typeface="Calibri"/>
                <a:cs typeface="Calibri"/>
              </a:rPr>
              <a:t>Series of backup types and timelines</a:t>
            </a:r>
          </a:p>
          <a:p>
            <a:pPr lvl="1"/>
            <a:r>
              <a:rPr lang="en-US" dirty="0">
                <a:latin typeface="Calibri"/>
                <a:ea typeface="Calibri"/>
                <a:cs typeface="Calibri"/>
              </a:rPr>
              <a:t>IE hourly snapshots of VM's and weekly backups of data files</a:t>
            </a:r>
          </a:p>
          <a:p>
            <a:r>
              <a:rPr lang="en-US" dirty="0">
                <a:latin typeface="Calibri"/>
                <a:ea typeface="Calibri"/>
                <a:cs typeface="Calibri"/>
              </a:rPr>
              <a:t>File History</a:t>
            </a:r>
          </a:p>
          <a:p>
            <a:pPr lvl="1"/>
            <a:r>
              <a:rPr lang="en-US" dirty="0">
                <a:latin typeface="Calibri"/>
                <a:ea typeface="Calibri"/>
                <a:cs typeface="Calibri"/>
              </a:rPr>
              <a:t>Versioning</a:t>
            </a:r>
          </a:p>
          <a:p>
            <a:r>
              <a:rPr lang="en-US" dirty="0">
                <a:latin typeface="Calibri"/>
                <a:ea typeface="Calibri"/>
                <a:cs typeface="Calibri"/>
              </a:rPr>
              <a:t>Backup and Restore Center</a:t>
            </a:r>
          </a:p>
        </p:txBody>
      </p:sp>
      <p:sp>
        <p:nvSpPr>
          <p:cNvPr id="4" name="Slide Number Placeholder 3">
            <a:extLst>
              <a:ext uri="{FF2B5EF4-FFF2-40B4-BE49-F238E27FC236}">
                <a16:creationId xmlns:a16="http://schemas.microsoft.com/office/drawing/2014/main" id="{ED45EAE5-06A0-6677-46A9-B93827B7FB3E}"/>
              </a:ext>
            </a:extLst>
          </p:cNvPr>
          <p:cNvSpPr>
            <a:spLocks noGrp="1"/>
          </p:cNvSpPr>
          <p:nvPr>
            <p:ph type="sldNum" sz="quarter" idx="10"/>
          </p:nvPr>
        </p:nvSpPr>
        <p:spPr/>
        <p:txBody>
          <a:bodyPr/>
          <a:lstStyle/>
          <a:p>
            <a:fld id="{B7CF8A19-3A9E-4ABC-B336-2FDDE321C72D}" type="slidenum">
              <a:rPr lang="en-US" smtClean="0"/>
              <a:pPr/>
              <a:t>5</a:t>
            </a:fld>
            <a:endParaRPr lang="en-US" dirty="0"/>
          </a:p>
        </p:txBody>
      </p:sp>
    </p:spTree>
    <p:custDataLst>
      <p:tags r:id="rId1"/>
    </p:custDataLst>
    <p:extLst>
      <p:ext uri="{BB962C8B-B14F-4D97-AF65-F5344CB8AC3E}">
        <p14:creationId xmlns:p14="http://schemas.microsoft.com/office/powerpoint/2010/main" val="2436142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DFED-F59B-382A-DD40-E60F5EBFDD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686F3-C6B9-2FF3-CF9E-AB3478B32514}"/>
              </a:ext>
            </a:extLst>
          </p:cNvPr>
          <p:cNvSpPr>
            <a:spLocks noGrp="1"/>
          </p:cNvSpPr>
          <p:nvPr>
            <p:ph type="title"/>
          </p:nvPr>
        </p:nvSpPr>
        <p:spPr/>
        <p:txBody>
          <a:bodyPr/>
          <a:lstStyle/>
          <a:p>
            <a:r>
              <a:rPr lang="en-US" b="1" i="0" dirty="0">
                <a:solidFill>
                  <a:srgbClr val="253644"/>
                </a:solidFill>
                <a:effectLst/>
              </a:rPr>
              <a:t>Backup Operations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FC398259-777A-5465-2F7E-A7C2224B16B6}"/>
              </a:ext>
            </a:extLst>
          </p:cNvPr>
          <p:cNvSpPr>
            <a:spLocks noGrp="1"/>
          </p:cNvSpPr>
          <p:nvPr>
            <p:ph type="sldNum" sz="quarter" idx="10"/>
          </p:nvPr>
        </p:nvSpPr>
        <p:spPr/>
        <p:txBody>
          <a:bodyPr/>
          <a:lstStyle/>
          <a:p>
            <a:fld id="{B7CF8A19-3A9E-4ABC-B336-2FDDE321C72D}" type="slidenum">
              <a:rPr lang="en-US" smtClean="0"/>
              <a:pPr/>
              <a:t>6</a:t>
            </a:fld>
            <a:endParaRPr lang="en-US" dirty="0"/>
          </a:p>
        </p:txBody>
      </p:sp>
      <p:sp>
        <p:nvSpPr>
          <p:cNvPr id="7" name="Content Placeholder 11">
            <a:extLst>
              <a:ext uri="{FF2B5EF4-FFF2-40B4-BE49-F238E27FC236}">
                <a16:creationId xmlns:a16="http://schemas.microsoft.com/office/drawing/2014/main" id="{456CE305-7D16-4C7A-C97F-FB3CEADBB1E2}"/>
              </a:ext>
            </a:extLst>
          </p:cNvPr>
          <p:cNvSpPr txBox="1">
            <a:spLocks/>
          </p:cNvSpPr>
          <p:nvPr/>
        </p:nvSpPr>
        <p:spPr>
          <a:xfrm>
            <a:off x="2919404" y="4860980"/>
            <a:ext cx="3305190"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6" name="Picture 5" descr="A Windows backup settings displaying backup options, frequency, and folder selections for storing files on a connected storage device.">
            <a:extLst>
              <a:ext uri="{FF2B5EF4-FFF2-40B4-BE49-F238E27FC236}">
                <a16:creationId xmlns:a16="http://schemas.microsoft.com/office/drawing/2014/main" id="{4F67191E-DB6D-A894-5566-55A25CBC30B6}"/>
              </a:ext>
            </a:extLst>
          </p:cNvPr>
          <p:cNvPicPr>
            <a:picLocks noChangeAspect="1"/>
          </p:cNvPicPr>
          <p:nvPr/>
        </p:nvPicPr>
        <p:blipFill>
          <a:blip r:embed="rId3"/>
          <a:stretch>
            <a:fillRect/>
          </a:stretch>
        </p:blipFill>
        <p:spPr>
          <a:xfrm>
            <a:off x="2919405" y="699408"/>
            <a:ext cx="3305189" cy="4161115"/>
          </a:xfrm>
          <a:prstGeom prst="rect">
            <a:avLst/>
          </a:prstGeom>
          <a:ln>
            <a:solidFill>
              <a:schemeClr val="bg1">
                <a:lumMod val="85000"/>
              </a:schemeClr>
            </a:solidFill>
          </a:ln>
        </p:spPr>
      </p:pic>
    </p:spTree>
    <p:extLst>
      <p:ext uri="{BB962C8B-B14F-4D97-AF65-F5344CB8AC3E}">
        <p14:creationId xmlns:p14="http://schemas.microsoft.com/office/powerpoint/2010/main" val="231484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37904-4359-A5BB-58FC-1FBBD1A6E10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6A01F-3752-B147-C899-1C1EEBB0719D}"/>
              </a:ext>
            </a:extLst>
          </p:cNvPr>
          <p:cNvSpPr>
            <a:spLocks noGrp="1"/>
          </p:cNvSpPr>
          <p:nvPr>
            <p:ph type="title"/>
          </p:nvPr>
        </p:nvSpPr>
        <p:spPr/>
        <p:txBody>
          <a:bodyPr/>
          <a:lstStyle/>
          <a:p>
            <a:r>
              <a:rPr lang="en-US" b="1" i="0" dirty="0">
                <a:solidFill>
                  <a:srgbClr val="253644"/>
                </a:solidFill>
                <a:effectLst/>
              </a:rPr>
              <a:t>Backup Methods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BC7EA3C2-6D23-A1EB-F210-4D62AD76D2D2}"/>
              </a:ext>
            </a:extLst>
          </p:cNvPr>
          <p:cNvSpPr>
            <a:spLocks noGrp="1"/>
          </p:cNvSpPr>
          <p:nvPr>
            <p:ph idx="1"/>
          </p:nvPr>
        </p:nvSpPr>
        <p:spPr>
          <a:xfrm>
            <a:off x="146050" y="746759"/>
            <a:ext cx="8150662" cy="4337605"/>
          </a:xfrm>
        </p:spPr>
        <p:txBody>
          <a:bodyPr vert="horz" lIns="91440" tIns="45720" rIns="91440" bIns="45720" rtlCol="0" anchor="t">
            <a:normAutofit/>
          </a:bodyPr>
          <a:lstStyle/>
          <a:p>
            <a:r>
              <a:rPr lang="en-US" dirty="0">
                <a:latin typeface="Calibri"/>
                <a:ea typeface="Calibri"/>
                <a:cs typeface="Calibri"/>
              </a:rPr>
              <a:t>Frequency- how often</a:t>
            </a:r>
          </a:p>
          <a:p>
            <a:r>
              <a:rPr lang="en-US" dirty="0">
                <a:latin typeface="Calibri"/>
                <a:ea typeface="Calibri"/>
                <a:cs typeface="Calibri"/>
              </a:rPr>
              <a:t>Retention- how long to hold on to backup file</a:t>
            </a:r>
            <a:endParaRPr lang="en-US" dirty="0">
              <a:ea typeface="Calibri"/>
            </a:endParaRPr>
          </a:p>
          <a:p>
            <a:r>
              <a:rPr lang="en-US" dirty="0">
                <a:latin typeface="Calibri"/>
                <a:ea typeface="Calibri"/>
                <a:cs typeface="Calibri"/>
              </a:rPr>
              <a:t>Backup chains</a:t>
            </a:r>
            <a:endParaRPr lang="en-US" dirty="0">
              <a:ea typeface="Calibri"/>
            </a:endParaRPr>
          </a:p>
          <a:p>
            <a:pPr lvl="1"/>
            <a:r>
              <a:rPr lang="en-US" dirty="0">
                <a:latin typeface="Calibri"/>
                <a:ea typeface="Calibri"/>
                <a:cs typeface="Calibri"/>
              </a:rPr>
              <a:t>Full- all data</a:t>
            </a:r>
          </a:p>
          <a:p>
            <a:pPr lvl="1"/>
            <a:r>
              <a:rPr lang="en-US" dirty="0">
                <a:latin typeface="Calibri"/>
                <a:ea typeface="Calibri"/>
                <a:cs typeface="Calibri"/>
              </a:rPr>
              <a:t>Incremental- only changes since last backup of any type</a:t>
            </a:r>
            <a:endParaRPr lang="en-US" dirty="0">
              <a:ea typeface="Calibri"/>
            </a:endParaRPr>
          </a:p>
          <a:p>
            <a:pPr lvl="1"/>
            <a:r>
              <a:rPr lang="en-US" dirty="0">
                <a:latin typeface="Calibri"/>
                <a:ea typeface="Calibri"/>
                <a:cs typeface="Calibri"/>
              </a:rPr>
              <a:t>Differential- changes since last FULL backup</a:t>
            </a:r>
          </a:p>
          <a:p>
            <a:r>
              <a:rPr lang="en-US" dirty="0">
                <a:latin typeface="Calibri"/>
                <a:ea typeface="Calibri"/>
                <a:cs typeface="Calibri"/>
              </a:rPr>
              <a:t>Synthetic full backup</a:t>
            </a:r>
          </a:p>
          <a:p>
            <a:pPr lvl="1"/>
            <a:r>
              <a:rPr lang="en-US" dirty="0">
                <a:latin typeface="Calibri"/>
                <a:ea typeface="Calibri"/>
                <a:cs typeface="Calibri"/>
              </a:rPr>
              <a:t>Series of backups that append changes from incremental backup to the end of the original full backup</a:t>
            </a:r>
          </a:p>
          <a:p>
            <a:pPr lvl="2"/>
            <a:r>
              <a:rPr lang="en-US" dirty="0">
                <a:latin typeface="Calibri"/>
                <a:ea typeface="Calibri"/>
                <a:cs typeface="Calibri"/>
              </a:rPr>
              <a:t>IE: Full backup on the first of month at 7am and then incremental backups every 3 hours for remainder of month</a:t>
            </a:r>
          </a:p>
        </p:txBody>
      </p:sp>
      <p:sp>
        <p:nvSpPr>
          <p:cNvPr id="4" name="Slide Number Placeholder 3">
            <a:extLst>
              <a:ext uri="{FF2B5EF4-FFF2-40B4-BE49-F238E27FC236}">
                <a16:creationId xmlns:a16="http://schemas.microsoft.com/office/drawing/2014/main" id="{DC1A056E-E6A9-48E4-2286-4C8A4EF1CCD0}"/>
              </a:ext>
            </a:extLst>
          </p:cNvPr>
          <p:cNvSpPr>
            <a:spLocks noGrp="1"/>
          </p:cNvSpPr>
          <p:nvPr>
            <p:ph type="sldNum" sz="quarter" idx="10"/>
          </p:nvPr>
        </p:nvSpPr>
        <p:spPr/>
        <p:txBody>
          <a:bodyPr/>
          <a:lstStyle/>
          <a:p>
            <a:fld id="{B7CF8A19-3A9E-4ABC-B336-2FDDE321C72D}" type="slidenum">
              <a:rPr lang="en-US" smtClean="0"/>
              <a:pPr/>
              <a:t>7</a:t>
            </a:fld>
            <a:endParaRPr lang="en-US" dirty="0"/>
          </a:p>
        </p:txBody>
      </p:sp>
    </p:spTree>
    <p:custDataLst>
      <p:tags r:id="rId1"/>
    </p:custDataLst>
    <p:extLst>
      <p:ext uri="{BB962C8B-B14F-4D97-AF65-F5344CB8AC3E}">
        <p14:creationId xmlns:p14="http://schemas.microsoft.com/office/powerpoint/2010/main" val="80275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59D3D-2DC8-DD0E-D1CC-B3B1B537D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5F82B-94AA-9E21-6B7D-A8F69FB2E0B9}"/>
              </a:ext>
            </a:extLst>
          </p:cNvPr>
          <p:cNvSpPr>
            <a:spLocks noGrp="1"/>
          </p:cNvSpPr>
          <p:nvPr>
            <p:ph type="title"/>
          </p:nvPr>
        </p:nvSpPr>
        <p:spPr/>
        <p:txBody>
          <a:bodyPr/>
          <a:lstStyle/>
          <a:p>
            <a:r>
              <a:rPr lang="en-US" b="1" i="0" dirty="0">
                <a:solidFill>
                  <a:srgbClr val="253644"/>
                </a:solidFill>
                <a:effectLst/>
              </a:rPr>
              <a:t>Backup Methods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512203C2-F4C1-5B05-F80E-9EC98D97ACC6}"/>
              </a:ext>
            </a:extLst>
          </p:cNvPr>
          <p:cNvSpPr>
            <a:spLocks noGrp="1"/>
          </p:cNvSpPr>
          <p:nvPr>
            <p:ph type="sldNum" sz="quarter" idx="10"/>
          </p:nvPr>
        </p:nvSpPr>
        <p:spPr/>
        <p:txBody>
          <a:bodyPr/>
          <a:lstStyle/>
          <a:p>
            <a:fld id="{B7CF8A19-3A9E-4ABC-B336-2FDDE321C72D}" type="slidenum">
              <a:rPr lang="en-US" smtClean="0"/>
              <a:pPr/>
              <a:t>8</a:t>
            </a:fld>
            <a:endParaRPr lang="en-US" dirty="0"/>
          </a:p>
        </p:txBody>
      </p:sp>
      <p:graphicFrame>
        <p:nvGraphicFramePr>
          <p:cNvPr id="4" name="Content Placeholder 6" descr="A table of types of backup methods that includes information such as data selection, backup job time and storage requirement, recovery complexity">
            <a:extLst>
              <a:ext uri="{FF2B5EF4-FFF2-40B4-BE49-F238E27FC236}">
                <a16:creationId xmlns:a16="http://schemas.microsoft.com/office/drawing/2014/main" id="{D09B1CC3-C31E-ECF1-8782-12F02E52E97A}"/>
              </a:ext>
            </a:extLst>
          </p:cNvPr>
          <p:cNvGraphicFramePr>
            <a:graphicFrameLocks/>
          </p:cNvGraphicFramePr>
          <p:nvPr>
            <p:extLst>
              <p:ext uri="{D42A27DB-BD31-4B8C-83A1-F6EECF244321}">
                <p14:modId xmlns:p14="http://schemas.microsoft.com/office/powerpoint/2010/main" val="3532730135"/>
              </p:ext>
            </p:extLst>
          </p:nvPr>
        </p:nvGraphicFramePr>
        <p:xfrm>
          <a:off x="551575" y="1309706"/>
          <a:ext cx="8040847" cy="2696659"/>
        </p:xfrm>
        <a:graphic>
          <a:graphicData uri="http://schemas.openxmlformats.org/drawingml/2006/table">
            <a:tbl>
              <a:tblPr firstRow="1" bandRow="1">
                <a:tableStyleId>{5C22544A-7EE6-4342-B048-85BDC9FD1C3A}</a:tableStyleId>
              </a:tblPr>
              <a:tblGrid>
                <a:gridCol w="1107347">
                  <a:extLst>
                    <a:ext uri="{9D8B030D-6E8A-4147-A177-3AD203B41FA5}">
                      <a16:colId xmlns:a16="http://schemas.microsoft.com/office/drawing/2014/main" val="2082118915"/>
                    </a:ext>
                  </a:extLst>
                </a:gridCol>
                <a:gridCol w="2248250">
                  <a:extLst>
                    <a:ext uri="{9D8B030D-6E8A-4147-A177-3AD203B41FA5}">
                      <a16:colId xmlns:a16="http://schemas.microsoft.com/office/drawing/2014/main" val="827728368"/>
                    </a:ext>
                  </a:extLst>
                </a:gridCol>
                <a:gridCol w="1904301">
                  <a:extLst>
                    <a:ext uri="{9D8B030D-6E8A-4147-A177-3AD203B41FA5}">
                      <a16:colId xmlns:a16="http://schemas.microsoft.com/office/drawing/2014/main" val="1358726912"/>
                    </a:ext>
                  </a:extLst>
                </a:gridCol>
                <a:gridCol w="1677798">
                  <a:extLst>
                    <a:ext uri="{9D8B030D-6E8A-4147-A177-3AD203B41FA5}">
                      <a16:colId xmlns:a16="http://schemas.microsoft.com/office/drawing/2014/main" val="3732621971"/>
                    </a:ext>
                  </a:extLst>
                </a:gridCol>
                <a:gridCol w="1103151">
                  <a:extLst>
                    <a:ext uri="{9D8B030D-6E8A-4147-A177-3AD203B41FA5}">
                      <a16:colId xmlns:a16="http://schemas.microsoft.com/office/drawing/2014/main" val="2823452251"/>
                    </a:ext>
                  </a:extLst>
                </a:gridCol>
              </a:tblGrid>
              <a:tr h="535872">
                <a:tc>
                  <a:txBody>
                    <a:bodyPr/>
                    <a:lstStyle/>
                    <a:p>
                      <a:r>
                        <a:rPr lang="en-US" sz="1250" dirty="0"/>
                        <a:t>Type</a:t>
                      </a:r>
                    </a:p>
                  </a:txBody>
                  <a:tcPr/>
                </a:tc>
                <a:tc>
                  <a:txBody>
                    <a:bodyPr/>
                    <a:lstStyle/>
                    <a:p>
                      <a:r>
                        <a:rPr lang="en-US" sz="1250" dirty="0"/>
                        <a:t>Data Selection</a:t>
                      </a:r>
                    </a:p>
                  </a:txBody>
                  <a:tcPr/>
                </a:tc>
                <a:tc>
                  <a:txBody>
                    <a:bodyPr/>
                    <a:lstStyle/>
                    <a:p>
                      <a:r>
                        <a:rPr lang="en-US" sz="1250" dirty="0"/>
                        <a:t>Backup Job Time and Storage Requirement</a:t>
                      </a:r>
                    </a:p>
                  </a:txBody>
                  <a:tcPr/>
                </a:tc>
                <a:tc>
                  <a:txBody>
                    <a:bodyPr/>
                    <a:lstStyle/>
                    <a:p>
                      <a:r>
                        <a:rPr lang="en-US" sz="1250" dirty="0"/>
                        <a:t>Recovery Complexity</a:t>
                      </a:r>
                    </a:p>
                  </a:txBody>
                  <a:tcPr/>
                </a:tc>
                <a:tc>
                  <a:txBody>
                    <a:bodyPr/>
                    <a:lstStyle/>
                    <a:p>
                      <a:r>
                        <a:rPr lang="en-US" sz="1250" dirty="0"/>
                        <a:t>Archive Attribute</a:t>
                      </a:r>
                    </a:p>
                  </a:txBody>
                  <a:tcPr/>
                </a:tc>
                <a:extLst>
                  <a:ext uri="{0D108BD9-81ED-4DB2-BD59-A6C34878D82A}">
                    <a16:rowId xmlns:a16="http://schemas.microsoft.com/office/drawing/2014/main" val="2267006258"/>
                  </a:ext>
                </a:extLst>
              </a:tr>
              <a:tr h="710212">
                <a:tc>
                  <a:txBody>
                    <a:bodyPr/>
                    <a:lstStyle/>
                    <a:p>
                      <a:r>
                        <a:rPr lang="en-US" sz="1250" dirty="0"/>
                        <a:t>Full</a:t>
                      </a:r>
                    </a:p>
                  </a:txBody>
                  <a:tcPr/>
                </a:tc>
                <a:tc>
                  <a:txBody>
                    <a:bodyPr/>
                    <a:lstStyle/>
                    <a:p>
                      <a:r>
                        <a:rPr lang="en-US" sz="1250" dirty="0"/>
                        <a:t>All selected data regardless of when it was previously backed up</a:t>
                      </a:r>
                    </a:p>
                  </a:txBody>
                  <a:tcPr/>
                </a:tc>
                <a:tc>
                  <a:txBody>
                    <a:bodyPr/>
                    <a:lstStyle/>
                    <a:p>
                      <a:r>
                        <a:rPr lang="en-US" sz="1250" dirty="0"/>
                        <a:t>High</a:t>
                      </a:r>
                    </a:p>
                  </a:txBody>
                  <a:tcPr/>
                </a:tc>
                <a:tc>
                  <a:txBody>
                    <a:bodyPr/>
                    <a:lstStyle/>
                    <a:p>
                      <a:r>
                        <a:rPr lang="en-US" sz="1250" dirty="0"/>
                        <a:t>Low (single job)</a:t>
                      </a:r>
                    </a:p>
                  </a:txBody>
                  <a:tcPr/>
                </a:tc>
                <a:tc>
                  <a:txBody>
                    <a:bodyPr/>
                    <a:lstStyle/>
                    <a:p>
                      <a:r>
                        <a:rPr lang="en-US" sz="1250" dirty="0"/>
                        <a:t>Cleared</a:t>
                      </a:r>
                    </a:p>
                  </a:txBody>
                  <a:tcPr/>
                </a:tc>
                <a:extLst>
                  <a:ext uri="{0D108BD9-81ED-4DB2-BD59-A6C34878D82A}">
                    <a16:rowId xmlns:a16="http://schemas.microsoft.com/office/drawing/2014/main" val="2044881918"/>
                  </a:ext>
                </a:extLst>
              </a:tr>
              <a:tr h="665582">
                <a:tc>
                  <a:txBody>
                    <a:bodyPr/>
                    <a:lstStyle/>
                    <a:p>
                      <a:r>
                        <a:rPr lang="en-US" sz="1250" dirty="0"/>
                        <a:t>Incremental</a:t>
                      </a:r>
                    </a:p>
                  </a:txBody>
                  <a:tcPr/>
                </a:tc>
                <a:tc>
                  <a:txBody>
                    <a:bodyPr/>
                    <a:lstStyle/>
                    <a:p>
                      <a:r>
                        <a:rPr lang="en-US" sz="1250" dirty="0"/>
                        <a:t>New files and files modified since last backup job</a:t>
                      </a:r>
                    </a:p>
                  </a:txBody>
                  <a:tcPr/>
                </a:tc>
                <a:tc>
                  <a:txBody>
                    <a:bodyPr/>
                    <a:lstStyle/>
                    <a:p>
                      <a:r>
                        <a:rPr lang="en-US" sz="1250" dirty="0"/>
                        <a:t>Low</a:t>
                      </a:r>
                    </a:p>
                  </a:txBody>
                  <a:tcPr/>
                </a:tc>
                <a:tc>
                  <a:txBody>
                    <a:bodyPr/>
                    <a:lstStyle/>
                    <a:p>
                      <a:r>
                        <a:rPr lang="en-US" sz="1250" dirty="0"/>
                        <a:t>High (multiple jobs)</a:t>
                      </a:r>
                    </a:p>
                  </a:txBody>
                  <a:tcPr/>
                </a:tc>
                <a:tc>
                  <a:txBody>
                    <a:bodyPr/>
                    <a:lstStyle/>
                    <a:p>
                      <a:r>
                        <a:rPr lang="en-US" sz="1250" dirty="0"/>
                        <a:t>Cleared</a:t>
                      </a:r>
                    </a:p>
                  </a:txBody>
                  <a:tcPr/>
                </a:tc>
                <a:extLst>
                  <a:ext uri="{0D108BD9-81ED-4DB2-BD59-A6C34878D82A}">
                    <a16:rowId xmlns:a16="http://schemas.microsoft.com/office/drawing/2014/main" val="4226553978"/>
                  </a:ext>
                </a:extLst>
              </a:tr>
              <a:tr h="784993">
                <a:tc>
                  <a:txBody>
                    <a:bodyPr/>
                    <a:lstStyle/>
                    <a:p>
                      <a:r>
                        <a:rPr lang="en-US" sz="1250" dirty="0"/>
                        <a:t>Differential</a:t>
                      </a:r>
                    </a:p>
                  </a:txBody>
                  <a:tcPr/>
                </a:tc>
                <a:tc>
                  <a:txBody>
                    <a:bodyPr/>
                    <a:lstStyle/>
                    <a:p>
                      <a:r>
                        <a:rPr lang="en-US" sz="1250" dirty="0"/>
                        <a:t>New files and files modified since last full backup job</a:t>
                      </a:r>
                    </a:p>
                  </a:txBody>
                  <a:tcPr/>
                </a:tc>
                <a:tc>
                  <a:txBody>
                    <a:bodyPr/>
                    <a:lstStyle/>
                    <a:p>
                      <a:r>
                        <a:rPr lang="en-US" sz="1250" dirty="0"/>
                        <a:t>Moderate</a:t>
                      </a:r>
                    </a:p>
                  </a:txBody>
                  <a:tcPr/>
                </a:tc>
                <a:tc>
                  <a:txBody>
                    <a:bodyPr/>
                    <a:lstStyle/>
                    <a:p>
                      <a:r>
                        <a:rPr lang="en-US" sz="1250" dirty="0"/>
                        <a:t>Moderate (two jobs)</a:t>
                      </a:r>
                    </a:p>
                  </a:txBody>
                  <a:tcPr/>
                </a:tc>
                <a:tc>
                  <a:txBody>
                    <a:bodyPr/>
                    <a:lstStyle/>
                    <a:p>
                      <a:r>
                        <a:rPr lang="en-US" sz="1250" dirty="0"/>
                        <a:t>Not cleared</a:t>
                      </a:r>
                    </a:p>
                  </a:txBody>
                  <a:tcPr/>
                </a:tc>
                <a:extLst>
                  <a:ext uri="{0D108BD9-81ED-4DB2-BD59-A6C34878D82A}">
                    <a16:rowId xmlns:a16="http://schemas.microsoft.com/office/drawing/2014/main" val="158160069"/>
                  </a:ext>
                </a:extLst>
              </a:tr>
            </a:tbl>
          </a:graphicData>
        </a:graphic>
      </p:graphicFrame>
    </p:spTree>
    <p:extLst>
      <p:ext uri="{BB962C8B-B14F-4D97-AF65-F5344CB8AC3E}">
        <p14:creationId xmlns:p14="http://schemas.microsoft.com/office/powerpoint/2010/main" val="2221309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0E78-15DD-74B7-D7B1-A51B6A8EFF8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78C8793-A521-CD6B-30FC-85C8A687D49C}"/>
              </a:ext>
            </a:extLst>
          </p:cNvPr>
          <p:cNvSpPr>
            <a:spLocks noGrp="1"/>
          </p:cNvSpPr>
          <p:nvPr>
            <p:ph type="title"/>
          </p:nvPr>
        </p:nvSpPr>
        <p:spPr/>
        <p:txBody>
          <a:bodyPr/>
          <a:lstStyle/>
          <a:p>
            <a:r>
              <a:rPr lang="en-US" b="1" i="0" dirty="0">
                <a:solidFill>
                  <a:srgbClr val="253644"/>
                </a:solidFill>
                <a:effectLst/>
              </a:rPr>
              <a:t>Backup Media Requirements</a:t>
            </a:r>
            <a:endParaRPr lang="en-US" sz="2000" dirty="0">
              <a:solidFill>
                <a:srgbClr val="253644"/>
              </a:solidFill>
            </a:endParaRPr>
          </a:p>
        </p:txBody>
      </p:sp>
      <p:sp>
        <p:nvSpPr>
          <p:cNvPr id="3" name="Content Placeholder 2">
            <a:extLst>
              <a:ext uri="{FF2B5EF4-FFF2-40B4-BE49-F238E27FC236}">
                <a16:creationId xmlns:a16="http://schemas.microsoft.com/office/drawing/2014/main" id="{BEF0CD94-701E-BF31-F57D-0F0245971FB7}"/>
              </a:ext>
            </a:extLst>
          </p:cNvPr>
          <p:cNvSpPr>
            <a:spLocks noGrp="1"/>
          </p:cNvSpPr>
          <p:nvPr>
            <p:ph idx="1"/>
          </p:nvPr>
        </p:nvSpPr>
        <p:spPr>
          <a:xfrm>
            <a:off x="146050" y="746759"/>
            <a:ext cx="8391766" cy="4337605"/>
          </a:xfrm>
        </p:spPr>
        <p:txBody>
          <a:bodyPr vert="horz" lIns="91440" tIns="45720" rIns="91440" bIns="45720" rtlCol="0" anchor="t">
            <a:normAutofit/>
          </a:bodyPr>
          <a:lstStyle/>
          <a:p>
            <a:r>
              <a:rPr lang="en-US" dirty="0">
                <a:latin typeface="Calibri"/>
                <a:ea typeface="Calibri"/>
                <a:cs typeface="Calibri"/>
              </a:rPr>
              <a:t>Media reuse</a:t>
            </a:r>
          </a:p>
          <a:p>
            <a:pPr lvl="1"/>
            <a:r>
              <a:rPr lang="en-US" dirty="0">
                <a:latin typeface="Calibri"/>
                <a:ea typeface="Calibri"/>
                <a:cs typeface="Calibri"/>
              </a:rPr>
              <a:t>Magnetic tape, internal/external hard drives, NAS/SAN, cloud</a:t>
            </a:r>
          </a:p>
          <a:p>
            <a:r>
              <a:rPr lang="en-US" dirty="0">
                <a:latin typeface="Calibri"/>
                <a:ea typeface="Calibri"/>
                <a:cs typeface="Calibri"/>
              </a:rPr>
              <a:t>Grandfather-Father-Son (GFS)</a:t>
            </a:r>
          </a:p>
          <a:p>
            <a:r>
              <a:rPr lang="en-US" dirty="0">
                <a:latin typeface="Calibri"/>
                <a:ea typeface="Calibri"/>
                <a:cs typeface="Calibri"/>
              </a:rPr>
              <a:t>On site vs off site storage</a:t>
            </a:r>
          </a:p>
          <a:p>
            <a:r>
              <a:rPr lang="en-US" dirty="0">
                <a:latin typeface="Calibri"/>
                <a:ea typeface="Calibri"/>
                <a:cs typeface="Calibri"/>
              </a:rPr>
              <a:t>3-2-1 rule</a:t>
            </a:r>
          </a:p>
          <a:p>
            <a:pPr lvl="1"/>
            <a:r>
              <a:rPr lang="en-US" dirty="0">
                <a:latin typeface="Calibri"/>
                <a:ea typeface="Calibri"/>
                <a:cs typeface="Calibri"/>
              </a:rPr>
              <a:t>Popular scheme consists of</a:t>
            </a:r>
          </a:p>
          <a:p>
            <a:pPr lvl="1"/>
            <a:r>
              <a:rPr lang="en-US" dirty="0">
                <a:latin typeface="Calibri"/>
                <a:ea typeface="Calibri"/>
                <a:cs typeface="Calibri"/>
              </a:rPr>
              <a:t>3 full copies of data(includes production system), 2 different media types,  offline and offsite stored backup</a:t>
            </a:r>
          </a:p>
          <a:p>
            <a:pPr lvl="2"/>
            <a:r>
              <a:rPr lang="en-US" dirty="0">
                <a:latin typeface="Calibri"/>
                <a:ea typeface="Calibri"/>
                <a:cs typeface="Calibri"/>
              </a:rPr>
              <a:t>IE: Production system, External hard drive backup stored on site, and a backup of data to the cloud</a:t>
            </a:r>
          </a:p>
        </p:txBody>
      </p:sp>
      <p:sp>
        <p:nvSpPr>
          <p:cNvPr id="4" name="Slide Number Placeholder 3">
            <a:extLst>
              <a:ext uri="{FF2B5EF4-FFF2-40B4-BE49-F238E27FC236}">
                <a16:creationId xmlns:a16="http://schemas.microsoft.com/office/drawing/2014/main" id="{5196FE1C-91F7-2159-3932-731D4DC370FC}"/>
              </a:ext>
            </a:extLst>
          </p:cNvPr>
          <p:cNvSpPr>
            <a:spLocks noGrp="1"/>
          </p:cNvSpPr>
          <p:nvPr>
            <p:ph type="sldNum" sz="quarter" idx="10"/>
          </p:nvPr>
        </p:nvSpPr>
        <p:spPr/>
        <p:txBody>
          <a:bodyPr/>
          <a:lstStyle/>
          <a:p>
            <a:fld id="{B7CF8A19-3A9E-4ABC-B336-2FDDE321C72D}" type="slidenum">
              <a:rPr lang="en-US" smtClean="0"/>
              <a:pPr/>
              <a:t>9</a:t>
            </a:fld>
            <a:endParaRPr lang="en-US" dirty="0"/>
          </a:p>
        </p:txBody>
      </p:sp>
    </p:spTree>
    <p:custDataLst>
      <p:tags r:id="rId1"/>
    </p:custDataLst>
    <p:extLst>
      <p:ext uri="{BB962C8B-B14F-4D97-AF65-F5344CB8AC3E}">
        <p14:creationId xmlns:p14="http://schemas.microsoft.com/office/powerpoint/2010/main" val="3868167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0D3C1-7DFE-671D-C959-BBBB846D0B7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7B58876-F601-4E75-BBE5-92B64E800622}"/>
              </a:ext>
            </a:extLst>
          </p:cNvPr>
          <p:cNvSpPr>
            <a:spLocks noGrp="1"/>
          </p:cNvSpPr>
          <p:nvPr>
            <p:ph type="title"/>
          </p:nvPr>
        </p:nvSpPr>
        <p:spPr/>
        <p:txBody>
          <a:bodyPr/>
          <a:lstStyle/>
          <a:p>
            <a:r>
              <a:rPr lang="en-US" b="1" i="0" dirty="0">
                <a:solidFill>
                  <a:srgbClr val="253644"/>
                </a:solidFill>
                <a:effectLst/>
              </a:rPr>
              <a:t>Backup Testing and Recovery Best Practices</a:t>
            </a:r>
            <a:endParaRPr lang="en-US" sz="2000" dirty="0">
              <a:solidFill>
                <a:srgbClr val="253644"/>
              </a:solidFill>
            </a:endParaRPr>
          </a:p>
        </p:txBody>
      </p:sp>
      <p:sp>
        <p:nvSpPr>
          <p:cNvPr id="3" name="Content Placeholder 2">
            <a:extLst>
              <a:ext uri="{FF2B5EF4-FFF2-40B4-BE49-F238E27FC236}">
                <a16:creationId xmlns:a16="http://schemas.microsoft.com/office/drawing/2014/main" id="{AF599C91-CB4A-742A-0DA1-A135105D27CF}"/>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Always test backups will provide restoration of data in the event of a loss</a:t>
            </a:r>
          </a:p>
          <a:p>
            <a:r>
              <a:rPr lang="en-US" dirty="0">
                <a:latin typeface="Calibri"/>
                <a:ea typeface="Calibri"/>
                <a:cs typeface="Calibri"/>
              </a:rPr>
              <a:t>Verify data after backup</a:t>
            </a:r>
          </a:p>
          <a:p>
            <a:r>
              <a:rPr lang="en-US" dirty="0">
                <a:latin typeface="Calibri"/>
                <a:ea typeface="Calibri"/>
                <a:cs typeface="Calibri"/>
              </a:rPr>
              <a:t>Test periodically to ensure procedural compliance</a:t>
            </a:r>
          </a:p>
          <a:p>
            <a:r>
              <a:rPr lang="en-US" dirty="0">
                <a:latin typeface="Calibri"/>
                <a:ea typeface="Calibri"/>
                <a:cs typeface="Calibri"/>
              </a:rPr>
              <a:t>Recovery options</a:t>
            </a:r>
            <a:endParaRPr lang="en-US" dirty="0">
              <a:ea typeface="Calibri"/>
            </a:endParaRPr>
          </a:p>
          <a:p>
            <a:pPr lvl="1"/>
            <a:r>
              <a:rPr lang="en-US" dirty="0">
                <a:latin typeface="Calibri"/>
                <a:ea typeface="Calibri"/>
                <a:cs typeface="Calibri"/>
              </a:rPr>
              <a:t>In-place</a:t>
            </a:r>
          </a:p>
          <a:p>
            <a:pPr lvl="1"/>
            <a:r>
              <a:rPr lang="en-US" dirty="0">
                <a:latin typeface="Calibri"/>
                <a:ea typeface="Calibri"/>
                <a:cs typeface="Calibri"/>
              </a:rPr>
              <a:t>Alternative system/site location</a:t>
            </a:r>
          </a:p>
        </p:txBody>
      </p:sp>
      <p:sp>
        <p:nvSpPr>
          <p:cNvPr id="4" name="Slide Number Placeholder 3">
            <a:extLst>
              <a:ext uri="{FF2B5EF4-FFF2-40B4-BE49-F238E27FC236}">
                <a16:creationId xmlns:a16="http://schemas.microsoft.com/office/drawing/2014/main" id="{7FD07B5A-280B-12C9-9014-56C4465E9A71}"/>
              </a:ext>
            </a:extLst>
          </p:cNvPr>
          <p:cNvSpPr>
            <a:spLocks noGrp="1"/>
          </p:cNvSpPr>
          <p:nvPr>
            <p:ph type="sldNum" sz="quarter" idx="10"/>
          </p:nvPr>
        </p:nvSpPr>
        <p:spPr/>
        <p:txBody>
          <a:bodyPr/>
          <a:lstStyle/>
          <a:p>
            <a:fld id="{B7CF8A19-3A9E-4ABC-B336-2FDDE321C72D}" type="slidenum">
              <a:rPr lang="en-US" smtClean="0"/>
              <a:pPr/>
              <a:t>10</a:t>
            </a:fld>
            <a:endParaRPr lang="en-US" dirty="0"/>
          </a:p>
        </p:txBody>
      </p:sp>
    </p:spTree>
    <p:custDataLst>
      <p:tags r:id="rId1"/>
    </p:custDataLst>
    <p:extLst>
      <p:ext uri="{BB962C8B-B14F-4D97-AF65-F5344CB8AC3E}">
        <p14:creationId xmlns:p14="http://schemas.microsoft.com/office/powerpoint/2010/main" val="2423577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C704-052B-C54B-A996-63931C1872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C2B34C-E3CA-6FD2-9D6C-111DC9821A98}"/>
              </a:ext>
            </a:extLst>
          </p:cNvPr>
          <p:cNvSpPr>
            <a:spLocks noGrp="1"/>
          </p:cNvSpPr>
          <p:nvPr>
            <p:ph type="sldNum" sz="quarter" idx="13"/>
          </p:nvPr>
        </p:nvSpPr>
        <p:spPr/>
        <p:txBody>
          <a:bodyPr/>
          <a:lstStyle/>
          <a:p>
            <a:fld id="{B7CF8A19-3A9E-4ABC-B336-2FDDE321C72D}" type="slidenum">
              <a:rPr lang="en-US" smtClean="0"/>
              <a:pPr/>
              <a:t>11</a:t>
            </a:fld>
            <a:endParaRPr lang="en-US" dirty="0"/>
          </a:p>
        </p:txBody>
      </p:sp>
      <p:sp>
        <p:nvSpPr>
          <p:cNvPr id="3" name="Content Placeholder 2">
            <a:extLst>
              <a:ext uri="{FF2B5EF4-FFF2-40B4-BE49-F238E27FC236}">
                <a16:creationId xmlns:a16="http://schemas.microsoft.com/office/drawing/2014/main" id="{97B1D7C6-6A50-5E9C-3F50-A9E46AEF1132}"/>
              </a:ext>
            </a:extLst>
          </p:cNvPr>
          <p:cNvSpPr>
            <a:spLocks noGrp="1"/>
          </p:cNvSpPr>
          <p:nvPr>
            <p:ph sz="quarter" idx="14"/>
          </p:nvPr>
        </p:nvSpPr>
        <p:spPr/>
        <p:txBody>
          <a:bodyPr>
            <a:normAutofit/>
          </a:bodyPr>
          <a:lstStyle/>
          <a:p>
            <a:r>
              <a:rPr lang="en-US" dirty="0"/>
              <a:t>Lab: Back Up the Computer</a:t>
            </a:r>
            <a:br>
              <a:rPr lang="en-US" dirty="0"/>
            </a:br>
            <a:r>
              <a:rPr lang="en-US" sz="2000" dirty="0"/>
              <a:t>(available in CertMaster Learn and CertMaster Perform)</a:t>
            </a:r>
          </a:p>
          <a:p>
            <a:r>
              <a:rPr lang="en-US" dirty="0"/>
              <a:t>Lab: Restore Data from File History</a:t>
            </a:r>
            <a:br>
              <a:rPr lang="en-US" sz="2000" dirty="0"/>
            </a:br>
            <a:r>
              <a:rPr lang="en-US" sz="2000" dirty="0"/>
              <a:t>(available in CertMaster Learn and CertMaster Perform)</a:t>
            </a:r>
          </a:p>
          <a:p>
            <a:r>
              <a:rPr lang="en-US" dirty="0"/>
              <a:t>Applied Live Lab: Support Backup and Restore Operations</a:t>
            </a:r>
            <a:br>
              <a:rPr lang="en-US" sz="2000" dirty="0"/>
            </a:br>
            <a:r>
              <a:rPr lang="en-US" sz="2000" dirty="0"/>
              <a:t>(available in CertMaster Perform and CertMaster Labs)</a:t>
            </a:r>
          </a:p>
        </p:txBody>
      </p:sp>
    </p:spTree>
    <p:custDataLst>
      <p:tags r:id="rId1"/>
    </p:custDataLst>
    <p:extLst>
      <p:ext uri="{BB962C8B-B14F-4D97-AF65-F5344CB8AC3E}">
        <p14:creationId xmlns:p14="http://schemas.microsoft.com/office/powerpoint/2010/main" val="1169523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05FF38-6BD6-38E2-A21F-D565CE8948E1}"/>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Backup Operations</a:t>
            </a:r>
          </a:p>
          <a:p>
            <a:r>
              <a:rPr lang="en-US" dirty="0"/>
              <a:t>Backup Methods</a:t>
            </a:r>
          </a:p>
          <a:p>
            <a:r>
              <a:rPr lang="en-US" dirty="0"/>
              <a:t>Backup Media Requirements</a:t>
            </a:r>
          </a:p>
          <a:p>
            <a:r>
              <a:rPr lang="en-US" dirty="0"/>
              <a:t>Backup Testing and Recovery Best Practices</a:t>
            </a:r>
          </a:p>
          <a:p>
            <a:endParaRPr lang="en-US" dirty="0"/>
          </a:p>
          <a:p>
            <a:endParaRPr lang="en-US" dirty="0"/>
          </a:p>
        </p:txBody>
      </p:sp>
      <p:sp>
        <p:nvSpPr>
          <p:cNvPr id="3" name="Title 2">
            <a:extLst>
              <a:ext uri="{FF2B5EF4-FFF2-40B4-BE49-F238E27FC236}">
                <a16:creationId xmlns:a16="http://schemas.microsoft.com/office/drawing/2014/main" id="{39300C6D-BC0D-637A-EE53-7959660BA3DB}"/>
              </a:ext>
            </a:extLst>
          </p:cNvPr>
          <p:cNvSpPr>
            <a:spLocks noGrp="1"/>
          </p:cNvSpPr>
          <p:nvPr>
            <p:ph type="title"/>
          </p:nvPr>
        </p:nvSpPr>
        <p:spPr/>
        <p:txBody>
          <a:bodyPr/>
          <a:lstStyle/>
          <a:p>
            <a:r>
              <a:rPr lang="en-US" dirty="0"/>
              <a:t>Data Backup and Recovery</a:t>
            </a:r>
          </a:p>
        </p:txBody>
      </p:sp>
      <p:sp>
        <p:nvSpPr>
          <p:cNvPr id="4" name="Slide Number Placeholder 3">
            <a:extLst>
              <a:ext uri="{FF2B5EF4-FFF2-40B4-BE49-F238E27FC236}">
                <a16:creationId xmlns:a16="http://schemas.microsoft.com/office/drawing/2014/main" id="{D5165A82-C785-4841-4A6F-B52692AEAA9A}"/>
              </a:ext>
            </a:extLst>
          </p:cNvPr>
          <p:cNvSpPr>
            <a:spLocks noGrp="1"/>
          </p:cNvSpPr>
          <p:nvPr>
            <p:ph type="sldNum" sz="quarter" idx="12"/>
          </p:nvPr>
        </p:nvSpPr>
        <p:spPr/>
        <p:txBody>
          <a:bodyPr/>
          <a:lstStyle/>
          <a:p>
            <a:fld id="{B7CF8A19-3A9E-4ABC-B336-2FDDE321C72D}" type="slidenum">
              <a:rPr lang="en-US" smtClean="0"/>
              <a:pPr/>
              <a:t>12</a:t>
            </a:fld>
            <a:endParaRPr lang="en-US" dirty="0"/>
          </a:p>
        </p:txBody>
      </p:sp>
    </p:spTree>
    <p:custDataLst>
      <p:tags r:id="rId1"/>
    </p:custDataLst>
    <p:extLst>
      <p:ext uri="{BB962C8B-B14F-4D97-AF65-F5344CB8AC3E}">
        <p14:creationId xmlns:p14="http://schemas.microsoft.com/office/powerpoint/2010/main" val="1878458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0C41F-A5C9-C572-B03F-067825DC5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0521E-1914-68F8-1976-F11F2B96AA83}"/>
              </a:ext>
            </a:extLst>
          </p:cNvPr>
          <p:cNvSpPr>
            <a:spLocks noGrp="1"/>
          </p:cNvSpPr>
          <p:nvPr>
            <p:ph type="ctrTitle"/>
          </p:nvPr>
        </p:nvSpPr>
        <p:spPr/>
        <p:txBody>
          <a:bodyPr/>
          <a:lstStyle/>
          <a:p>
            <a:r>
              <a:rPr lang="en-US" dirty="0"/>
              <a:t>Data Handling Best Practices</a:t>
            </a:r>
          </a:p>
        </p:txBody>
      </p:sp>
      <p:sp>
        <p:nvSpPr>
          <p:cNvPr id="3" name="Subtitle 2">
            <a:extLst>
              <a:ext uri="{FF2B5EF4-FFF2-40B4-BE49-F238E27FC236}">
                <a16:creationId xmlns:a16="http://schemas.microsoft.com/office/drawing/2014/main" id="{59445AF6-5F6C-BC38-60CF-3F6245CB4D2E}"/>
              </a:ext>
            </a:extLst>
          </p:cNvPr>
          <p:cNvSpPr>
            <a:spLocks noGrp="1"/>
          </p:cNvSpPr>
          <p:nvPr>
            <p:ph type="subTitle" idx="1"/>
          </p:nvPr>
        </p:nvSpPr>
        <p:spPr/>
        <p:txBody>
          <a:bodyPr/>
          <a:lstStyle/>
          <a:p>
            <a:r>
              <a:rPr lang="en-US" dirty="0"/>
              <a:t>Lesson 21.2</a:t>
            </a:r>
          </a:p>
        </p:txBody>
      </p:sp>
      <p:sp>
        <p:nvSpPr>
          <p:cNvPr id="4" name="Slide Number Placeholder 3">
            <a:extLst>
              <a:ext uri="{FF2B5EF4-FFF2-40B4-BE49-F238E27FC236}">
                <a16:creationId xmlns:a16="http://schemas.microsoft.com/office/drawing/2014/main" id="{8F5ACDD8-4836-6B68-6390-624D82851D7A}"/>
              </a:ext>
            </a:extLst>
          </p:cNvPr>
          <p:cNvSpPr>
            <a:spLocks noGrp="1"/>
          </p:cNvSpPr>
          <p:nvPr>
            <p:ph type="sldNum" sz="quarter" idx="10"/>
          </p:nvPr>
        </p:nvSpPr>
        <p:spPr/>
        <p:txBody>
          <a:bodyPr/>
          <a:lstStyle/>
          <a:p>
            <a:fld id="{B7CF8A19-3A9E-4ABC-B336-2FDDE321C72D}" type="slidenum">
              <a:rPr lang="en-US" smtClean="0"/>
              <a:pPr/>
              <a:t>13</a:t>
            </a:fld>
            <a:endParaRPr lang="en-US" dirty="0"/>
          </a:p>
        </p:txBody>
      </p:sp>
    </p:spTree>
    <p:custDataLst>
      <p:tags r:id="rId1"/>
    </p:custDataLst>
    <p:extLst>
      <p:ext uri="{BB962C8B-B14F-4D97-AF65-F5344CB8AC3E}">
        <p14:creationId xmlns:p14="http://schemas.microsoft.com/office/powerpoint/2010/main" val="1686946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3DDEE-A9E9-7492-6474-9F0AC8F5F79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1F7EB13-415D-A9CF-E3E7-60C0FF545278}"/>
              </a:ext>
            </a:extLst>
          </p:cNvPr>
          <p:cNvSpPr>
            <a:spLocks noGrp="1"/>
          </p:cNvSpPr>
          <p:nvPr>
            <p:ph type="title"/>
          </p:nvPr>
        </p:nvSpPr>
        <p:spPr/>
        <p:txBody>
          <a:bodyPr/>
          <a:lstStyle/>
          <a:p>
            <a:r>
              <a:rPr lang="en-US" b="1" i="0" dirty="0">
                <a:solidFill>
                  <a:srgbClr val="253644"/>
                </a:solidFill>
                <a:effectLst/>
              </a:rPr>
              <a:t>Regulated Data Classification</a:t>
            </a:r>
            <a:endParaRPr lang="en-US" sz="2000" dirty="0">
              <a:solidFill>
                <a:srgbClr val="253644"/>
              </a:solidFill>
            </a:endParaRPr>
          </a:p>
        </p:txBody>
      </p:sp>
      <p:sp>
        <p:nvSpPr>
          <p:cNvPr id="3" name="Content Placeholder 2">
            <a:extLst>
              <a:ext uri="{FF2B5EF4-FFF2-40B4-BE49-F238E27FC236}">
                <a16:creationId xmlns:a16="http://schemas.microsoft.com/office/drawing/2014/main" id="{C3FF473A-AE43-6872-253B-F75DA36CF937}"/>
              </a:ext>
            </a:extLst>
          </p:cNvPr>
          <p:cNvSpPr>
            <a:spLocks noGrp="1"/>
          </p:cNvSpPr>
          <p:nvPr>
            <p:ph idx="1"/>
          </p:nvPr>
        </p:nvSpPr>
        <p:spPr>
          <a:xfrm>
            <a:off x="146050" y="746760"/>
            <a:ext cx="8066925" cy="4046220"/>
          </a:xfrm>
        </p:spPr>
        <p:txBody>
          <a:bodyPr vert="horz" lIns="91440" tIns="45720" rIns="91440" bIns="45720" rtlCol="0" anchor="t">
            <a:normAutofit lnSpcReduction="10000"/>
          </a:bodyPr>
          <a:lstStyle/>
          <a:p>
            <a:r>
              <a:rPr lang="en-US" dirty="0">
                <a:latin typeface="Calibri"/>
                <a:ea typeface="Calibri"/>
                <a:cs typeface="Calibri"/>
              </a:rPr>
              <a:t>PII</a:t>
            </a:r>
          </a:p>
          <a:p>
            <a:pPr lvl="1"/>
            <a:r>
              <a:rPr lang="en-US" dirty="0">
                <a:latin typeface="Calibri"/>
                <a:ea typeface="Calibri"/>
                <a:cs typeface="Calibri"/>
              </a:rPr>
              <a:t>US Privacy Act and GDPR regulatory compliance</a:t>
            </a:r>
          </a:p>
          <a:p>
            <a:r>
              <a:rPr lang="en-US" dirty="0">
                <a:latin typeface="Calibri"/>
                <a:ea typeface="Calibri"/>
                <a:cs typeface="Calibri"/>
              </a:rPr>
              <a:t>PGI</a:t>
            </a:r>
          </a:p>
          <a:p>
            <a:pPr lvl="1"/>
            <a:r>
              <a:rPr lang="en-US" dirty="0">
                <a:latin typeface="Calibri"/>
                <a:ea typeface="Calibri"/>
                <a:cs typeface="Calibri"/>
              </a:rPr>
              <a:t>Social security, passport, driver's license</a:t>
            </a:r>
          </a:p>
          <a:p>
            <a:r>
              <a:rPr lang="en-US" dirty="0">
                <a:latin typeface="Calibri"/>
                <a:ea typeface="Calibri"/>
                <a:cs typeface="Calibri"/>
              </a:rPr>
              <a:t>PHI</a:t>
            </a:r>
          </a:p>
          <a:p>
            <a:pPr lvl="1"/>
            <a:r>
              <a:rPr lang="en-US" dirty="0">
                <a:latin typeface="Calibri"/>
                <a:ea typeface="Calibri"/>
                <a:cs typeface="Calibri"/>
              </a:rPr>
              <a:t>Protected health information</a:t>
            </a:r>
            <a:endParaRPr lang="en-US" dirty="0">
              <a:ea typeface="Calibri"/>
            </a:endParaRPr>
          </a:p>
          <a:p>
            <a:pPr lvl="1"/>
            <a:r>
              <a:rPr lang="en-US" dirty="0">
                <a:latin typeface="Calibri"/>
                <a:ea typeface="Calibri"/>
                <a:cs typeface="Calibri"/>
              </a:rPr>
              <a:t>HIPAA compliance in US</a:t>
            </a:r>
          </a:p>
          <a:p>
            <a:r>
              <a:rPr lang="en-US" dirty="0">
                <a:latin typeface="Calibri"/>
                <a:ea typeface="Calibri"/>
                <a:cs typeface="Calibri"/>
              </a:rPr>
              <a:t>Credit card and bank card transactions</a:t>
            </a:r>
          </a:p>
          <a:p>
            <a:pPr lvl="1"/>
            <a:r>
              <a:rPr lang="en-US" dirty="0">
                <a:latin typeface="Calibri"/>
                <a:ea typeface="Calibri"/>
                <a:cs typeface="Calibri"/>
              </a:rPr>
              <a:t>PCI-DSS</a:t>
            </a:r>
          </a:p>
          <a:p>
            <a:r>
              <a:rPr lang="en-US" dirty="0">
                <a:latin typeface="Calibri"/>
                <a:ea typeface="Calibri"/>
                <a:cs typeface="Calibri"/>
              </a:rPr>
              <a:t>Best practices and requirements</a:t>
            </a:r>
          </a:p>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6EF72AB0-64FD-A43F-B8EC-89C1164E907B}"/>
              </a:ext>
            </a:extLst>
          </p:cNvPr>
          <p:cNvSpPr>
            <a:spLocks noGrp="1"/>
          </p:cNvSpPr>
          <p:nvPr>
            <p:ph type="sldNum" sz="quarter" idx="10"/>
          </p:nvPr>
        </p:nvSpPr>
        <p:spPr/>
        <p:txBody>
          <a:bodyPr/>
          <a:lstStyle/>
          <a:p>
            <a:fld id="{B7CF8A19-3A9E-4ABC-B336-2FDDE321C72D}" type="slidenum">
              <a:rPr lang="en-US" smtClean="0"/>
              <a:pPr/>
              <a:t>14</a:t>
            </a:fld>
            <a:endParaRPr lang="en-US" dirty="0"/>
          </a:p>
        </p:txBody>
      </p:sp>
    </p:spTree>
    <p:custDataLst>
      <p:tags r:id="rId1"/>
    </p:custDataLst>
    <p:extLst>
      <p:ext uri="{BB962C8B-B14F-4D97-AF65-F5344CB8AC3E}">
        <p14:creationId xmlns:p14="http://schemas.microsoft.com/office/powerpoint/2010/main" val="3228756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47D31-74AB-2F91-C101-1E8CF1D0BCC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BDBA98C-4736-47AD-58B7-E6A0DB819B29}"/>
              </a:ext>
            </a:extLst>
          </p:cNvPr>
          <p:cNvSpPr>
            <a:spLocks noGrp="1"/>
          </p:cNvSpPr>
          <p:nvPr>
            <p:ph type="title"/>
          </p:nvPr>
        </p:nvSpPr>
        <p:spPr/>
        <p:txBody>
          <a:bodyPr/>
          <a:lstStyle/>
          <a:p>
            <a:r>
              <a:rPr lang="en-US" b="1" i="0" dirty="0">
                <a:solidFill>
                  <a:srgbClr val="253644"/>
                </a:solidFill>
                <a:effectLst/>
              </a:rPr>
              <a:t>Prohibited Content and Licensing Issues</a:t>
            </a:r>
            <a:endParaRPr lang="en-US" sz="2000" dirty="0">
              <a:solidFill>
                <a:srgbClr val="253644"/>
              </a:solidFill>
            </a:endParaRPr>
          </a:p>
        </p:txBody>
      </p:sp>
      <p:sp>
        <p:nvSpPr>
          <p:cNvPr id="3" name="Content Placeholder 2">
            <a:extLst>
              <a:ext uri="{FF2B5EF4-FFF2-40B4-BE49-F238E27FC236}">
                <a16:creationId xmlns:a16="http://schemas.microsoft.com/office/drawing/2014/main" id="{F7F86BA0-18E7-E91B-437C-4B9932CCD84B}"/>
              </a:ext>
            </a:extLst>
          </p:cNvPr>
          <p:cNvSpPr>
            <a:spLocks noGrp="1"/>
          </p:cNvSpPr>
          <p:nvPr>
            <p:ph idx="1"/>
          </p:nvPr>
        </p:nvSpPr>
        <p:spPr>
          <a:xfrm>
            <a:off x="146050" y="746760"/>
            <a:ext cx="8066925" cy="4046220"/>
          </a:xfrm>
        </p:spPr>
        <p:txBody>
          <a:bodyPr vert="horz" lIns="91440" tIns="45720" rIns="91440" bIns="45720" rtlCol="0" anchor="t">
            <a:normAutofit lnSpcReduction="10000"/>
          </a:bodyPr>
          <a:lstStyle/>
          <a:p>
            <a:r>
              <a:rPr lang="en-US" dirty="0">
                <a:latin typeface="Calibri"/>
                <a:ea typeface="Calibri"/>
                <a:cs typeface="Calibri"/>
              </a:rPr>
              <a:t>Information not applicable to work</a:t>
            </a:r>
          </a:p>
          <a:p>
            <a:pPr lvl="1"/>
            <a:r>
              <a:rPr lang="en-US" dirty="0">
                <a:latin typeface="Calibri"/>
                <a:ea typeface="Calibri"/>
                <a:cs typeface="Calibri"/>
              </a:rPr>
              <a:t>Obscene or illegally copied/pirated</a:t>
            </a:r>
          </a:p>
          <a:p>
            <a:r>
              <a:rPr lang="en-US" dirty="0">
                <a:latin typeface="Calibri"/>
                <a:ea typeface="Calibri"/>
                <a:cs typeface="Calibri"/>
              </a:rPr>
              <a:t>End-user license agreements (EULA)</a:t>
            </a:r>
          </a:p>
          <a:p>
            <a:r>
              <a:rPr lang="en-US" dirty="0">
                <a:latin typeface="Calibri"/>
                <a:ea typeface="Calibri"/>
                <a:cs typeface="Calibri"/>
              </a:rPr>
              <a:t>License compliance</a:t>
            </a:r>
          </a:p>
          <a:p>
            <a:pPr lvl="1"/>
            <a:r>
              <a:rPr lang="en-US" dirty="0">
                <a:latin typeface="Calibri"/>
                <a:ea typeface="Calibri"/>
                <a:cs typeface="Calibri"/>
              </a:rPr>
              <a:t>Personal vs corporate use</a:t>
            </a:r>
          </a:p>
          <a:p>
            <a:pPr lvl="1"/>
            <a:r>
              <a:rPr lang="en-US" dirty="0">
                <a:latin typeface="Calibri"/>
                <a:ea typeface="Calibri"/>
                <a:cs typeface="Calibri"/>
              </a:rPr>
              <a:t>Single user vs multiple user license</a:t>
            </a:r>
          </a:p>
          <a:p>
            <a:r>
              <a:rPr lang="en-US" dirty="0">
                <a:latin typeface="Calibri"/>
                <a:ea typeface="Calibri"/>
                <a:cs typeface="Calibri"/>
              </a:rPr>
              <a:t>Open-source license</a:t>
            </a:r>
          </a:p>
          <a:p>
            <a:pPr lvl="1"/>
            <a:r>
              <a:rPr lang="en-US" dirty="0">
                <a:latin typeface="Calibri"/>
                <a:ea typeface="Calibri"/>
                <a:cs typeface="Calibri"/>
              </a:rPr>
              <a:t>Does not necessarily indicate free cost to use</a:t>
            </a:r>
          </a:p>
          <a:p>
            <a:r>
              <a:rPr lang="en-US" dirty="0">
                <a:latin typeface="Calibri"/>
                <a:ea typeface="Calibri"/>
                <a:cs typeface="Calibri"/>
              </a:rPr>
              <a:t>Digital rights management</a:t>
            </a:r>
          </a:p>
          <a:p>
            <a:r>
              <a:rPr lang="en-US" dirty="0">
                <a:latin typeface="Calibri"/>
                <a:ea typeface="Calibri"/>
                <a:cs typeface="Calibri"/>
              </a:rPr>
              <a:t>Non-disclosure agreement (NDA)</a:t>
            </a:r>
            <a:endParaRPr lang="en-US" dirty="0">
              <a:ea typeface="Calibri"/>
            </a:endParaRPr>
          </a:p>
        </p:txBody>
      </p:sp>
      <p:sp>
        <p:nvSpPr>
          <p:cNvPr id="4" name="Slide Number Placeholder 3">
            <a:extLst>
              <a:ext uri="{FF2B5EF4-FFF2-40B4-BE49-F238E27FC236}">
                <a16:creationId xmlns:a16="http://schemas.microsoft.com/office/drawing/2014/main" id="{596F4D71-2716-9822-76B4-C4A9833BE942}"/>
              </a:ext>
            </a:extLst>
          </p:cNvPr>
          <p:cNvSpPr>
            <a:spLocks noGrp="1"/>
          </p:cNvSpPr>
          <p:nvPr>
            <p:ph type="sldNum" sz="quarter" idx="10"/>
          </p:nvPr>
        </p:nvSpPr>
        <p:spPr/>
        <p:txBody>
          <a:bodyPr/>
          <a:lstStyle/>
          <a:p>
            <a:fld id="{B7CF8A19-3A9E-4ABC-B336-2FDDE321C72D}" type="slidenum">
              <a:rPr lang="en-US" smtClean="0"/>
              <a:pPr/>
              <a:t>15</a:t>
            </a:fld>
            <a:endParaRPr lang="en-US" dirty="0"/>
          </a:p>
        </p:txBody>
      </p:sp>
    </p:spTree>
    <p:custDataLst>
      <p:tags r:id="rId1"/>
    </p:custDataLst>
    <p:extLst>
      <p:ext uri="{BB962C8B-B14F-4D97-AF65-F5344CB8AC3E}">
        <p14:creationId xmlns:p14="http://schemas.microsoft.com/office/powerpoint/2010/main" val="1457680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39C1B-9BB1-3CD5-C566-1AAFFC90D8F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4FA62CF-7589-3447-B0F5-96D2319F800D}"/>
              </a:ext>
            </a:extLst>
          </p:cNvPr>
          <p:cNvSpPr>
            <a:spLocks noGrp="1"/>
          </p:cNvSpPr>
          <p:nvPr>
            <p:ph type="title"/>
          </p:nvPr>
        </p:nvSpPr>
        <p:spPr/>
        <p:txBody>
          <a:bodyPr/>
          <a:lstStyle/>
          <a:p>
            <a:r>
              <a:rPr lang="en-US" b="1" i="0" dirty="0">
                <a:solidFill>
                  <a:srgbClr val="253644"/>
                </a:solidFill>
                <a:effectLst/>
              </a:rPr>
              <a:t>Incident Response</a:t>
            </a:r>
            <a:endParaRPr lang="en-US" sz="2000" dirty="0">
              <a:solidFill>
                <a:srgbClr val="253644"/>
              </a:solidFill>
            </a:endParaRPr>
          </a:p>
        </p:txBody>
      </p:sp>
      <p:sp>
        <p:nvSpPr>
          <p:cNvPr id="3" name="Content Placeholder 2">
            <a:extLst>
              <a:ext uri="{FF2B5EF4-FFF2-40B4-BE49-F238E27FC236}">
                <a16:creationId xmlns:a16="http://schemas.microsoft.com/office/drawing/2014/main" id="{A39F8EAB-4F4E-6B99-C61E-842D159BF1AD}"/>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Standard procedures and policy to follow when something occurs like a data breach or system outage</a:t>
            </a:r>
            <a:endParaRPr lang="en-US" dirty="0">
              <a:ea typeface="Calibri" panose="020F0502020204030204" pitchFamily="34" charset="0"/>
            </a:endParaRPr>
          </a:p>
          <a:p>
            <a:r>
              <a:rPr lang="en-US" dirty="0">
                <a:latin typeface="Calibri"/>
                <a:ea typeface="Calibri"/>
                <a:cs typeface="Calibri"/>
              </a:rPr>
              <a:t>Incident response plan</a:t>
            </a:r>
          </a:p>
          <a:p>
            <a:r>
              <a:rPr lang="en-US" dirty="0">
                <a:latin typeface="Calibri"/>
                <a:ea typeface="Calibri"/>
                <a:cs typeface="Calibri"/>
              </a:rPr>
              <a:t>CIRT/CERT/CSERT</a:t>
            </a:r>
            <a:endParaRPr lang="en-US" dirty="0">
              <a:ea typeface="Calibri"/>
            </a:endParaRPr>
          </a:p>
          <a:p>
            <a:pPr lvl="1"/>
            <a:r>
              <a:rPr lang="en-US" dirty="0">
                <a:latin typeface="Calibri"/>
                <a:ea typeface="Calibri"/>
                <a:cs typeface="Calibri"/>
              </a:rPr>
              <a:t>Team of responders identifies specifically to handle various situations</a:t>
            </a:r>
            <a:endParaRPr lang="en-US" dirty="0">
              <a:ea typeface="Calibri"/>
            </a:endParaRPr>
          </a:p>
        </p:txBody>
      </p:sp>
      <p:sp>
        <p:nvSpPr>
          <p:cNvPr id="4" name="Slide Number Placeholder 3">
            <a:extLst>
              <a:ext uri="{FF2B5EF4-FFF2-40B4-BE49-F238E27FC236}">
                <a16:creationId xmlns:a16="http://schemas.microsoft.com/office/drawing/2014/main" id="{B050026D-F3E9-3E04-0E38-D520989A0BE6}"/>
              </a:ext>
            </a:extLst>
          </p:cNvPr>
          <p:cNvSpPr>
            <a:spLocks noGrp="1"/>
          </p:cNvSpPr>
          <p:nvPr>
            <p:ph type="sldNum" sz="quarter" idx="10"/>
          </p:nvPr>
        </p:nvSpPr>
        <p:spPr/>
        <p:txBody>
          <a:bodyPr/>
          <a:lstStyle/>
          <a:p>
            <a:fld id="{B7CF8A19-3A9E-4ABC-B336-2FDDE321C72D}" type="slidenum">
              <a:rPr lang="en-US" smtClean="0"/>
              <a:pPr/>
              <a:t>16</a:t>
            </a:fld>
            <a:endParaRPr lang="en-US" dirty="0"/>
          </a:p>
        </p:txBody>
      </p:sp>
    </p:spTree>
    <p:custDataLst>
      <p:tags r:id="rId1"/>
    </p:custDataLst>
    <p:extLst>
      <p:ext uri="{BB962C8B-B14F-4D97-AF65-F5344CB8AC3E}">
        <p14:creationId xmlns:p14="http://schemas.microsoft.com/office/powerpoint/2010/main" val="12360788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B5137-6757-3745-8CAB-494FB7627F7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6D6AF27-FC3F-C91F-99AF-8C60BA5DAF5E}"/>
              </a:ext>
            </a:extLst>
          </p:cNvPr>
          <p:cNvSpPr>
            <a:spLocks noGrp="1"/>
          </p:cNvSpPr>
          <p:nvPr>
            <p:ph type="title"/>
          </p:nvPr>
        </p:nvSpPr>
        <p:spPr/>
        <p:txBody>
          <a:bodyPr/>
          <a:lstStyle/>
          <a:p>
            <a:r>
              <a:rPr lang="en-US" b="1" i="0" dirty="0">
                <a:solidFill>
                  <a:srgbClr val="253644"/>
                </a:solidFill>
                <a:effectLst/>
              </a:rPr>
              <a:t>Data Integrity and Preservation</a:t>
            </a:r>
            <a:endParaRPr lang="en-US" sz="2000" dirty="0">
              <a:solidFill>
                <a:srgbClr val="253644"/>
              </a:solidFill>
            </a:endParaRPr>
          </a:p>
        </p:txBody>
      </p:sp>
      <p:sp>
        <p:nvSpPr>
          <p:cNvPr id="3" name="Content Placeholder 2">
            <a:extLst>
              <a:ext uri="{FF2B5EF4-FFF2-40B4-BE49-F238E27FC236}">
                <a16:creationId xmlns:a16="http://schemas.microsoft.com/office/drawing/2014/main" id="{9CDF4B0D-D609-BF6B-7D5B-4548EBE69326}"/>
              </a:ext>
            </a:extLst>
          </p:cNvPr>
          <p:cNvSpPr>
            <a:spLocks noGrp="1"/>
          </p:cNvSpPr>
          <p:nvPr>
            <p:ph idx="1"/>
          </p:nvPr>
        </p:nvSpPr>
        <p:spPr>
          <a:xfrm>
            <a:off x="146050" y="746760"/>
            <a:ext cx="8066925" cy="4244340"/>
          </a:xfrm>
        </p:spPr>
        <p:txBody>
          <a:bodyPr vert="horz" lIns="91440" tIns="45720" rIns="91440" bIns="45720" rtlCol="0" anchor="t">
            <a:normAutofit/>
          </a:bodyPr>
          <a:lstStyle/>
          <a:p>
            <a:r>
              <a:rPr lang="en-US" dirty="0">
                <a:latin typeface="Calibri"/>
                <a:ea typeface="Calibri"/>
                <a:cs typeface="Calibri"/>
              </a:rPr>
              <a:t>Forensics</a:t>
            </a:r>
          </a:p>
          <a:p>
            <a:pPr lvl="1"/>
            <a:r>
              <a:rPr lang="en-US" dirty="0">
                <a:latin typeface="Calibri"/>
                <a:ea typeface="Calibri"/>
                <a:cs typeface="Calibri"/>
              </a:rPr>
              <a:t>Collection of evidence from a computer system or network to a standard that will be accepted in a court of law</a:t>
            </a:r>
          </a:p>
          <a:p>
            <a:pPr lvl="1"/>
            <a:r>
              <a:rPr lang="en-US" dirty="0">
                <a:latin typeface="Calibri"/>
                <a:ea typeface="Calibri"/>
                <a:cs typeface="Calibri"/>
              </a:rPr>
              <a:t>Certified technicians and facilities for processing</a:t>
            </a:r>
          </a:p>
          <a:p>
            <a:r>
              <a:rPr lang="en-US" dirty="0">
                <a:latin typeface="Calibri"/>
                <a:ea typeface="Calibri"/>
                <a:cs typeface="Calibri"/>
              </a:rPr>
              <a:t>Document, document, document</a:t>
            </a:r>
          </a:p>
          <a:p>
            <a:pPr lvl="1"/>
            <a:r>
              <a:rPr lang="en-US" dirty="0">
                <a:latin typeface="Calibri"/>
                <a:ea typeface="Calibri"/>
                <a:cs typeface="Calibri"/>
              </a:rPr>
              <a:t>Pictures, videos, notes</a:t>
            </a:r>
          </a:p>
          <a:p>
            <a:r>
              <a:rPr lang="en-US" dirty="0">
                <a:latin typeface="Calibri"/>
                <a:ea typeface="Calibri"/>
                <a:cs typeface="Calibri"/>
              </a:rPr>
              <a:t>Order of volatility</a:t>
            </a:r>
            <a:endParaRPr lang="en-US" dirty="0">
              <a:ea typeface="Calibri" panose="020F0502020204030204" pitchFamily="34" charset="0"/>
            </a:endParaRPr>
          </a:p>
          <a:p>
            <a:r>
              <a:rPr lang="en-US" dirty="0">
                <a:latin typeface="Calibri"/>
                <a:ea typeface="Calibri"/>
                <a:cs typeface="Calibri"/>
              </a:rPr>
              <a:t>Chain of custody</a:t>
            </a:r>
          </a:p>
          <a:p>
            <a:pPr lvl="1"/>
            <a:r>
              <a:rPr lang="en-US" dirty="0">
                <a:latin typeface="Calibri"/>
                <a:ea typeface="Calibri"/>
                <a:cs typeface="Calibri"/>
              </a:rPr>
              <a:t>Positive, documented, control over evidence to prevent tampering and documents collection, storage, processing, and even transport of said evidence</a:t>
            </a:r>
          </a:p>
        </p:txBody>
      </p:sp>
      <p:sp>
        <p:nvSpPr>
          <p:cNvPr id="4" name="Slide Number Placeholder 3">
            <a:extLst>
              <a:ext uri="{FF2B5EF4-FFF2-40B4-BE49-F238E27FC236}">
                <a16:creationId xmlns:a16="http://schemas.microsoft.com/office/drawing/2014/main" id="{CA327F9F-D632-16BC-C538-2A77590110F7}"/>
              </a:ext>
            </a:extLst>
          </p:cNvPr>
          <p:cNvSpPr>
            <a:spLocks noGrp="1"/>
          </p:cNvSpPr>
          <p:nvPr>
            <p:ph type="sldNum" sz="quarter" idx="10"/>
          </p:nvPr>
        </p:nvSpPr>
        <p:spPr/>
        <p:txBody>
          <a:bodyPr/>
          <a:lstStyle/>
          <a:p>
            <a:fld id="{B7CF8A19-3A9E-4ABC-B336-2FDDE321C72D}" type="slidenum">
              <a:rPr lang="en-US" smtClean="0"/>
              <a:pPr/>
              <a:t>17</a:t>
            </a:fld>
            <a:endParaRPr lang="en-US" dirty="0"/>
          </a:p>
        </p:txBody>
      </p:sp>
    </p:spTree>
    <p:custDataLst>
      <p:tags r:id="rId1"/>
    </p:custDataLst>
    <p:extLst>
      <p:ext uri="{BB962C8B-B14F-4D97-AF65-F5344CB8AC3E}">
        <p14:creationId xmlns:p14="http://schemas.microsoft.com/office/powerpoint/2010/main" val="685493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4D61B-A01B-0FE6-1BD2-9543500C94C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A66AB03-8F92-B5A0-D2FE-C38AAC1A9C30}"/>
              </a:ext>
            </a:extLst>
          </p:cNvPr>
          <p:cNvSpPr>
            <a:spLocks noGrp="1"/>
          </p:cNvSpPr>
          <p:nvPr>
            <p:ph type="title"/>
          </p:nvPr>
        </p:nvSpPr>
        <p:spPr/>
        <p:txBody>
          <a:bodyPr/>
          <a:lstStyle/>
          <a:p>
            <a:r>
              <a:rPr lang="en-US" b="1" i="0" dirty="0">
                <a:solidFill>
                  <a:srgbClr val="253644"/>
                </a:solidFill>
                <a:effectLst/>
              </a:rPr>
              <a:t>Data Destruction Methods</a:t>
            </a:r>
            <a:endParaRPr lang="en-US" sz="2000" dirty="0">
              <a:solidFill>
                <a:srgbClr val="253644"/>
              </a:solidFill>
            </a:endParaRPr>
          </a:p>
        </p:txBody>
      </p:sp>
      <p:sp>
        <p:nvSpPr>
          <p:cNvPr id="3" name="Content Placeholder 2">
            <a:extLst>
              <a:ext uri="{FF2B5EF4-FFF2-40B4-BE49-F238E27FC236}">
                <a16:creationId xmlns:a16="http://schemas.microsoft.com/office/drawing/2014/main" id="{AC6A2A1F-318E-91CA-2329-98452393B590}"/>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Sanitization</a:t>
            </a:r>
          </a:p>
          <a:p>
            <a:r>
              <a:rPr lang="en-US" dirty="0">
                <a:latin typeface="Calibri"/>
                <a:ea typeface="Calibri"/>
                <a:cs typeface="Calibri"/>
              </a:rPr>
              <a:t>Re-formatting may not be sufficient</a:t>
            </a:r>
          </a:p>
          <a:p>
            <a:r>
              <a:rPr lang="en-US" dirty="0">
                <a:latin typeface="Calibri"/>
                <a:ea typeface="Calibri"/>
                <a:cs typeface="Calibri"/>
              </a:rPr>
              <a:t>Erasing/wiping</a:t>
            </a:r>
          </a:p>
          <a:p>
            <a:r>
              <a:rPr lang="en-US" dirty="0">
                <a:latin typeface="Calibri"/>
                <a:ea typeface="Calibri"/>
                <a:cs typeface="Calibri"/>
              </a:rPr>
              <a:t>Low level format</a:t>
            </a:r>
          </a:p>
          <a:p>
            <a:pPr lvl="1"/>
            <a:r>
              <a:rPr lang="en-US" dirty="0">
                <a:latin typeface="Calibri"/>
                <a:ea typeface="Calibri"/>
                <a:cs typeface="Calibri"/>
              </a:rPr>
              <a:t>Secure erase</a:t>
            </a:r>
          </a:p>
          <a:p>
            <a:pPr lvl="1"/>
            <a:r>
              <a:rPr lang="en-US" dirty="0">
                <a:latin typeface="Calibri"/>
                <a:ea typeface="Calibri"/>
                <a:cs typeface="Calibri"/>
              </a:rPr>
              <a:t>Instant secure erase</a:t>
            </a:r>
          </a:p>
        </p:txBody>
      </p:sp>
      <p:sp>
        <p:nvSpPr>
          <p:cNvPr id="4" name="Slide Number Placeholder 3">
            <a:extLst>
              <a:ext uri="{FF2B5EF4-FFF2-40B4-BE49-F238E27FC236}">
                <a16:creationId xmlns:a16="http://schemas.microsoft.com/office/drawing/2014/main" id="{83DA2357-8587-4B33-D0F8-7DB115C9C95E}"/>
              </a:ext>
            </a:extLst>
          </p:cNvPr>
          <p:cNvSpPr>
            <a:spLocks noGrp="1"/>
          </p:cNvSpPr>
          <p:nvPr>
            <p:ph type="sldNum" sz="quarter" idx="10"/>
          </p:nvPr>
        </p:nvSpPr>
        <p:spPr/>
        <p:txBody>
          <a:bodyPr/>
          <a:lstStyle/>
          <a:p>
            <a:fld id="{B7CF8A19-3A9E-4ABC-B336-2FDDE321C72D}" type="slidenum">
              <a:rPr lang="en-US" smtClean="0"/>
              <a:pPr/>
              <a:t>18</a:t>
            </a:fld>
            <a:endParaRPr lang="en-US" dirty="0"/>
          </a:p>
        </p:txBody>
      </p:sp>
    </p:spTree>
    <p:custDataLst>
      <p:tags r:id="rId1"/>
    </p:custDataLst>
    <p:extLst>
      <p:ext uri="{BB962C8B-B14F-4D97-AF65-F5344CB8AC3E}">
        <p14:creationId xmlns:p14="http://schemas.microsoft.com/office/powerpoint/2010/main" val="3689521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BD73E-71E9-F75F-ECD7-699AD8A8C11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586B0BA-69E9-5D23-E2B0-32173C8167F6}"/>
              </a:ext>
            </a:extLst>
          </p:cNvPr>
          <p:cNvSpPr>
            <a:spLocks noGrp="1"/>
          </p:cNvSpPr>
          <p:nvPr>
            <p:ph type="title"/>
          </p:nvPr>
        </p:nvSpPr>
        <p:spPr/>
        <p:txBody>
          <a:bodyPr/>
          <a:lstStyle/>
          <a:p>
            <a:r>
              <a:rPr lang="en-US" b="1" i="0" dirty="0">
                <a:solidFill>
                  <a:srgbClr val="253644"/>
                </a:solidFill>
                <a:effectLst/>
              </a:rPr>
              <a:t>Disposal and Recycling Outsourcing Concepts</a:t>
            </a:r>
            <a:endParaRPr lang="en-US" sz="2000" dirty="0">
              <a:solidFill>
                <a:srgbClr val="253644"/>
              </a:solidFill>
            </a:endParaRPr>
          </a:p>
        </p:txBody>
      </p:sp>
      <p:sp>
        <p:nvSpPr>
          <p:cNvPr id="3" name="Content Placeholder 2">
            <a:extLst>
              <a:ext uri="{FF2B5EF4-FFF2-40B4-BE49-F238E27FC236}">
                <a16:creationId xmlns:a16="http://schemas.microsoft.com/office/drawing/2014/main" id="{70342746-062E-2517-140F-D3C1E0210550}"/>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Drilling</a:t>
            </a:r>
            <a:endParaRPr lang="en-US" dirty="0">
              <a:ea typeface="Calibri"/>
            </a:endParaRPr>
          </a:p>
          <a:p>
            <a:r>
              <a:rPr lang="en-US" dirty="0">
                <a:latin typeface="Calibri"/>
                <a:ea typeface="Calibri"/>
                <a:cs typeface="Calibri"/>
              </a:rPr>
              <a:t>Shredding</a:t>
            </a:r>
            <a:endParaRPr lang="en-US" dirty="0">
              <a:ea typeface="Calibri"/>
            </a:endParaRPr>
          </a:p>
          <a:p>
            <a:r>
              <a:rPr lang="en-US" dirty="0">
                <a:latin typeface="Calibri"/>
                <a:ea typeface="Calibri"/>
                <a:cs typeface="Calibri"/>
              </a:rPr>
              <a:t>Incineration</a:t>
            </a:r>
          </a:p>
          <a:p>
            <a:r>
              <a:rPr lang="en-US" dirty="0">
                <a:latin typeface="Calibri"/>
                <a:ea typeface="Calibri"/>
                <a:cs typeface="Calibri"/>
              </a:rPr>
              <a:t>Degaussing</a:t>
            </a:r>
          </a:p>
          <a:p>
            <a:pPr lvl="1"/>
            <a:r>
              <a:rPr lang="en-US" dirty="0">
                <a:latin typeface="Calibri"/>
                <a:ea typeface="Calibri"/>
                <a:cs typeface="Calibri"/>
              </a:rPr>
              <a:t>Only works on magnetic media like HDD and magnetic tape, not SSD or optical media</a:t>
            </a:r>
          </a:p>
          <a:p>
            <a:r>
              <a:rPr lang="en-US" dirty="0">
                <a:latin typeface="Calibri"/>
                <a:ea typeface="Calibri"/>
                <a:cs typeface="Calibri"/>
              </a:rPr>
              <a:t>Certificate of destruction/recycling</a:t>
            </a:r>
          </a:p>
        </p:txBody>
      </p:sp>
      <p:sp>
        <p:nvSpPr>
          <p:cNvPr id="4" name="Slide Number Placeholder 3">
            <a:extLst>
              <a:ext uri="{FF2B5EF4-FFF2-40B4-BE49-F238E27FC236}">
                <a16:creationId xmlns:a16="http://schemas.microsoft.com/office/drawing/2014/main" id="{8407A74C-25BA-54D4-DAFF-042BBBF5E1C0}"/>
              </a:ext>
            </a:extLst>
          </p:cNvPr>
          <p:cNvSpPr>
            <a:spLocks noGrp="1"/>
          </p:cNvSpPr>
          <p:nvPr>
            <p:ph type="sldNum" sz="quarter" idx="10"/>
          </p:nvPr>
        </p:nvSpPr>
        <p:spPr/>
        <p:txBody>
          <a:bodyPr/>
          <a:lstStyle/>
          <a:p>
            <a:fld id="{B7CF8A19-3A9E-4ABC-B336-2FDDE321C72D}" type="slidenum">
              <a:rPr lang="en-US" smtClean="0"/>
              <a:pPr/>
              <a:t>19</a:t>
            </a:fld>
            <a:endParaRPr lang="en-US" dirty="0"/>
          </a:p>
        </p:txBody>
      </p:sp>
    </p:spTree>
    <p:custDataLst>
      <p:tags r:id="rId1"/>
    </p:custDataLst>
    <p:extLst>
      <p:ext uri="{BB962C8B-B14F-4D97-AF65-F5344CB8AC3E}">
        <p14:creationId xmlns:p14="http://schemas.microsoft.com/office/powerpoint/2010/main" val="2037622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C6166-25C4-F7A5-079A-B2B89301354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E03894-C390-9E60-93C7-357395A93AB3}"/>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Regulated Data Classification</a:t>
            </a:r>
          </a:p>
          <a:p>
            <a:r>
              <a:rPr lang="en-US" dirty="0"/>
              <a:t>Prohibited Content and Licensing Issues</a:t>
            </a:r>
          </a:p>
          <a:p>
            <a:r>
              <a:rPr lang="en-US" dirty="0"/>
              <a:t>Incident Response</a:t>
            </a:r>
          </a:p>
          <a:p>
            <a:r>
              <a:rPr lang="en-US" dirty="0"/>
              <a:t>Data Integrity and Preservation</a:t>
            </a:r>
          </a:p>
          <a:p>
            <a:r>
              <a:rPr lang="en-US" dirty="0"/>
              <a:t>Data Destruction Methods</a:t>
            </a:r>
          </a:p>
          <a:p>
            <a:r>
              <a:rPr lang="en-US" dirty="0"/>
              <a:t>Disposal and Recycling Outsourcing Concepts</a:t>
            </a:r>
          </a:p>
          <a:p>
            <a:endParaRPr lang="en-US" dirty="0"/>
          </a:p>
        </p:txBody>
      </p:sp>
      <p:sp>
        <p:nvSpPr>
          <p:cNvPr id="3" name="Title 2">
            <a:extLst>
              <a:ext uri="{FF2B5EF4-FFF2-40B4-BE49-F238E27FC236}">
                <a16:creationId xmlns:a16="http://schemas.microsoft.com/office/drawing/2014/main" id="{90304B64-41E5-AE22-D4BE-5CD2598D2F6F}"/>
              </a:ext>
            </a:extLst>
          </p:cNvPr>
          <p:cNvSpPr>
            <a:spLocks noGrp="1"/>
          </p:cNvSpPr>
          <p:nvPr>
            <p:ph type="title"/>
          </p:nvPr>
        </p:nvSpPr>
        <p:spPr/>
        <p:txBody>
          <a:bodyPr/>
          <a:lstStyle/>
          <a:p>
            <a:r>
              <a:rPr lang="en-US" dirty="0"/>
              <a:t>Data Handling Best Practices</a:t>
            </a:r>
          </a:p>
        </p:txBody>
      </p:sp>
      <p:sp>
        <p:nvSpPr>
          <p:cNvPr id="4" name="Slide Number Placeholder 3">
            <a:extLst>
              <a:ext uri="{FF2B5EF4-FFF2-40B4-BE49-F238E27FC236}">
                <a16:creationId xmlns:a16="http://schemas.microsoft.com/office/drawing/2014/main" id="{7475E65E-4C57-2D72-84B6-6AA24ADB7E77}"/>
              </a:ext>
            </a:extLst>
          </p:cNvPr>
          <p:cNvSpPr>
            <a:spLocks noGrp="1"/>
          </p:cNvSpPr>
          <p:nvPr>
            <p:ph type="sldNum" sz="quarter" idx="12"/>
          </p:nvPr>
        </p:nvSpPr>
        <p:spPr/>
        <p:txBody>
          <a:bodyPr/>
          <a:lstStyle/>
          <a:p>
            <a:fld id="{B7CF8A19-3A9E-4ABC-B336-2FDDE321C72D}" type="slidenum">
              <a:rPr lang="en-US" smtClean="0"/>
              <a:pPr/>
              <a:t>20</a:t>
            </a:fld>
            <a:endParaRPr lang="en-US" dirty="0"/>
          </a:p>
        </p:txBody>
      </p:sp>
    </p:spTree>
    <p:custDataLst>
      <p:tags r:id="rId1"/>
    </p:custDataLst>
    <p:extLst>
      <p:ext uri="{BB962C8B-B14F-4D97-AF65-F5344CB8AC3E}">
        <p14:creationId xmlns:p14="http://schemas.microsoft.com/office/powerpoint/2010/main" val="191234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828D7-B50F-01A6-84E0-668DA96BA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9406F-E04A-427E-CA15-444D22646769}"/>
              </a:ext>
            </a:extLst>
          </p:cNvPr>
          <p:cNvSpPr>
            <a:spLocks noGrp="1"/>
          </p:cNvSpPr>
          <p:nvPr>
            <p:ph type="ctrTitle"/>
          </p:nvPr>
        </p:nvSpPr>
        <p:spPr/>
        <p:txBody>
          <a:bodyPr/>
          <a:lstStyle/>
          <a:p>
            <a:r>
              <a:rPr lang="en-US" dirty="0"/>
              <a:t>Artificial Intelligence</a:t>
            </a:r>
          </a:p>
        </p:txBody>
      </p:sp>
      <p:sp>
        <p:nvSpPr>
          <p:cNvPr id="3" name="Subtitle 2">
            <a:extLst>
              <a:ext uri="{FF2B5EF4-FFF2-40B4-BE49-F238E27FC236}">
                <a16:creationId xmlns:a16="http://schemas.microsoft.com/office/drawing/2014/main" id="{293CC089-673B-B5FC-C096-2BBE09D622D5}"/>
              </a:ext>
            </a:extLst>
          </p:cNvPr>
          <p:cNvSpPr>
            <a:spLocks noGrp="1"/>
          </p:cNvSpPr>
          <p:nvPr>
            <p:ph type="subTitle" idx="1"/>
          </p:nvPr>
        </p:nvSpPr>
        <p:spPr/>
        <p:txBody>
          <a:bodyPr/>
          <a:lstStyle/>
          <a:p>
            <a:r>
              <a:rPr lang="en-US" dirty="0"/>
              <a:t>Lesson 21.3</a:t>
            </a:r>
          </a:p>
        </p:txBody>
      </p:sp>
      <p:sp>
        <p:nvSpPr>
          <p:cNvPr id="4" name="Slide Number Placeholder 3">
            <a:extLst>
              <a:ext uri="{FF2B5EF4-FFF2-40B4-BE49-F238E27FC236}">
                <a16:creationId xmlns:a16="http://schemas.microsoft.com/office/drawing/2014/main" id="{E4B441B6-9746-4966-1763-909925A37F3C}"/>
              </a:ext>
            </a:extLst>
          </p:cNvPr>
          <p:cNvSpPr>
            <a:spLocks noGrp="1"/>
          </p:cNvSpPr>
          <p:nvPr>
            <p:ph type="sldNum" sz="quarter" idx="10"/>
          </p:nvPr>
        </p:nvSpPr>
        <p:spPr/>
        <p:txBody>
          <a:bodyPr/>
          <a:lstStyle/>
          <a:p>
            <a:fld id="{B7CF8A19-3A9E-4ABC-B336-2FDDE321C72D}" type="slidenum">
              <a:rPr lang="en-US" smtClean="0"/>
              <a:pPr/>
              <a:t>21</a:t>
            </a:fld>
            <a:endParaRPr lang="en-US" dirty="0"/>
          </a:p>
        </p:txBody>
      </p:sp>
    </p:spTree>
    <p:custDataLst>
      <p:tags r:id="rId1"/>
    </p:custDataLst>
    <p:extLst>
      <p:ext uri="{BB962C8B-B14F-4D97-AF65-F5344CB8AC3E}">
        <p14:creationId xmlns:p14="http://schemas.microsoft.com/office/powerpoint/2010/main" val="3832170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78893-635C-BE8F-2C05-F35774DDCF9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6029219-FAE6-8315-6253-6743D91ECD56}"/>
              </a:ext>
            </a:extLst>
          </p:cNvPr>
          <p:cNvSpPr>
            <a:spLocks noGrp="1"/>
          </p:cNvSpPr>
          <p:nvPr>
            <p:ph type="title"/>
          </p:nvPr>
        </p:nvSpPr>
        <p:spPr/>
        <p:txBody>
          <a:bodyPr/>
          <a:lstStyle/>
          <a:p>
            <a:r>
              <a:rPr lang="en-US" b="1" i="0" dirty="0">
                <a:solidFill>
                  <a:srgbClr val="253644"/>
                </a:solidFill>
                <a:effectLst/>
              </a:rPr>
              <a:t>Application Integration</a:t>
            </a:r>
            <a:endParaRPr lang="en-US" sz="2000" dirty="0">
              <a:solidFill>
                <a:srgbClr val="253644"/>
              </a:solidFill>
            </a:endParaRPr>
          </a:p>
        </p:txBody>
      </p:sp>
      <p:sp>
        <p:nvSpPr>
          <p:cNvPr id="3" name="Content Placeholder 2">
            <a:extLst>
              <a:ext uri="{FF2B5EF4-FFF2-40B4-BE49-F238E27FC236}">
                <a16:creationId xmlns:a16="http://schemas.microsoft.com/office/drawing/2014/main" id="{3F9375CA-7E26-5D57-3A32-F6CA6D2D5B06}"/>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AI can analyze data and provide recommendations</a:t>
            </a:r>
          </a:p>
          <a:p>
            <a:r>
              <a:rPr lang="en-US" dirty="0">
                <a:latin typeface="Calibri"/>
                <a:ea typeface="Calibri"/>
                <a:cs typeface="Calibri"/>
              </a:rPr>
              <a:t>Use of third-party providers like website add-on chatbot</a:t>
            </a:r>
          </a:p>
          <a:p>
            <a:r>
              <a:rPr lang="en-US" dirty="0">
                <a:latin typeface="Calibri"/>
                <a:ea typeface="Calibri"/>
                <a:cs typeface="Calibri"/>
              </a:rPr>
              <a:t>NLP, ML, Computer Vision</a:t>
            </a:r>
            <a:endParaRPr lang="en-US" dirty="0">
              <a:ea typeface="Calibri"/>
            </a:endParaRPr>
          </a:p>
        </p:txBody>
      </p:sp>
      <p:sp>
        <p:nvSpPr>
          <p:cNvPr id="4" name="Slide Number Placeholder 3">
            <a:extLst>
              <a:ext uri="{FF2B5EF4-FFF2-40B4-BE49-F238E27FC236}">
                <a16:creationId xmlns:a16="http://schemas.microsoft.com/office/drawing/2014/main" id="{09C20A8B-BF55-083E-1E40-7876E2051D44}"/>
              </a:ext>
            </a:extLst>
          </p:cNvPr>
          <p:cNvSpPr>
            <a:spLocks noGrp="1"/>
          </p:cNvSpPr>
          <p:nvPr>
            <p:ph type="sldNum" sz="quarter" idx="10"/>
          </p:nvPr>
        </p:nvSpPr>
        <p:spPr/>
        <p:txBody>
          <a:bodyPr/>
          <a:lstStyle/>
          <a:p>
            <a:fld id="{B7CF8A19-3A9E-4ABC-B336-2FDDE321C72D}" type="slidenum">
              <a:rPr lang="en-US" smtClean="0"/>
              <a:pPr/>
              <a:t>22</a:t>
            </a:fld>
            <a:endParaRPr lang="en-US" dirty="0"/>
          </a:p>
        </p:txBody>
      </p:sp>
    </p:spTree>
    <p:custDataLst>
      <p:tags r:id="rId1"/>
    </p:custDataLst>
    <p:extLst>
      <p:ext uri="{BB962C8B-B14F-4D97-AF65-F5344CB8AC3E}">
        <p14:creationId xmlns:p14="http://schemas.microsoft.com/office/powerpoint/2010/main" val="1760471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7E57E-B10F-EE93-3F8E-8E4DFBFED8E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26AF64D-0278-727C-0ACE-83FE149E7ECB}"/>
              </a:ext>
            </a:extLst>
          </p:cNvPr>
          <p:cNvSpPr>
            <a:spLocks noGrp="1"/>
          </p:cNvSpPr>
          <p:nvPr>
            <p:ph type="title"/>
          </p:nvPr>
        </p:nvSpPr>
        <p:spPr/>
        <p:txBody>
          <a:bodyPr/>
          <a:lstStyle/>
          <a:p>
            <a:r>
              <a:rPr lang="en-US" b="1" i="0" dirty="0">
                <a:solidFill>
                  <a:srgbClr val="253644"/>
                </a:solidFill>
                <a:effectLst/>
              </a:rPr>
              <a:t>Policy</a:t>
            </a:r>
            <a:endParaRPr lang="en-US" sz="2000" dirty="0">
              <a:solidFill>
                <a:srgbClr val="253644"/>
              </a:solidFill>
            </a:endParaRPr>
          </a:p>
        </p:txBody>
      </p:sp>
      <p:sp>
        <p:nvSpPr>
          <p:cNvPr id="3" name="Content Placeholder 2">
            <a:extLst>
              <a:ext uri="{FF2B5EF4-FFF2-40B4-BE49-F238E27FC236}">
                <a16:creationId xmlns:a16="http://schemas.microsoft.com/office/drawing/2014/main" id="{DCCD1C86-9CE9-4694-8F41-44ED497BAE5B}"/>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Organizational policy should be designed to dictate the legal and ethical use or banning of AI solution use</a:t>
            </a:r>
          </a:p>
          <a:p>
            <a:r>
              <a:rPr lang="en-US" dirty="0">
                <a:latin typeface="Calibri"/>
                <a:ea typeface="Calibri"/>
                <a:cs typeface="Calibri"/>
              </a:rPr>
              <a:t>Acceptable use policy</a:t>
            </a:r>
          </a:p>
          <a:p>
            <a:r>
              <a:rPr lang="en-US" dirty="0">
                <a:latin typeface="Calibri"/>
                <a:ea typeface="Calibri"/>
                <a:cs typeface="Calibri"/>
              </a:rPr>
              <a:t>May restrict what corporate data can and cannot be shared with authorized AI integrations</a:t>
            </a:r>
          </a:p>
        </p:txBody>
      </p:sp>
      <p:sp>
        <p:nvSpPr>
          <p:cNvPr id="4" name="Slide Number Placeholder 3">
            <a:extLst>
              <a:ext uri="{FF2B5EF4-FFF2-40B4-BE49-F238E27FC236}">
                <a16:creationId xmlns:a16="http://schemas.microsoft.com/office/drawing/2014/main" id="{EFC4EA94-D852-F35B-B1C3-91E8E2E5E063}"/>
              </a:ext>
            </a:extLst>
          </p:cNvPr>
          <p:cNvSpPr>
            <a:spLocks noGrp="1"/>
          </p:cNvSpPr>
          <p:nvPr>
            <p:ph type="sldNum" sz="quarter" idx="10"/>
          </p:nvPr>
        </p:nvSpPr>
        <p:spPr/>
        <p:txBody>
          <a:bodyPr/>
          <a:lstStyle/>
          <a:p>
            <a:fld id="{B7CF8A19-3A9E-4ABC-B336-2FDDE321C72D}" type="slidenum">
              <a:rPr lang="en-US" smtClean="0"/>
              <a:pPr/>
              <a:t>23</a:t>
            </a:fld>
            <a:endParaRPr lang="en-US" dirty="0"/>
          </a:p>
        </p:txBody>
      </p:sp>
    </p:spTree>
    <p:custDataLst>
      <p:tags r:id="rId1"/>
    </p:custDataLst>
    <p:extLst>
      <p:ext uri="{BB962C8B-B14F-4D97-AF65-F5344CB8AC3E}">
        <p14:creationId xmlns:p14="http://schemas.microsoft.com/office/powerpoint/2010/main" val="1807084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FF934-64A5-8BC0-CBB8-355EE9C8DFB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C8E4FBD-2AF2-0475-EA4C-3459C448D591}"/>
              </a:ext>
            </a:extLst>
          </p:cNvPr>
          <p:cNvSpPr>
            <a:spLocks noGrp="1"/>
          </p:cNvSpPr>
          <p:nvPr>
            <p:ph type="title"/>
          </p:nvPr>
        </p:nvSpPr>
        <p:spPr/>
        <p:txBody>
          <a:bodyPr/>
          <a:lstStyle/>
          <a:p>
            <a:r>
              <a:rPr lang="en-US" b="1" i="0" dirty="0">
                <a:solidFill>
                  <a:srgbClr val="253644"/>
                </a:solidFill>
                <a:effectLst/>
              </a:rPr>
              <a:t>Limitations</a:t>
            </a:r>
            <a:endParaRPr lang="en-US" sz="2000" dirty="0">
              <a:solidFill>
                <a:srgbClr val="253644"/>
              </a:solidFill>
            </a:endParaRPr>
          </a:p>
        </p:txBody>
      </p:sp>
      <p:sp>
        <p:nvSpPr>
          <p:cNvPr id="3" name="Content Placeholder 2">
            <a:extLst>
              <a:ext uri="{FF2B5EF4-FFF2-40B4-BE49-F238E27FC236}">
                <a16:creationId xmlns:a16="http://schemas.microsoft.com/office/drawing/2014/main" id="{4583DE34-BD98-428E-AD76-463A6E577F52}"/>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Bias- garbage in, garbage out</a:t>
            </a:r>
          </a:p>
          <a:p>
            <a:r>
              <a:rPr lang="en-US" dirty="0">
                <a:latin typeface="Calibri"/>
                <a:ea typeface="Calibri"/>
                <a:cs typeface="Calibri"/>
              </a:rPr>
              <a:t>Hallucinations- wrong info generated without regard for facts</a:t>
            </a:r>
            <a:endParaRPr lang="en-US" dirty="0">
              <a:ea typeface="Calibri"/>
            </a:endParaRPr>
          </a:p>
          <a:p>
            <a:r>
              <a:rPr lang="en-US" dirty="0">
                <a:latin typeface="Calibri"/>
                <a:ea typeface="Calibri"/>
                <a:cs typeface="Calibri"/>
              </a:rPr>
              <a:t>Accuracy- trust, but verify</a:t>
            </a:r>
            <a:endParaRPr lang="en-US" dirty="0">
              <a:ea typeface="Calibri"/>
            </a:endParaRPr>
          </a:p>
        </p:txBody>
      </p:sp>
      <p:sp>
        <p:nvSpPr>
          <p:cNvPr id="4" name="Slide Number Placeholder 3">
            <a:extLst>
              <a:ext uri="{FF2B5EF4-FFF2-40B4-BE49-F238E27FC236}">
                <a16:creationId xmlns:a16="http://schemas.microsoft.com/office/drawing/2014/main" id="{BE0E082A-CF79-74F8-23B5-7B3F57766B42}"/>
              </a:ext>
            </a:extLst>
          </p:cNvPr>
          <p:cNvSpPr>
            <a:spLocks noGrp="1"/>
          </p:cNvSpPr>
          <p:nvPr>
            <p:ph type="sldNum" sz="quarter" idx="10"/>
          </p:nvPr>
        </p:nvSpPr>
        <p:spPr/>
        <p:txBody>
          <a:bodyPr/>
          <a:lstStyle/>
          <a:p>
            <a:fld id="{B7CF8A19-3A9E-4ABC-B336-2FDDE321C72D}" type="slidenum">
              <a:rPr lang="en-US" smtClean="0"/>
              <a:pPr/>
              <a:t>24</a:t>
            </a:fld>
            <a:endParaRPr lang="en-US" dirty="0"/>
          </a:p>
        </p:txBody>
      </p:sp>
    </p:spTree>
    <p:custDataLst>
      <p:tags r:id="rId1"/>
    </p:custDataLst>
    <p:extLst>
      <p:ext uri="{BB962C8B-B14F-4D97-AF65-F5344CB8AC3E}">
        <p14:creationId xmlns:p14="http://schemas.microsoft.com/office/powerpoint/2010/main" val="3127974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8EAF7-53D3-55E7-DAD0-B38CE2F27A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9CC7707-ECF8-206C-5B16-C91FB621C160}"/>
              </a:ext>
            </a:extLst>
          </p:cNvPr>
          <p:cNvSpPr>
            <a:spLocks noGrp="1"/>
          </p:cNvSpPr>
          <p:nvPr>
            <p:ph type="title"/>
          </p:nvPr>
        </p:nvSpPr>
        <p:spPr/>
        <p:txBody>
          <a:bodyPr/>
          <a:lstStyle/>
          <a:p>
            <a:r>
              <a:rPr lang="en-US" b="1" i="0" dirty="0">
                <a:solidFill>
                  <a:srgbClr val="253644"/>
                </a:solidFill>
                <a:effectLst/>
              </a:rPr>
              <a:t>Private vs. Public</a:t>
            </a:r>
            <a:endParaRPr lang="en-US" sz="2000" dirty="0">
              <a:solidFill>
                <a:srgbClr val="253644"/>
              </a:solidFill>
            </a:endParaRPr>
          </a:p>
        </p:txBody>
      </p:sp>
      <p:sp>
        <p:nvSpPr>
          <p:cNvPr id="3" name="Content Placeholder 2">
            <a:extLst>
              <a:ext uri="{FF2B5EF4-FFF2-40B4-BE49-F238E27FC236}">
                <a16:creationId xmlns:a16="http://schemas.microsoft.com/office/drawing/2014/main" id="{C2300C68-6C45-C59B-A677-99978EB30739}"/>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Private- for the sole use within the organization for business purposes</a:t>
            </a:r>
          </a:p>
          <a:p>
            <a:r>
              <a:rPr lang="en-US" dirty="0">
                <a:latin typeface="Calibri"/>
                <a:ea typeface="Calibri"/>
                <a:cs typeface="Calibri"/>
              </a:rPr>
              <a:t>Public- available for anyone to utilize</a:t>
            </a:r>
          </a:p>
          <a:p>
            <a:pPr lvl="1"/>
            <a:r>
              <a:rPr lang="en-US" dirty="0">
                <a:latin typeface="Calibri"/>
                <a:ea typeface="Calibri"/>
                <a:cs typeface="Calibri"/>
              </a:rPr>
              <a:t>CHATGPT, Gemini, and Bard are examples</a:t>
            </a:r>
            <a:endParaRPr lang="en-US" dirty="0">
              <a:ea typeface="Calibri"/>
            </a:endParaRPr>
          </a:p>
        </p:txBody>
      </p:sp>
      <p:sp>
        <p:nvSpPr>
          <p:cNvPr id="4" name="Slide Number Placeholder 3">
            <a:extLst>
              <a:ext uri="{FF2B5EF4-FFF2-40B4-BE49-F238E27FC236}">
                <a16:creationId xmlns:a16="http://schemas.microsoft.com/office/drawing/2014/main" id="{80267546-CB9E-C754-FFCE-DE9D8B209D1F}"/>
              </a:ext>
            </a:extLst>
          </p:cNvPr>
          <p:cNvSpPr>
            <a:spLocks noGrp="1"/>
          </p:cNvSpPr>
          <p:nvPr>
            <p:ph type="sldNum" sz="quarter" idx="10"/>
          </p:nvPr>
        </p:nvSpPr>
        <p:spPr/>
        <p:txBody>
          <a:bodyPr/>
          <a:lstStyle/>
          <a:p>
            <a:fld id="{B7CF8A19-3A9E-4ABC-B336-2FDDE321C72D}" type="slidenum">
              <a:rPr lang="en-US" smtClean="0"/>
              <a:pPr/>
              <a:t>25</a:t>
            </a:fld>
            <a:endParaRPr lang="en-US" dirty="0"/>
          </a:p>
        </p:txBody>
      </p:sp>
    </p:spTree>
    <p:custDataLst>
      <p:tags r:id="rId1"/>
    </p:custDataLst>
    <p:extLst>
      <p:ext uri="{BB962C8B-B14F-4D97-AF65-F5344CB8AC3E}">
        <p14:creationId xmlns:p14="http://schemas.microsoft.com/office/powerpoint/2010/main" val="27893375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30539-9136-A8FF-3290-DF1C9FE10A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440C8B-7300-0C06-841F-3A01F6F0C136}"/>
              </a:ext>
            </a:extLst>
          </p:cNvPr>
          <p:cNvSpPr>
            <a:spLocks noGrp="1"/>
          </p:cNvSpPr>
          <p:nvPr>
            <p:ph type="sldNum" sz="quarter" idx="13"/>
          </p:nvPr>
        </p:nvSpPr>
        <p:spPr/>
        <p:txBody>
          <a:bodyPr/>
          <a:lstStyle/>
          <a:p>
            <a:fld id="{B7CF8A19-3A9E-4ABC-B336-2FDDE321C72D}" type="slidenum">
              <a:rPr lang="en-US" smtClean="0"/>
              <a:pPr/>
              <a:t>26</a:t>
            </a:fld>
            <a:endParaRPr lang="en-US" dirty="0"/>
          </a:p>
        </p:txBody>
      </p:sp>
      <p:sp>
        <p:nvSpPr>
          <p:cNvPr id="3" name="Content Placeholder 2">
            <a:extLst>
              <a:ext uri="{FF2B5EF4-FFF2-40B4-BE49-F238E27FC236}">
                <a16:creationId xmlns:a16="http://schemas.microsoft.com/office/drawing/2014/main" id="{9D4A4656-96EB-4F9A-2DDE-7147BE4D12A1}"/>
              </a:ext>
            </a:extLst>
          </p:cNvPr>
          <p:cNvSpPr>
            <a:spLocks noGrp="1"/>
          </p:cNvSpPr>
          <p:nvPr>
            <p:ph sz="quarter" idx="14"/>
          </p:nvPr>
        </p:nvSpPr>
        <p:spPr/>
        <p:txBody>
          <a:bodyPr>
            <a:normAutofit/>
          </a:bodyPr>
          <a:lstStyle/>
          <a:p>
            <a:r>
              <a:rPr lang="en-US" dirty="0"/>
              <a:t>Challenge Live Lab: Resolve Incident Response Tickets</a:t>
            </a:r>
            <a:br>
              <a:rPr lang="en-US" sz="2000" dirty="0"/>
            </a:br>
            <a:r>
              <a:rPr lang="en-US" sz="2000" dirty="0"/>
              <a:t>(available in CertMaster Perform and CertMaster Labs)</a:t>
            </a:r>
          </a:p>
        </p:txBody>
      </p:sp>
    </p:spTree>
    <p:custDataLst>
      <p:tags r:id="rId1"/>
    </p:custDataLst>
    <p:extLst>
      <p:ext uri="{BB962C8B-B14F-4D97-AF65-F5344CB8AC3E}">
        <p14:creationId xmlns:p14="http://schemas.microsoft.com/office/powerpoint/2010/main" val="16677093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AC992-E19C-C4AE-9338-BFFB0DFCC58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E4AF1B-1CEE-06F6-4F5A-9FB0BFB437E7}"/>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Application Integration</a:t>
            </a:r>
          </a:p>
          <a:p>
            <a:r>
              <a:rPr lang="en-US" dirty="0"/>
              <a:t>Policy</a:t>
            </a:r>
          </a:p>
          <a:p>
            <a:r>
              <a:rPr lang="en-US" dirty="0"/>
              <a:t>Limitations</a:t>
            </a:r>
          </a:p>
          <a:p>
            <a:r>
              <a:rPr lang="en-US" dirty="0"/>
              <a:t>Private vs. Public</a:t>
            </a:r>
          </a:p>
        </p:txBody>
      </p:sp>
      <p:sp>
        <p:nvSpPr>
          <p:cNvPr id="3" name="Title 2">
            <a:extLst>
              <a:ext uri="{FF2B5EF4-FFF2-40B4-BE49-F238E27FC236}">
                <a16:creationId xmlns:a16="http://schemas.microsoft.com/office/drawing/2014/main" id="{12A091C4-0CE0-CEDD-8ACB-75C3352BEFD2}"/>
              </a:ext>
            </a:extLst>
          </p:cNvPr>
          <p:cNvSpPr>
            <a:spLocks noGrp="1"/>
          </p:cNvSpPr>
          <p:nvPr>
            <p:ph type="title"/>
          </p:nvPr>
        </p:nvSpPr>
        <p:spPr/>
        <p:txBody>
          <a:bodyPr/>
          <a:lstStyle/>
          <a:p>
            <a:r>
              <a:rPr lang="en-US" dirty="0"/>
              <a:t>Artificial Intelligence</a:t>
            </a:r>
          </a:p>
        </p:txBody>
      </p:sp>
      <p:sp>
        <p:nvSpPr>
          <p:cNvPr id="4" name="Slide Number Placeholder 3">
            <a:extLst>
              <a:ext uri="{FF2B5EF4-FFF2-40B4-BE49-F238E27FC236}">
                <a16:creationId xmlns:a16="http://schemas.microsoft.com/office/drawing/2014/main" id="{01B78A38-51D1-D93E-773D-929AB978C08F}"/>
              </a:ext>
            </a:extLst>
          </p:cNvPr>
          <p:cNvSpPr>
            <a:spLocks noGrp="1"/>
          </p:cNvSpPr>
          <p:nvPr>
            <p:ph type="sldNum" sz="quarter" idx="12"/>
          </p:nvPr>
        </p:nvSpPr>
        <p:spPr/>
        <p:txBody>
          <a:bodyPr/>
          <a:lstStyle/>
          <a:p>
            <a:fld id="{B7CF8A19-3A9E-4ABC-B336-2FDDE321C72D}" type="slidenum">
              <a:rPr lang="en-US" smtClean="0"/>
              <a:pPr/>
              <a:t>27</a:t>
            </a:fld>
            <a:endParaRPr lang="en-US" dirty="0"/>
          </a:p>
        </p:txBody>
      </p:sp>
    </p:spTree>
    <p:custDataLst>
      <p:tags r:id="rId1"/>
    </p:custDataLst>
    <p:extLst>
      <p:ext uri="{BB962C8B-B14F-4D97-AF65-F5344CB8AC3E}">
        <p14:creationId xmlns:p14="http://schemas.microsoft.com/office/powerpoint/2010/main" val="4434089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COMPTIA_OV" val="o1GHjmgH"/>
  <p:tag name="ARTICULATE_SLIDE_COUNT" val="2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HerettoFileName xmlns="95a46270-66ec-4bdf-aabc-d78887d5141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2" ma:contentTypeDescription="Create a new document." ma:contentTypeScope="" ma:versionID="ff8c8c30a2863312a87f708ebf1733ea">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96b0126f59aa052fd2c13f8292a2f5e"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element ref="ns2:HerettoFile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HerettoFileName" ma:index="28" nillable="true" ma:displayName="Heretto File Name" ma:format="Dropdown" ma:internalName="HerettoFileNam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804A4A-BEBA-46F7-8D91-096B77966F98}">
  <ds:schemaRefs>
    <ds:schemaRef ds:uri="http://schemas.microsoft.com/office/2006/documentManagement/types"/>
    <ds:schemaRef ds:uri="http://purl.org/dc/dcmitype/"/>
    <ds:schemaRef ds:uri="http://purl.org/dc/terms/"/>
    <ds:schemaRef ds:uri="315eb565-7267-4a95-9087-2f433ded3c8b"/>
    <ds:schemaRef ds:uri="http://schemas.microsoft.com/office/2006/metadata/properties"/>
    <ds:schemaRef ds:uri="95a46270-66ec-4bdf-aabc-d78887d51418"/>
    <ds:schemaRef ds:uri="http://purl.org/dc/elements/1.1/"/>
    <ds:schemaRef ds:uri="http://schemas.microsoft.com/office/infopath/2007/PartnerControls"/>
    <ds:schemaRef ds:uri="http://schemas.openxmlformats.org/package/2006/metadata/core-properties"/>
    <ds:schemaRef ds:uri="http://schemas.microsoft.com/sharepoint/v3"/>
    <ds:schemaRef ds:uri="http://www.w3.org/XML/1998/namespace"/>
  </ds:schemaRefs>
</ds:datastoreItem>
</file>

<file path=customXml/itemProps2.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3.xml><?xml version="1.0" encoding="utf-8"?>
<ds:datastoreItem xmlns:ds="http://schemas.openxmlformats.org/officeDocument/2006/customXml" ds:itemID="{BF2FB6FC-B121-4BC4-BF66-FEDFABD2CC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comptia_ova</Template>
  <TotalTime>1524</TotalTime>
  <Words>1415</Words>
  <Application>Microsoft Office PowerPoint</Application>
  <PresentationFormat>On-screen Show (16:9)</PresentationFormat>
  <Paragraphs>244</Paragraphs>
  <Slides>27</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noto-sans</vt:lpstr>
      <vt:lpstr>Arial</vt:lpstr>
      <vt:lpstr>Calibri</vt:lpstr>
      <vt:lpstr>comptia_ov</vt:lpstr>
      <vt:lpstr>Exam 220-1202</vt:lpstr>
      <vt:lpstr>Using Data Security</vt:lpstr>
      <vt:lpstr>Learning Outcomes</vt:lpstr>
      <vt:lpstr>Data Backup and Recovery</vt:lpstr>
      <vt:lpstr>Backup Operations (Slide 1 of 2)</vt:lpstr>
      <vt:lpstr>Backup Operations (Slide 2 of 2)</vt:lpstr>
      <vt:lpstr>Backup Methods (Slide 1 of 2)</vt:lpstr>
      <vt:lpstr>Backup Methods (Slide 2 of 2)</vt:lpstr>
      <vt:lpstr>Backup Media Requirements</vt:lpstr>
      <vt:lpstr>Backup Testing and Recovery Best Practices</vt:lpstr>
      <vt:lpstr>PowerPoint Presentation</vt:lpstr>
      <vt:lpstr>Data Backup and Recovery</vt:lpstr>
      <vt:lpstr>Data Handling Best Practices</vt:lpstr>
      <vt:lpstr>Regulated Data Classification</vt:lpstr>
      <vt:lpstr>Prohibited Content and Licensing Issues</vt:lpstr>
      <vt:lpstr>Incident Response</vt:lpstr>
      <vt:lpstr>Data Integrity and Preservation</vt:lpstr>
      <vt:lpstr>Data Destruction Methods</vt:lpstr>
      <vt:lpstr>Disposal and Recycling Outsourcing Concepts</vt:lpstr>
      <vt:lpstr>Data Handling Best Practices</vt:lpstr>
      <vt:lpstr>Artificial Intelligence</vt:lpstr>
      <vt:lpstr>Application Integration</vt:lpstr>
      <vt:lpstr>Policy</vt:lpstr>
      <vt:lpstr>Limitations</vt:lpstr>
      <vt:lpstr>Private vs. Public</vt:lpstr>
      <vt:lpstr>PowerPoint Presentation</vt:lpstr>
      <vt:lpstr>Artificial Intelligence</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Yvette Delim</cp:lastModifiedBy>
  <cp:revision>356</cp:revision>
  <dcterms:created xsi:type="dcterms:W3CDTF">2021-09-20T08:36:44Z</dcterms:created>
  <dcterms:modified xsi:type="dcterms:W3CDTF">2025-06-17T21:05:11Z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y fmtid="{D5CDD505-2E9C-101B-9397-08002B2CF9AE}" pid="4" name="ArticulateGUID">
    <vt:lpwstr>567649D6-F736-4A37-87B2-390358C7F3B1</vt:lpwstr>
  </property>
  <property fmtid="{D5CDD505-2E9C-101B-9397-08002B2CF9AE}" pid="5" name="ArticulatePath">
    <vt:lpwstr>https://comptia365.sharepoint.com/sites/content-team/Shared Documents/Learning Solutions Team/Training and Instruction/Learning Product PowerPoints/_PPT Redesign/comptia_PPT_template</vt:lpwstr>
  </property>
</Properties>
</file>