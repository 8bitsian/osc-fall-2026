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xml" ContentType="application/vnd.openxmlformats-officedocument.presentationml.notesSlide+xml"/>
  <Override PartName="/ppt/tags/tag32.xml" ContentType="application/vnd.openxmlformats-officedocument.presentationml.tags+xml"/>
  <Override PartName="/ppt/notesSlides/notesSlide2.xml" ContentType="application/vnd.openxmlformats-officedocument.presentationml.notesSlide+xml"/>
  <Override PartName="/ppt/tags/tag33.xml" ContentType="application/vnd.openxmlformats-officedocument.presentationml.tags+xml"/>
  <Override PartName="/ppt/notesSlides/notesSlide3.xml" ContentType="application/vnd.openxmlformats-officedocument.presentationml.notesSlide+xml"/>
  <Override PartName="/ppt/tags/tag3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5.xml" ContentType="application/vnd.openxmlformats-officedocument.presentationml.tags+xml"/>
  <Override PartName="/ppt/notesSlides/notesSlide6.xml" ContentType="application/vnd.openxmlformats-officedocument.presentationml.notesSlide+xml"/>
  <Override PartName="/ppt/tags/tag36.xml" ContentType="application/vnd.openxmlformats-officedocument.presentationml.tags+xml"/>
  <Override PartName="/ppt/notesSlides/notesSlide7.xml" ContentType="application/vnd.openxmlformats-officedocument.presentationml.notesSlide+xml"/>
  <Override PartName="/ppt/tags/tag37.xml" ContentType="application/vnd.openxmlformats-officedocument.presentationml.tags+xml"/>
  <Override PartName="/ppt/notesSlides/notesSlide8.xml" ContentType="application/vnd.openxmlformats-officedocument.presentationml.notesSlide+xml"/>
  <Override PartName="/ppt/tags/tag38.xml" ContentType="application/vnd.openxmlformats-officedocument.presentationml.tags+xml"/>
  <Override PartName="/ppt/notesSlides/notesSlide9.xml" ContentType="application/vnd.openxmlformats-officedocument.presentationml.notesSlide+xml"/>
  <Override PartName="/ppt/tags/tag39.xml" ContentType="application/vnd.openxmlformats-officedocument.presentationml.tags+xml"/>
  <Override PartName="/ppt/notesSlides/notesSlide10.xml" ContentType="application/vnd.openxmlformats-officedocument.presentationml.notesSlide+xml"/>
  <Override PartName="/ppt/tags/tag40.xml" ContentType="application/vnd.openxmlformats-officedocument.presentationml.tags+xml"/>
  <Override PartName="/ppt/notesSlides/notesSlide11.xml" ContentType="application/vnd.openxmlformats-officedocument.presentationml.notesSlide+xml"/>
  <Override PartName="/ppt/tags/tag41.xml" ContentType="application/vnd.openxmlformats-officedocument.presentationml.tags+xml"/>
  <Override PartName="/ppt/notesSlides/notesSlide12.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13.xml" ContentType="application/vnd.openxmlformats-officedocument.presentationml.notesSlide+xml"/>
  <Override PartName="/ppt/tags/tag44.xml" ContentType="application/vnd.openxmlformats-officedocument.presentationml.tags+xml"/>
  <Override PartName="/ppt/notesSlides/notesSlide14.xml" ContentType="application/vnd.openxmlformats-officedocument.presentationml.notesSlide+xml"/>
  <Override PartName="/ppt/tags/tag45.xml" ContentType="application/vnd.openxmlformats-officedocument.presentationml.tags+xml"/>
  <Override PartName="/ppt/notesSlides/notesSlide15.xml" ContentType="application/vnd.openxmlformats-officedocument.presentationml.notesSlide+xml"/>
  <Override PartName="/ppt/tags/tag46.xml" ContentType="application/vnd.openxmlformats-officedocument.presentationml.tags+xml"/>
  <Override PartName="/ppt/notesSlides/notesSlide16.xml" ContentType="application/vnd.openxmlformats-officedocument.presentationml.notesSlide+xml"/>
  <Override PartName="/ppt/tags/tag47.xml" ContentType="application/vnd.openxmlformats-officedocument.presentationml.tags+xml"/>
  <Override PartName="/ppt/notesSlides/notesSlide17.xml" ContentType="application/vnd.openxmlformats-officedocument.presentationml.notesSlide+xml"/>
  <Override PartName="/ppt/tags/tag48.xml" ContentType="application/vnd.openxmlformats-officedocument.presentationml.tags+xml"/>
  <Override PartName="/ppt/notesSlides/notesSlide18.xml" ContentType="application/vnd.openxmlformats-officedocument.presentationml.notesSlide+xml"/>
  <Override PartName="/ppt/tags/tag49.xml" ContentType="application/vnd.openxmlformats-officedocument.presentationml.tags+xml"/>
  <Override PartName="/ppt/notesSlides/notesSlide19.xml" ContentType="application/vnd.openxmlformats-officedocument.presentationml.notesSlide+xml"/>
  <Override PartName="/ppt/tags/tag50.xml" ContentType="application/vnd.openxmlformats-officedocument.presentationml.tags+xml"/>
  <Override PartName="/ppt/notesSlides/notesSlide20.xml" ContentType="application/vnd.openxmlformats-officedocument.presentationml.notesSlide+xml"/>
  <Override PartName="/ppt/tags/tag51.xml" ContentType="application/vnd.openxmlformats-officedocument.presentationml.tags+xml"/>
  <Override PartName="/ppt/notesSlides/notesSlide21.xml" ContentType="application/vnd.openxmlformats-officedocument.presentationml.notesSlide+xml"/>
  <Override PartName="/ppt/tags/tag52.xml" ContentType="application/vnd.openxmlformats-officedocument.presentationml.tags+xml"/>
  <Override PartName="/ppt/notesSlides/notesSlide22.xml" ContentType="application/vnd.openxmlformats-officedocument.presentationml.notesSlide+xml"/>
  <Override PartName="/ppt/tags/tag53.xml" ContentType="application/vnd.openxmlformats-officedocument.presentationml.tags+xml"/>
  <Override PartName="/ppt/notesSlides/notesSlide23.xml" ContentType="application/vnd.openxmlformats-officedocument.presentationml.notesSlide+xml"/>
  <Override PartName="/ppt/tags/tag54.xml" ContentType="application/vnd.openxmlformats-officedocument.presentationml.tags+xml"/>
  <Override PartName="/ppt/notesSlides/notesSlide24.xml" ContentType="application/vnd.openxmlformats-officedocument.presentationml.notesSlide+xml"/>
  <Override PartName="/ppt/tags/tag55.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56.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57.xml" ContentType="application/vnd.openxmlformats-officedocument.presentationml.tags+xml"/>
  <Override PartName="/ppt/notesSlides/notesSlide29.xml" ContentType="application/vnd.openxmlformats-officedocument.presentationml.notesSlide+xml"/>
  <Override PartName="/ppt/tags/tag58.xml" ContentType="application/vnd.openxmlformats-officedocument.presentationml.tags+xml"/>
  <Override PartName="/ppt/notesSlides/notesSlide30.xml" ContentType="application/vnd.openxmlformats-officedocument.presentationml.notesSlide+xml"/>
  <Override PartName="/ppt/tags/tag59.xml" ContentType="application/vnd.openxmlformats-officedocument.presentationml.tags+xml"/>
  <Override PartName="/ppt/notesSlides/notesSlide31.xml" ContentType="application/vnd.openxmlformats-officedocument.presentationml.notesSlide+xml"/>
  <Override PartName="/ppt/tags/tag60.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61.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62.xml" ContentType="application/vnd.openxmlformats-officedocument.presentationml.tags+xml"/>
  <Override PartName="/ppt/notesSlides/notesSlide36.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3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47"/>
  </p:notesMasterIdLst>
  <p:handoutMasterIdLst>
    <p:handoutMasterId r:id="rId48"/>
  </p:handoutMasterIdLst>
  <p:sldIdLst>
    <p:sldId id="299" r:id="rId5"/>
    <p:sldId id="465" r:id="rId6"/>
    <p:sldId id="297" r:id="rId7"/>
    <p:sldId id="302" r:id="rId8"/>
    <p:sldId id="313" r:id="rId9"/>
    <p:sldId id="500" r:id="rId10"/>
    <p:sldId id="501" r:id="rId11"/>
    <p:sldId id="317" r:id="rId12"/>
    <p:sldId id="502" r:id="rId13"/>
    <p:sldId id="503" r:id="rId14"/>
    <p:sldId id="504" r:id="rId15"/>
    <p:sldId id="505" r:id="rId16"/>
    <p:sldId id="506" r:id="rId17"/>
    <p:sldId id="507" r:id="rId18"/>
    <p:sldId id="508" r:id="rId19"/>
    <p:sldId id="310" r:id="rId20"/>
    <p:sldId id="309" r:id="rId21"/>
    <p:sldId id="315" r:id="rId22"/>
    <p:sldId id="510" r:id="rId23"/>
    <p:sldId id="511" r:id="rId24"/>
    <p:sldId id="412" r:id="rId25"/>
    <p:sldId id="512" r:id="rId26"/>
    <p:sldId id="513" r:id="rId27"/>
    <p:sldId id="514" r:id="rId28"/>
    <p:sldId id="515" r:id="rId29"/>
    <p:sldId id="516" r:id="rId30"/>
    <p:sldId id="509" r:id="rId31"/>
    <p:sldId id="441" r:id="rId32"/>
    <p:sldId id="487" r:id="rId33"/>
    <p:sldId id="489" r:id="rId34"/>
    <p:sldId id="518" r:id="rId35"/>
    <p:sldId id="519" r:id="rId36"/>
    <p:sldId id="488" r:id="rId37"/>
    <p:sldId id="414" r:id="rId38"/>
    <p:sldId id="520" r:id="rId39"/>
    <p:sldId id="521" r:id="rId40"/>
    <p:sldId id="522" r:id="rId41"/>
    <p:sldId id="523" r:id="rId42"/>
    <p:sldId id="524" r:id="rId43"/>
    <p:sldId id="525" r:id="rId44"/>
    <p:sldId id="485" r:id="rId45"/>
    <p:sldId id="517" r:id="rId46"/>
  </p:sldIdLst>
  <p:sldSz cx="9144000" cy="5143500" type="screen16x9"/>
  <p:notesSz cx="6858000" cy="9144000"/>
  <p:custDataLst>
    <p:tags r:id="rId4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E02080-9668-7E2C-D4C1-EC21C276C2AE}" name="Danielle Andries" initials="DA" userId="S::dandries@comptia.org::93d179e4-3c18-40f7-920e-ae80b202540d" providerId="AD"/>
  <p188:author id="{2AB4928F-3885-C63F-F2DF-420967CDD779}" name="Yvette Delim" initials="YD" userId="S::ydelim@comptia.org::1eb1221e-2905-468b-b6ca-e1e332e3c4b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3644"/>
    <a:srgbClr val="CF9FDE"/>
    <a:srgbClr val="FEAE62"/>
    <a:srgbClr val="7FC8DD"/>
    <a:srgbClr val="ED6D00"/>
    <a:srgbClr val="44545F"/>
    <a:srgbClr val="B1B7BC"/>
    <a:srgbClr val="0A7DA0"/>
    <a:srgbClr val="007C9E"/>
    <a:srgbClr val="004D72"/>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3" autoAdjust="0"/>
    <p:restoredTop sz="86409" autoAdjust="0"/>
  </p:normalViewPr>
  <p:slideViewPr>
    <p:cSldViewPr snapToGrid="0">
      <p:cViewPr varScale="1">
        <p:scale>
          <a:sx n="100" d="100"/>
          <a:sy n="100" d="100"/>
        </p:scale>
        <p:origin x="78" y="444"/>
      </p:cViewPr>
      <p:guideLst>
        <p:guide orient="horz" pos="1620"/>
        <p:guide pos="2880"/>
      </p:guideLst>
    </p:cSldViewPr>
  </p:slideViewPr>
  <p:outlineViewPr>
    <p:cViewPr>
      <p:scale>
        <a:sx n="33" d="100"/>
        <a:sy n="33" d="100"/>
      </p:scale>
      <p:origin x="0" y="-1770"/>
    </p:cViewPr>
  </p:outlineViewPr>
  <p:notesTextViewPr>
    <p:cViewPr>
      <p:scale>
        <a:sx n="1" d="1"/>
        <a:sy n="1" d="1"/>
      </p:scale>
      <p:origin x="0" y="0"/>
    </p:cViewPr>
  </p:notesTextViewPr>
  <p:notesViewPr>
    <p:cSldViewPr snapToGrid="0">
      <p:cViewPr>
        <p:scale>
          <a:sx n="1" d="2"/>
          <a:sy n="1" d="2"/>
        </p:scale>
        <p:origin x="4632" y="9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S::dandries@comptia.org::93d179e4-3c18-40f7-920e-ae80b202540d" providerId="AD" clId="Web-{AC8E4618-5A6C-5465-0377-5338DCC3DDC2}"/>
    <pc:docChg chg="modSld">
      <pc:chgData name="Danielle Andries" userId="S::dandries@comptia.org::93d179e4-3c18-40f7-920e-ae80b202540d" providerId="AD" clId="Web-{AC8E4618-5A6C-5465-0377-5338DCC3DDC2}" dt="2025-05-06T19:28:13" v="27" actId="20577"/>
      <pc:docMkLst>
        <pc:docMk/>
      </pc:docMkLst>
      <pc:sldChg chg="modSp">
        <pc:chgData name="Danielle Andries" userId="S::dandries@comptia.org::93d179e4-3c18-40f7-920e-ae80b202540d" providerId="AD" clId="Web-{AC8E4618-5A6C-5465-0377-5338DCC3DDC2}" dt="2025-05-06T19:28:13" v="27" actId="20577"/>
        <pc:sldMkLst>
          <pc:docMk/>
          <pc:sldMk cId="3250985680" sldId="274"/>
        </pc:sldMkLst>
      </pc:sldChg>
    </pc:docChg>
  </pc:docChgLst>
  <pc:docChgLst>
    <pc:chgData name="Jules Mancini" userId="S::jmancini@comptia.global::4ef8f4fd-9280-4856-883a-0ebf05603c1f" providerId="AD" clId="Web-{5F70E83E-9A34-6666-A91A-AE6DE81BF187}"/>
    <pc:docChg chg="modSld">
      <pc:chgData name="Jules Mancini" userId="S::jmancini@comptia.global::4ef8f4fd-9280-4856-883a-0ebf05603c1f" providerId="AD" clId="Web-{5F70E83E-9A34-6666-A91A-AE6DE81BF187}" dt="2025-06-09T18:03:02.485" v="0"/>
      <pc:docMkLst>
        <pc:docMk/>
      </pc:docMkLst>
      <pc:sldChg chg="modNotes">
        <pc:chgData name="Jules Mancini" userId="S::jmancini@comptia.global::4ef8f4fd-9280-4856-883a-0ebf05603c1f" providerId="AD" clId="Web-{5F70E83E-9A34-6666-A91A-AE6DE81BF187}" dt="2025-06-09T18:03:02.485" v="0"/>
        <pc:sldMkLst>
          <pc:docMk/>
          <pc:sldMk cId="1502104044" sldId="501"/>
        </pc:sldMkLst>
      </pc:sldChg>
    </pc:docChg>
  </pc:docChgLst>
  <pc:docChgLst>
    <pc:chgData name="Yvette Delim" userId="1eb1221e-2905-468b-b6ca-e1e332e3c4b6" providerId="ADAL" clId="{D6B9B1E0-642D-4D7B-AFA0-008ADE2C67F0}"/>
    <pc:docChg chg="undo custSel addSld delSld modSld modMainMaster">
      <pc:chgData name="Yvette Delim" userId="1eb1221e-2905-468b-b6ca-e1e332e3c4b6" providerId="ADAL" clId="{D6B9B1E0-642D-4D7B-AFA0-008ADE2C67F0}" dt="2025-05-09T17:18:13.779" v="3159" actId="27636"/>
      <pc:docMkLst>
        <pc:docMk/>
      </pc:docMkLst>
      <pc:sldChg chg="del">
        <pc:chgData name="Yvette Delim" userId="1eb1221e-2905-468b-b6ca-e1e332e3c4b6" providerId="ADAL" clId="{D6B9B1E0-642D-4D7B-AFA0-008ADE2C67F0}" dt="2025-05-06T22:53:01.224" v="3" actId="47"/>
        <pc:sldMkLst>
          <pc:docMk/>
          <pc:sldMk cId="3995608643" sldId="257"/>
        </pc:sldMkLst>
      </pc:sldChg>
      <pc:sldChg chg="del">
        <pc:chgData name="Yvette Delim" userId="1eb1221e-2905-468b-b6ca-e1e332e3c4b6" providerId="ADAL" clId="{D6B9B1E0-642D-4D7B-AFA0-008ADE2C67F0}" dt="2025-05-06T23:20:09.762" v="901" actId="47"/>
        <pc:sldMkLst>
          <pc:docMk/>
          <pc:sldMk cId="2170154808" sldId="258"/>
        </pc:sldMkLst>
      </pc:sldChg>
      <pc:sldChg chg="del">
        <pc:chgData name="Yvette Delim" userId="1eb1221e-2905-468b-b6ca-e1e332e3c4b6" providerId="ADAL" clId="{D6B9B1E0-642D-4D7B-AFA0-008ADE2C67F0}" dt="2025-05-06T23:20:09.762" v="901" actId="47"/>
        <pc:sldMkLst>
          <pc:docMk/>
          <pc:sldMk cId="1702716025" sldId="260"/>
        </pc:sldMkLst>
      </pc:sldChg>
      <pc:sldChg chg="del">
        <pc:chgData name="Yvette Delim" userId="1eb1221e-2905-468b-b6ca-e1e332e3c4b6" providerId="ADAL" clId="{D6B9B1E0-642D-4D7B-AFA0-008ADE2C67F0}" dt="2025-05-07T21:04:04.652" v="2684" actId="47"/>
        <pc:sldMkLst>
          <pc:docMk/>
          <pc:sldMk cId="1821724871" sldId="261"/>
        </pc:sldMkLst>
      </pc:sldChg>
      <pc:sldChg chg="del">
        <pc:chgData name="Yvette Delim" userId="1eb1221e-2905-468b-b6ca-e1e332e3c4b6" providerId="ADAL" clId="{D6B9B1E0-642D-4D7B-AFA0-008ADE2C67F0}" dt="2025-05-07T21:04:04.652" v="2684" actId="47"/>
        <pc:sldMkLst>
          <pc:docMk/>
          <pc:sldMk cId="3051765853" sldId="264"/>
        </pc:sldMkLst>
      </pc:sldChg>
      <pc:sldChg chg="del">
        <pc:chgData name="Yvette Delim" userId="1eb1221e-2905-468b-b6ca-e1e332e3c4b6" providerId="ADAL" clId="{D6B9B1E0-642D-4D7B-AFA0-008ADE2C67F0}" dt="2025-05-06T23:20:09.762" v="901" actId="47"/>
        <pc:sldMkLst>
          <pc:docMk/>
          <pc:sldMk cId="768759039" sldId="266"/>
        </pc:sldMkLst>
      </pc:sldChg>
      <pc:sldChg chg="del">
        <pc:chgData name="Yvette Delim" userId="1eb1221e-2905-468b-b6ca-e1e332e3c4b6" providerId="ADAL" clId="{D6B9B1E0-642D-4D7B-AFA0-008ADE2C67F0}" dt="2025-05-06T23:20:09.762" v="901" actId="47"/>
        <pc:sldMkLst>
          <pc:docMk/>
          <pc:sldMk cId="118820383" sldId="267"/>
        </pc:sldMkLst>
      </pc:sldChg>
      <pc:sldChg chg="del">
        <pc:chgData name="Yvette Delim" userId="1eb1221e-2905-468b-b6ca-e1e332e3c4b6" providerId="ADAL" clId="{D6B9B1E0-642D-4D7B-AFA0-008ADE2C67F0}" dt="2025-05-06T23:20:09.762" v="901" actId="47"/>
        <pc:sldMkLst>
          <pc:docMk/>
          <pc:sldMk cId="4018795062" sldId="268"/>
        </pc:sldMkLst>
      </pc:sldChg>
      <pc:sldChg chg="del">
        <pc:chgData name="Yvette Delim" userId="1eb1221e-2905-468b-b6ca-e1e332e3c4b6" providerId="ADAL" clId="{D6B9B1E0-642D-4D7B-AFA0-008ADE2C67F0}" dt="2025-05-06T23:20:09.762" v="901" actId="47"/>
        <pc:sldMkLst>
          <pc:docMk/>
          <pc:sldMk cId="854937935" sldId="271"/>
        </pc:sldMkLst>
      </pc:sldChg>
      <pc:sldChg chg="del">
        <pc:chgData name="Yvette Delim" userId="1eb1221e-2905-468b-b6ca-e1e332e3c4b6" providerId="ADAL" clId="{D6B9B1E0-642D-4D7B-AFA0-008ADE2C67F0}" dt="2025-05-06T23:20:09.762" v="901" actId="47"/>
        <pc:sldMkLst>
          <pc:docMk/>
          <pc:sldMk cId="1181436222" sldId="273"/>
        </pc:sldMkLst>
      </pc:sldChg>
      <pc:sldChg chg="del">
        <pc:chgData name="Yvette Delim" userId="1eb1221e-2905-468b-b6ca-e1e332e3c4b6" providerId="ADAL" clId="{D6B9B1E0-642D-4D7B-AFA0-008ADE2C67F0}" dt="2025-05-06T23:20:09.762" v="901" actId="47"/>
        <pc:sldMkLst>
          <pc:docMk/>
          <pc:sldMk cId="3250985680" sldId="274"/>
        </pc:sldMkLst>
      </pc:sldChg>
      <pc:sldChg chg="del">
        <pc:chgData name="Yvette Delim" userId="1eb1221e-2905-468b-b6ca-e1e332e3c4b6" providerId="ADAL" clId="{D6B9B1E0-642D-4D7B-AFA0-008ADE2C67F0}" dt="2025-05-06T23:20:09.762" v="901" actId="47"/>
        <pc:sldMkLst>
          <pc:docMk/>
          <pc:sldMk cId="475225693" sldId="275"/>
        </pc:sldMkLst>
      </pc:sldChg>
      <pc:sldChg chg="del">
        <pc:chgData name="Yvette Delim" userId="1eb1221e-2905-468b-b6ca-e1e332e3c4b6" providerId="ADAL" clId="{D6B9B1E0-642D-4D7B-AFA0-008ADE2C67F0}" dt="2025-05-06T23:20:09.762" v="901" actId="47"/>
        <pc:sldMkLst>
          <pc:docMk/>
          <pc:sldMk cId="622141998" sldId="276"/>
        </pc:sldMkLst>
      </pc:sldChg>
      <pc:sldChg chg="del">
        <pc:chgData name="Yvette Delim" userId="1eb1221e-2905-468b-b6ca-e1e332e3c4b6" providerId="ADAL" clId="{D6B9B1E0-642D-4D7B-AFA0-008ADE2C67F0}" dt="2025-05-06T23:20:09.762" v="901" actId="47"/>
        <pc:sldMkLst>
          <pc:docMk/>
          <pc:sldMk cId="3762045304" sldId="277"/>
        </pc:sldMkLst>
      </pc:sldChg>
      <pc:sldChg chg="modSp mod">
        <pc:chgData name="Yvette Delim" userId="1eb1221e-2905-468b-b6ca-e1e332e3c4b6" providerId="ADAL" clId="{D6B9B1E0-642D-4D7B-AFA0-008ADE2C67F0}" dt="2025-05-07T18:22:47.197" v="2242" actId="6549"/>
        <pc:sldMkLst>
          <pc:docMk/>
          <pc:sldMk cId="3678982506" sldId="278"/>
        </pc:sldMkLst>
      </pc:sldChg>
      <pc:sldChg chg="del">
        <pc:chgData name="Yvette Delim" userId="1eb1221e-2905-468b-b6ca-e1e332e3c4b6" providerId="ADAL" clId="{D6B9B1E0-642D-4D7B-AFA0-008ADE2C67F0}" dt="2025-05-07T21:04:04.652" v="2684" actId="47"/>
        <pc:sldMkLst>
          <pc:docMk/>
          <pc:sldMk cId="2327471343" sldId="279"/>
        </pc:sldMkLst>
      </pc:sldChg>
      <pc:sldChg chg="del">
        <pc:chgData name="Yvette Delim" userId="1eb1221e-2905-468b-b6ca-e1e332e3c4b6" providerId="ADAL" clId="{D6B9B1E0-642D-4D7B-AFA0-008ADE2C67F0}" dt="2025-05-07T21:04:04.652" v="2684" actId="47"/>
        <pc:sldMkLst>
          <pc:docMk/>
          <pc:sldMk cId="3682215070" sldId="280"/>
        </pc:sldMkLst>
      </pc:sldChg>
      <pc:sldChg chg="del">
        <pc:chgData name="Yvette Delim" userId="1eb1221e-2905-468b-b6ca-e1e332e3c4b6" providerId="ADAL" clId="{D6B9B1E0-642D-4D7B-AFA0-008ADE2C67F0}" dt="2025-05-07T21:04:04.652" v="2684" actId="47"/>
        <pc:sldMkLst>
          <pc:docMk/>
          <pc:sldMk cId="3564386640" sldId="281"/>
        </pc:sldMkLst>
      </pc:sldChg>
      <pc:sldChg chg="del">
        <pc:chgData name="Yvette Delim" userId="1eb1221e-2905-468b-b6ca-e1e332e3c4b6" providerId="ADAL" clId="{D6B9B1E0-642D-4D7B-AFA0-008ADE2C67F0}" dt="2025-05-07T21:04:04.652" v="2684" actId="47"/>
        <pc:sldMkLst>
          <pc:docMk/>
          <pc:sldMk cId="3550209258" sldId="282"/>
        </pc:sldMkLst>
      </pc:sldChg>
      <pc:sldChg chg="del">
        <pc:chgData name="Yvette Delim" userId="1eb1221e-2905-468b-b6ca-e1e332e3c4b6" providerId="ADAL" clId="{D6B9B1E0-642D-4D7B-AFA0-008ADE2C67F0}" dt="2025-05-07T21:04:04.652" v="2684" actId="47"/>
        <pc:sldMkLst>
          <pc:docMk/>
          <pc:sldMk cId="96460123" sldId="283"/>
        </pc:sldMkLst>
      </pc:sldChg>
      <pc:sldChg chg="del">
        <pc:chgData name="Yvette Delim" userId="1eb1221e-2905-468b-b6ca-e1e332e3c4b6" providerId="ADAL" clId="{D6B9B1E0-642D-4D7B-AFA0-008ADE2C67F0}" dt="2025-05-07T21:04:04.652" v="2684" actId="47"/>
        <pc:sldMkLst>
          <pc:docMk/>
          <pc:sldMk cId="2676566542" sldId="284"/>
        </pc:sldMkLst>
      </pc:sldChg>
      <pc:sldChg chg="del">
        <pc:chgData name="Yvette Delim" userId="1eb1221e-2905-468b-b6ca-e1e332e3c4b6" providerId="ADAL" clId="{D6B9B1E0-642D-4D7B-AFA0-008ADE2C67F0}" dt="2025-05-07T21:04:04.652" v="2684" actId="47"/>
        <pc:sldMkLst>
          <pc:docMk/>
          <pc:sldMk cId="2259825047" sldId="285"/>
        </pc:sldMkLst>
      </pc:sldChg>
      <pc:sldChg chg="del">
        <pc:chgData name="Yvette Delim" userId="1eb1221e-2905-468b-b6ca-e1e332e3c4b6" providerId="ADAL" clId="{D6B9B1E0-642D-4D7B-AFA0-008ADE2C67F0}" dt="2025-05-07T21:04:04.652" v="2684" actId="47"/>
        <pc:sldMkLst>
          <pc:docMk/>
          <pc:sldMk cId="2704407885" sldId="286"/>
        </pc:sldMkLst>
      </pc:sldChg>
      <pc:sldChg chg="del">
        <pc:chgData name="Yvette Delim" userId="1eb1221e-2905-468b-b6ca-e1e332e3c4b6" providerId="ADAL" clId="{D6B9B1E0-642D-4D7B-AFA0-008ADE2C67F0}" dt="2025-05-07T21:04:04.652" v="2684" actId="47"/>
        <pc:sldMkLst>
          <pc:docMk/>
          <pc:sldMk cId="2656989860" sldId="287"/>
        </pc:sldMkLst>
      </pc:sldChg>
      <pc:sldChg chg="del">
        <pc:chgData name="Yvette Delim" userId="1eb1221e-2905-468b-b6ca-e1e332e3c4b6" providerId="ADAL" clId="{D6B9B1E0-642D-4D7B-AFA0-008ADE2C67F0}" dt="2025-05-07T21:04:04.652" v="2684" actId="47"/>
        <pc:sldMkLst>
          <pc:docMk/>
          <pc:sldMk cId="3131101751" sldId="288"/>
        </pc:sldMkLst>
      </pc:sldChg>
      <pc:sldChg chg="del">
        <pc:chgData name="Yvette Delim" userId="1eb1221e-2905-468b-b6ca-e1e332e3c4b6" providerId="ADAL" clId="{D6B9B1E0-642D-4D7B-AFA0-008ADE2C67F0}" dt="2025-05-07T21:04:04.652" v="2684" actId="47"/>
        <pc:sldMkLst>
          <pc:docMk/>
          <pc:sldMk cId="1325574624" sldId="289"/>
        </pc:sldMkLst>
      </pc:sldChg>
      <pc:sldChg chg="del">
        <pc:chgData name="Yvette Delim" userId="1eb1221e-2905-468b-b6ca-e1e332e3c4b6" providerId="ADAL" clId="{D6B9B1E0-642D-4D7B-AFA0-008ADE2C67F0}" dt="2025-05-07T21:04:04.652" v="2684" actId="47"/>
        <pc:sldMkLst>
          <pc:docMk/>
          <pc:sldMk cId="4182089878" sldId="290"/>
        </pc:sldMkLst>
      </pc:sldChg>
      <pc:sldChg chg="del">
        <pc:chgData name="Yvette Delim" userId="1eb1221e-2905-468b-b6ca-e1e332e3c4b6" providerId="ADAL" clId="{D6B9B1E0-642D-4D7B-AFA0-008ADE2C67F0}" dt="2025-05-07T21:04:04.652" v="2684" actId="47"/>
        <pc:sldMkLst>
          <pc:docMk/>
          <pc:sldMk cId="3863939650" sldId="291"/>
        </pc:sldMkLst>
      </pc:sldChg>
      <pc:sldChg chg="del">
        <pc:chgData name="Yvette Delim" userId="1eb1221e-2905-468b-b6ca-e1e332e3c4b6" providerId="ADAL" clId="{D6B9B1E0-642D-4D7B-AFA0-008ADE2C67F0}" dt="2025-05-07T21:04:04.652" v="2684" actId="47"/>
        <pc:sldMkLst>
          <pc:docMk/>
          <pc:sldMk cId="956317542" sldId="292"/>
        </pc:sldMkLst>
      </pc:sldChg>
      <pc:sldChg chg="del">
        <pc:chgData name="Yvette Delim" userId="1eb1221e-2905-468b-b6ca-e1e332e3c4b6" providerId="ADAL" clId="{D6B9B1E0-642D-4D7B-AFA0-008ADE2C67F0}" dt="2025-05-07T21:04:04.652" v="2684" actId="47"/>
        <pc:sldMkLst>
          <pc:docMk/>
          <pc:sldMk cId="3235051181" sldId="293"/>
        </pc:sldMkLst>
      </pc:sldChg>
      <pc:sldChg chg="del">
        <pc:chgData name="Yvette Delim" userId="1eb1221e-2905-468b-b6ca-e1e332e3c4b6" providerId="ADAL" clId="{D6B9B1E0-642D-4D7B-AFA0-008ADE2C67F0}" dt="2025-05-07T21:04:04.652" v="2684" actId="47"/>
        <pc:sldMkLst>
          <pc:docMk/>
          <pc:sldMk cId="3019627366" sldId="294"/>
        </pc:sldMkLst>
      </pc:sldChg>
      <pc:sldChg chg="del">
        <pc:chgData name="Yvette Delim" userId="1eb1221e-2905-468b-b6ca-e1e332e3c4b6" providerId="ADAL" clId="{D6B9B1E0-642D-4D7B-AFA0-008ADE2C67F0}" dt="2025-05-07T21:04:04.652" v="2684" actId="47"/>
        <pc:sldMkLst>
          <pc:docMk/>
          <pc:sldMk cId="4204280167" sldId="295"/>
        </pc:sldMkLst>
      </pc:sldChg>
      <pc:sldChg chg="modSp mod modCm">
        <pc:chgData name="Yvette Delim" userId="1eb1221e-2905-468b-b6ca-e1e332e3c4b6" providerId="ADAL" clId="{D6B9B1E0-642D-4D7B-AFA0-008ADE2C67F0}" dt="2025-05-06T22:55:29.271" v="144" actId="27636"/>
        <pc:sldMkLst>
          <pc:docMk/>
          <pc:sldMk cId="2615260713" sldId="297"/>
        </pc:sldMkLst>
        <pc:spChg chg="mod">
          <ac:chgData name="Yvette Delim" userId="1eb1221e-2905-468b-b6ca-e1e332e3c4b6" providerId="ADAL" clId="{D6B9B1E0-642D-4D7B-AFA0-008ADE2C67F0}" dt="2025-05-06T22:55:29.271" v="144" actId="27636"/>
          <ac:spMkLst>
            <pc:docMk/>
            <pc:sldMk cId="2615260713" sldId="297"/>
            <ac:spMk id="3" creationId="{E02E4B53-B7C6-1D08-F07F-C168A65984CB}"/>
          </ac:spMkLst>
        </pc:spChg>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6B9B1E0-642D-4D7B-AFA0-008ADE2C67F0}" dt="2025-05-06T22:55:29.202" v="143" actId="20577"/>
              <pc2:cmMkLst xmlns:pc2="http://schemas.microsoft.com/office/powerpoint/2019/9/main/command">
                <pc:docMk/>
                <pc:sldMk cId="2615260713" sldId="297"/>
                <pc2:cmMk id="{D8D993E4-77AF-4D0A-97FF-48DF9FAE016C}"/>
              </pc2:cmMkLst>
            </pc226:cmChg>
          </p:ext>
        </pc:extLst>
      </pc:sldChg>
      <pc:sldChg chg="del">
        <pc:chgData name="Yvette Delim" userId="1eb1221e-2905-468b-b6ca-e1e332e3c4b6" providerId="ADAL" clId="{D6B9B1E0-642D-4D7B-AFA0-008ADE2C67F0}" dt="2025-05-06T22:45:37.325" v="1" actId="47"/>
        <pc:sldMkLst>
          <pc:docMk/>
          <pc:sldMk cId="1768159664" sldId="298"/>
        </pc:sldMkLst>
      </pc:sldChg>
      <pc:sldChg chg="new">
        <pc:chgData name="Yvette Delim" userId="1eb1221e-2905-468b-b6ca-e1e332e3c4b6" providerId="ADAL" clId="{D6B9B1E0-642D-4D7B-AFA0-008ADE2C67F0}" dt="2025-05-06T22:45:33.780" v="0" actId="680"/>
        <pc:sldMkLst>
          <pc:docMk/>
          <pc:sldMk cId="3004902157" sldId="299"/>
        </pc:sldMkLst>
      </pc:sldChg>
      <pc:sldChg chg="new modNotes">
        <pc:chgData name="Yvette Delim" userId="1eb1221e-2905-468b-b6ca-e1e332e3c4b6" providerId="ADAL" clId="{D6B9B1E0-642D-4D7B-AFA0-008ADE2C67F0}" dt="2025-05-07T15:59:45.762" v="1660"/>
        <pc:sldMkLst>
          <pc:docMk/>
          <pc:sldMk cId="532328398" sldId="300"/>
        </pc:sldMkLst>
      </pc:sldChg>
      <pc:sldChg chg="new del">
        <pc:chgData name="Yvette Delim" userId="1eb1221e-2905-468b-b6ca-e1e332e3c4b6" providerId="ADAL" clId="{D6B9B1E0-642D-4D7B-AFA0-008ADE2C67F0}" dt="2025-05-06T23:20:09.762" v="901" actId="47"/>
        <pc:sldMkLst>
          <pc:docMk/>
          <pc:sldMk cId="1751708094" sldId="301"/>
        </pc:sldMkLst>
      </pc:sldChg>
      <pc:sldChg chg="new modNotes modNotesTx">
        <pc:chgData name="Yvette Delim" userId="1eb1221e-2905-468b-b6ca-e1e332e3c4b6" providerId="ADAL" clId="{D6B9B1E0-642D-4D7B-AFA0-008ADE2C67F0}" dt="2025-05-06T22:59:47.770" v="244" actId="5793"/>
        <pc:sldMkLst>
          <pc:docMk/>
          <pc:sldMk cId="2349293421" sldId="302"/>
        </pc:sldMkLst>
      </pc:sldChg>
      <pc:sldChg chg="addSp delSp modSp new mod modClrScheme chgLayout modNotes modNotesTx">
        <pc:chgData name="Yvette Delim" userId="1eb1221e-2905-468b-b6ca-e1e332e3c4b6" providerId="ADAL" clId="{D6B9B1E0-642D-4D7B-AFA0-008ADE2C67F0}" dt="2025-05-09T17:18:13.676" v="3158" actId="27636"/>
        <pc:sldMkLst>
          <pc:docMk/>
          <pc:sldMk cId="151209867" sldId="303"/>
        </pc:sldMkLst>
      </pc:sldChg>
      <pc:sldChg chg="modSp add mod modNotes modNotesTx">
        <pc:chgData name="Yvette Delim" userId="1eb1221e-2905-468b-b6ca-e1e332e3c4b6" providerId="ADAL" clId="{D6B9B1E0-642D-4D7B-AFA0-008ADE2C67F0}" dt="2025-05-07T21:22:04.799" v="2988" actId="20577"/>
        <pc:sldMkLst>
          <pc:docMk/>
          <pc:sldMk cId="1142814001" sldId="304"/>
        </pc:sldMkLst>
      </pc:sldChg>
      <pc:sldChg chg="modSp new mod modNotes modNotesTx">
        <pc:chgData name="Yvette Delim" userId="1eb1221e-2905-468b-b6ca-e1e332e3c4b6" providerId="ADAL" clId="{D6B9B1E0-642D-4D7B-AFA0-008ADE2C67F0}" dt="2025-05-07T21:22:25.588" v="2991"/>
        <pc:sldMkLst>
          <pc:docMk/>
          <pc:sldMk cId="730319496" sldId="305"/>
        </pc:sldMkLst>
      </pc:sldChg>
      <pc:sldChg chg="addSp delSp modSp new mod chgLayout modNotes modNotesTx">
        <pc:chgData name="Yvette Delim" userId="1eb1221e-2905-468b-b6ca-e1e332e3c4b6" providerId="ADAL" clId="{D6B9B1E0-642D-4D7B-AFA0-008ADE2C67F0}" dt="2025-05-07T21:22:30.897" v="2992"/>
        <pc:sldMkLst>
          <pc:docMk/>
          <pc:sldMk cId="2970511930" sldId="306"/>
        </pc:sldMkLst>
      </pc:sldChg>
      <pc:sldChg chg="modSp new mod modNotes modNotesTx">
        <pc:chgData name="Yvette Delim" userId="1eb1221e-2905-468b-b6ca-e1e332e3c4b6" providerId="ADAL" clId="{D6B9B1E0-642D-4D7B-AFA0-008ADE2C67F0}" dt="2025-05-07T21:22:35.767" v="2993"/>
        <pc:sldMkLst>
          <pc:docMk/>
          <pc:sldMk cId="1750846455" sldId="307"/>
        </pc:sldMkLst>
      </pc:sldChg>
      <pc:sldChg chg="addSp delSp modSp new mod modClrScheme chgLayout modNotes modNotesTx">
        <pc:chgData name="Yvette Delim" userId="1eb1221e-2905-468b-b6ca-e1e332e3c4b6" providerId="ADAL" clId="{D6B9B1E0-642D-4D7B-AFA0-008ADE2C67F0}" dt="2025-05-07T21:22:40.004" v="2994"/>
        <pc:sldMkLst>
          <pc:docMk/>
          <pc:sldMk cId="1096898488" sldId="308"/>
        </pc:sldMkLst>
      </pc:sldChg>
      <pc:sldChg chg="modSp new mod modNotes modNotesTx">
        <pc:chgData name="Yvette Delim" userId="1eb1221e-2905-468b-b6ca-e1e332e3c4b6" providerId="ADAL" clId="{D6B9B1E0-642D-4D7B-AFA0-008ADE2C67F0}" dt="2025-05-09T17:18:13.779" v="3159" actId="27636"/>
        <pc:sldMkLst>
          <pc:docMk/>
          <pc:sldMk cId="1878458843" sldId="309"/>
        </pc:sldMkLst>
        <pc:spChg chg="mod">
          <ac:chgData name="Yvette Delim" userId="1eb1221e-2905-468b-b6ca-e1e332e3c4b6" providerId="ADAL" clId="{D6B9B1E0-642D-4D7B-AFA0-008ADE2C67F0}" dt="2025-05-09T17:18:13.779" v="3159" actId="27636"/>
          <ac:spMkLst>
            <pc:docMk/>
            <pc:sldMk cId="1878458843" sldId="309"/>
            <ac:spMk id="2" creationId="{CC05FF38-6BD6-38E2-A21F-D565CE8948E1}"/>
          </ac:spMkLst>
        </pc:spChg>
      </pc:sldChg>
      <pc:sldChg chg="modSp add mod">
        <pc:chgData name="Yvette Delim" userId="1eb1221e-2905-468b-b6ca-e1e332e3c4b6" providerId="ADAL" clId="{D6B9B1E0-642D-4D7B-AFA0-008ADE2C67F0}" dt="2025-05-08T18:23:15.546" v="3146" actId="20577"/>
        <pc:sldMkLst>
          <pc:docMk/>
          <pc:sldMk cId="1169523784" sldId="310"/>
        </pc:sldMkLst>
        <pc:spChg chg="mod">
          <ac:chgData name="Yvette Delim" userId="1eb1221e-2905-468b-b6ca-e1e332e3c4b6" providerId="ADAL" clId="{D6B9B1E0-642D-4D7B-AFA0-008ADE2C67F0}" dt="2025-05-08T18:23:15.546" v="3146" actId="20577"/>
          <ac:spMkLst>
            <pc:docMk/>
            <pc:sldMk cId="1169523784" sldId="310"/>
            <ac:spMk id="3" creationId="{97B1D7C6-6A50-5E9C-3F50-A9E46AEF1132}"/>
          </ac:spMkLst>
        </pc:spChg>
      </pc:sldChg>
      <pc:sldChg chg="modSp new mod modNotes modNotesTx">
        <pc:chgData name="Yvette Delim" userId="1eb1221e-2905-468b-b6ca-e1e332e3c4b6" providerId="ADAL" clId="{D6B9B1E0-642D-4D7B-AFA0-008ADE2C67F0}" dt="2025-05-08T17:24:28.909" v="3048" actId="20577"/>
        <pc:sldMkLst>
          <pc:docMk/>
          <pc:sldMk cId="2476667439" sldId="311"/>
        </pc:sldMkLst>
      </pc:sldChg>
      <pc:sldChg chg="new modNotes modNotesTx">
        <pc:chgData name="Yvette Delim" userId="1eb1221e-2905-468b-b6ca-e1e332e3c4b6" providerId="ADAL" clId="{D6B9B1E0-642D-4D7B-AFA0-008ADE2C67F0}" dt="2025-05-07T21:03:41.703" v="2683" actId="20577"/>
        <pc:sldMkLst>
          <pc:docMk/>
          <pc:sldMk cId="343299899" sldId="312"/>
        </pc:sldMkLst>
      </pc:sldChg>
      <pc:sldMasterChg chg="modSp addSldLayout modSldLayout">
        <pc:chgData name="Yvette Delim" userId="1eb1221e-2905-468b-b6ca-e1e332e3c4b6" providerId="ADAL" clId="{D6B9B1E0-642D-4D7B-AFA0-008ADE2C67F0}" dt="2025-05-09T17:17:54.415" v="3157" actId="179"/>
        <pc:sldMasterMkLst>
          <pc:docMk/>
          <pc:sldMasterMk cId="58932730" sldId="2147483910"/>
        </pc:sldMasterMkLst>
        <pc:spChg chg="mod">
          <ac:chgData name="Yvette Delim" userId="1eb1221e-2905-468b-b6ca-e1e332e3c4b6" providerId="ADAL" clId="{D6B9B1E0-642D-4D7B-AFA0-008ADE2C67F0}" dt="2025-05-09T17:17:54.415" v="3157" actId="179"/>
          <ac:spMkLst>
            <pc:docMk/>
            <pc:sldMasterMk cId="58932730" sldId="2147483910"/>
            <ac:spMk id="8" creationId="{12D1C9D9-BB2F-4CEE-AB77-E7FB81417221}"/>
          </ac:spMkLst>
        </pc:spChg>
        <pc:sldLayoutChg chg="modSp">
          <pc:chgData name="Yvette Delim" userId="1eb1221e-2905-468b-b6ca-e1e332e3c4b6" providerId="ADAL" clId="{D6B9B1E0-642D-4D7B-AFA0-008ADE2C67F0}" dt="2025-05-07T20:57:49.141" v="2548" actId="20577"/>
          <pc:sldLayoutMkLst>
            <pc:docMk/>
            <pc:sldMasterMk cId="58932730" sldId="2147483910"/>
            <pc:sldLayoutMk cId="4111725238" sldId="2147483926"/>
          </pc:sldLayoutMkLst>
          <pc:spChg chg="mod">
            <ac:chgData name="Yvette Delim" userId="1eb1221e-2905-468b-b6ca-e1e332e3c4b6" providerId="ADAL" clId="{D6B9B1E0-642D-4D7B-AFA0-008ADE2C67F0}" dt="2025-05-07T20:57:49.141" v="2548" actId="20577"/>
            <ac:spMkLst>
              <pc:docMk/>
              <pc:sldMasterMk cId="58932730" sldId="2147483910"/>
              <pc:sldLayoutMk cId="4111725238" sldId="2147483926"/>
              <ac:spMk id="11" creationId="{077B2DE0-D1DB-4EE0-B864-29DFD9293408}"/>
            </ac:spMkLst>
          </pc:spChg>
        </pc:sldLayoutChg>
        <pc:sldLayoutChg chg="modSp add mod modTransition">
          <pc:chgData name="Yvette Delim" userId="1eb1221e-2905-468b-b6ca-e1e332e3c4b6" providerId="ADAL" clId="{D6B9B1E0-642D-4D7B-AFA0-008ADE2C67F0}" dt="2025-05-07T20:58:34.328" v="2575" actId="1038"/>
          <pc:sldLayoutMkLst>
            <pc:docMk/>
            <pc:sldMasterMk cId="58932730" sldId="2147483910"/>
            <pc:sldLayoutMk cId="2570707714" sldId="2147483946"/>
          </pc:sldLayoutMkLst>
          <pc:spChg chg="mod">
            <ac:chgData name="Yvette Delim" userId="1eb1221e-2905-468b-b6ca-e1e332e3c4b6" providerId="ADAL" clId="{D6B9B1E0-642D-4D7B-AFA0-008ADE2C67F0}" dt="2025-05-07T20:58:28.488" v="2550" actId="20577"/>
            <ac:spMkLst>
              <pc:docMk/>
              <pc:sldMasterMk cId="58932730" sldId="2147483910"/>
              <pc:sldLayoutMk cId="2570707714" sldId="2147483946"/>
              <ac:spMk id="11" creationId="{077B2DE0-D1DB-4EE0-B864-29DFD9293408}"/>
            </ac:spMkLst>
          </pc:spChg>
          <pc:picChg chg="mod">
            <ac:chgData name="Yvette Delim" userId="1eb1221e-2905-468b-b6ca-e1e332e3c4b6" providerId="ADAL" clId="{D6B9B1E0-642D-4D7B-AFA0-008ADE2C67F0}" dt="2025-05-07T20:58:34.328" v="2575" actId="1038"/>
            <ac:picMkLst>
              <pc:docMk/>
              <pc:sldMasterMk cId="58932730" sldId="2147483910"/>
              <pc:sldLayoutMk cId="2570707714" sldId="2147483946"/>
              <ac:picMk id="18" creationId="{7F806275-D0BB-4D90-A9D5-E13362DDB248}"/>
            </ac:picMkLst>
          </pc:picChg>
        </pc:sldLayoutChg>
      </pc:sldMasterChg>
    </pc:docChg>
  </pc:docChgLst>
  <pc:docChgLst>
    <pc:chgData name="Jules Mancini" userId="S::jmancini@comptia.global::4ef8f4fd-9280-4856-883a-0ebf05603c1f" providerId="AD" clId="Web-{6B15A3A1-8896-2C7F-9D17-E2BADBAF26B2}"/>
    <pc:docChg chg="modSld">
      <pc:chgData name="Jules Mancini" userId="S::jmancini@comptia.global::4ef8f4fd-9280-4856-883a-0ebf05603c1f" providerId="AD" clId="Web-{6B15A3A1-8896-2C7F-9D17-E2BADBAF26B2}" dt="2025-06-09T19:19:43.983" v="19"/>
      <pc:docMkLst>
        <pc:docMk/>
      </pc:docMkLst>
      <pc:sldChg chg="delSp">
        <pc:chgData name="Jules Mancini" userId="S::jmancini@comptia.global::4ef8f4fd-9280-4856-883a-0ebf05603c1f" providerId="AD" clId="Web-{6B15A3A1-8896-2C7F-9D17-E2BADBAF26B2}" dt="2025-06-09T19:17:38.307" v="17"/>
        <pc:sldMkLst>
          <pc:docMk/>
          <pc:sldMk cId="1169523784" sldId="310"/>
        </pc:sldMkLst>
      </pc:sldChg>
      <pc:sldChg chg="delSp">
        <pc:chgData name="Jules Mancini" userId="S::jmancini@comptia.global::4ef8f4fd-9280-4856-883a-0ebf05603c1f" providerId="AD" clId="Web-{6B15A3A1-8896-2C7F-9D17-E2BADBAF26B2}" dt="2025-06-09T19:19:43.983" v="19"/>
        <pc:sldMkLst>
          <pc:docMk/>
          <pc:sldMk cId="4240949127" sldId="485"/>
        </pc:sldMkLst>
      </pc:sldChg>
      <pc:sldChg chg="modSp">
        <pc:chgData name="Jules Mancini" userId="S::jmancini@comptia.global::4ef8f4fd-9280-4856-883a-0ebf05603c1f" providerId="AD" clId="Web-{6B15A3A1-8896-2C7F-9D17-E2BADBAF26B2}" dt="2025-06-09T19:16:58.478" v="6" actId="20577"/>
        <pc:sldMkLst>
          <pc:docMk/>
          <pc:sldMk cId="2392314159" sldId="505"/>
        </pc:sldMkLst>
        <pc:spChg chg="mod">
          <ac:chgData name="Jules Mancini" userId="S::jmancini@comptia.global::4ef8f4fd-9280-4856-883a-0ebf05603c1f" providerId="AD" clId="Web-{6B15A3A1-8896-2C7F-9D17-E2BADBAF26B2}" dt="2025-06-09T19:16:58.478" v="6" actId="20577"/>
          <ac:spMkLst>
            <pc:docMk/>
            <pc:sldMk cId="2392314159" sldId="505"/>
            <ac:spMk id="3" creationId="{C981EFCA-2D28-23C8-9214-B15839A1456A}"/>
          </ac:spMkLst>
        </pc:spChg>
      </pc:sldChg>
      <pc:sldChg chg="modSp modNotes">
        <pc:chgData name="Jules Mancini" userId="S::jmancini@comptia.global::4ef8f4fd-9280-4856-883a-0ebf05603c1f" providerId="AD" clId="Web-{6B15A3A1-8896-2C7F-9D17-E2BADBAF26B2}" dt="2025-06-09T19:14:21.364" v="5" actId="20577"/>
        <pc:sldMkLst>
          <pc:docMk/>
          <pc:sldMk cId="2390629091" sldId="506"/>
        </pc:sldMkLst>
        <pc:spChg chg="mod">
          <ac:chgData name="Jules Mancini" userId="S::jmancini@comptia.global::4ef8f4fd-9280-4856-883a-0ebf05603c1f" providerId="AD" clId="Web-{6B15A3A1-8896-2C7F-9D17-E2BADBAF26B2}" dt="2025-06-09T19:14:21.364" v="5" actId="20577"/>
          <ac:spMkLst>
            <pc:docMk/>
            <pc:sldMk cId="2390629091" sldId="506"/>
            <ac:spMk id="3" creationId="{6748CA4B-9208-1049-38F7-B60E8DB550B2}"/>
          </ac:spMkLst>
        </pc:spChg>
      </pc:sldChg>
      <pc:sldChg chg="modNotes">
        <pc:chgData name="Jules Mancini" userId="S::jmancini@comptia.global::4ef8f4fd-9280-4856-883a-0ebf05603c1f" providerId="AD" clId="Web-{6B15A3A1-8896-2C7F-9D17-E2BADBAF26B2}" dt="2025-06-09T19:17:28.932" v="16"/>
        <pc:sldMkLst>
          <pc:docMk/>
          <pc:sldMk cId="2283435103" sldId="507"/>
        </pc:sldMkLst>
      </pc:sldChg>
      <pc:sldChg chg="modNotes">
        <pc:chgData name="Jules Mancini" userId="S::jmancini@comptia.global::4ef8f4fd-9280-4856-883a-0ebf05603c1f" providerId="AD" clId="Web-{6B15A3A1-8896-2C7F-9D17-E2BADBAF26B2}" dt="2025-06-09T19:18:17.387" v="18"/>
        <pc:sldMkLst>
          <pc:docMk/>
          <pc:sldMk cId="4233023592" sldId="515"/>
        </pc:sldMkLst>
      </pc:sldChg>
    </pc:docChg>
  </pc:docChgLst>
  <pc:docChgLst>
    <pc:chgData name="Yvette Delim" userId="S::ydelim@comptia.org::1eb1221e-2905-468b-b6ca-e1e332e3c4b6" providerId="AD" clId="Web-{C113A6AE-3E14-CFD0-4D1D-B1BDC3661C6F}"/>
    <pc:docChg chg="delSld modSld">
      <pc:chgData name="Yvette Delim" userId="S::ydelim@comptia.org::1eb1221e-2905-468b-b6ca-e1e332e3c4b6" providerId="AD" clId="Web-{C113A6AE-3E14-CFD0-4D1D-B1BDC3661C6F}" dt="2025-05-07T21:44:57.002" v="9"/>
      <pc:docMkLst>
        <pc:docMk/>
      </pc:docMkLst>
      <pc:sldChg chg="del">
        <pc:chgData name="Yvette Delim" userId="S::ydelim@comptia.org::1eb1221e-2905-468b-b6ca-e1e332e3c4b6" providerId="AD" clId="Web-{C113A6AE-3E14-CFD0-4D1D-B1BDC3661C6F}" dt="2025-05-07T21:44:57.002" v="9"/>
        <pc:sldMkLst>
          <pc:docMk/>
          <pc:sldMk cId="3678982506" sldId="278"/>
        </pc:sldMkLst>
      </pc:sldChg>
      <pc:sldChg chg="modSp">
        <pc:chgData name="Yvette Delim" userId="S::ydelim@comptia.org::1eb1221e-2905-468b-b6ca-e1e332e3c4b6" providerId="AD" clId="Web-{C113A6AE-3E14-CFD0-4D1D-B1BDC3661C6F}" dt="2025-05-07T21:44:46.143" v="8" actId="20577"/>
        <pc:sldMkLst>
          <pc:docMk/>
          <pc:sldMk cId="1878458843" sldId="309"/>
        </pc:sldMkLst>
        <pc:spChg chg="mod">
          <ac:chgData name="Yvette Delim" userId="S::ydelim@comptia.org::1eb1221e-2905-468b-b6ca-e1e332e3c4b6" providerId="AD" clId="Web-{C113A6AE-3E14-CFD0-4D1D-B1BDC3661C6F}" dt="2025-05-07T21:44:46.143" v="8" actId="20577"/>
          <ac:spMkLst>
            <pc:docMk/>
            <pc:sldMk cId="1878458843" sldId="309"/>
            <ac:spMk id="2" creationId="{CC05FF38-6BD6-38E2-A21F-D565CE8948E1}"/>
          </ac:spMkLst>
        </pc:spChg>
      </pc:sldChg>
    </pc:docChg>
  </pc:docChgLst>
  <pc:docChgLst>
    <pc:chgData name="Yvette Delim" userId="1eb1221e-2905-468b-b6ca-e1e332e3c4b6" providerId="ADAL" clId="{290F0DBF-B744-4271-9020-6CBFE871C2FA}"/>
    <pc:docChg chg="modSld modMainMaster">
      <pc:chgData name="Yvette Delim" userId="1eb1221e-2905-468b-b6ca-e1e332e3c4b6" providerId="ADAL" clId="{290F0DBF-B744-4271-9020-6CBFE871C2FA}" dt="2025-04-28T18:58:20.197" v="30" actId="1038"/>
      <pc:docMkLst>
        <pc:docMk/>
      </pc:docMkLst>
      <pc:sldMasterChg chg="addSldLayout modSldLayout">
        <pc:chgData name="Yvette Delim" userId="1eb1221e-2905-468b-b6ca-e1e332e3c4b6" providerId="ADAL" clId="{290F0DBF-B744-4271-9020-6CBFE871C2FA}" dt="2025-04-28T18:58:20.197" v="30" actId="1038"/>
        <pc:sldMasterMkLst>
          <pc:docMk/>
          <pc:sldMasterMk cId="58932730" sldId="2147483910"/>
        </pc:sldMasterMkLst>
        <pc:sldLayoutChg chg="modSp add mod modTransition">
          <pc:chgData name="Yvette Delim" userId="1eb1221e-2905-468b-b6ca-e1e332e3c4b6" providerId="ADAL" clId="{290F0DBF-B744-4271-9020-6CBFE871C2FA}" dt="2025-04-28T18:58:20.197" v="30" actId="1038"/>
          <pc:sldLayoutMkLst>
            <pc:docMk/>
            <pc:sldMasterMk cId="58932730" sldId="2147483910"/>
            <pc:sldLayoutMk cId="2790083631" sldId="2147483933"/>
          </pc:sldLayoutMkLst>
          <pc:spChg chg="mod">
            <ac:chgData name="Yvette Delim" userId="1eb1221e-2905-468b-b6ca-e1e332e3c4b6" providerId="ADAL" clId="{290F0DBF-B744-4271-9020-6CBFE871C2FA}" dt="2025-04-28T18:58:11.530" v="1" actId="20577"/>
            <ac:spMkLst>
              <pc:docMk/>
              <pc:sldMasterMk cId="58932730" sldId="2147483910"/>
              <pc:sldLayoutMk cId="2790083631" sldId="2147483933"/>
              <ac:spMk id="12" creationId="{FD74DCED-5B72-479F-BD98-2FB51162CA0F}"/>
            </ac:spMkLst>
          </pc:spChg>
          <pc:picChg chg="mod">
            <ac:chgData name="Yvette Delim" userId="1eb1221e-2905-468b-b6ca-e1e332e3c4b6" providerId="ADAL" clId="{290F0DBF-B744-4271-9020-6CBFE871C2FA}" dt="2025-04-28T18:58:20.197" v="30" actId="1038"/>
            <ac:picMkLst>
              <pc:docMk/>
              <pc:sldMasterMk cId="58932730" sldId="2147483910"/>
              <pc:sldLayoutMk cId="2790083631" sldId="2147483933"/>
              <ac:picMk id="18" creationId="{E69A297E-3486-4729-A525-7D33AFFB3804}"/>
            </ac:picMkLst>
          </pc:picChg>
        </pc:sldLayoutChg>
      </pc:sldMasterChg>
    </pc:docChg>
  </pc:docChgLst>
  <pc:docChgLst>
    <pc:chgData name="Yvette Delim" userId="1eb1221e-2905-468b-b6ca-e1e332e3c4b6" providerId="ADAL" clId="{F6F4A0A2-F8AA-43F0-ABFB-1FEA641C4432}"/>
    <pc:docChg chg="undo custSel addSld delSld modSld sldOrd">
      <pc:chgData name="Yvette Delim" userId="1eb1221e-2905-468b-b6ca-e1e332e3c4b6" providerId="ADAL" clId="{F6F4A0A2-F8AA-43F0-ABFB-1FEA641C4432}" dt="2025-05-06T19:02:14.440" v="1588" actId="20577"/>
      <pc:docMkLst>
        <pc:docMk/>
      </pc:docMkLst>
      <pc:sldChg chg="modSp mod">
        <pc:chgData name="Yvette Delim" userId="1eb1221e-2905-468b-b6ca-e1e332e3c4b6" providerId="ADAL" clId="{F6F4A0A2-F8AA-43F0-ABFB-1FEA641C4432}" dt="2025-04-28T19:47:22.270" v="13" actId="139"/>
        <pc:sldMkLst>
          <pc:docMk/>
          <pc:sldMk cId="3995608643" sldId="257"/>
        </pc:sldMkLst>
      </pc:sldChg>
      <pc:sldChg chg="modSp mod ord modNotes modNotesTx">
        <pc:chgData name="Yvette Delim" userId="1eb1221e-2905-468b-b6ca-e1e332e3c4b6" providerId="ADAL" clId="{F6F4A0A2-F8AA-43F0-ABFB-1FEA641C4432}" dt="2025-05-06T18:46:46.258" v="1580" actId="5793"/>
        <pc:sldMkLst>
          <pc:docMk/>
          <pc:sldMk cId="2170154808" sldId="258"/>
        </pc:sldMkLst>
      </pc:sldChg>
      <pc:sldChg chg="modSp mod">
        <pc:chgData name="Yvette Delim" userId="1eb1221e-2905-468b-b6ca-e1e332e3c4b6" providerId="ADAL" clId="{F6F4A0A2-F8AA-43F0-ABFB-1FEA641C4432}" dt="2025-04-28T19:51:47.631" v="71" actId="255"/>
        <pc:sldMkLst>
          <pc:docMk/>
          <pc:sldMk cId="3549381897" sldId="259"/>
        </pc:sldMkLst>
      </pc:sldChg>
      <pc:sldChg chg="addSp delSp modSp mod modClrScheme chgLayout">
        <pc:chgData name="Yvette Delim" userId="1eb1221e-2905-468b-b6ca-e1e332e3c4b6" providerId="ADAL" clId="{F6F4A0A2-F8AA-43F0-ABFB-1FEA641C4432}" dt="2025-05-01T20:48:46.770" v="460" actId="20577"/>
        <pc:sldMkLst>
          <pc:docMk/>
          <pc:sldMk cId="1702716025" sldId="260"/>
        </pc:sldMkLst>
      </pc:sldChg>
      <pc:sldChg chg="del">
        <pc:chgData name="Yvette Delim" userId="1eb1221e-2905-468b-b6ca-e1e332e3c4b6" providerId="ADAL" clId="{F6F4A0A2-F8AA-43F0-ABFB-1FEA641C4432}" dt="2025-05-02T01:13:17.522" v="1448" actId="47"/>
        <pc:sldMkLst>
          <pc:docMk/>
          <pc:sldMk cId="2298346470" sldId="262"/>
        </pc:sldMkLst>
      </pc:sldChg>
      <pc:sldChg chg="del">
        <pc:chgData name="Yvette Delim" userId="1eb1221e-2905-468b-b6ca-e1e332e3c4b6" providerId="ADAL" clId="{F6F4A0A2-F8AA-43F0-ABFB-1FEA641C4432}" dt="2025-05-02T01:13:22.300" v="1449" actId="47"/>
        <pc:sldMkLst>
          <pc:docMk/>
          <pc:sldMk cId="2631819795" sldId="263"/>
        </pc:sldMkLst>
      </pc:sldChg>
      <pc:sldChg chg="new del">
        <pc:chgData name="Yvette Delim" userId="1eb1221e-2905-468b-b6ca-e1e332e3c4b6" providerId="ADAL" clId="{F6F4A0A2-F8AA-43F0-ABFB-1FEA641C4432}" dt="2025-04-28T19:48:16.105" v="17" actId="47"/>
        <pc:sldMkLst>
          <pc:docMk/>
          <pc:sldMk cId="1401178164" sldId="265"/>
        </pc:sldMkLst>
      </pc:sldChg>
      <pc:sldChg chg="modSp add mod">
        <pc:chgData name="Yvette Delim" userId="1eb1221e-2905-468b-b6ca-e1e332e3c4b6" providerId="ADAL" clId="{F6F4A0A2-F8AA-43F0-ABFB-1FEA641C4432}" dt="2025-04-28T19:54:03.166" v="72" actId="6549"/>
        <pc:sldMkLst>
          <pc:docMk/>
          <pc:sldMk cId="2295165259" sldId="265"/>
        </pc:sldMkLst>
      </pc:sldChg>
      <pc:sldChg chg="new del">
        <pc:chgData name="Yvette Delim" userId="1eb1221e-2905-468b-b6ca-e1e332e3c4b6" providerId="ADAL" clId="{F6F4A0A2-F8AA-43F0-ABFB-1FEA641C4432}" dt="2025-04-28T19:48:33.796" v="19" actId="47"/>
        <pc:sldMkLst>
          <pc:docMk/>
          <pc:sldMk cId="3644299184" sldId="265"/>
        </pc:sldMkLst>
      </pc:sldChg>
      <pc:sldChg chg="modSp new mod">
        <pc:chgData name="Yvette Delim" userId="1eb1221e-2905-468b-b6ca-e1e332e3c4b6" providerId="ADAL" clId="{F6F4A0A2-F8AA-43F0-ABFB-1FEA641C4432}" dt="2025-05-05T17:42:59.413" v="1552" actId="6549"/>
        <pc:sldMkLst>
          <pc:docMk/>
          <pc:sldMk cId="768759039" sldId="266"/>
        </pc:sldMkLst>
      </pc:sldChg>
      <pc:sldChg chg="addSp delSp modSp new mod">
        <pc:chgData name="Yvette Delim" userId="1eb1221e-2905-468b-b6ca-e1e332e3c4b6" providerId="ADAL" clId="{F6F4A0A2-F8AA-43F0-ABFB-1FEA641C4432}" dt="2025-05-02T01:04:50.833" v="1418" actId="1076"/>
        <pc:sldMkLst>
          <pc:docMk/>
          <pc:sldMk cId="118820383" sldId="267"/>
        </pc:sldMkLst>
      </pc:sldChg>
      <pc:sldChg chg="addSp delSp modSp add mod">
        <pc:chgData name="Yvette Delim" userId="1eb1221e-2905-468b-b6ca-e1e332e3c4b6" providerId="ADAL" clId="{F6F4A0A2-F8AA-43F0-ABFB-1FEA641C4432}" dt="2025-05-02T01:04:37.258" v="1417" actId="1076"/>
        <pc:sldMkLst>
          <pc:docMk/>
          <pc:sldMk cId="4018795062" sldId="268"/>
        </pc:sldMkLst>
      </pc:sldChg>
      <pc:sldChg chg="modSp new del mod ord">
        <pc:chgData name="Yvette Delim" userId="1eb1221e-2905-468b-b6ca-e1e332e3c4b6" providerId="ADAL" clId="{F6F4A0A2-F8AA-43F0-ABFB-1FEA641C4432}" dt="2025-05-01T18:33:46.013" v="441" actId="2696"/>
        <pc:sldMkLst>
          <pc:docMk/>
          <pc:sldMk cId="1112699275" sldId="269"/>
        </pc:sldMkLst>
      </pc:sldChg>
      <pc:sldChg chg="add del">
        <pc:chgData name="Yvette Delim" userId="1eb1221e-2905-468b-b6ca-e1e332e3c4b6" providerId="ADAL" clId="{F6F4A0A2-F8AA-43F0-ABFB-1FEA641C4432}" dt="2025-05-01T18:33:40.788" v="440" actId="2696"/>
        <pc:sldMkLst>
          <pc:docMk/>
          <pc:sldMk cId="2791046347" sldId="270"/>
        </pc:sldMkLst>
      </pc:sldChg>
      <pc:sldChg chg="modSp new mod">
        <pc:chgData name="Yvette Delim" userId="1eb1221e-2905-468b-b6ca-e1e332e3c4b6" providerId="ADAL" clId="{F6F4A0A2-F8AA-43F0-ABFB-1FEA641C4432}" dt="2025-05-05T17:23:48.907" v="1551" actId="14"/>
        <pc:sldMkLst>
          <pc:docMk/>
          <pc:sldMk cId="854937935" sldId="271"/>
        </pc:sldMkLst>
      </pc:sldChg>
      <pc:sldChg chg="modSp add del mod ord">
        <pc:chgData name="Yvette Delim" userId="1eb1221e-2905-468b-b6ca-e1e332e3c4b6" providerId="ADAL" clId="{F6F4A0A2-F8AA-43F0-ABFB-1FEA641C4432}" dt="2025-05-01T18:33:59.369" v="442" actId="2696"/>
        <pc:sldMkLst>
          <pc:docMk/>
          <pc:sldMk cId="3145964520" sldId="272"/>
        </pc:sldMkLst>
      </pc:sldChg>
      <pc:sldChg chg="addSp delSp modSp new mod">
        <pc:chgData name="Yvette Delim" userId="1eb1221e-2905-468b-b6ca-e1e332e3c4b6" providerId="ADAL" clId="{F6F4A0A2-F8AA-43F0-ABFB-1FEA641C4432}" dt="2025-05-02T16:38:30.511" v="1498" actId="20577"/>
        <pc:sldMkLst>
          <pc:docMk/>
          <pc:sldMk cId="1181436222" sldId="273"/>
        </pc:sldMkLst>
      </pc:sldChg>
      <pc:sldChg chg="addSp delSp modSp new mod modClrScheme chgLayout">
        <pc:chgData name="Yvette Delim" userId="1eb1221e-2905-468b-b6ca-e1e332e3c4b6" providerId="ADAL" clId="{F6F4A0A2-F8AA-43F0-ABFB-1FEA641C4432}" dt="2025-05-06T19:02:14.440" v="1588" actId="20577"/>
        <pc:sldMkLst>
          <pc:docMk/>
          <pc:sldMk cId="3250985680" sldId="274"/>
        </pc:sldMkLst>
      </pc:sldChg>
      <pc:sldChg chg="addSp delSp modSp add mod">
        <pc:chgData name="Yvette Delim" userId="1eb1221e-2905-468b-b6ca-e1e332e3c4b6" providerId="ADAL" clId="{F6F4A0A2-F8AA-43F0-ABFB-1FEA641C4432}" dt="2025-05-02T16:38:39.635" v="1502" actId="20577"/>
        <pc:sldMkLst>
          <pc:docMk/>
          <pc:sldMk cId="475225693" sldId="275"/>
        </pc:sldMkLst>
      </pc:sldChg>
      <pc:sldChg chg="addSp modSp new mod modClrScheme chgLayout">
        <pc:chgData name="Yvette Delim" userId="1eb1221e-2905-468b-b6ca-e1e332e3c4b6" providerId="ADAL" clId="{F6F4A0A2-F8AA-43F0-ABFB-1FEA641C4432}" dt="2025-05-02T16:38:46.579" v="1504" actId="20577"/>
        <pc:sldMkLst>
          <pc:docMk/>
          <pc:sldMk cId="622141998" sldId="276"/>
        </pc:sldMkLst>
      </pc:sldChg>
      <pc:sldChg chg="addSp delSp modSp new del mod modClrScheme chgLayout">
        <pc:chgData name="Yvette Delim" userId="1eb1221e-2905-468b-b6ca-e1e332e3c4b6" providerId="ADAL" clId="{F6F4A0A2-F8AA-43F0-ABFB-1FEA641C4432}" dt="2025-05-01T23:06:09.241" v="624" actId="47"/>
        <pc:sldMkLst>
          <pc:docMk/>
          <pc:sldMk cId="800978551" sldId="277"/>
        </pc:sldMkLst>
      </pc:sldChg>
      <pc:sldChg chg="addSp delSp modSp new mod">
        <pc:chgData name="Yvette Delim" userId="1eb1221e-2905-468b-b6ca-e1e332e3c4b6" providerId="ADAL" clId="{F6F4A0A2-F8AA-43F0-ABFB-1FEA641C4432}" dt="2025-05-01T23:19:22.206" v="758" actId="20577"/>
        <pc:sldMkLst>
          <pc:docMk/>
          <pc:sldMk cId="3762045304" sldId="277"/>
        </pc:sldMkLst>
      </pc:sldChg>
      <pc:sldChg chg="modSp new mod">
        <pc:chgData name="Yvette Delim" userId="1eb1221e-2905-468b-b6ca-e1e332e3c4b6" providerId="ADAL" clId="{F6F4A0A2-F8AA-43F0-ABFB-1FEA641C4432}" dt="2025-05-02T16:28:02.620" v="1482" actId="20577"/>
        <pc:sldMkLst>
          <pc:docMk/>
          <pc:sldMk cId="3678982506" sldId="278"/>
        </pc:sldMkLst>
      </pc:sldChg>
      <pc:sldChg chg="addSp delSp modSp new mod chgLayout">
        <pc:chgData name="Yvette Delim" userId="1eb1221e-2905-468b-b6ca-e1e332e3c4b6" providerId="ADAL" clId="{F6F4A0A2-F8AA-43F0-ABFB-1FEA641C4432}" dt="2025-05-01T23:27:14.079" v="788" actId="20577"/>
        <pc:sldMkLst>
          <pc:docMk/>
          <pc:sldMk cId="2327471343" sldId="279"/>
        </pc:sldMkLst>
      </pc:sldChg>
      <pc:sldChg chg="addSp delSp modSp add mod modClrScheme chgLayout">
        <pc:chgData name="Yvette Delim" userId="1eb1221e-2905-468b-b6ca-e1e332e3c4b6" providerId="ADAL" clId="{F6F4A0A2-F8AA-43F0-ABFB-1FEA641C4432}" dt="2025-05-01T23:37:39.272" v="865"/>
        <pc:sldMkLst>
          <pc:docMk/>
          <pc:sldMk cId="3682215070" sldId="280"/>
        </pc:sldMkLst>
      </pc:sldChg>
      <pc:sldChg chg="delSp modSp new mod modClrScheme chgLayout">
        <pc:chgData name="Yvette Delim" userId="1eb1221e-2905-468b-b6ca-e1e332e3c4b6" providerId="ADAL" clId="{F6F4A0A2-F8AA-43F0-ABFB-1FEA641C4432}" dt="2025-05-01T23:54:04.742" v="942" actId="255"/>
        <pc:sldMkLst>
          <pc:docMk/>
          <pc:sldMk cId="3564386640" sldId="281"/>
        </pc:sldMkLst>
      </pc:sldChg>
      <pc:sldChg chg="addSp delSp modSp add mod modClrScheme chgLayout">
        <pc:chgData name="Yvette Delim" userId="1eb1221e-2905-468b-b6ca-e1e332e3c4b6" providerId="ADAL" clId="{F6F4A0A2-F8AA-43F0-ABFB-1FEA641C4432}" dt="2025-05-01T23:54:29.508" v="946" actId="20577"/>
        <pc:sldMkLst>
          <pc:docMk/>
          <pc:sldMk cId="3550209258" sldId="282"/>
        </pc:sldMkLst>
      </pc:sldChg>
      <pc:sldChg chg="addSp delSp modSp add mod modClrScheme chgLayout">
        <pc:chgData name="Yvette Delim" userId="1eb1221e-2905-468b-b6ca-e1e332e3c4b6" providerId="ADAL" clId="{F6F4A0A2-F8AA-43F0-ABFB-1FEA641C4432}" dt="2025-05-01T23:54:39.593" v="950" actId="20577"/>
        <pc:sldMkLst>
          <pc:docMk/>
          <pc:sldMk cId="96460123" sldId="283"/>
        </pc:sldMkLst>
      </pc:sldChg>
      <pc:sldChg chg="modSp new mod">
        <pc:chgData name="Yvette Delim" userId="1eb1221e-2905-468b-b6ca-e1e332e3c4b6" providerId="ADAL" clId="{F6F4A0A2-F8AA-43F0-ABFB-1FEA641C4432}" dt="2025-05-02T00:10:54.361" v="1062" actId="20577"/>
        <pc:sldMkLst>
          <pc:docMk/>
          <pc:sldMk cId="2676566542" sldId="284"/>
        </pc:sldMkLst>
      </pc:sldChg>
      <pc:sldChg chg="modSp add mod">
        <pc:chgData name="Yvette Delim" userId="1eb1221e-2905-468b-b6ca-e1e332e3c4b6" providerId="ADAL" clId="{F6F4A0A2-F8AA-43F0-ABFB-1FEA641C4432}" dt="2025-05-02T00:11:12.264" v="1065" actId="20577"/>
        <pc:sldMkLst>
          <pc:docMk/>
          <pc:sldMk cId="2259825047" sldId="285"/>
        </pc:sldMkLst>
      </pc:sldChg>
      <pc:sldChg chg="modSp new mod">
        <pc:chgData name="Yvette Delim" userId="1eb1221e-2905-468b-b6ca-e1e332e3c4b6" providerId="ADAL" clId="{F6F4A0A2-F8AA-43F0-ABFB-1FEA641C4432}" dt="2025-05-02T00:11:20.446" v="1067"/>
        <pc:sldMkLst>
          <pc:docMk/>
          <pc:sldMk cId="2704407885" sldId="286"/>
        </pc:sldMkLst>
      </pc:sldChg>
      <pc:sldChg chg="addSp delSp modSp new mod modClrScheme chgLayout">
        <pc:chgData name="Yvette Delim" userId="1eb1221e-2905-468b-b6ca-e1e332e3c4b6" providerId="ADAL" clId="{F6F4A0A2-F8AA-43F0-ABFB-1FEA641C4432}" dt="2025-05-02T00:40:01.735" v="1246" actId="20577"/>
        <pc:sldMkLst>
          <pc:docMk/>
          <pc:sldMk cId="2656989860" sldId="287"/>
        </pc:sldMkLst>
      </pc:sldChg>
      <pc:sldChg chg="modSp new mod">
        <pc:chgData name="Yvette Delim" userId="1eb1221e-2905-468b-b6ca-e1e332e3c4b6" providerId="ADAL" clId="{F6F4A0A2-F8AA-43F0-ABFB-1FEA641C4432}" dt="2025-05-02T00:40:36.497" v="1251" actId="21"/>
        <pc:sldMkLst>
          <pc:docMk/>
          <pc:sldMk cId="3131101751" sldId="288"/>
        </pc:sldMkLst>
      </pc:sldChg>
      <pc:sldChg chg="addSp delSp modSp add mod ord modClrScheme chgLayout">
        <pc:chgData name="Yvette Delim" userId="1eb1221e-2905-468b-b6ca-e1e332e3c4b6" providerId="ADAL" clId="{F6F4A0A2-F8AA-43F0-ABFB-1FEA641C4432}" dt="2025-05-02T01:02:59.154" v="1352" actId="1076"/>
        <pc:sldMkLst>
          <pc:docMk/>
          <pc:sldMk cId="1325574624" sldId="289"/>
        </pc:sldMkLst>
      </pc:sldChg>
      <pc:sldChg chg="addSp delSp modSp add mod modClrScheme chgLayout">
        <pc:chgData name="Yvette Delim" userId="1eb1221e-2905-468b-b6ca-e1e332e3c4b6" providerId="ADAL" clId="{F6F4A0A2-F8AA-43F0-ABFB-1FEA641C4432}" dt="2025-05-02T16:40:02.292" v="1506" actId="20577"/>
        <pc:sldMkLst>
          <pc:docMk/>
          <pc:sldMk cId="4182089878" sldId="290"/>
        </pc:sldMkLst>
      </pc:sldChg>
      <pc:sldChg chg="addSp delSp modSp add mod modClrScheme chgLayout">
        <pc:chgData name="Yvette Delim" userId="1eb1221e-2905-468b-b6ca-e1e332e3c4b6" providerId="ADAL" clId="{F6F4A0A2-F8AA-43F0-ABFB-1FEA641C4432}" dt="2025-05-02T00:57:36.935" v="1329" actId="12788"/>
        <pc:sldMkLst>
          <pc:docMk/>
          <pc:sldMk cId="3863939650" sldId="291"/>
        </pc:sldMkLst>
      </pc:sldChg>
      <pc:sldChg chg="addSp delSp modSp new mod modClrScheme chgLayout">
        <pc:chgData name="Yvette Delim" userId="1eb1221e-2905-468b-b6ca-e1e332e3c4b6" providerId="ADAL" clId="{F6F4A0A2-F8AA-43F0-ABFB-1FEA641C4432}" dt="2025-05-02T01:02:34.752" v="1351" actId="1076"/>
        <pc:sldMkLst>
          <pc:docMk/>
          <pc:sldMk cId="956317542" sldId="292"/>
        </pc:sldMkLst>
      </pc:sldChg>
      <pc:sldChg chg="modSp new mod">
        <pc:chgData name="Yvette Delim" userId="1eb1221e-2905-468b-b6ca-e1e332e3c4b6" providerId="ADAL" clId="{F6F4A0A2-F8AA-43F0-ABFB-1FEA641C4432}" dt="2025-05-02T01:06:24.247" v="1422"/>
        <pc:sldMkLst>
          <pc:docMk/>
          <pc:sldMk cId="3235051181" sldId="293"/>
        </pc:sldMkLst>
      </pc:sldChg>
      <pc:sldChg chg="modSp new mod">
        <pc:chgData name="Yvette Delim" userId="1eb1221e-2905-468b-b6ca-e1e332e3c4b6" providerId="ADAL" clId="{F6F4A0A2-F8AA-43F0-ABFB-1FEA641C4432}" dt="2025-05-02T16:28:32.792" v="1496" actId="20577"/>
        <pc:sldMkLst>
          <pc:docMk/>
          <pc:sldMk cId="3019627366" sldId="294"/>
        </pc:sldMkLst>
      </pc:sldChg>
      <pc:sldChg chg="addSp modSp new mod modClrScheme chgLayout modNotes modNotesTx">
        <pc:chgData name="Yvette Delim" userId="1eb1221e-2905-468b-b6ca-e1e332e3c4b6" providerId="ADAL" clId="{F6F4A0A2-F8AA-43F0-ABFB-1FEA641C4432}" dt="2025-05-02T01:14:00.291" v="1454" actId="700"/>
        <pc:sldMkLst>
          <pc:docMk/>
          <pc:sldMk cId="4204280167" sldId="295"/>
        </pc:sldMkLst>
      </pc:sldChg>
      <pc:sldChg chg="addSp delSp modSp new mod chgLayout modNotes">
        <pc:chgData name="Yvette Delim" userId="1eb1221e-2905-468b-b6ca-e1e332e3c4b6" providerId="ADAL" clId="{F6F4A0A2-F8AA-43F0-ABFB-1FEA641C4432}" dt="2025-05-06T18:43:59.897" v="1556" actId="12"/>
        <pc:sldMkLst>
          <pc:docMk/>
          <pc:sldMk cId="629264104" sldId="296"/>
        </pc:sldMkLst>
      </pc:sldChg>
      <pc:sldChg chg="new del">
        <pc:chgData name="Yvette Delim" userId="1eb1221e-2905-468b-b6ca-e1e332e3c4b6" providerId="ADAL" clId="{F6F4A0A2-F8AA-43F0-ABFB-1FEA641C4432}" dt="2025-05-06T18:42:24.109" v="1554" actId="47"/>
        <pc:sldMkLst>
          <pc:docMk/>
          <pc:sldMk cId="1236886220" sldId="297"/>
        </pc:sldMkLst>
      </pc:sldChg>
      <pc:sldChg chg="modSp new mod">
        <pc:chgData name="Yvette Delim" userId="1eb1221e-2905-468b-b6ca-e1e332e3c4b6" providerId="ADAL" clId="{F6F4A0A2-F8AA-43F0-ABFB-1FEA641C4432}" dt="2025-05-06T18:44:26.525" v="1558"/>
        <pc:sldMkLst>
          <pc:docMk/>
          <pc:sldMk cId="2615260713" sldId="297"/>
        </pc:sldMkLst>
        <pc:spChg chg="mod">
          <ac:chgData name="Yvette Delim" userId="1eb1221e-2905-468b-b6ca-e1e332e3c4b6" providerId="ADAL" clId="{F6F4A0A2-F8AA-43F0-ABFB-1FEA641C4432}" dt="2025-05-06T18:44:26.525" v="1558"/>
          <ac:spMkLst>
            <pc:docMk/>
            <pc:sldMk cId="2615260713" sldId="297"/>
            <ac:spMk id="3" creationId="{E02E4B53-B7C6-1D08-F07F-C168A65984CB}"/>
          </ac:spMkLst>
        </pc:spChg>
      </pc:sldChg>
    </pc:docChg>
  </pc:docChgLst>
  <pc:docChgLst>
    <pc:chgData name="Elaine Gustafson" userId="8e9fbddc-088d-4145-9000-dcad1c3d1481" providerId="ADAL" clId="{50E40558-222F-472A-9665-B46BC32734E8}"/>
    <pc:docChg chg="modSld sldOrd modMainMaster">
      <pc:chgData name="Elaine Gustafson" userId="8e9fbddc-088d-4145-9000-dcad1c3d1481" providerId="ADAL" clId="{50E40558-222F-472A-9665-B46BC32734E8}" dt="2025-06-09T21:20:13.786" v="1505" actId="2"/>
      <pc:docMkLst>
        <pc:docMk/>
      </pc:docMkLst>
      <pc:sldChg chg="modSp">
        <pc:chgData name="Elaine Gustafson" userId="8e9fbddc-088d-4145-9000-dcad1c3d1481" providerId="ADAL" clId="{50E40558-222F-472A-9665-B46BC32734E8}" dt="2025-06-09T21:11:41.065" v="1305"/>
        <pc:sldMkLst>
          <pc:docMk/>
          <pc:sldMk cId="1878458843" sldId="309"/>
        </pc:sldMkLst>
        <pc:spChg chg="mod">
          <ac:chgData name="Elaine Gustafson" userId="8e9fbddc-088d-4145-9000-dcad1c3d1481" providerId="ADAL" clId="{50E40558-222F-472A-9665-B46BC32734E8}" dt="2025-06-09T16:32:33.345" v="89" actId="20577"/>
          <ac:spMkLst>
            <pc:docMk/>
            <pc:sldMk cId="1878458843" sldId="309"/>
            <ac:spMk id="2" creationId="{CC05FF38-6BD6-38E2-A21F-D565CE8948E1}"/>
          </ac:spMkLst>
        </pc:spChg>
        <pc:spChg chg="mod">
          <ac:chgData name="Elaine Gustafson" userId="8e9fbddc-088d-4145-9000-dcad1c3d1481" providerId="ADAL" clId="{50E40558-222F-472A-9665-B46BC32734E8}" dt="2025-06-09T21:11:41.065" v="1305"/>
          <ac:spMkLst>
            <pc:docMk/>
            <pc:sldMk cId="1878458843" sldId="309"/>
            <ac:spMk id="3" creationId="{39300C6D-BC0D-637A-EE53-7959660BA3DB}"/>
          </ac:spMkLst>
        </pc:spChg>
      </pc:sldChg>
      <pc:sldChg chg="addSp modSp mod ord">
        <pc:chgData name="Elaine Gustafson" userId="8e9fbddc-088d-4145-9000-dcad1c3d1481" providerId="ADAL" clId="{50E40558-222F-472A-9665-B46BC32734E8}" dt="2025-06-09T21:18:31.893" v="1459" actId="20577"/>
        <pc:sldMkLst>
          <pc:docMk/>
          <pc:sldMk cId="1169523784" sldId="310"/>
        </pc:sldMkLst>
        <pc:spChg chg="mod">
          <ac:chgData name="Elaine Gustafson" userId="8e9fbddc-088d-4145-9000-dcad1c3d1481" providerId="ADAL" clId="{50E40558-222F-472A-9665-B46BC32734E8}" dt="2025-06-09T17:30:02.729" v="332"/>
          <ac:spMkLst>
            <pc:docMk/>
            <pc:sldMk cId="1169523784" sldId="310"/>
            <ac:spMk id="2" creationId="{62C2B34C-E3CA-6FD2-9D6C-111DC9821A98}"/>
          </ac:spMkLst>
        </pc:spChg>
      </pc:sldChg>
      <pc:sldChg chg="modSp">
        <pc:chgData name="Elaine Gustafson" userId="8e9fbddc-088d-4145-9000-dcad1c3d1481" providerId="ADAL" clId="{50E40558-222F-472A-9665-B46BC32734E8}" dt="2025-06-09T17:45:49.416" v="507" actId="20577"/>
        <pc:sldMkLst>
          <pc:docMk/>
          <pc:sldMk cId="3868167892" sldId="313"/>
        </pc:sldMkLst>
        <pc:spChg chg="mod">
          <ac:chgData name="Elaine Gustafson" userId="8e9fbddc-088d-4145-9000-dcad1c3d1481" providerId="ADAL" clId="{50E40558-222F-472A-9665-B46BC32734E8}" dt="2025-06-09T17:45:49.416" v="507" actId="20577"/>
          <ac:spMkLst>
            <pc:docMk/>
            <pc:sldMk cId="3868167892" sldId="313"/>
            <ac:spMk id="3" creationId="{BEF0CD94-701E-BF31-F57D-0F0245971FB7}"/>
          </ac:spMkLst>
        </pc:spChg>
      </pc:sldChg>
      <pc:sldChg chg="modSp mod">
        <pc:chgData name="Elaine Gustafson" userId="8e9fbddc-088d-4145-9000-dcad1c3d1481" providerId="ADAL" clId="{50E40558-222F-472A-9665-B46BC32734E8}" dt="2025-06-09T16:32:03.991" v="79"/>
        <pc:sldMkLst>
          <pc:docMk/>
          <pc:sldMk cId="52830680" sldId="317"/>
        </pc:sldMkLst>
        <pc:spChg chg="ord">
          <ac:chgData name="Elaine Gustafson" userId="8e9fbddc-088d-4145-9000-dcad1c3d1481" providerId="ADAL" clId="{50E40558-222F-472A-9665-B46BC32734E8}" dt="2025-06-09T16:32:01.856" v="78"/>
          <ac:spMkLst>
            <pc:docMk/>
            <pc:sldMk cId="52830680" sldId="317"/>
            <ac:spMk id="3" creationId="{8941DACA-7038-17B6-0AAA-8768E7AF96EB}"/>
          </ac:spMkLst>
        </pc:spChg>
        <pc:spChg chg="ord">
          <ac:chgData name="Elaine Gustafson" userId="8e9fbddc-088d-4145-9000-dcad1c3d1481" providerId="ADAL" clId="{50E40558-222F-472A-9665-B46BC32734E8}" dt="2025-06-09T16:32:03.991" v="79"/>
          <ac:spMkLst>
            <pc:docMk/>
            <pc:sldMk cId="52830680" sldId="317"/>
            <ac:spMk id="4" creationId="{0998C8C8-D2C5-FC30-EE1B-3C2AAF4EBB33}"/>
          </ac:spMkLst>
        </pc:spChg>
      </pc:sldChg>
      <pc:sldChg chg="modSp">
        <pc:chgData name="Elaine Gustafson" userId="8e9fbddc-088d-4145-9000-dcad1c3d1481" providerId="ADAL" clId="{50E40558-222F-472A-9665-B46BC32734E8}" dt="2025-06-09T21:13:09.387" v="1350" actId="6549"/>
        <pc:sldMkLst>
          <pc:docMk/>
          <pc:sldMk cId="3201051845" sldId="412"/>
        </pc:sldMkLst>
        <pc:spChg chg="mod">
          <ac:chgData name="Elaine Gustafson" userId="8e9fbddc-088d-4145-9000-dcad1c3d1481" providerId="ADAL" clId="{50E40558-222F-472A-9665-B46BC32734E8}" dt="2025-06-09T21:13:09.387" v="1350" actId="6549"/>
          <ac:spMkLst>
            <pc:docMk/>
            <pc:sldMk cId="3201051845" sldId="412"/>
            <ac:spMk id="3" creationId="{C82494A0-6ADB-87E1-66C2-11AF83706D43}"/>
          </ac:spMkLst>
        </pc:spChg>
        <pc:spChg chg="mod">
          <ac:chgData name="Elaine Gustafson" userId="8e9fbddc-088d-4145-9000-dcad1c3d1481" providerId="ADAL" clId="{50E40558-222F-472A-9665-B46BC32734E8}" dt="2025-06-09T16:34:31.596" v="112"/>
          <ac:spMkLst>
            <pc:docMk/>
            <pc:sldMk cId="3201051845" sldId="412"/>
            <ac:spMk id="4" creationId="{7AEEED80-845D-C597-3013-CA667F2ADCDA}"/>
          </ac:spMkLst>
        </pc:spChg>
        <pc:spChg chg="mod">
          <ac:chgData name="Elaine Gustafson" userId="8e9fbddc-088d-4145-9000-dcad1c3d1481" providerId="ADAL" clId="{50E40558-222F-472A-9665-B46BC32734E8}" dt="2025-06-09T16:55:28.157" v="189" actId="2"/>
          <ac:spMkLst>
            <pc:docMk/>
            <pc:sldMk cId="3201051845" sldId="412"/>
            <ac:spMk id="6" creationId="{5AE3D1CB-AE9B-12D1-EB9D-CA3A08D3B984}"/>
          </ac:spMkLst>
        </pc:spChg>
        <pc:picChg chg="mod">
          <ac:chgData name="Elaine Gustafson" userId="8e9fbddc-088d-4145-9000-dcad1c3d1481" providerId="ADAL" clId="{50E40558-222F-472A-9665-B46BC32734E8}" dt="2025-06-09T16:34:39.860" v="113"/>
          <ac:picMkLst>
            <pc:docMk/>
            <pc:sldMk cId="3201051845" sldId="412"/>
            <ac:picMk id="5" creationId="{29E84548-DB18-CF75-FFA4-07EB24091A4C}"/>
          </ac:picMkLst>
        </pc:picChg>
      </pc:sldChg>
      <pc:sldChg chg="modSp">
        <pc:chgData name="Elaine Gustafson" userId="8e9fbddc-088d-4145-9000-dcad1c3d1481" providerId="ADAL" clId="{50E40558-222F-472A-9665-B46BC32734E8}" dt="2025-06-09T21:15:30.109" v="1390" actId="15"/>
        <pc:sldMkLst>
          <pc:docMk/>
          <pc:sldMk cId="1737917466" sldId="414"/>
        </pc:sldMkLst>
        <pc:spChg chg="mod">
          <ac:chgData name="Elaine Gustafson" userId="8e9fbddc-088d-4145-9000-dcad1c3d1481" providerId="ADAL" clId="{50E40558-222F-472A-9665-B46BC32734E8}" dt="2025-06-09T21:15:30.109" v="1390" actId="15"/>
          <ac:spMkLst>
            <pc:docMk/>
            <pc:sldMk cId="1737917466" sldId="414"/>
            <ac:spMk id="3" creationId="{325667EB-667E-FA42-8DB5-73D87BB0E0D6}"/>
          </ac:spMkLst>
        </pc:spChg>
        <pc:spChg chg="mod">
          <ac:chgData name="Elaine Gustafson" userId="8e9fbddc-088d-4145-9000-dcad1c3d1481" providerId="ADAL" clId="{50E40558-222F-472A-9665-B46BC32734E8}" dt="2025-06-09T17:31:39.665" v="334"/>
          <ac:spMkLst>
            <pc:docMk/>
            <pc:sldMk cId="1737917466" sldId="414"/>
            <ac:spMk id="4" creationId="{5840396D-5018-9D22-577F-96268708B8B6}"/>
          </ac:spMkLst>
        </pc:spChg>
        <pc:picChg chg="mod">
          <ac:chgData name="Elaine Gustafson" userId="8e9fbddc-088d-4145-9000-dcad1c3d1481" providerId="ADAL" clId="{50E40558-222F-472A-9665-B46BC32734E8}" dt="2025-06-09T17:31:41.530" v="335"/>
          <ac:picMkLst>
            <pc:docMk/>
            <pc:sldMk cId="1737917466" sldId="414"/>
            <ac:picMk id="5" creationId="{6F39AE8B-3684-098A-5B64-C91D9357F92B}"/>
          </ac:picMkLst>
        </pc:picChg>
      </pc:sldChg>
      <pc:sldChg chg="addSp modSp mod ord">
        <pc:chgData name="Elaine Gustafson" userId="8e9fbddc-088d-4145-9000-dcad1c3d1481" providerId="ADAL" clId="{50E40558-222F-472A-9665-B46BC32734E8}" dt="2025-06-09T21:18:37.881" v="1472" actId="20577"/>
        <pc:sldMkLst>
          <pc:docMk/>
          <pc:sldMk cId="4240949127" sldId="485"/>
        </pc:sldMkLst>
        <pc:spChg chg="mod">
          <ac:chgData name="Elaine Gustafson" userId="8e9fbddc-088d-4145-9000-dcad1c3d1481" providerId="ADAL" clId="{50E40558-222F-472A-9665-B46BC32734E8}" dt="2025-06-09T16:40:06.937" v="138"/>
          <ac:spMkLst>
            <pc:docMk/>
            <pc:sldMk cId="4240949127" sldId="485"/>
            <ac:spMk id="2" creationId="{3E0B70BF-ABF9-1628-AAC0-F7CAA0D1E332}"/>
          </ac:spMkLst>
        </pc:spChg>
      </pc:sldChg>
      <pc:sldChg chg="modSp">
        <pc:chgData name="Elaine Gustafson" userId="8e9fbddc-088d-4145-9000-dcad1c3d1481" providerId="ADAL" clId="{50E40558-222F-472A-9665-B46BC32734E8}" dt="2025-06-09T21:14:11.509" v="1370" actId="20577"/>
        <pc:sldMkLst>
          <pc:docMk/>
          <pc:sldMk cId="3576974714" sldId="487"/>
        </pc:sldMkLst>
        <pc:spChg chg="mod">
          <ac:chgData name="Elaine Gustafson" userId="8e9fbddc-088d-4145-9000-dcad1c3d1481" providerId="ADAL" clId="{50E40558-222F-472A-9665-B46BC32734E8}" dt="2025-06-09T21:14:11.509" v="1370" actId="20577"/>
          <ac:spMkLst>
            <pc:docMk/>
            <pc:sldMk cId="3576974714" sldId="487"/>
            <ac:spMk id="3" creationId="{169DC84F-FA05-F988-3793-3955DFD5F569}"/>
          </ac:spMkLst>
        </pc:spChg>
      </pc:sldChg>
      <pc:sldChg chg="modSp">
        <pc:chgData name="Elaine Gustafson" userId="8e9fbddc-088d-4145-9000-dcad1c3d1481" providerId="ADAL" clId="{50E40558-222F-472A-9665-B46BC32734E8}" dt="2025-06-09T21:14:44.339" v="1378" actId="20577"/>
        <pc:sldMkLst>
          <pc:docMk/>
          <pc:sldMk cId="2476857650" sldId="488"/>
        </pc:sldMkLst>
        <pc:spChg chg="mod">
          <ac:chgData name="Elaine Gustafson" userId="8e9fbddc-088d-4145-9000-dcad1c3d1481" providerId="ADAL" clId="{50E40558-222F-472A-9665-B46BC32734E8}" dt="2025-06-09T21:14:44.339" v="1378" actId="20577"/>
          <ac:spMkLst>
            <pc:docMk/>
            <pc:sldMk cId="2476857650" sldId="488"/>
            <ac:spMk id="3" creationId="{BF118F52-6837-3E29-D9F4-2CAB1BD16A6A}"/>
          </ac:spMkLst>
        </pc:spChg>
        <pc:spChg chg="mod">
          <ac:chgData name="Elaine Gustafson" userId="8e9fbddc-088d-4145-9000-dcad1c3d1481" providerId="ADAL" clId="{50E40558-222F-472A-9665-B46BC32734E8}" dt="2025-06-09T16:38:11.591" v="132"/>
          <ac:spMkLst>
            <pc:docMk/>
            <pc:sldMk cId="2476857650" sldId="488"/>
            <ac:spMk id="4" creationId="{B5856976-ECF1-93DC-D806-1D7446BFC26C}"/>
          </ac:spMkLst>
        </pc:spChg>
        <pc:spChg chg="mod">
          <ac:chgData name="Elaine Gustafson" userId="8e9fbddc-088d-4145-9000-dcad1c3d1481" providerId="ADAL" clId="{50E40558-222F-472A-9665-B46BC32734E8}" dt="2025-06-09T17:32:06.501" v="338"/>
          <ac:spMkLst>
            <pc:docMk/>
            <pc:sldMk cId="2476857650" sldId="488"/>
            <ac:spMk id="6" creationId="{8868A672-AC60-F35A-C43D-8543B0C6E2A6}"/>
          </ac:spMkLst>
        </pc:spChg>
      </pc:sldChg>
      <pc:sldChg chg="modSp">
        <pc:chgData name="Elaine Gustafson" userId="8e9fbddc-088d-4145-9000-dcad1c3d1481" providerId="ADAL" clId="{50E40558-222F-472A-9665-B46BC32734E8}" dt="2025-06-09T16:37:15.606" v="129"/>
        <pc:sldMkLst>
          <pc:docMk/>
          <pc:sldMk cId="1664212164" sldId="489"/>
        </pc:sldMkLst>
        <pc:spChg chg="mod">
          <ac:chgData name="Elaine Gustafson" userId="8e9fbddc-088d-4145-9000-dcad1c3d1481" providerId="ADAL" clId="{50E40558-222F-472A-9665-B46BC32734E8}" dt="2025-06-09T16:37:13.089" v="128"/>
          <ac:spMkLst>
            <pc:docMk/>
            <pc:sldMk cId="1664212164" sldId="489"/>
            <ac:spMk id="3" creationId="{3FF1668C-3F55-2D35-0AD9-E62704E43581}"/>
          </ac:spMkLst>
        </pc:spChg>
        <pc:picChg chg="mod">
          <ac:chgData name="Elaine Gustafson" userId="8e9fbddc-088d-4145-9000-dcad1c3d1481" providerId="ADAL" clId="{50E40558-222F-472A-9665-B46BC32734E8}" dt="2025-06-09T16:37:15.606" v="129"/>
          <ac:picMkLst>
            <pc:docMk/>
            <pc:sldMk cId="1664212164" sldId="489"/>
            <ac:picMk id="5" creationId="{9E0A2DA3-E0AA-7578-7F35-900A7143C7F8}"/>
          </ac:picMkLst>
        </pc:picChg>
      </pc:sldChg>
      <pc:sldChg chg="modSp">
        <pc:chgData name="Elaine Gustafson" userId="8e9fbddc-088d-4145-9000-dcad1c3d1481" providerId="ADAL" clId="{50E40558-222F-472A-9665-B46BC32734E8}" dt="2025-06-09T21:19:19.183" v="1496" actId="20577"/>
        <pc:sldMkLst>
          <pc:docMk/>
          <pc:sldMk cId="57776708" sldId="500"/>
        </pc:sldMkLst>
        <pc:spChg chg="mod">
          <ac:chgData name="Elaine Gustafson" userId="8e9fbddc-088d-4145-9000-dcad1c3d1481" providerId="ADAL" clId="{50E40558-222F-472A-9665-B46BC32734E8}" dt="2025-06-09T21:19:19.183" v="1496" actId="20577"/>
          <ac:spMkLst>
            <pc:docMk/>
            <pc:sldMk cId="57776708" sldId="500"/>
            <ac:spMk id="3" creationId="{8BE8D574-67F5-4E16-5BD1-2DB5FF1EDD9E}"/>
          </ac:spMkLst>
        </pc:spChg>
      </pc:sldChg>
      <pc:sldChg chg="modSp">
        <pc:chgData name="Elaine Gustafson" userId="8e9fbddc-088d-4145-9000-dcad1c3d1481" providerId="ADAL" clId="{50E40558-222F-472A-9665-B46BC32734E8}" dt="2025-06-09T21:19:28.309" v="1498" actId="20577"/>
        <pc:sldMkLst>
          <pc:docMk/>
          <pc:sldMk cId="1502104044" sldId="501"/>
        </pc:sldMkLst>
        <pc:spChg chg="mod">
          <ac:chgData name="Elaine Gustafson" userId="8e9fbddc-088d-4145-9000-dcad1c3d1481" providerId="ADAL" clId="{50E40558-222F-472A-9665-B46BC32734E8}" dt="2025-06-09T21:19:28.309" v="1498" actId="20577"/>
          <ac:spMkLst>
            <pc:docMk/>
            <pc:sldMk cId="1502104044" sldId="501"/>
            <ac:spMk id="3" creationId="{1E71EE17-3D59-16DA-2622-D2BE22188FA9}"/>
          </ac:spMkLst>
        </pc:spChg>
      </pc:sldChg>
      <pc:sldChg chg="modSp">
        <pc:chgData name="Elaine Gustafson" userId="8e9fbddc-088d-4145-9000-dcad1c3d1481" providerId="ADAL" clId="{50E40558-222F-472A-9665-B46BC32734E8}" dt="2025-06-09T21:08:28.734" v="1219" actId="20577"/>
        <pc:sldMkLst>
          <pc:docMk/>
          <pc:sldMk cId="2039981012" sldId="502"/>
        </pc:sldMkLst>
        <pc:spChg chg="mod">
          <ac:chgData name="Elaine Gustafson" userId="8e9fbddc-088d-4145-9000-dcad1c3d1481" providerId="ADAL" clId="{50E40558-222F-472A-9665-B46BC32734E8}" dt="2025-06-09T21:08:28.734" v="1219" actId="20577"/>
          <ac:spMkLst>
            <pc:docMk/>
            <pc:sldMk cId="2039981012" sldId="502"/>
            <ac:spMk id="3" creationId="{9BA3094C-AFB2-840F-2C73-430E1FDD3A1C}"/>
          </ac:spMkLst>
        </pc:spChg>
      </pc:sldChg>
      <pc:sldChg chg="modSp">
        <pc:chgData name="Elaine Gustafson" userId="8e9fbddc-088d-4145-9000-dcad1c3d1481" providerId="ADAL" clId="{50E40558-222F-472A-9665-B46BC32734E8}" dt="2025-06-09T21:09:13.452" v="1240" actId="20577"/>
        <pc:sldMkLst>
          <pc:docMk/>
          <pc:sldMk cId="1043088955" sldId="503"/>
        </pc:sldMkLst>
        <pc:spChg chg="mod">
          <ac:chgData name="Elaine Gustafson" userId="8e9fbddc-088d-4145-9000-dcad1c3d1481" providerId="ADAL" clId="{50E40558-222F-472A-9665-B46BC32734E8}" dt="2025-06-09T21:09:13.452" v="1240" actId="20577"/>
          <ac:spMkLst>
            <pc:docMk/>
            <pc:sldMk cId="1043088955" sldId="503"/>
            <ac:spMk id="3" creationId="{B7C97A22-1766-F921-5A36-4365869558A4}"/>
          </ac:spMkLst>
        </pc:spChg>
      </pc:sldChg>
      <pc:sldChg chg="modSp">
        <pc:chgData name="Elaine Gustafson" userId="8e9fbddc-088d-4145-9000-dcad1c3d1481" providerId="ADAL" clId="{50E40558-222F-472A-9665-B46BC32734E8}" dt="2025-06-09T21:09:54.792" v="1261" actId="6549"/>
        <pc:sldMkLst>
          <pc:docMk/>
          <pc:sldMk cId="3110998775" sldId="504"/>
        </pc:sldMkLst>
        <pc:spChg chg="mod">
          <ac:chgData name="Elaine Gustafson" userId="8e9fbddc-088d-4145-9000-dcad1c3d1481" providerId="ADAL" clId="{50E40558-222F-472A-9665-B46BC32734E8}" dt="2025-06-09T21:09:54.792" v="1261" actId="6549"/>
          <ac:spMkLst>
            <pc:docMk/>
            <pc:sldMk cId="3110998775" sldId="504"/>
            <ac:spMk id="3" creationId="{519F3BFD-B4FB-9EBD-62BA-4897A306DE3E}"/>
          </ac:spMkLst>
        </pc:spChg>
      </pc:sldChg>
      <pc:sldChg chg="modSp">
        <pc:chgData name="Elaine Gustafson" userId="8e9fbddc-088d-4145-9000-dcad1c3d1481" providerId="ADAL" clId="{50E40558-222F-472A-9665-B46BC32734E8}" dt="2025-06-09T21:10:09.421" v="1262" actId="6549"/>
        <pc:sldMkLst>
          <pc:docMk/>
          <pc:sldMk cId="2392314159" sldId="505"/>
        </pc:sldMkLst>
        <pc:spChg chg="mod">
          <ac:chgData name="Elaine Gustafson" userId="8e9fbddc-088d-4145-9000-dcad1c3d1481" providerId="ADAL" clId="{50E40558-222F-472A-9665-B46BC32734E8}" dt="2025-06-09T21:10:09.421" v="1262" actId="6549"/>
          <ac:spMkLst>
            <pc:docMk/>
            <pc:sldMk cId="2392314159" sldId="505"/>
            <ac:spMk id="3" creationId="{C981EFCA-2D28-23C8-9214-B15839A1456A}"/>
          </ac:spMkLst>
        </pc:spChg>
      </pc:sldChg>
      <pc:sldChg chg="modSp">
        <pc:chgData name="Elaine Gustafson" userId="8e9fbddc-088d-4145-9000-dcad1c3d1481" providerId="ADAL" clId="{50E40558-222F-472A-9665-B46BC32734E8}" dt="2025-06-09T21:10:56.463" v="1297" actId="6549"/>
        <pc:sldMkLst>
          <pc:docMk/>
          <pc:sldMk cId="2390629091" sldId="506"/>
        </pc:sldMkLst>
        <pc:spChg chg="mod">
          <ac:chgData name="Elaine Gustafson" userId="8e9fbddc-088d-4145-9000-dcad1c3d1481" providerId="ADAL" clId="{50E40558-222F-472A-9665-B46BC32734E8}" dt="2025-06-09T21:10:56.463" v="1297" actId="6549"/>
          <ac:spMkLst>
            <pc:docMk/>
            <pc:sldMk cId="2390629091" sldId="506"/>
            <ac:spMk id="3" creationId="{6748CA4B-9208-1049-38F7-B60E8DB550B2}"/>
          </ac:spMkLst>
        </pc:spChg>
      </pc:sldChg>
      <pc:sldChg chg="modSp">
        <pc:chgData name="Elaine Gustafson" userId="8e9fbddc-088d-4145-9000-dcad1c3d1481" providerId="ADAL" clId="{50E40558-222F-472A-9665-B46BC32734E8}" dt="2025-06-09T21:11:15.733" v="1300" actId="20577"/>
        <pc:sldMkLst>
          <pc:docMk/>
          <pc:sldMk cId="2283435103" sldId="507"/>
        </pc:sldMkLst>
        <pc:spChg chg="mod">
          <ac:chgData name="Elaine Gustafson" userId="8e9fbddc-088d-4145-9000-dcad1c3d1481" providerId="ADAL" clId="{50E40558-222F-472A-9665-B46BC32734E8}" dt="2025-06-09T21:11:15.733" v="1300" actId="20577"/>
          <ac:spMkLst>
            <pc:docMk/>
            <pc:sldMk cId="2283435103" sldId="507"/>
            <ac:spMk id="3" creationId="{D4DAE8BB-53E4-C4CB-7BB7-0C0FF1302A1B}"/>
          </ac:spMkLst>
        </pc:spChg>
      </pc:sldChg>
      <pc:sldChg chg="modSp">
        <pc:chgData name="Elaine Gustafson" userId="8e9fbddc-088d-4145-9000-dcad1c3d1481" providerId="ADAL" clId="{50E40558-222F-472A-9665-B46BC32734E8}" dt="2025-06-09T21:11:29.196" v="1304" actId="20577"/>
        <pc:sldMkLst>
          <pc:docMk/>
          <pc:sldMk cId="155534443" sldId="508"/>
        </pc:sldMkLst>
        <pc:spChg chg="mod">
          <ac:chgData name="Elaine Gustafson" userId="8e9fbddc-088d-4145-9000-dcad1c3d1481" providerId="ADAL" clId="{50E40558-222F-472A-9665-B46BC32734E8}" dt="2025-06-09T21:11:29.196" v="1304" actId="20577"/>
          <ac:spMkLst>
            <pc:docMk/>
            <pc:sldMk cId="155534443" sldId="508"/>
            <ac:spMk id="3" creationId="{9DE299AB-8444-267C-2DC0-5A91FC2D9DD0}"/>
          </ac:spMkLst>
        </pc:spChg>
      </pc:sldChg>
      <pc:sldChg chg="modSp">
        <pc:chgData name="Elaine Gustafson" userId="8e9fbddc-088d-4145-9000-dcad1c3d1481" providerId="ADAL" clId="{50E40558-222F-472A-9665-B46BC32734E8}" dt="2025-06-09T16:36:55.635" v="126"/>
        <pc:sldMkLst>
          <pc:docMk/>
          <pc:sldMk cId="3273351456" sldId="509"/>
        </pc:sldMkLst>
        <pc:spChg chg="mod">
          <ac:chgData name="Elaine Gustafson" userId="8e9fbddc-088d-4145-9000-dcad1c3d1481" providerId="ADAL" clId="{50E40558-222F-472A-9665-B46BC32734E8}" dt="2025-06-09T16:32:50.686" v="103" actId="20577"/>
          <ac:spMkLst>
            <pc:docMk/>
            <pc:sldMk cId="3273351456" sldId="509"/>
            <ac:spMk id="2" creationId="{54EAAE87-CBD2-F714-6824-B93C7CAE692E}"/>
          </ac:spMkLst>
        </pc:spChg>
        <pc:spChg chg="mod">
          <ac:chgData name="Elaine Gustafson" userId="8e9fbddc-088d-4145-9000-dcad1c3d1481" providerId="ADAL" clId="{50E40558-222F-472A-9665-B46BC32734E8}" dt="2025-06-09T16:36:55.635" v="126"/>
          <ac:spMkLst>
            <pc:docMk/>
            <pc:sldMk cId="3273351456" sldId="509"/>
            <ac:spMk id="3" creationId="{15585E70-838C-0A06-A185-2E60FB19AB55}"/>
          </ac:spMkLst>
        </pc:spChg>
      </pc:sldChg>
      <pc:sldChg chg="modSp">
        <pc:chgData name="Elaine Gustafson" userId="8e9fbddc-088d-4145-9000-dcad1c3d1481" providerId="ADAL" clId="{50E40558-222F-472A-9665-B46BC32734E8}" dt="2025-06-09T21:12:04.832" v="1314" actId="20577"/>
        <pc:sldMkLst>
          <pc:docMk/>
          <pc:sldMk cId="1297468390" sldId="510"/>
        </pc:sldMkLst>
        <pc:spChg chg="mod">
          <ac:chgData name="Elaine Gustafson" userId="8e9fbddc-088d-4145-9000-dcad1c3d1481" providerId="ADAL" clId="{50E40558-222F-472A-9665-B46BC32734E8}" dt="2025-06-09T21:12:04.832" v="1314" actId="20577"/>
          <ac:spMkLst>
            <pc:docMk/>
            <pc:sldMk cId="1297468390" sldId="510"/>
            <ac:spMk id="3" creationId="{101E555A-D7C3-6B74-FB6F-A9CC9A94DA97}"/>
          </ac:spMkLst>
        </pc:spChg>
      </pc:sldChg>
      <pc:sldChg chg="modSp">
        <pc:chgData name="Elaine Gustafson" userId="8e9fbddc-088d-4145-9000-dcad1c3d1481" providerId="ADAL" clId="{50E40558-222F-472A-9665-B46BC32734E8}" dt="2025-06-09T21:12:34.133" v="1327" actId="20577"/>
        <pc:sldMkLst>
          <pc:docMk/>
          <pc:sldMk cId="1058729434" sldId="511"/>
        </pc:sldMkLst>
        <pc:spChg chg="mod">
          <ac:chgData name="Elaine Gustafson" userId="8e9fbddc-088d-4145-9000-dcad1c3d1481" providerId="ADAL" clId="{50E40558-222F-472A-9665-B46BC32734E8}" dt="2025-06-09T21:12:34.133" v="1327" actId="20577"/>
          <ac:spMkLst>
            <pc:docMk/>
            <pc:sldMk cId="1058729434" sldId="511"/>
            <ac:spMk id="3" creationId="{01127AB5-80A4-290D-3FCD-5750088BFD93}"/>
          </ac:spMkLst>
        </pc:spChg>
      </pc:sldChg>
      <pc:sldChg chg="modSp">
        <pc:chgData name="Elaine Gustafson" userId="8e9fbddc-088d-4145-9000-dcad1c3d1481" providerId="ADAL" clId="{50E40558-222F-472A-9665-B46BC32734E8}" dt="2025-06-09T21:13:19.492" v="1353" actId="20577"/>
        <pc:sldMkLst>
          <pc:docMk/>
          <pc:sldMk cId="2670713117" sldId="512"/>
        </pc:sldMkLst>
        <pc:spChg chg="mod">
          <ac:chgData name="Elaine Gustafson" userId="8e9fbddc-088d-4145-9000-dcad1c3d1481" providerId="ADAL" clId="{50E40558-222F-472A-9665-B46BC32734E8}" dt="2025-06-09T21:13:19.492" v="1353" actId="20577"/>
          <ac:spMkLst>
            <pc:docMk/>
            <pc:sldMk cId="2670713117" sldId="512"/>
            <ac:spMk id="3" creationId="{79F36A54-15C3-2CBB-1A2C-24EA11A2F12E}"/>
          </ac:spMkLst>
        </pc:spChg>
        <pc:spChg chg="mod">
          <ac:chgData name="Elaine Gustafson" userId="8e9fbddc-088d-4145-9000-dcad1c3d1481" providerId="ADAL" clId="{50E40558-222F-472A-9665-B46BC32734E8}" dt="2025-06-09T16:34:47.819" v="115"/>
          <ac:spMkLst>
            <pc:docMk/>
            <pc:sldMk cId="2670713117" sldId="512"/>
            <ac:spMk id="4" creationId="{85330B5C-3277-3D6A-3231-306875204508}"/>
          </ac:spMkLst>
        </pc:spChg>
        <pc:spChg chg="mod">
          <ac:chgData name="Elaine Gustafson" userId="8e9fbddc-088d-4145-9000-dcad1c3d1481" providerId="ADAL" clId="{50E40558-222F-472A-9665-B46BC32734E8}" dt="2025-06-09T16:55:29.580" v="190" actId="2"/>
          <ac:spMkLst>
            <pc:docMk/>
            <pc:sldMk cId="2670713117" sldId="512"/>
            <ac:spMk id="6" creationId="{5277D1F7-2097-0A60-CCEB-124E2943A6D3}"/>
          </ac:spMkLst>
        </pc:spChg>
      </pc:sldChg>
      <pc:sldChg chg="modSp">
        <pc:chgData name="Elaine Gustafson" userId="8e9fbddc-088d-4145-9000-dcad1c3d1481" providerId="ADAL" clId="{50E40558-222F-472A-9665-B46BC32734E8}" dt="2025-06-09T21:13:32.619" v="1358" actId="20577"/>
        <pc:sldMkLst>
          <pc:docMk/>
          <pc:sldMk cId="1569511124" sldId="513"/>
        </pc:sldMkLst>
        <pc:spChg chg="mod">
          <ac:chgData name="Elaine Gustafson" userId="8e9fbddc-088d-4145-9000-dcad1c3d1481" providerId="ADAL" clId="{50E40558-222F-472A-9665-B46BC32734E8}" dt="2025-06-09T21:13:32.619" v="1358" actId="20577"/>
          <ac:spMkLst>
            <pc:docMk/>
            <pc:sldMk cId="1569511124" sldId="513"/>
            <ac:spMk id="3" creationId="{6463B3FB-DB42-4C05-D6FD-9987210B7ED6}"/>
          </ac:spMkLst>
        </pc:spChg>
      </pc:sldChg>
      <pc:sldChg chg="modSp">
        <pc:chgData name="Elaine Gustafson" userId="8e9fbddc-088d-4145-9000-dcad1c3d1481" providerId="ADAL" clId="{50E40558-222F-472A-9665-B46BC32734E8}" dt="2025-06-09T21:19:48.948" v="1502" actId="20577"/>
        <pc:sldMkLst>
          <pc:docMk/>
          <pc:sldMk cId="73830405" sldId="514"/>
        </pc:sldMkLst>
        <pc:spChg chg="mod">
          <ac:chgData name="Elaine Gustafson" userId="8e9fbddc-088d-4145-9000-dcad1c3d1481" providerId="ADAL" clId="{50E40558-222F-472A-9665-B46BC32734E8}" dt="2025-06-09T21:19:48.948" v="1502" actId="20577"/>
          <ac:spMkLst>
            <pc:docMk/>
            <pc:sldMk cId="73830405" sldId="514"/>
            <ac:spMk id="3" creationId="{94978109-880D-2844-ADF7-520DD7ED9EA7}"/>
          </ac:spMkLst>
        </pc:spChg>
      </pc:sldChg>
      <pc:sldChg chg="modSp">
        <pc:chgData name="Elaine Gustafson" userId="8e9fbddc-088d-4145-9000-dcad1c3d1481" providerId="ADAL" clId="{50E40558-222F-472A-9665-B46BC32734E8}" dt="2025-06-09T21:13:46.419" v="1365" actId="20577"/>
        <pc:sldMkLst>
          <pc:docMk/>
          <pc:sldMk cId="4233023592" sldId="515"/>
        </pc:sldMkLst>
        <pc:spChg chg="mod">
          <ac:chgData name="Elaine Gustafson" userId="8e9fbddc-088d-4145-9000-dcad1c3d1481" providerId="ADAL" clId="{50E40558-222F-472A-9665-B46BC32734E8}" dt="2025-06-09T21:13:46.419" v="1365" actId="20577"/>
          <ac:spMkLst>
            <pc:docMk/>
            <pc:sldMk cId="4233023592" sldId="515"/>
            <ac:spMk id="3" creationId="{FE194781-39B8-9B4D-C9FB-E84155FBC1A8}"/>
          </ac:spMkLst>
        </pc:spChg>
        <pc:spChg chg="mod">
          <ac:chgData name="Elaine Gustafson" userId="8e9fbddc-088d-4145-9000-dcad1c3d1481" providerId="ADAL" clId="{50E40558-222F-472A-9665-B46BC32734E8}" dt="2025-06-09T16:36:21.389" v="124"/>
          <ac:spMkLst>
            <pc:docMk/>
            <pc:sldMk cId="4233023592" sldId="515"/>
            <ac:spMk id="4" creationId="{4B890B39-A7B8-BC31-33B8-04D3FB3A885D}"/>
          </ac:spMkLst>
        </pc:spChg>
        <pc:picChg chg="mod">
          <ac:chgData name="Elaine Gustafson" userId="8e9fbddc-088d-4145-9000-dcad1c3d1481" providerId="ADAL" clId="{50E40558-222F-472A-9665-B46BC32734E8}" dt="2025-06-09T16:36:25.963" v="125"/>
          <ac:picMkLst>
            <pc:docMk/>
            <pc:sldMk cId="4233023592" sldId="515"/>
            <ac:picMk id="5" creationId="{073E356A-B6E0-B8A0-D860-AAD3FAD65F71}"/>
          </ac:picMkLst>
        </pc:picChg>
      </pc:sldChg>
      <pc:sldChg chg="modSp">
        <pc:chgData name="Elaine Gustafson" userId="8e9fbddc-088d-4145-9000-dcad1c3d1481" providerId="ADAL" clId="{50E40558-222F-472A-9665-B46BC32734E8}" dt="2025-06-09T21:13:58.907" v="1367" actId="20577"/>
        <pc:sldMkLst>
          <pc:docMk/>
          <pc:sldMk cId="2324425349" sldId="516"/>
        </pc:sldMkLst>
        <pc:spChg chg="mod">
          <ac:chgData name="Elaine Gustafson" userId="8e9fbddc-088d-4145-9000-dcad1c3d1481" providerId="ADAL" clId="{50E40558-222F-472A-9665-B46BC32734E8}" dt="2025-06-09T21:13:58.907" v="1367" actId="20577"/>
          <ac:spMkLst>
            <pc:docMk/>
            <pc:sldMk cId="2324425349" sldId="516"/>
            <ac:spMk id="3" creationId="{522EA45A-2AEB-C0E4-89AF-7FD3E8D944BC}"/>
          </ac:spMkLst>
        </pc:spChg>
      </pc:sldChg>
      <pc:sldChg chg="modSp">
        <pc:chgData name="Elaine Gustafson" userId="8e9fbddc-088d-4145-9000-dcad1c3d1481" providerId="ADAL" clId="{50E40558-222F-472A-9665-B46BC32734E8}" dt="2025-06-09T16:40:11.857" v="139"/>
        <pc:sldMkLst>
          <pc:docMk/>
          <pc:sldMk cId="194748537" sldId="517"/>
        </pc:sldMkLst>
        <pc:spChg chg="mod">
          <ac:chgData name="Elaine Gustafson" userId="8e9fbddc-088d-4145-9000-dcad1c3d1481" providerId="ADAL" clId="{50E40558-222F-472A-9665-B46BC32734E8}" dt="2025-06-09T16:40:11.857" v="139"/>
          <ac:spMkLst>
            <pc:docMk/>
            <pc:sldMk cId="194748537" sldId="517"/>
            <ac:spMk id="3" creationId="{97ECA82B-EE33-CF40-057E-DFD96263B7A9}"/>
          </ac:spMkLst>
        </pc:spChg>
      </pc:sldChg>
      <pc:sldChg chg="modSp">
        <pc:chgData name="Elaine Gustafson" userId="8e9fbddc-088d-4145-9000-dcad1c3d1481" providerId="ADAL" clId="{50E40558-222F-472A-9665-B46BC32734E8}" dt="2025-06-09T21:14:24.408" v="1377" actId="20577"/>
        <pc:sldMkLst>
          <pc:docMk/>
          <pc:sldMk cId="724053361" sldId="518"/>
        </pc:sldMkLst>
        <pc:spChg chg="mod">
          <ac:chgData name="Elaine Gustafson" userId="8e9fbddc-088d-4145-9000-dcad1c3d1481" providerId="ADAL" clId="{50E40558-222F-472A-9665-B46BC32734E8}" dt="2025-06-09T21:14:24.408" v="1377" actId="20577"/>
          <ac:spMkLst>
            <pc:docMk/>
            <pc:sldMk cId="724053361" sldId="518"/>
            <ac:spMk id="3" creationId="{55646C5D-CADE-4350-7CD5-5D42F7D55832}"/>
          </ac:spMkLst>
        </pc:spChg>
      </pc:sldChg>
      <pc:sldChg chg="modSp">
        <pc:chgData name="Elaine Gustafson" userId="8e9fbddc-088d-4145-9000-dcad1c3d1481" providerId="ADAL" clId="{50E40558-222F-472A-9665-B46BC32734E8}" dt="2025-06-09T16:37:40.301" v="130"/>
        <pc:sldMkLst>
          <pc:docMk/>
          <pc:sldMk cId="1775478426" sldId="519"/>
        </pc:sldMkLst>
        <pc:spChg chg="mod">
          <ac:chgData name="Elaine Gustafson" userId="8e9fbddc-088d-4145-9000-dcad1c3d1481" providerId="ADAL" clId="{50E40558-222F-472A-9665-B46BC32734E8}" dt="2025-06-09T16:37:40.301" v="130"/>
          <ac:spMkLst>
            <pc:docMk/>
            <pc:sldMk cId="1775478426" sldId="519"/>
            <ac:spMk id="3" creationId="{8C3AC453-9105-0B33-3B6C-CEEABE5185D5}"/>
          </ac:spMkLst>
        </pc:spChg>
      </pc:sldChg>
      <pc:sldChg chg="modSp">
        <pc:chgData name="Elaine Gustafson" userId="8e9fbddc-088d-4145-9000-dcad1c3d1481" providerId="ADAL" clId="{50E40558-222F-472A-9665-B46BC32734E8}" dt="2025-06-09T21:20:12.821" v="1504" actId="2"/>
        <pc:sldMkLst>
          <pc:docMk/>
          <pc:sldMk cId="2801981132" sldId="520"/>
        </pc:sldMkLst>
        <pc:spChg chg="mod">
          <ac:chgData name="Elaine Gustafson" userId="8e9fbddc-088d-4145-9000-dcad1c3d1481" providerId="ADAL" clId="{50E40558-222F-472A-9665-B46BC32734E8}" dt="2025-06-09T21:20:12.821" v="1504" actId="2"/>
          <ac:spMkLst>
            <pc:docMk/>
            <pc:sldMk cId="2801981132" sldId="520"/>
            <ac:spMk id="3" creationId="{0BAF53C2-3F82-86CA-259F-CC8C18509261}"/>
          </ac:spMkLst>
        </pc:spChg>
      </pc:sldChg>
      <pc:sldChg chg="modSp">
        <pc:chgData name="Elaine Gustafson" userId="8e9fbddc-088d-4145-9000-dcad1c3d1481" providerId="ADAL" clId="{50E40558-222F-472A-9665-B46BC32734E8}" dt="2025-06-09T21:20:13.786" v="1505" actId="2"/>
        <pc:sldMkLst>
          <pc:docMk/>
          <pc:sldMk cId="2421722123" sldId="521"/>
        </pc:sldMkLst>
        <pc:spChg chg="mod">
          <ac:chgData name="Elaine Gustafson" userId="8e9fbddc-088d-4145-9000-dcad1c3d1481" providerId="ADAL" clId="{50E40558-222F-472A-9665-B46BC32734E8}" dt="2025-06-09T21:20:13.786" v="1505" actId="2"/>
          <ac:spMkLst>
            <pc:docMk/>
            <pc:sldMk cId="2421722123" sldId="521"/>
            <ac:spMk id="3" creationId="{BE68B963-230B-10CD-81E4-A69C422F25F1}"/>
          </ac:spMkLst>
        </pc:spChg>
      </pc:sldChg>
      <pc:sldChg chg="modSp">
        <pc:chgData name="Elaine Gustafson" userId="8e9fbddc-088d-4145-9000-dcad1c3d1481" providerId="ADAL" clId="{50E40558-222F-472A-9665-B46BC32734E8}" dt="2025-06-09T16:38:27.797" v="133"/>
        <pc:sldMkLst>
          <pc:docMk/>
          <pc:sldMk cId="1225838434" sldId="522"/>
        </pc:sldMkLst>
        <pc:spChg chg="mod">
          <ac:chgData name="Elaine Gustafson" userId="8e9fbddc-088d-4145-9000-dcad1c3d1481" providerId="ADAL" clId="{50E40558-222F-472A-9665-B46BC32734E8}" dt="2025-06-09T16:38:27.797" v="133"/>
          <ac:spMkLst>
            <pc:docMk/>
            <pc:sldMk cId="1225838434" sldId="522"/>
            <ac:spMk id="3" creationId="{75A6DE80-DC9B-8ADB-2A30-F4672FF228BB}"/>
          </ac:spMkLst>
        </pc:spChg>
      </pc:sldChg>
      <pc:sldChg chg="modSp">
        <pc:chgData name="Elaine Gustafson" userId="8e9fbddc-088d-4145-9000-dcad1c3d1481" providerId="ADAL" clId="{50E40558-222F-472A-9665-B46BC32734E8}" dt="2025-06-09T21:17:51.502" v="1442" actId="6549"/>
        <pc:sldMkLst>
          <pc:docMk/>
          <pc:sldMk cId="4153440808" sldId="523"/>
        </pc:sldMkLst>
        <pc:spChg chg="mod">
          <ac:chgData name="Elaine Gustafson" userId="8e9fbddc-088d-4145-9000-dcad1c3d1481" providerId="ADAL" clId="{50E40558-222F-472A-9665-B46BC32734E8}" dt="2025-06-09T21:17:51.502" v="1442" actId="6549"/>
          <ac:spMkLst>
            <pc:docMk/>
            <pc:sldMk cId="4153440808" sldId="523"/>
            <ac:spMk id="3" creationId="{B22E6ADF-74DC-C482-A95B-6E3C765CD118}"/>
          </ac:spMkLst>
        </pc:spChg>
      </pc:sldChg>
      <pc:sldChg chg="modSp">
        <pc:chgData name="Elaine Gustafson" userId="8e9fbddc-088d-4145-9000-dcad1c3d1481" providerId="ADAL" clId="{50E40558-222F-472A-9665-B46BC32734E8}" dt="2025-06-09T16:39:53.792" v="135"/>
        <pc:sldMkLst>
          <pc:docMk/>
          <pc:sldMk cId="1980574432" sldId="524"/>
        </pc:sldMkLst>
        <pc:spChg chg="mod">
          <ac:chgData name="Elaine Gustafson" userId="8e9fbddc-088d-4145-9000-dcad1c3d1481" providerId="ADAL" clId="{50E40558-222F-472A-9665-B46BC32734E8}" dt="2025-06-09T16:39:53.792" v="135"/>
          <ac:spMkLst>
            <pc:docMk/>
            <pc:sldMk cId="1980574432" sldId="524"/>
            <ac:spMk id="3" creationId="{598D8457-574D-B43F-DDA0-3DDDB6F15B5D}"/>
          </ac:spMkLst>
        </pc:spChg>
      </pc:sldChg>
      <pc:sldChg chg="modSp">
        <pc:chgData name="Elaine Gustafson" userId="8e9fbddc-088d-4145-9000-dcad1c3d1481" providerId="ADAL" clId="{50E40558-222F-472A-9665-B46BC32734E8}" dt="2025-06-09T16:33:06.263" v="110" actId="20577"/>
        <pc:sldMkLst>
          <pc:docMk/>
          <pc:sldMk cId="2807632039" sldId="525"/>
        </pc:sldMkLst>
        <pc:spChg chg="mod">
          <ac:chgData name="Elaine Gustafson" userId="8e9fbddc-088d-4145-9000-dcad1c3d1481" providerId="ADAL" clId="{50E40558-222F-472A-9665-B46BC32734E8}" dt="2025-06-09T16:33:06.263" v="110" actId="20577"/>
          <ac:spMkLst>
            <pc:docMk/>
            <pc:sldMk cId="2807632039" sldId="525"/>
            <ac:spMk id="3" creationId="{91C9DD17-2836-4708-7F89-785924B66C1A}"/>
          </ac:spMkLst>
        </pc:spChg>
      </pc:sldChg>
      <pc:sldMasterChg chg="modSp mod modSldLayout sldLayoutOrd">
        <pc:chgData name="Elaine Gustafson" userId="8e9fbddc-088d-4145-9000-dcad1c3d1481" providerId="ADAL" clId="{50E40558-222F-472A-9665-B46BC32734E8}" dt="2025-06-05T18:19:17.141" v="46" actId="962"/>
        <pc:sldMasterMkLst>
          <pc:docMk/>
          <pc:sldMasterMk cId="58932730" sldId="2147483910"/>
        </pc:sldMasterMkLst>
        <pc:spChg chg="ord">
          <ac:chgData name="Elaine Gustafson" userId="8e9fbddc-088d-4145-9000-dcad1c3d1481" providerId="ADAL" clId="{50E40558-222F-472A-9665-B46BC32734E8}" dt="2025-05-29T20:29:32.317" v="10"/>
          <ac:spMkLst>
            <pc:docMk/>
            <pc:sldMasterMk cId="58932730" sldId="2147483910"/>
            <ac:spMk id="7" creationId="{6ABFF679-40BB-4275-8271-2872CFC1BDB4}"/>
          </ac:spMkLst>
        </pc:spChg>
        <pc:sldLayoutChg chg="modSp mod">
          <pc:chgData name="Elaine Gustafson" userId="8e9fbddc-088d-4145-9000-dcad1c3d1481" providerId="ADAL" clId="{50E40558-222F-472A-9665-B46BC32734E8}" dt="2025-06-05T18:17:45.292" v="40" actId="962"/>
          <pc:sldLayoutMkLst>
            <pc:docMk/>
            <pc:sldMasterMk cId="58932730" sldId="2147483910"/>
            <pc:sldLayoutMk cId="1974321300" sldId="2147483912"/>
          </pc:sldLayoutMkLst>
          <pc:spChg chg="mod">
            <ac:chgData name="Elaine Gustafson" userId="8e9fbddc-088d-4145-9000-dcad1c3d1481" providerId="ADAL" clId="{50E40558-222F-472A-9665-B46BC32734E8}" dt="2025-06-05T18:17:45.292" v="40" actId="962"/>
            <ac:spMkLst>
              <pc:docMk/>
              <pc:sldMasterMk cId="58932730" sldId="2147483910"/>
              <pc:sldLayoutMk cId="1974321300" sldId="2147483912"/>
              <ac:spMk id="10" creationId="{88E2E271-D3C7-4808-9665-C6E27FB5A775}"/>
            </ac:spMkLst>
          </pc:spChg>
        </pc:sldLayoutChg>
        <pc:sldLayoutChg chg="modSp mod">
          <pc:chgData name="Elaine Gustafson" userId="8e9fbddc-088d-4145-9000-dcad1c3d1481" providerId="ADAL" clId="{50E40558-222F-472A-9665-B46BC32734E8}" dt="2025-05-29T20:30:45.066" v="21"/>
          <pc:sldLayoutMkLst>
            <pc:docMk/>
            <pc:sldMasterMk cId="58932730" sldId="2147483910"/>
            <pc:sldLayoutMk cId="4103617856" sldId="2147483918"/>
          </pc:sldLayoutMkLst>
          <pc:spChg chg="ord">
            <ac:chgData name="Elaine Gustafson" userId="8e9fbddc-088d-4145-9000-dcad1c3d1481" providerId="ADAL" clId="{50E40558-222F-472A-9665-B46BC32734E8}" dt="2025-05-29T20:30:38.494" v="20"/>
            <ac:spMkLst>
              <pc:docMk/>
              <pc:sldMasterMk cId="58932730" sldId="2147483910"/>
              <pc:sldLayoutMk cId="4103617856" sldId="2147483918"/>
              <ac:spMk id="2" creationId="{CBD8AA6A-10F2-4CA6-8925-E15CCE24451A}"/>
            </ac:spMkLst>
          </pc:spChg>
          <pc:spChg chg="ord">
            <ac:chgData name="Elaine Gustafson" userId="8e9fbddc-088d-4145-9000-dcad1c3d1481" providerId="ADAL" clId="{50E40558-222F-472A-9665-B46BC32734E8}" dt="2025-05-29T20:30:45.066" v="21"/>
            <ac:spMkLst>
              <pc:docMk/>
              <pc:sldMasterMk cId="58932730" sldId="2147483910"/>
              <pc:sldLayoutMk cId="4103617856" sldId="2147483918"/>
              <ac:spMk id="13" creationId="{0E6423E8-A4C5-4145-A588-A28F9760C15A}"/>
            </ac:spMkLst>
          </pc:spChg>
        </pc:sldLayoutChg>
        <pc:sldLayoutChg chg="modSp mod">
          <pc:chgData name="Elaine Gustafson" userId="8e9fbddc-088d-4145-9000-dcad1c3d1481" providerId="ADAL" clId="{50E40558-222F-472A-9665-B46BC32734E8}" dt="2025-06-05T18:19:17.141" v="46" actId="962"/>
          <pc:sldLayoutMkLst>
            <pc:docMk/>
            <pc:sldMasterMk cId="58932730" sldId="2147483910"/>
            <pc:sldLayoutMk cId="3198385692" sldId="2147483922"/>
          </pc:sldLayoutMkLst>
          <pc:spChg chg="mod ord">
            <ac:chgData name="Elaine Gustafson" userId="8e9fbddc-088d-4145-9000-dcad1c3d1481" providerId="ADAL" clId="{50E40558-222F-472A-9665-B46BC32734E8}" dt="2025-06-05T18:19:13.878" v="45" actId="962"/>
            <ac:spMkLst>
              <pc:docMk/>
              <pc:sldMasterMk cId="58932730" sldId="2147483910"/>
              <pc:sldLayoutMk cId="3198385692" sldId="2147483922"/>
              <ac:spMk id="3" creationId="{755610DE-03A3-4171-87CD-CB837BA3D0EB}"/>
            </ac:spMkLst>
          </pc:spChg>
          <pc:spChg chg="mod">
            <ac:chgData name="Elaine Gustafson" userId="8e9fbddc-088d-4145-9000-dcad1c3d1481" providerId="ADAL" clId="{50E40558-222F-472A-9665-B46BC32734E8}" dt="2025-06-05T18:19:17.141" v="46" actId="962"/>
            <ac:spMkLst>
              <pc:docMk/>
              <pc:sldMasterMk cId="58932730" sldId="2147483910"/>
              <pc:sldLayoutMk cId="3198385692" sldId="2147483922"/>
              <ac:spMk id="4" creationId="{48DA206A-2516-457B-9C8F-9BDD445DD373}"/>
            </ac:spMkLst>
          </pc:spChg>
          <pc:picChg chg="mod">
            <ac:chgData name="Elaine Gustafson" userId="8e9fbddc-088d-4145-9000-dcad1c3d1481" providerId="ADAL" clId="{50E40558-222F-472A-9665-B46BC32734E8}" dt="2025-05-29T20:31:23.083" v="35" actId="962"/>
            <ac:picMkLst>
              <pc:docMk/>
              <pc:sldMasterMk cId="58932730" sldId="2147483910"/>
              <pc:sldLayoutMk cId="3198385692" sldId="2147483922"/>
              <ac:picMk id="13" creationId="{1ADA4BA0-CFFC-47F9-BAF1-81434EEDEEAA}"/>
            </ac:picMkLst>
          </pc:picChg>
        </pc:sldLayoutChg>
        <pc:sldLayoutChg chg="modSp mod ord">
          <pc:chgData name="Elaine Gustafson" userId="8e9fbddc-088d-4145-9000-dcad1c3d1481" providerId="ADAL" clId="{50E40558-222F-472A-9665-B46BC32734E8}" dt="2025-06-05T18:19:06.249" v="42" actId="962"/>
          <pc:sldLayoutMkLst>
            <pc:docMk/>
            <pc:sldMasterMk cId="58932730" sldId="2147483910"/>
            <pc:sldLayoutMk cId="3241009506" sldId="2147483924"/>
          </pc:sldLayoutMkLst>
          <pc:spChg chg="ord">
            <ac:chgData name="Elaine Gustafson" userId="8e9fbddc-088d-4145-9000-dcad1c3d1481" providerId="ADAL" clId="{50E40558-222F-472A-9665-B46BC32734E8}" dt="2025-05-29T20:31:18.820" v="34"/>
            <ac:spMkLst>
              <pc:docMk/>
              <pc:sldMasterMk cId="58932730" sldId="2147483910"/>
              <pc:sldLayoutMk cId="3241009506" sldId="2147483924"/>
              <ac:spMk id="2" creationId="{07AE4D56-1580-4D91-812A-FB8A378319AE}"/>
            </ac:spMkLst>
          </pc:spChg>
          <pc:spChg chg="mod">
            <ac:chgData name="Elaine Gustafson" userId="8e9fbddc-088d-4145-9000-dcad1c3d1481" providerId="ADAL" clId="{50E40558-222F-472A-9665-B46BC32734E8}" dt="2025-06-05T18:19:06.249" v="42" actId="962"/>
            <ac:spMkLst>
              <pc:docMk/>
              <pc:sldMasterMk cId="58932730" sldId="2147483910"/>
              <pc:sldLayoutMk cId="3241009506" sldId="2147483924"/>
              <ac:spMk id="9" creationId="{46FD5A98-A124-4EB7-BACC-FCD20E2A7A9D}"/>
            </ac:spMkLst>
          </pc:spChg>
          <pc:picChg chg="mod">
            <ac:chgData name="Elaine Gustafson" userId="8e9fbddc-088d-4145-9000-dcad1c3d1481" providerId="ADAL" clId="{50E40558-222F-472A-9665-B46BC32734E8}" dt="2025-05-29T20:31:15.750" v="33" actId="962"/>
            <ac:picMkLst>
              <pc:docMk/>
              <pc:sldMasterMk cId="58932730" sldId="2147483910"/>
              <pc:sldLayoutMk cId="3241009506" sldId="2147483924"/>
              <ac:picMk id="13" creationId="{E7A60DE0-FD9C-4F2F-8B9C-B132BBC175FF}"/>
            </ac:picMkLst>
          </pc:picChg>
        </pc:sldLayoutChg>
        <pc:sldLayoutChg chg="modSp mod">
          <pc:chgData name="Elaine Gustafson" userId="8e9fbddc-088d-4145-9000-dcad1c3d1481" providerId="ADAL" clId="{50E40558-222F-472A-9665-B46BC32734E8}" dt="2025-05-29T20:31:41.605" v="37" actId="962"/>
          <pc:sldLayoutMkLst>
            <pc:docMk/>
            <pc:sldMasterMk cId="58932730" sldId="2147483910"/>
            <pc:sldLayoutMk cId="4111725238" sldId="2147483926"/>
          </pc:sldLayoutMkLst>
          <pc:spChg chg="mod">
            <ac:chgData name="Elaine Gustafson" userId="8e9fbddc-088d-4145-9000-dcad1c3d1481" providerId="ADAL" clId="{50E40558-222F-472A-9665-B46BC32734E8}" dt="2025-05-29T20:31:41.605" v="37" actId="962"/>
            <ac:spMkLst>
              <pc:docMk/>
              <pc:sldMasterMk cId="58932730" sldId="2147483910"/>
              <pc:sldLayoutMk cId="4111725238" sldId="2147483926"/>
              <ac:spMk id="9" creationId="{C72812BA-B9B1-46F2-B1D3-26CF558EC640}"/>
            </ac:spMkLst>
          </pc:spChg>
        </pc:sldLayoutChg>
        <pc:sldLayoutChg chg="modSp mod">
          <pc:chgData name="Elaine Gustafson" userId="8e9fbddc-088d-4145-9000-dcad1c3d1481" providerId="ADAL" clId="{50E40558-222F-472A-9665-B46BC32734E8}" dt="2025-06-05T18:17:39.885" v="39" actId="962"/>
          <pc:sldLayoutMkLst>
            <pc:docMk/>
            <pc:sldMasterMk cId="58932730" sldId="2147483910"/>
            <pc:sldLayoutMk cId="2001968655" sldId="2147483932"/>
          </pc:sldLayoutMkLst>
          <pc:spChg chg="ord">
            <ac:chgData name="Elaine Gustafson" userId="8e9fbddc-088d-4145-9000-dcad1c3d1481" providerId="ADAL" clId="{50E40558-222F-472A-9665-B46BC32734E8}" dt="2025-05-29T20:29:37.714" v="11"/>
            <ac:spMkLst>
              <pc:docMk/>
              <pc:sldMasterMk cId="58932730" sldId="2147483910"/>
              <pc:sldLayoutMk cId="2001968655" sldId="2147483932"/>
              <ac:spMk id="2" creationId="{69C7CFDF-8D56-4B0F-986D-0966674CEF87}"/>
            </ac:spMkLst>
          </pc:spChg>
          <pc:spChg chg="mod">
            <ac:chgData name="Elaine Gustafson" userId="8e9fbddc-088d-4145-9000-dcad1c3d1481" providerId="ADAL" clId="{50E40558-222F-472A-9665-B46BC32734E8}" dt="2025-06-05T18:17:39.885" v="39" actId="962"/>
            <ac:spMkLst>
              <pc:docMk/>
              <pc:sldMasterMk cId="58932730" sldId="2147483910"/>
              <pc:sldLayoutMk cId="2001968655" sldId="2147483932"/>
              <ac:spMk id="10" creationId="{88E2E271-D3C7-4808-9665-C6E27FB5A775}"/>
            </ac:spMkLst>
          </pc:spChg>
        </pc:sldLayoutChg>
        <pc:sldLayoutChg chg="modSp mod">
          <pc:chgData name="Elaine Gustafson" userId="8e9fbddc-088d-4145-9000-dcad1c3d1481" providerId="ADAL" clId="{50E40558-222F-472A-9665-B46BC32734E8}" dt="2025-06-05T18:17:50.333" v="41" actId="962"/>
          <pc:sldLayoutMkLst>
            <pc:docMk/>
            <pc:sldMasterMk cId="58932730" sldId="2147483910"/>
            <pc:sldLayoutMk cId="2790083631" sldId="2147483933"/>
          </pc:sldLayoutMkLst>
          <pc:spChg chg="mod">
            <ac:chgData name="Elaine Gustafson" userId="8e9fbddc-088d-4145-9000-dcad1c3d1481" providerId="ADAL" clId="{50E40558-222F-472A-9665-B46BC32734E8}" dt="2025-06-05T18:17:50.333" v="41" actId="962"/>
            <ac:spMkLst>
              <pc:docMk/>
              <pc:sldMasterMk cId="58932730" sldId="2147483910"/>
              <pc:sldLayoutMk cId="2790083631" sldId="2147483933"/>
              <ac:spMk id="10" creationId="{88E2E271-D3C7-4808-9665-C6E27FB5A775}"/>
            </ac:spMkLst>
          </pc:spChg>
        </pc:sldLayoutChg>
        <pc:sldLayoutChg chg="modSp mod">
          <pc:chgData name="Elaine Gustafson" userId="8e9fbddc-088d-4145-9000-dcad1c3d1481" providerId="ADAL" clId="{50E40558-222F-472A-9665-B46BC32734E8}" dt="2025-05-29T20:30:50.218" v="22"/>
          <pc:sldLayoutMkLst>
            <pc:docMk/>
            <pc:sldMasterMk cId="58932730" sldId="2147483910"/>
            <pc:sldLayoutMk cId="583458851" sldId="2147483937"/>
          </pc:sldLayoutMkLst>
          <pc:spChg chg="ord">
            <ac:chgData name="Elaine Gustafson" userId="8e9fbddc-088d-4145-9000-dcad1c3d1481" providerId="ADAL" clId="{50E40558-222F-472A-9665-B46BC32734E8}" dt="2025-05-29T20:30:50.218" v="22"/>
            <ac:spMkLst>
              <pc:docMk/>
              <pc:sldMasterMk cId="58932730" sldId="2147483910"/>
              <pc:sldLayoutMk cId="583458851" sldId="2147483937"/>
              <ac:spMk id="2" creationId="{CBD8AA6A-10F2-4CA6-8925-E15CCE24451A}"/>
            </ac:spMkLst>
          </pc:spChg>
        </pc:sldLayoutChg>
        <pc:sldLayoutChg chg="modSp mod">
          <pc:chgData name="Elaine Gustafson" userId="8e9fbddc-088d-4145-9000-dcad1c3d1481" providerId="ADAL" clId="{50E40558-222F-472A-9665-B46BC32734E8}" dt="2025-05-29T20:30:01.544" v="13"/>
          <pc:sldLayoutMkLst>
            <pc:docMk/>
            <pc:sldMasterMk cId="58932730" sldId="2147483910"/>
            <pc:sldLayoutMk cId="927130793" sldId="2147483938"/>
          </pc:sldLayoutMkLst>
          <pc:spChg chg="ord">
            <ac:chgData name="Elaine Gustafson" userId="8e9fbddc-088d-4145-9000-dcad1c3d1481" providerId="ADAL" clId="{50E40558-222F-472A-9665-B46BC32734E8}" dt="2025-05-29T20:30:01.544" v="13"/>
            <ac:spMkLst>
              <pc:docMk/>
              <pc:sldMasterMk cId="58932730" sldId="2147483910"/>
              <pc:sldLayoutMk cId="927130793" sldId="2147483938"/>
              <ac:spMk id="3" creationId="{997C70C8-90CB-4519-B236-5C8D99A8D6CC}"/>
            </ac:spMkLst>
          </pc:spChg>
        </pc:sldLayoutChg>
        <pc:sldLayoutChg chg="modSp mod">
          <pc:chgData name="Elaine Gustafson" userId="8e9fbddc-088d-4145-9000-dcad1c3d1481" providerId="ADAL" clId="{50E40558-222F-472A-9665-B46BC32734E8}" dt="2025-05-29T20:30:22.052" v="17"/>
          <pc:sldLayoutMkLst>
            <pc:docMk/>
            <pc:sldMasterMk cId="58932730" sldId="2147483910"/>
            <pc:sldLayoutMk cId="1673279809" sldId="2147483939"/>
          </pc:sldLayoutMkLst>
          <pc:spChg chg="ord">
            <ac:chgData name="Elaine Gustafson" userId="8e9fbddc-088d-4145-9000-dcad1c3d1481" providerId="ADAL" clId="{50E40558-222F-472A-9665-B46BC32734E8}" dt="2025-05-29T20:30:22.052" v="17"/>
            <ac:spMkLst>
              <pc:docMk/>
              <pc:sldMasterMk cId="58932730" sldId="2147483910"/>
              <pc:sldLayoutMk cId="1673279809" sldId="2147483939"/>
              <ac:spMk id="2" creationId="{56B2E2FA-09DF-4717-B99F-F1A240733DAC}"/>
            </ac:spMkLst>
          </pc:spChg>
        </pc:sldLayoutChg>
        <pc:sldLayoutChg chg="modSp mod">
          <pc:chgData name="Elaine Gustafson" userId="8e9fbddc-088d-4145-9000-dcad1c3d1481" providerId="ADAL" clId="{50E40558-222F-472A-9665-B46BC32734E8}" dt="2025-05-29T20:30:14.729" v="16"/>
          <pc:sldLayoutMkLst>
            <pc:docMk/>
            <pc:sldMasterMk cId="58932730" sldId="2147483910"/>
            <pc:sldLayoutMk cId="956967912" sldId="2147483940"/>
          </pc:sldLayoutMkLst>
          <pc:spChg chg="ord">
            <ac:chgData name="Elaine Gustafson" userId="8e9fbddc-088d-4145-9000-dcad1c3d1481" providerId="ADAL" clId="{50E40558-222F-472A-9665-B46BC32734E8}" dt="2025-05-29T20:30:14.729" v="16"/>
            <ac:spMkLst>
              <pc:docMk/>
              <pc:sldMasterMk cId="58932730" sldId="2147483910"/>
              <pc:sldLayoutMk cId="956967912" sldId="2147483940"/>
              <ac:spMk id="2" creationId="{56B2E2FA-09DF-4717-B99F-F1A240733DAC}"/>
            </ac:spMkLst>
          </pc:spChg>
        </pc:sldLayoutChg>
        <pc:sldLayoutChg chg="modSp mod">
          <pc:chgData name="Elaine Gustafson" userId="8e9fbddc-088d-4145-9000-dcad1c3d1481" providerId="ADAL" clId="{50E40558-222F-472A-9665-B46BC32734E8}" dt="2025-05-29T20:30:06.124" v="15"/>
          <pc:sldLayoutMkLst>
            <pc:docMk/>
            <pc:sldMasterMk cId="58932730" sldId="2147483910"/>
            <pc:sldLayoutMk cId="4018889132" sldId="2147483941"/>
          </pc:sldLayoutMkLst>
          <pc:spChg chg="ord">
            <ac:chgData name="Elaine Gustafson" userId="8e9fbddc-088d-4145-9000-dcad1c3d1481" providerId="ADAL" clId="{50E40558-222F-472A-9665-B46BC32734E8}" dt="2025-05-29T20:30:06.124" v="15"/>
            <ac:spMkLst>
              <pc:docMk/>
              <pc:sldMasterMk cId="58932730" sldId="2147483910"/>
              <pc:sldLayoutMk cId="4018889132" sldId="2147483941"/>
              <ac:spMk id="3" creationId="{997C70C8-90CB-4519-B236-5C8D99A8D6CC}"/>
            </ac:spMkLst>
          </pc:spChg>
        </pc:sldLayoutChg>
        <pc:sldLayoutChg chg="modSp mod">
          <pc:chgData name="Elaine Gustafson" userId="8e9fbddc-088d-4145-9000-dcad1c3d1481" providerId="ADAL" clId="{50E40558-222F-472A-9665-B46BC32734E8}" dt="2025-05-29T20:31:00.061" v="27"/>
          <pc:sldLayoutMkLst>
            <pc:docMk/>
            <pc:sldMasterMk cId="58932730" sldId="2147483910"/>
            <pc:sldLayoutMk cId="242110922" sldId="2147483942"/>
          </pc:sldLayoutMkLst>
          <pc:spChg chg="ord">
            <ac:chgData name="Elaine Gustafson" userId="8e9fbddc-088d-4145-9000-dcad1c3d1481" providerId="ADAL" clId="{50E40558-222F-472A-9665-B46BC32734E8}" dt="2025-05-29T20:30:56.031" v="23"/>
            <ac:spMkLst>
              <pc:docMk/>
              <pc:sldMasterMk cId="58932730" sldId="2147483910"/>
              <pc:sldLayoutMk cId="242110922" sldId="2147483942"/>
              <ac:spMk id="2" creationId="{CBD8AA6A-10F2-4CA6-8925-E15CCE24451A}"/>
            </ac:spMkLst>
          </pc:spChg>
          <pc:spChg chg="ord">
            <ac:chgData name="Elaine Gustafson" userId="8e9fbddc-088d-4145-9000-dcad1c3d1481" providerId="ADAL" clId="{50E40558-222F-472A-9665-B46BC32734E8}" dt="2025-05-29T20:31:00.061" v="27"/>
            <ac:spMkLst>
              <pc:docMk/>
              <pc:sldMasterMk cId="58932730" sldId="2147483910"/>
              <pc:sldLayoutMk cId="242110922" sldId="2147483942"/>
              <ac:spMk id="4" creationId="{0B6B9160-8550-49A0-BE34-C267E3A48D50}"/>
            </ac:spMkLst>
          </pc:spChg>
        </pc:sldLayoutChg>
        <pc:sldLayoutChg chg="modSp mod">
          <pc:chgData name="Elaine Gustafson" userId="8e9fbddc-088d-4145-9000-dcad1c3d1481" providerId="ADAL" clId="{50E40558-222F-472A-9665-B46BC32734E8}" dt="2025-05-29T20:31:08.046" v="32"/>
          <pc:sldLayoutMkLst>
            <pc:docMk/>
            <pc:sldMasterMk cId="58932730" sldId="2147483910"/>
            <pc:sldLayoutMk cId="1064194118" sldId="2147483943"/>
          </pc:sldLayoutMkLst>
          <pc:spChg chg="ord">
            <ac:chgData name="Elaine Gustafson" userId="8e9fbddc-088d-4145-9000-dcad1c3d1481" providerId="ADAL" clId="{50E40558-222F-472A-9665-B46BC32734E8}" dt="2025-05-29T20:31:04.480" v="28"/>
            <ac:spMkLst>
              <pc:docMk/>
              <pc:sldMasterMk cId="58932730" sldId="2147483910"/>
              <pc:sldLayoutMk cId="1064194118" sldId="2147483943"/>
              <ac:spMk id="2" creationId="{CBD8AA6A-10F2-4CA6-8925-E15CCE24451A}"/>
            </ac:spMkLst>
          </pc:spChg>
          <pc:spChg chg="ord">
            <ac:chgData name="Elaine Gustafson" userId="8e9fbddc-088d-4145-9000-dcad1c3d1481" providerId="ADAL" clId="{50E40558-222F-472A-9665-B46BC32734E8}" dt="2025-05-29T20:31:08.046" v="32"/>
            <ac:spMkLst>
              <pc:docMk/>
              <pc:sldMasterMk cId="58932730" sldId="2147483910"/>
              <pc:sldLayoutMk cId="1064194118" sldId="2147483943"/>
              <ac:spMk id="4" creationId="{0B6B9160-8550-49A0-BE34-C267E3A48D50}"/>
            </ac:spMkLst>
          </pc:spChg>
        </pc:sldLayoutChg>
        <pc:sldLayoutChg chg="modSp mod">
          <pc:chgData name="Elaine Gustafson" userId="8e9fbddc-088d-4145-9000-dcad1c3d1481" providerId="ADAL" clId="{50E40558-222F-472A-9665-B46BC32734E8}" dt="2025-05-29T20:30:25.946" v="18"/>
          <pc:sldLayoutMkLst>
            <pc:docMk/>
            <pc:sldMasterMk cId="58932730" sldId="2147483910"/>
            <pc:sldLayoutMk cId="623132797" sldId="2147483944"/>
          </pc:sldLayoutMkLst>
          <pc:spChg chg="ord">
            <ac:chgData name="Elaine Gustafson" userId="8e9fbddc-088d-4145-9000-dcad1c3d1481" providerId="ADAL" clId="{50E40558-222F-472A-9665-B46BC32734E8}" dt="2025-05-29T20:30:25.946" v="18"/>
            <ac:spMkLst>
              <pc:docMk/>
              <pc:sldMasterMk cId="58932730" sldId="2147483910"/>
              <pc:sldLayoutMk cId="623132797" sldId="2147483944"/>
              <ac:spMk id="2" creationId="{56B2E2FA-09DF-4717-B99F-F1A240733DAC}"/>
            </ac:spMkLst>
          </pc:spChg>
        </pc:sldLayoutChg>
        <pc:sldLayoutChg chg="modSp mod">
          <pc:chgData name="Elaine Gustafson" userId="8e9fbddc-088d-4145-9000-dcad1c3d1481" providerId="ADAL" clId="{50E40558-222F-472A-9665-B46BC32734E8}" dt="2025-05-29T20:30:29.334" v="19"/>
          <pc:sldLayoutMkLst>
            <pc:docMk/>
            <pc:sldMasterMk cId="58932730" sldId="2147483910"/>
            <pc:sldLayoutMk cId="1915926914" sldId="2147483945"/>
          </pc:sldLayoutMkLst>
          <pc:spChg chg="ord">
            <ac:chgData name="Elaine Gustafson" userId="8e9fbddc-088d-4145-9000-dcad1c3d1481" providerId="ADAL" clId="{50E40558-222F-472A-9665-B46BC32734E8}" dt="2025-05-29T20:30:29.334" v="19"/>
            <ac:spMkLst>
              <pc:docMk/>
              <pc:sldMasterMk cId="58932730" sldId="2147483910"/>
              <pc:sldLayoutMk cId="1915926914" sldId="2147483945"/>
              <ac:spMk id="2" creationId="{56B2E2FA-09DF-4717-B99F-F1A240733DAC}"/>
            </ac:spMkLst>
          </pc:spChg>
        </pc:sldLayoutChg>
        <pc:sldLayoutChg chg="modSp mod">
          <pc:chgData name="Elaine Gustafson" userId="8e9fbddc-088d-4145-9000-dcad1c3d1481" providerId="ADAL" clId="{50E40558-222F-472A-9665-B46BC32734E8}" dt="2025-05-29T20:31:54.352" v="38" actId="962"/>
          <pc:sldLayoutMkLst>
            <pc:docMk/>
            <pc:sldMasterMk cId="58932730" sldId="2147483910"/>
            <pc:sldLayoutMk cId="2570707714" sldId="2147483946"/>
          </pc:sldLayoutMkLst>
          <pc:spChg chg="mod">
            <ac:chgData name="Elaine Gustafson" userId="8e9fbddc-088d-4145-9000-dcad1c3d1481" providerId="ADAL" clId="{50E40558-222F-472A-9665-B46BC32734E8}" dt="2025-05-29T20:31:54.352" v="38" actId="962"/>
            <ac:spMkLst>
              <pc:docMk/>
              <pc:sldMasterMk cId="58932730" sldId="2147483910"/>
              <pc:sldLayoutMk cId="2570707714" sldId="2147483946"/>
              <ac:spMk id="9" creationId="{C72812BA-B9B1-46F2-B1D3-26CF558EC640}"/>
            </ac:spMkLst>
          </pc:spChg>
        </pc:sldLayoutChg>
      </pc:sldMasterChg>
    </pc:docChg>
  </pc:docChgLst>
  <pc:docChgLst>
    <pc:chgData name="Jules Mancini" userId="S::jmancini@comptia.global::4ef8f4fd-9280-4856-883a-0ebf05603c1f" providerId="AD" clId="Web-{3DA68612-797C-A593-DD07-0210F2949B39}"/>
    <pc:docChg chg="modSld">
      <pc:chgData name="Jules Mancini" userId="S::jmancini@comptia.global::4ef8f4fd-9280-4856-883a-0ebf05603c1f" providerId="AD" clId="Web-{3DA68612-797C-A593-DD07-0210F2949B39}" dt="2025-06-09T19:37:26.957" v="2" actId="20577"/>
      <pc:docMkLst>
        <pc:docMk/>
      </pc:docMkLst>
      <pc:sldChg chg="modSp">
        <pc:chgData name="Jules Mancini" userId="S::jmancini@comptia.global::4ef8f4fd-9280-4856-883a-0ebf05603c1f" providerId="AD" clId="Web-{3DA68612-797C-A593-DD07-0210F2949B39}" dt="2025-06-09T19:37:26.957" v="2" actId="20577"/>
        <pc:sldMkLst>
          <pc:docMk/>
          <pc:sldMk cId="3868167892" sldId="313"/>
        </pc:sldMkLst>
        <pc:spChg chg="mod">
          <ac:chgData name="Jules Mancini" userId="S::jmancini@comptia.global::4ef8f4fd-9280-4856-883a-0ebf05603c1f" providerId="AD" clId="Web-{3DA68612-797C-A593-DD07-0210F2949B39}" dt="2025-06-09T19:37:26.957" v="2" actId="20577"/>
          <ac:spMkLst>
            <pc:docMk/>
            <pc:sldMk cId="3868167892" sldId="313"/>
            <ac:spMk id="3" creationId="{BEF0CD94-701E-BF31-F57D-0F0245971FB7}"/>
          </ac:spMkLst>
        </pc:spChg>
      </pc:sldChg>
    </pc:docChg>
  </pc:docChgLst>
  <pc:docChgLst>
    <pc:chgData name="Yvette Delim" userId="1eb1221e-2905-468b-b6ca-e1e332e3c4b6" providerId="ADAL" clId="{DA7A546E-94E1-4582-8A10-7F7943C9DA93}"/>
    <pc:docChg chg="undo custSel addSld delSld modSld modMainMaster">
      <pc:chgData name="Yvette Delim" userId="1eb1221e-2905-468b-b6ca-e1e332e3c4b6" providerId="ADAL" clId="{DA7A546E-94E1-4582-8A10-7F7943C9DA93}" dt="2025-05-06T20:56:06.876" v="418" actId="47"/>
      <pc:docMkLst>
        <pc:docMk/>
      </pc:docMkLst>
      <pc:sldChg chg="modNotesTx">
        <pc:chgData name="Yvette Delim" userId="1eb1221e-2905-468b-b6ca-e1e332e3c4b6" providerId="ADAL" clId="{DA7A546E-94E1-4582-8A10-7F7943C9DA93}" dt="2025-05-06T20:54:10.927" v="417" actId="20577"/>
        <pc:sldMkLst>
          <pc:docMk/>
          <pc:sldMk cId="2170154808" sldId="258"/>
        </pc:sldMkLst>
      </pc:sldChg>
      <pc:sldChg chg="del">
        <pc:chgData name="Yvette Delim" userId="1eb1221e-2905-468b-b6ca-e1e332e3c4b6" providerId="ADAL" clId="{DA7A546E-94E1-4582-8A10-7F7943C9DA93}" dt="2025-05-06T20:56:06.876" v="418" actId="47"/>
        <pc:sldMkLst>
          <pc:docMk/>
          <pc:sldMk cId="3549381897" sldId="259"/>
        </pc:sldMkLst>
      </pc:sldChg>
      <pc:sldChg chg="del">
        <pc:chgData name="Yvette Delim" userId="1eb1221e-2905-468b-b6ca-e1e332e3c4b6" providerId="ADAL" clId="{DA7A546E-94E1-4582-8A10-7F7943C9DA93}" dt="2025-05-06T20:56:06.876" v="418" actId="47"/>
        <pc:sldMkLst>
          <pc:docMk/>
          <pc:sldMk cId="2295165259" sldId="265"/>
        </pc:sldMkLst>
      </pc:sldChg>
      <pc:sldChg chg="addSp delSp modSp del mod modCm">
        <pc:chgData name="Yvette Delim" userId="1eb1221e-2905-468b-b6ca-e1e332e3c4b6" providerId="ADAL" clId="{DA7A546E-94E1-4582-8A10-7F7943C9DA93}" dt="2025-05-06T20:50:24.514" v="368" actId="47"/>
        <pc:sldMkLst>
          <pc:docMk/>
          <pc:sldMk cId="629264104" sldId="296"/>
        </pc:sldMkLst>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A7A546E-94E1-4582-8A10-7F7943C9DA93}" dt="2025-05-06T20:47:52.254" v="366" actId="478"/>
              <pc2:cmMkLst xmlns:pc2="http://schemas.microsoft.com/office/powerpoint/2019/9/main/command">
                <pc:docMk/>
                <pc:sldMk cId="629264104" sldId="296"/>
                <pc2:cmMk id="{A50ABA80-35E4-46EC-AFBE-6B2B6A4F8A99}"/>
              </pc2:cmMkLst>
            </pc226:cmChg>
          </p:ext>
        </pc:extLst>
      </pc:sldChg>
      <pc:sldChg chg="addSp delSp modSp mod modClrScheme chgLayout">
        <pc:chgData name="Yvette Delim" userId="1eb1221e-2905-468b-b6ca-e1e332e3c4b6" providerId="ADAL" clId="{DA7A546E-94E1-4582-8A10-7F7943C9DA93}" dt="2025-05-06T20:50:11.984" v="367" actId="700"/>
        <pc:sldMkLst>
          <pc:docMk/>
          <pc:sldMk cId="2615260713" sldId="297"/>
        </pc:sldMkLst>
        <pc:spChg chg="mod ord">
          <ac:chgData name="Yvette Delim" userId="1eb1221e-2905-468b-b6ca-e1e332e3c4b6" providerId="ADAL" clId="{DA7A546E-94E1-4582-8A10-7F7943C9DA93}" dt="2025-05-06T20:50:11.984" v="367" actId="700"/>
          <ac:spMkLst>
            <pc:docMk/>
            <pc:sldMk cId="2615260713" sldId="297"/>
            <ac:spMk id="3" creationId="{E02E4B53-B7C6-1D08-F07F-C168A65984CB}"/>
          </ac:spMkLst>
        </pc:spChg>
        <pc:spChg chg="mod ord">
          <ac:chgData name="Yvette Delim" userId="1eb1221e-2905-468b-b6ca-e1e332e3c4b6" providerId="ADAL" clId="{DA7A546E-94E1-4582-8A10-7F7943C9DA93}" dt="2025-05-06T20:50:11.984" v="367" actId="700"/>
          <ac:spMkLst>
            <pc:docMk/>
            <pc:sldMk cId="2615260713" sldId="297"/>
            <ac:spMk id="4" creationId="{C090C768-1FA1-220C-8EB0-02B46B3FAF18}"/>
          </ac:spMkLst>
        </pc:spChg>
        <pc:spChg chg="add mod ord">
          <ac:chgData name="Yvette Delim" userId="1eb1221e-2905-468b-b6ca-e1e332e3c4b6" providerId="ADAL" clId="{DA7A546E-94E1-4582-8A10-7F7943C9DA93}" dt="2025-05-06T20:50:11.984" v="367" actId="700"/>
          <ac:spMkLst>
            <pc:docMk/>
            <pc:sldMk cId="2615260713" sldId="297"/>
            <ac:spMk id="5" creationId="{3F9B06E0-25E2-2207-FA53-43B03A3DD8B6}"/>
          </ac:spMkLst>
        </pc:spChg>
      </pc:sldChg>
      <pc:sldChg chg="modSp new mod">
        <pc:chgData name="Yvette Delim" userId="1eb1221e-2905-468b-b6ca-e1e332e3c4b6" providerId="ADAL" clId="{DA7A546E-94E1-4582-8A10-7F7943C9DA93}" dt="2025-05-06T20:47:03.274" v="364" actId="20577"/>
        <pc:sldMkLst>
          <pc:docMk/>
          <pc:sldMk cId="1768159664" sldId="298"/>
        </pc:sldMkLst>
      </pc:sldChg>
      <pc:sldMasterChg chg="addSldLayout modSldLayout sldLayoutOrd">
        <pc:chgData name="Yvette Delim" userId="1eb1221e-2905-468b-b6ca-e1e332e3c4b6" providerId="ADAL" clId="{DA7A546E-94E1-4582-8A10-7F7943C9DA93}" dt="2025-05-06T20:41:38.065" v="346" actId="255"/>
        <pc:sldMasterMkLst>
          <pc:docMk/>
          <pc:sldMasterMk cId="58932730" sldId="2147483910"/>
        </pc:sldMasterMkLst>
        <pc:sldLayoutChg chg="ord">
          <pc:chgData name="Yvette Delim" userId="1eb1221e-2905-468b-b6ca-e1e332e3c4b6" providerId="ADAL" clId="{DA7A546E-94E1-4582-8A10-7F7943C9DA93}" dt="2025-05-06T20:21:48.999" v="229" actId="20578"/>
          <pc:sldLayoutMkLst>
            <pc:docMk/>
            <pc:sldMasterMk cId="58932730" sldId="2147483910"/>
            <pc:sldLayoutMk cId="4084809213" sldId="2147483911"/>
          </pc:sldLayoutMkLst>
        </pc:sldLayoutChg>
        <pc:sldLayoutChg chg="ord">
          <pc:chgData name="Yvette Delim" userId="1eb1221e-2905-468b-b6ca-e1e332e3c4b6" providerId="ADAL" clId="{DA7A546E-94E1-4582-8A10-7F7943C9DA93}" dt="2025-05-06T20:22:05.817" v="230" actId="20578"/>
          <pc:sldLayoutMkLst>
            <pc:docMk/>
            <pc:sldMasterMk cId="58932730" sldId="2147483910"/>
            <pc:sldLayoutMk cId="1974321300" sldId="2147483912"/>
          </pc:sldLayoutMkLst>
        </pc:sldLayoutChg>
        <pc:sldLayoutChg chg="addSp modSp">
          <pc:chgData name="Yvette Delim" userId="1eb1221e-2905-468b-b6ca-e1e332e3c4b6" providerId="ADAL" clId="{DA7A546E-94E1-4582-8A10-7F7943C9DA93}" dt="2025-05-06T20:19:19.894" v="216"/>
          <pc:sldLayoutMkLst>
            <pc:docMk/>
            <pc:sldMasterMk cId="58932730" sldId="2147483910"/>
            <pc:sldLayoutMk cId="137773212" sldId="2147483914"/>
          </pc:sldLayoutMkLst>
          <pc:spChg chg="mod">
            <ac:chgData name="Yvette Delim" userId="1eb1221e-2905-468b-b6ca-e1e332e3c4b6" providerId="ADAL" clId="{DA7A546E-94E1-4582-8A10-7F7943C9DA93}" dt="2025-05-06T20:12:09.321" v="85" actId="20577"/>
            <ac:spMkLst>
              <pc:docMk/>
              <pc:sldMasterMk cId="58932730" sldId="2147483910"/>
              <pc:sldLayoutMk cId="137773212" sldId="2147483914"/>
              <ac:spMk id="2" creationId="{FEEC7DB1-AF77-4C23-97D2-AB7420353204}"/>
            </ac:spMkLst>
          </pc:spChg>
        </pc:sldLayoutChg>
        <pc:sldLayoutChg chg="modSp">
          <pc:chgData name="Yvette Delim" userId="1eb1221e-2905-468b-b6ca-e1e332e3c4b6" providerId="ADAL" clId="{DA7A546E-94E1-4582-8A10-7F7943C9DA93}" dt="2025-05-06T20:15:49.603" v="194" actId="20577"/>
          <pc:sldLayoutMkLst>
            <pc:docMk/>
            <pc:sldMasterMk cId="58932730" sldId="2147483910"/>
            <pc:sldLayoutMk cId="3853961223" sldId="2147483917"/>
          </pc:sldLayoutMkLst>
          <pc:spChg chg="mod">
            <ac:chgData name="Yvette Delim" userId="1eb1221e-2905-468b-b6ca-e1e332e3c4b6" providerId="ADAL" clId="{DA7A546E-94E1-4582-8A10-7F7943C9DA93}" dt="2025-05-06T20:15:49.603" v="194" actId="20577"/>
            <ac:spMkLst>
              <pc:docMk/>
              <pc:sldMasterMk cId="58932730" sldId="2147483910"/>
              <pc:sldLayoutMk cId="3853961223" sldId="2147483917"/>
              <ac:spMk id="5" creationId="{FC333B3E-5BEA-4514-BC19-7601420AECFA}"/>
            </ac:spMkLst>
          </pc:spChg>
        </pc:sldLayoutChg>
        <pc:sldLayoutChg chg="modSp">
          <pc:chgData name="Yvette Delim" userId="1eb1221e-2905-468b-b6ca-e1e332e3c4b6" providerId="ADAL" clId="{DA7A546E-94E1-4582-8A10-7F7943C9DA93}" dt="2025-05-06T20:17:59.600" v="210" actId="20577"/>
          <pc:sldLayoutMkLst>
            <pc:docMk/>
            <pc:sldMasterMk cId="58932730" sldId="2147483910"/>
            <pc:sldLayoutMk cId="4103617856" sldId="2147483918"/>
          </pc:sldLayoutMkLst>
          <pc:spChg chg="mod">
            <ac:chgData name="Yvette Delim" userId="1eb1221e-2905-468b-b6ca-e1e332e3c4b6" providerId="ADAL" clId="{DA7A546E-94E1-4582-8A10-7F7943C9DA93}" dt="2025-05-06T20:17:59.600" v="210" actId="20577"/>
            <ac:spMkLst>
              <pc:docMk/>
              <pc:sldMasterMk cId="58932730" sldId="2147483910"/>
              <pc:sldLayoutMk cId="4103617856" sldId="2147483918"/>
              <ac:spMk id="2" creationId="{CBD8AA6A-10F2-4CA6-8925-E15CCE24451A}"/>
            </ac:spMkLst>
          </pc:spChg>
        </pc:sldLayoutChg>
        <pc:sldLayoutChg chg="modSp mod ord">
          <pc:chgData name="Yvette Delim" userId="1eb1221e-2905-468b-b6ca-e1e332e3c4b6" providerId="ADAL" clId="{DA7A546E-94E1-4582-8A10-7F7943C9DA93}" dt="2025-05-06T20:18:30.962" v="213" actId="20578"/>
          <pc:sldLayoutMkLst>
            <pc:docMk/>
            <pc:sldMasterMk cId="58932730" sldId="2147483910"/>
            <pc:sldLayoutMk cId="3198385692" sldId="2147483922"/>
          </pc:sldLayoutMkLst>
          <pc:spChg chg="mod">
            <ac:chgData name="Yvette Delim" userId="1eb1221e-2905-468b-b6ca-e1e332e3c4b6" providerId="ADAL" clId="{DA7A546E-94E1-4582-8A10-7F7943C9DA93}" dt="2025-05-06T20:04:45.645" v="11" actId="20577"/>
            <ac:spMkLst>
              <pc:docMk/>
              <pc:sldMasterMk cId="58932730" sldId="2147483910"/>
              <pc:sldLayoutMk cId="3198385692" sldId="2147483922"/>
              <ac:spMk id="3" creationId="{755610DE-03A3-4171-87CD-CB837BA3D0EB}"/>
            </ac:spMkLst>
          </pc:spChg>
          <pc:spChg chg="mod">
            <ac:chgData name="Yvette Delim" userId="1eb1221e-2905-468b-b6ca-e1e332e3c4b6" providerId="ADAL" clId="{DA7A546E-94E1-4582-8A10-7F7943C9DA93}" dt="2025-05-06T20:05:04.247" v="12" actId="20577"/>
            <ac:spMkLst>
              <pc:docMk/>
              <pc:sldMasterMk cId="58932730" sldId="2147483910"/>
              <pc:sldLayoutMk cId="3198385692" sldId="2147483922"/>
              <ac:spMk id="7" creationId="{C20DDD6C-AB38-440E-A2B7-E3AD1F167ED5}"/>
            </ac:spMkLst>
          </pc:spChg>
        </pc:sldLayoutChg>
        <pc:sldLayoutChg chg="modSp mod ord">
          <pc:chgData name="Yvette Delim" userId="1eb1221e-2905-468b-b6ca-e1e332e3c4b6" providerId="ADAL" clId="{DA7A546E-94E1-4582-8A10-7F7943C9DA93}" dt="2025-05-06T20:19:59.361" v="218" actId="108"/>
          <pc:sldLayoutMkLst>
            <pc:docMk/>
            <pc:sldMasterMk cId="58932730" sldId="2147483910"/>
            <pc:sldLayoutMk cId="3241009506" sldId="2147483924"/>
          </pc:sldLayoutMkLst>
          <pc:spChg chg="mod">
            <ac:chgData name="Yvette Delim" userId="1eb1221e-2905-468b-b6ca-e1e332e3c4b6" providerId="ADAL" clId="{DA7A546E-94E1-4582-8A10-7F7943C9DA93}" dt="2025-05-06T20:19:59.361" v="218" actId="108"/>
            <ac:spMkLst>
              <pc:docMk/>
              <pc:sldMasterMk cId="58932730" sldId="2147483910"/>
              <pc:sldLayoutMk cId="3241009506" sldId="2147483924"/>
              <ac:spMk id="4" creationId="{F14BCB8D-8BA4-4A40-81CF-DAD00077BF4C}"/>
            </ac:spMkLst>
          </pc:spChg>
        </pc:sldLayoutChg>
        <pc:sldLayoutChg chg="ord">
          <pc:chgData name="Yvette Delim" userId="1eb1221e-2905-468b-b6ca-e1e332e3c4b6" providerId="ADAL" clId="{DA7A546E-94E1-4582-8A10-7F7943C9DA93}" dt="2025-05-06T20:20:36.352" v="221" actId="20578"/>
          <pc:sldLayoutMkLst>
            <pc:docMk/>
            <pc:sldMasterMk cId="58932730" sldId="2147483910"/>
            <pc:sldLayoutMk cId="2001968655" sldId="2147483932"/>
          </pc:sldLayoutMkLst>
        </pc:sldLayoutChg>
        <pc:sldLayoutChg chg="ord">
          <pc:chgData name="Yvette Delim" userId="1eb1221e-2905-468b-b6ca-e1e332e3c4b6" providerId="ADAL" clId="{DA7A546E-94E1-4582-8A10-7F7943C9DA93}" dt="2025-05-06T20:22:08.110" v="231" actId="20578"/>
          <pc:sldLayoutMkLst>
            <pc:docMk/>
            <pc:sldMasterMk cId="58932730" sldId="2147483910"/>
            <pc:sldLayoutMk cId="2790083631" sldId="2147483933"/>
          </pc:sldLayoutMkLst>
        </pc:sldLayoutChg>
        <pc:sldLayoutChg chg="modSp add mod ord modTransition">
          <pc:chgData name="Yvette Delim" userId="1eb1221e-2905-468b-b6ca-e1e332e3c4b6" providerId="ADAL" clId="{DA7A546E-94E1-4582-8A10-7F7943C9DA93}" dt="2025-05-06T20:17:42.559" v="199" actId="20578"/>
          <pc:sldLayoutMkLst>
            <pc:docMk/>
            <pc:sldMasterMk cId="58932730" sldId="2147483910"/>
            <pc:sldLayoutMk cId="4052621465" sldId="2147483934"/>
          </pc:sldLayoutMkLst>
          <pc:spChg chg="mod">
            <ac:chgData name="Yvette Delim" userId="1eb1221e-2905-468b-b6ca-e1e332e3c4b6" providerId="ADAL" clId="{DA7A546E-94E1-4582-8A10-7F7943C9DA93}" dt="2025-05-06T20:10:49.155" v="73" actId="20577"/>
            <ac:spMkLst>
              <pc:docMk/>
              <pc:sldMasterMk cId="58932730" sldId="2147483910"/>
              <pc:sldLayoutMk cId="4052621465" sldId="2147483934"/>
              <ac:spMk id="2" creationId="{FEEC7DB1-AF77-4C23-97D2-AB7420353204}"/>
            </ac:spMkLst>
          </pc:spChg>
          <pc:spChg chg="mod">
            <ac:chgData name="Yvette Delim" userId="1eb1221e-2905-468b-b6ca-e1e332e3c4b6" providerId="ADAL" clId="{DA7A546E-94E1-4582-8A10-7F7943C9DA93}" dt="2025-05-06T20:10:54.452" v="74" actId="20577"/>
            <ac:spMkLst>
              <pc:docMk/>
              <pc:sldMasterMk cId="58932730" sldId="2147483910"/>
              <pc:sldLayoutMk cId="4052621465" sldId="2147483934"/>
              <ac:spMk id="10" creationId="{9133DACF-FEBA-45AC-9EB7-694DBCD1BE0F}"/>
            </ac:spMkLst>
          </pc:spChg>
        </pc:sldLayoutChg>
        <pc:sldLayoutChg chg="modSp add mod modTransition">
          <pc:chgData name="Yvette Delim" userId="1eb1221e-2905-468b-b6ca-e1e332e3c4b6" providerId="ADAL" clId="{DA7A546E-94E1-4582-8A10-7F7943C9DA93}" dt="2025-05-06T20:14:46.185" v="182" actId="255"/>
          <pc:sldLayoutMkLst>
            <pc:docMk/>
            <pc:sldMasterMk cId="58932730" sldId="2147483910"/>
            <pc:sldLayoutMk cId="2985914211" sldId="2147483935"/>
          </pc:sldLayoutMkLst>
          <pc:spChg chg="mod">
            <ac:chgData name="Yvette Delim" userId="1eb1221e-2905-468b-b6ca-e1e332e3c4b6" providerId="ADAL" clId="{DA7A546E-94E1-4582-8A10-7F7943C9DA93}" dt="2025-05-06T20:14:46.185" v="182" actId="255"/>
            <ac:spMkLst>
              <pc:docMk/>
              <pc:sldMasterMk cId="58932730" sldId="2147483910"/>
              <pc:sldLayoutMk cId="2985914211" sldId="2147483935"/>
              <ac:spMk id="2" creationId="{FEEC7DB1-AF77-4C23-97D2-AB7420353204}"/>
            </ac:spMkLst>
          </pc:spChg>
        </pc:sldLayoutChg>
        <pc:sldLayoutChg chg="modSp add mod modTransition">
          <pc:chgData name="Yvette Delim" userId="1eb1221e-2905-468b-b6ca-e1e332e3c4b6" providerId="ADAL" clId="{DA7A546E-94E1-4582-8A10-7F7943C9DA93}" dt="2025-05-06T20:17:03.327" v="198" actId="255"/>
          <pc:sldLayoutMkLst>
            <pc:docMk/>
            <pc:sldMasterMk cId="58932730" sldId="2147483910"/>
            <pc:sldLayoutMk cId="1517090647" sldId="2147483936"/>
          </pc:sldLayoutMkLst>
          <pc:spChg chg="mod">
            <ac:chgData name="Yvette Delim" userId="1eb1221e-2905-468b-b6ca-e1e332e3c4b6" providerId="ADAL" clId="{DA7A546E-94E1-4582-8A10-7F7943C9DA93}" dt="2025-05-06T20:17:03.327" v="198" actId="255"/>
            <ac:spMkLst>
              <pc:docMk/>
              <pc:sldMasterMk cId="58932730" sldId="2147483910"/>
              <pc:sldLayoutMk cId="1517090647" sldId="2147483936"/>
              <ac:spMk id="5" creationId="{FC333B3E-5BEA-4514-BC19-7601420AECFA}"/>
            </ac:spMkLst>
          </pc:spChg>
        </pc:sldLayoutChg>
        <pc:sldLayoutChg chg="modSp add mod modTransition">
          <pc:chgData name="Yvette Delim" userId="1eb1221e-2905-468b-b6ca-e1e332e3c4b6" providerId="ADAL" clId="{DA7A546E-94E1-4582-8A10-7F7943C9DA93}" dt="2025-05-06T20:35:16.559" v="317" actId="255"/>
          <pc:sldLayoutMkLst>
            <pc:docMk/>
            <pc:sldMasterMk cId="58932730" sldId="2147483910"/>
            <pc:sldLayoutMk cId="583458851" sldId="2147483937"/>
          </pc:sldLayoutMkLst>
          <pc:spChg chg="mod">
            <ac:chgData name="Yvette Delim" userId="1eb1221e-2905-468b-b6ca-e1e332e3c4b6" providerId="ADAL" clId="{DA7A546E-94E1-4582-8A10-7F7943C9DA93}" dt="2025-05-06T20:35:16.559" v="317" actId="255"/>
            <ac:spMkLst>
              <pc:docMk/>
              <pc:sldMasterMk cId="58932730" sldId="2147483910"/>
              <pc:sldLayoutMk cId="583458851" sldId="2147483937"/>
              <ac:spMk id="2" creationId="{CBD8AA6A-10F2-4CA6-8925-E15CCE24451A}"/>
            </ac:spMkLst>
          </pc:spChg>
        </pc:sldLayoutChg>
        <pc:sldLayoutChg chg="addSp delSp modSp add mod ord modTransition">
          <pc:chgData name="Yvette Delim" userId="1eb1221e-2905-468b-b6ca-e1e332e3c4b6" providerId="ADAL" clId="{DA7A546E-94E1-4582-8A10-7F7943C9DA93}" dt="2025-05-06T20:30:22.079" v="289" actId="14100"/>
          <pc:sldLayoutMkLst>
            <pc:docMk/>
            <pc:sldMasterMk cId="58932730" sldId="2147483910"/>
            <pc:sldLayoutMk cId="927130793" sldId="2147483938"/>
          </pc:sldLayoutMkLst>
          <pc:spChg chg="add mod">
            <ac:chgData name="Yvette Delim" userId="1eb1221e-2905-468b-b6ca-e1e332e3c4b6" providerId="ADAL" clId="{DA7A546E-94E1-4582-8A10-7F7943C9DA93}" dt="2025-05-06T20:29:52.524" v="285" actId="14100"/>
            <ac:spMkLst>
              <pc:docMk/>
              <pc:sldMasterMk cId="58932730" sldId="2147483910"/>
              <pc:sldLayoutMk cId="927130793" sldId="2147483938"/>
              <ac:spMk id="4" creationId="{14133404-1EF1-C64B-A104-2BC02D120C37}"/>
            </ac:spMkLst>
          </pc:spChg>
          <pc:spChg chg="add mod">
            <ac:chgData name="Yvette Delim" userId="1eb1221e-2905-468b-b6ca-e1e332e3c4b6" providerId="ADAL" clId="{DA7A546E-94E1-4582-8A10-7F7943C9DA93}" dt="2025-05-06T20:30:22.079" v="289" actId="14100"/>
            <ac:spMkLst>
              <pc:docMk/>
              <pc:sldMasterMk cId="58932730" sldId="2147483910"/>
              <pc:sldLayoutMk cId="927130793" sldId="2147483938"/>
              <ac:spMk id="6" creationId="{B60091C6-A4E2-7816-56F7-8B21A97E0C14}"/>
            </ac:spMkLst>
          </pc:spChg>
        </pc:sldLayoutChg>
        <pc:sldLayoutChg chg="addSp delSp modSp">
          <pc:chgData name="Yvette Delim" userId="1eb1221e-2905-468b-b6ca-e1e332e3c4b6" providerId="ADAL" clId="{DA7A546E-94E1-4582-8A10-7F7943C9DA93}" dt="2025-05-06T20:24:46.497" v="235" actId="11529"/>
          <pc:sldLayoutMkLst>
            <pc:docMk/>
            <pc:sldMasterMk cId="58932730" sldId="2147483910"/>
            <pc:sldLayoutMk cId="688228703" sldId="2147483939"/>
          </pc:sldLayoutMkLst>
        </pc:sldLayoutChg>
        <pc:sldLayoutChg chg="addSp delSp modSp add mod modTransition">
          <pc:chgData name="Yvette Delim" userId="1eb1221e-2905-468b-b6ca-e1e332e3c4b6" providerId="ADAL" clId="{DA7A546E-94E1-4582-8A10-7F7943C9DA93}" dt="2025-05-06T20:38:22.527" v="334" actId="1076"/>
          <pc:sldLayoutMkLst>
            <pc:docMk/>
            <pc:sldMasterMk cId="58932730" sldId="2147483910"/>
            <pc:sldLayoutMk cId="1673279809" sldId="2147483939"/>
          </pc:sldLayoutMkLst>
          <pc:spChg chg="add mod">
            <ac:chgData name="Yvette Delim" userId="1eb1221e-2905-468b-b6ca-e1e332e3c4b6" providerId="ADAL" clId="{DA7A546E-94E1-4582-8A10-7F7943C9DA93}" dt="2025-05-06T20:38:09.631" v="332" actId="1076"/>
            <ac:spMkLst>
              <pc:docMk/>
              <pc:sldMasterMk cId="58932730" sldId="2147483910"/>
              <pc:sldLayoutMk cId="1673279809" sldId="2147483939"/>
              <ac:spMk id="4" creationId="{EC59B256-B3DA-F502-7D0F-6BD97C0C8446}"/>
            </ac:spMkLst>
          </pc:spChg>
          <pc:spChg chg="mod">
            <ac:chgData name="Yvette Delim" userId="1eb1221e-2905-468b-b6ca-e1e332e3c4b6" providerId="ADAL" clId="{DA7A546E-94E1-4582-8A10-7F7943C9DA93}" dt="2025-05-06T20:38:22.527" v="334" actId="1076"/>
            <ac:spMkLst>
              <pc:docMk/>
              <pc:sldMasterMk cId="58932730" sldId="2147483910"/>
              <pc:sldLayoutMk cId="1673279809" sldId="2147483939"/>
              <ac:spMk id="11" creationId="{5E22AB62-0F44-4520-87A4-B6F4E29936B4}"/>
            </ac:spMkLst>
          </pc:spChg>
        </pc:sldLayoutChg>
        <pc:sldLayoutChg chg="modSp add mod ord modTransition">
          <pc:chgData name="Yvette Delim" userId="1eb1221e-2905-468b-b6ca-e1e332e3c4b6" providerId="ADAL" clId="{DA7A546E-94E1-4582-8A10-7F7943C9DA93}" dt="2025-05-06T20:40:29.163" v="343" actId="14100"/>
          <pc:sldLayoutMkLst>
            <pc:docMk/>
            <pc:sldMasterMk cId="58932730" sldId="2147483910"/>
            <pc:sldLayoutMk cId="956967912" sldId="2147483940"/>
          </pc:sldLayoutMkLst>
          <pc:spChg chg="mod">
            <ac:chgData name="Yvette Delim" userId="1eb1221e-2905-468b-b6ca-e1e332e3c4b6" providerId="ADAL" clId="{DA7A546E-94E1-4582-8A10-7F7943C9DA93}" dt="2025-05-06T20:40:29.163" v="343" actId="14100"/>
            <ac:spMkLst>
              <pc:docMk/>
              <pc:sldMasterMk cId="58932730" sldId="2147483910"/>
              <pc:sldLayoutMk cId="956967912" sldId="2147483940"/>
              <ac:spMk id="4" creationId="{EC59B256-B3DA-F502-7D0F-6BD97C0C8446}"/>
            </ac:spMkLst>
          </pc:spChg>
          <pc:spChg chg="mod">
            <ac:chgData name="Yvette Delim" userId="1eb1221e-2905-468b-b6ca-e1e332e3c4b6" providerId="ADAL" clId="{DA7A546E-94E1-4582-8A10-7F7943C9DA93}" dt="2025-05-06T20:28:53.942" v="282" actId="255"/>
            <ac:spMkLst>
              <pc:docMk/>
              <pc:sldMasterMk cId="58932730" sldId="2147483910"/>
              <pc:sldLayoutMk cId="956967912" sldId="2147483940"/>
              <ac:spMk id="5" creationId="{FC333B3E-5BEA-4514-BC19-7601420AECFA}"/>
            </ac:spMkLst>
          </pc:spChg>
        </pc:sldLayoutChg>
        <pc:sldLayoutChg chg="modSp add mod modTransition">
          <pc:chgData name="Yvette Delim" userId="1eb1221e-2905-468b-b6ca-e1e332e3c4b6" providerId="ADAL" clId="{DA7A546E-94E1-4582-8A10-7F7943C9DA93}" dt="2025-05-06T20:31:28.992" v="295"/>
          <pc:sldLayoutMkLst>
            <pc:docMk/>
            <pc:sldMasterMk cId="58932730" sldId="2147483910"/>
            <pc:sldLayoutMk cId="4018889132" sldId="2147483941"/>
          </pc:sldLayoutMkLst>
          <pc:spChg chg="mod">
            <ac:chgData name="Yvette Delim" userId="1eb1221e-2905-468b-b6ca-e1e332e3c4b6" providerId="ADAL" clId="{DA7A546E-94E1-4582-8A10-7F7943C9DA93}" dt="2025-05-06T20:31:28.992" v="295"/>
            <ac:spMkLst>
              <pc:docMk/>
              <pc:sldMasterMk cId="58932730" sldId="2147483910"/>
              <pc:sldLayoutMk cId="4018889132" sldId="2147483941"/>
              <ac:spMk id="2" creationId="{FEEC7DB1-AF77-4C23-97D2-AB7420353204}"/>
            </ac:spMkLst>
          </pc:spChg>
        </pc:sldLayoutChg>
        <pc:sldLayoutChg chg="addSp delSp modSp add mod ord modTransition">
          <pc:chgData name="Yvette Delim" userId="1eb1221e-2905-468b-b6ca-e1e332e3c4b6" providerId="ADAL" clId="{DA7A546E-94E1-4582-8A10-7F7943C9DA93}" dt="2025-05-06T20:34:45.152" v="315" actId="1076"/>
          <pc:sldLayoutMkLst>
            <pc:docMk/>
            <pc:sldMasterMk cId="58932730" sldId="2147483910"/>
            <pc:sldLayoutMk cId="242110922" sldId="2147483942"/>
          </pc:sldLayoutMkLst>
          <pc:spChg chg="add mod">
            <ac:chgData name="Yvette Delim" userId="1eb1221e-2905-468b-b6ca-e1e332e3c4b6" providerId="ADAL" clId="{DA7A546E-94E1-4582-8A10-7F7943C9DA93}" dt="2025-05-06T20:33:10.263" v="301"/>
            <ac:spMkLst>
              <pc:docMk/>
              <pc:sldMasterMk cId="58932730" sldId="2147483910"/>
              <pc:sldLayoutMk cId="242110922" sldId="2147483942"/>
              <ac:spMk id="5" creationId="{6C8108A7-CF6A-E45E-3271-AD5F0CCCBD35}"/>
            </ac:spMkLst>
          </pc:spChg>
          <pc:spChg chg="add mod">
            <ac:chgData name="Yvette Delim" userId="1eb1221e-2905-468b-b6ca-e1e332e3c4b6" providerId="ADAL" clId="{DA7A546E-94E1-4582-8A10-7F7943C9DA93}" dt="2025-05-06T20:33:41.342" v="305" actId="1076"/>
            <ac:spMkLst>
              <pc:docMk/>
              <pc:sldMasterMk cId="58932730" sldId="2147483910"/>
              <pc:sldLayoutMk cId="242110922" sldId="2147483942"/>
              <ac:spMk id="6" creationId="{37ECB071-96AD-8795-C8D4-9A81241975C8}"/>
            </ac:spMkLst>
          </pc:spChg>
          <pc:spChg chg="add mod">
            <ac:chgData name="Yvette Delim" userId="1eb1221e-2905-468b-b6ca-e1e332e3c4b6" providerId="ADAL" clId="{DA7A546E-94E1-4582-8A10-7F7943C9DA93}" dt="2025-05-06T20:34:22.566" v="312" actId="1076"/>
            <ac:spMkLst>
              <pc:docMk/>
              <pc:sldMasterMk cId="58932730" sldId="2147483910"/>
              <pc:sldLayoutMk cId="242110922" sldId="2147483942"/>
              <ac:spMk id="8" creationId="{DE1A393B-AED2-4359-5564-F91E33B7D820}"/>
            </ac:spMkLst>
          </pc:spChg>
          <pc:spChg chg="add mod">
            <ac:chgData name="Yvette Delim" userId="1eb1221e-2905-468b-b6ca-e1e332e3c4b6" providerId="ADAL" clId="{DA7A546E-94E1-4582-8A10-7F7943C9DA93}" dt="2025-05-06T20:34:45.152" v="315" actId="1076"/>
            <ac:spMkLst>
              <pc:docMk/>
              <pc:sldMasterMk cId="58932730" sldId="2147483910"/>
              <pc:sldLayoutMk cId="242110922" sldId="2147483942"/>
              <ac:spMk id="9" creationId="{207D2617-5664-6F18-3225-0FCA4E33CFC3}"/>
            </ac:spMkLst>
          </pc:spChg>
        </pc:sldLayoutChg>
        <pc:sldLayoutChg chg="modSp add mod modTransition">
          <pc:chgData name="Yvette Delim" userId="1eb1221e-2905-468b-b6ca-e1e332e3c4b6" providerId="ADAL" clId="{DA7A546E-94E1-4582-8A10-7F7943C9DA93}" dt="2025-05-06T20:35:31.604" v="319" actId="255"/>
          <pc:sldLayoutMkLst>
            <pc:docMk/>
            <pc:sldMasterMk cId="58932730" sldId="2147483910"/>
            <pc:sldLayoutMk cId="1064194118" sldId="2147483943"/>
          </pc:sldLayoutMkLst>
          <pc:spChg chg="mod">
            <ac:chgData name="Yvette Delim" userId="1eb1221e-2905-468b-b6ca-e1e332e3c4b6" providerId="ADAL" clId="{DA7A546E-94E1-4582-8A10-7F7943C9DA93}" dt="2025-05-06T20:35:31.604" v="319" actId="255"/>
            <ac:spMkLst>
              <pc:docMk/>
              <pc:sldMasterMk cId="58932730" sldId="2147483910"/>
              <pc:sldLayoutMk cId="1064194118" sldId="2147483943"/>
              <ac:spMk id="2" creationId="{CBD8AA6A-10F2-4CA6-8925-E15CCE24451A}"/>
            </ac:spMkLst>
          </pc:spChg>
        </pc:sldLayoutChg>
        <pc:sldLayoutChg chg="modSp add mod ord modTransition">
          <pc:chgData name="Yvette Delim" userId="1eb1221e-2905-468b-b6ca-e1e332e3c4b6" providerId="ADAL" clId="{DA7A546E-94E1-4582-8A10-7F7943C9DA93}" dt="2025-05-06T20:39:28.826" v="339" actId="1076"/>
          <pc:sldLayoutMkLst>
            <pc:docMk/>
            <pc:sldMasterMk cId="58932730" sldId="2147483910"/>
            <pc:sldLayoutMk cId="623132797" sldId="2147483944"/>
          </pc:sldLayoutMkLst>
          <pc:spChg chg="mod">
            <ac:chgData name="Yvette Delim" userId="1eb1221e-2905-468b-b6ca-e1e332e3c4b6" providerId="ADAL" clId="{DA7A546E-94E1-4582-8A10-7F7943C9DA93}" dt="2025-05-06T20:39:28.826" v="339" actId="1076"/>
            <ac:spMkLst>
              <pc:docMk/>
              <pc:sldMasterMk cId="58932730" sldId="2147483910"/>
              <pc:sldLayoutMk cId="623132797" sldId="2147483944"/>
              <ac:spMk id="4" creationId="{EC59B256-B3DA-F502-7D0F-6BD97C0C8446}"/>
            </ac:spMkLst>
          </pc:spChg>
          <pc:spChg chg="mod">
            <ac:chgData name="Yvette Delim" userId="1eb1221e-2905-468b-b6ca-e1e332e3c4b6" providerId="ADAL" clId="{DA7A546E-94E1-4582-8A10-7F7943C9DA93}" dt="2025-05-06T20:37:22.688" v="329" actId="1076"/>
            <ac:spMkLst>
              <pc:docMk/>
              <pc:sldMasterMk cId="58932730" sldId="2147483910"/>
              <pc:sldLayoutMk cId="623132797" sldId="2147483944"/>
              <ac:spMk id="11" creationId="{5E22AB62-0F44-4520-87A4-B6F4E29936B4}"/>
            </ac:spMkLst>
          </pc:spChg>
          <pc:spChg chg="mod">
            <ac:chgData name="Yvette Delim" userId="1eb1221e-2905-468b-b6ca-e1e332e3c4b6" providerId="ADAL" clId="{DA7A546E-94E1-4582-8A10-7F7943C9DA93}" dt="2025-05-06T20:38:53.276" v="337" actId="1076"/>
            <ac:spMkLst>
              <pc:docMk/>
              <pc:sldMasterMk cId="58932730" sldId="2147483910"/>
              <pc:sldLayoutMk cId="623132797" sldId="2147483944"/>
              <ac:spMk id="13" creationId="{0FCEDE76-6906-4DE3-843C-BBB6CA5A2170}"/>
            </ac:spMkLst>
          </pc:spChg>
        </pc:sldLayoutChg>
        <pc:sldLayoutChg chg="modSp add mod modTransition">
          <pc:chgData name="Yvette Delim" userId="1eb1221e-2905-468b-b6ca-e1e332e3c4b6" providerId="ADAL" clId="{DA7A546E-94E1-4582-8A10-7F7943C9DA93}" dt="2025-05-06T20:41:38.065" v="346" actId="255"/>
          <pc:sldLayoutMkLst>
            <pc:docMk/>
            <pc:sldMasterMk cId="58932730" sldId="2147483910"/>
            <pc:sldLayoutMk cId="1915926914" sldId="2147483945"/>
          </pc:sldLayoutMkLst>
          <pc:spChg chg="mod">
            <ac:chgData name="Yvette Delim" userId="1eb1221e-2905-468b-b6ca-e1e332e3c4b6" providerId="ADAL" clId="{DA7A546E-94E1-4582-8A10-7F7943C9DA93}" dt="2025-05-06T20:41:38.065" v="346" actId="255"/>
            <ac:spMkLst>
              <pc:docMk/>
              <pc:sldMasterMk cId="58932730" sldId="2147483910"/>
              <pc:sldLayoutMk cId="1915926914" sldId="2147483945"/>
              <ac:spMk id="5" creationId="{FC333B3E-5BEA-4514-BC19-7601420AECFA}"/>
            </ac:spMkLst>
          </pc:spChg>
        </pc:sldLayoutChg>
      </pc:sldMasterChg>
    </pc:docChg>
  </pc:docChgLst>
  <pc:docChgLst>
    <pc:chgData name="Jules Mancini" userId="S::jmancini@comptia.global::4ef8f4fd-9280-4856-883a-0ebf05603c1f" providerId="AD" clId="Web-{1BCBB7FC-8444-96F0-CD75-E6A1E83EB52E}"/>
    <pc:docChg chg="modSld">
      <pc:chgData name="Jules Mancini" userId="S::jmancini@comptia.global::4ef8f4fd-9280-4856-883a-0ebf05603c1f" providerId="AD" clId="Web-{1BCBB7FC-8444-96F0-CD75-E6A1E83EB52E}" dt="2025-06-09T23:29:46.673" v="13" actId="20577"/>
      <pc:docMkLst>
        <pc:docMk/>
      </pc:docMkLst>
      <pc:sldChg chg="addSp modSp">
        <pc:chgData name="Jules Mancini" userId="S::jmancini@comptia.global::4ef8f4fd-9280-4856-883a-0ebf05603c1f" providerId="AD" clId="Web-{1BCBB7FC-8444-96F0-CD75-E6A1E83EB52E}" dt="2025-06-09T23:29:25.470" v="6" actId="20577"/>
        <pc:sldMkLst>
          <pc:docMk/>
          <pc:sldMk cId="1169523784" sldId="310"/>
        </pc:sldMkLst>
      </pc:sldChg>
      <pc:sldChg chg="addSp modSp">
        <pc:chgData name="Jules Mancini" userId="S::jmancini@comptia.global::4ef8f4fd-9280-4856-883a-0ebf05603c1f" providerId="AD" clId="Web-{1BCBB7FC-8444-96F0-CD75-E6A1E83EB52E}" dt="2025-06-09T23:29:46.673" v="13" actId="20577"/>
        <pc:sldMkLst>
          <pc:docMk/>
          <pc:sldMk cId="4240949127" sldId="485"/>
        </pc:sldMkLst>
        <pc:spChg chg="add mod">
          <ac:chgData name="Jules Mancini" userId="S::jmancini@comptia.global::4ef8f4fd-9280-4856-883a-0ebf05603c1f" providerId="AD" clId="Web-{1BCBB7FC-8444-96F0-CD75-E6A1E83EB52E}" dt="2025-06-09T23:29:46.673" v="13" actId="20577"/>
          <ac:spMkLst>
            <pc:docMk/>
            <pc:sldMk cId="4240949127" sldId="485"/>
            <ac:spMk id="4" creationId="{39CB11F8-A5F0-D899-1DDF-FED174B753A1}"/>
          </ac:spMkLst>
        </pc:spChg>
      </pc:sldChg>
    </pc:docChg>
  </pc:docChgLst>
  <pc:docChgLst>
    <pc:chgData name="Amy Glidewell" userId="095a4851-014c-47ed-bf1b-0c4b57406e94" providerId="ADAL" clId="{DE8602E1-C0B3-4C47-883B-C82D0474D809}"/>
    <pc:docChg chg="undo custSel modSld">
      <pc:chgData name="Amy Glidewell" userId="095a4851-014c-47ed-bf1b-0c4b57406e94" providerId="ADAL" clId="{DE8602E1-C0B3-4C47-883B-C82D0474D809}" dt="2025-05-13T18:29:56.851" v="23" actId="1076"/>
      <pc:docMkLst>
        <pc:docMk/>
      </pc:docMkLst>
      <pc:sldChg chg="modSp mod">
        <pc:chgData name="Amy Glidewell" userId="095a4851-014c-47ed-bf1b-0c4b57406e94" providerId="ADAL" clId="{DE8602E1-C0B3-4C47-883B-C82D0474D809}" dt="2025-05-13T18:09:13.364" v="3"/>
        <pc:sldMkLst>
          <pc:docMk/>
          <pc:sldMk cId="590793581" sldId="314"/>
        </pc:sldMkLst>
      </pc:sldChg>
      <pc:sldChg chg="modSp mod">
        <pc:chgData name="Amy Glidewell" userId="095a4851-014c-47ed-bf1b-0c4b57406e94" providerId="ADAL" clId="{DE8602E1-C0B3-4C47-883B-C82D0474D809}" dt="2025-05-13T18:08:13.207" v="0" actId="208"/>
        <pc:sldMkLst>
          <pc:docMk/>
          <pc:sldMk cId="52830680" sldId="317"/>
        </pc:sldMkLst>
      </pc:sldChg>
      <pc:sldChg chg="modSp mod">
        <pc:chgData name="Amy Glidewell" userId="095a4851-014c-47ed-bf1b-0c4b57406e94" providerId="ADAL" clId="{DE8602E1-C0B3-4C47-883B-C82D0474D809}" dt="2025-05-13T18:27:47.725" v="21" actId="962"/>
        <pc:sldMkLst>
          <pc:docMk/>
          <pc:sldMk cId="3518303122" sldId="328"/>
        </pc:sldMkLst>
      </pc:sldChg>
      <pc:sldChg chg="modSp mod">
        <pc:chgData name="Amy Glidewell" userId="095a4851-014c-47ed-bf1b-0c4b57406e94" providerId="ADAL" clId="{DE8602E1-C0B3-4C47-883B-C82D0474D809}" dt="2025-05-13T18:29:20.788" v="22" actId="208"/>
        <pc:sldMkLst>
          <pc:docMk/>
          <pc:sldMk cId="3239892951" sldId="331"/>
        </pc:sldMkLst>
      </pc:sldChg>
      <pc:sldChg chg="modSp mod">
        <pc:chgData name="Amy Glidewell" userId="095a4851-014c-47ed-bf1b-0c4b57406e94" providerId="ADAL" clId="{DE8602E1-C0B3-4C47-883B-C82D0474D809}" dt="2025-05-13T18:15:36.547" v="11" actId="2711"/>
        <pc:sldMkLst>
          <pc:docMk/>
          <pc:sldMk cId="61153059" sldId="366"/>
        </pc:sldMkLst>
      </pc:sldChg>
      <pc:sldChg chg="modSp mod">
        <pc:chgData name="Amy Glidewell" userId="095a4851-014c-47ed-bf1b-0c4b57406e94" providerId="ADAL" clId="{DE8602E1-C0B3-4C47-883B-C82D0474D809}" dt="2025-05-13T18:15:00.840" v="10" actId="14100"/>
        <pc:sldMkLst>
          <pc:docMk/>
          <pc:sldMk cId="2734452679" sldId="367"/>
        </pc:sldMkLst>
      </pc:sldChg>
      <pc:sldChg chg="modSp mod">
        <pc:chgData name="Amy Glidewell" userId="095a4851-014c-47ed-bf1b-0c4b57406e94" providerId="ADAL" clId="{DE8602E1-C0B3-4C47-883B-C82D0474D809}" dt="2025-05-13T18:25:47.419" v="13" actId="962"/>
        <pc:sldMkLst>
          <pc:docMk/>
          <pc:sldMk cId="3337312230" sldId="385"/>
        </pc:sldMkLst>
      </pc:sldChg>
      <pc:sldChg chg="modSp mod">
        <pc:chgData name="Amy Glidewell" userId="095a4851-014c-47ed-bf1b-0c4b57406e94" providerId="ADAL" clId="{DE8602E1-C0B3-4C47-883B-C82D0474D809}" dt="2025-05-13T18:27:27.113" v="17" actId="208"/>
        <pc:sldMkLst>
          <pc:docMk/>
          <pc:sldMk cId="1679106911" sldId="388"/>
        </pc:sldMkLst>
      </pc:sldChg>
      <pc:sldChg chg="modSp mod">
        <pc:chgData name="Amy Glidewell" userId="095a4851-014c-47ed-bf1b-0c4b57406e94" providerId="ADAL" clId="{DE8602E1-C0B3-4C47-883B-C82D0474D809}" dt="2025-05-13T18:29:56.851" v="23" actId="1076"/>
        <pc:sldMkLst>
          <pc:docMk/>
          <pc:sldMk cId="2428098006" sldId="393"/>
        </pc:sldMkLst>
      </pc:sldChg>
    </pc:docChg>
  </pc:docChgLst>
  <pc:docChgLst>
    <pc:chgData name="Amy Glidewell" userId="095a4851-014c-47ed-bf1b-0c4b57406e94" providerId="ADAL" clId="{F1F2ECB7-BDFE-4847-A75E-F0C9F117AB85}"/>
    <pc:docChg chg="custSel modSld">
      <pc:chgData name="Amy Glidewell" userId="095a4851-014c-47ed-bf1b-0c4b57406e94" providerId="ADAL" clId="{F1F2ECB7-BDFE-4847-A75E-F0C9F117AB85}" dt="2025-06-16T20:08:26.025" v="343" actId="313"/>
      <pc:docMkLst>
        <pc:docMk/>
      </pc:docMkLst>
      <pc:sldChg chg="modNotesTx">
        <pc:chgData name="Amy Glidewell" userId="095a4851-014c-47ed-bf1b-0c4b57406e94" providerId="ADAL" clId="{F1F2ECB7-BDFE-4847-A75E-F0C9F117AB85}" dt="2025-06-16T19:21:14.182" v="0" actId="2711"/>
        <pc:sldMkLst>
          <pc:docMk/>
          <pc:sldMk cId="2349293421" sldId="302"/>
        </pc:sldMkLst>
      </pc:sldChg>
      <pc:sldChg chg="modNotesTx">
        <pc:chgData name="Amy Glidewell" userId="095a4851-014c-47ed-bf1b-0c4b57406e94" providerId="ADAL" clId="{F1F2ECB7-BDFE-4847-A75E-F0C9F117AB85}" dt="2025-06-16T20:08:24.468" v="342" actId="313"/>
        <pc:sldMkLst>
          <pc:docMk/>
          <pc:sldMk cId="1878458843" sldId="309"/>
        </pc:sldMkLst>
      </pc:sldChg>
      <pc:sldChg chg="delSp mod">
        <pc:chgData name="Amy Glidewell" userId="095a4851-014c-47ed-bf1b-0c4b57406e94" providerId="ADAL" clId="{F1F2ECB7-BDFE-4847-A75E-F0C9F117AB85}" dt="2025-06-16T19:32:35.131" v="70" actId="21"/>
        <pc:sldMkLst>
          <pc:docMk/>
          <pc:sldMk cId="1169523784" sldId="310"/>
        </pc:sldMkLst>
        <pc:spChg chg="del">
          <ac:chgData name="Amy Glidewell" userId="095a4851-014c-47ed-bf1b-0c4b57406e94" providerId="ADAL" clId="{F1F2ECB7-BDFE-4847-A75E-F0C9F117AB85}" dt="2025-06-16T19:32:35.131" v="70" actId="21"/>
          <ac:spMkLst>
            <pc:docMk/>
            <pc:sldMk cId="1169523784" sldId="310"/>
            <ac:spMk id="4" creationId="{BDDC074A-C8BA-2FBC-5A48-B4724515E479}"/>
          </ac:spMkLst>
        </pc:spChg>
      </pc:sldChg>
      <pc:sldChg chg="modNotesTx">
        <pc:chgData name="Amy Glidewell" userId="095a4851-014c-47ed-bf1b-0c4b57406e94" providerId="ADAL" clId="{F1F2ECB7-BDFE-4847-A75E-F0C9F117AB85}" dt="2025-06-16T19:33:44.180" v="71" actId="2711"/>
        <pc:sldMkLst>
          <pc:docMk/>
          <pc:sldMk cId="1686946997" sldId="315"/>
        </pc:sldMkLst>
      </pc:sldChg>
      <pc:sldChg chg="modSp mod">
        <pc:chgData name="Amy Glidewell" userId="095a4851-014c-47ed-bf1b-0c4b57406e94" providerId="ADAL" clId="{F1F2ECB7-BDFE-4847-A75E-F0C9F117AB85}" dt="2025-06-16T19:23:02.523" v="3" actId="2085"/>
        <pc:sldMkLst>
          <pc:docMk/>
          <pc:sldMk cId="52830680" sldId="317"/>
        </pc:sldMkLst>
        <pc:picChg chg="mod">
          <ac:chgData name="Amy Glidewell" userId="095a4851-014c-47ed-bf1b-0c4b57406e94" providerId="ADAL" clId="{F1F2ECB7-BDFE-4847-A75E-F0C9F117AB85}" dt="2025-06-16T19:23:02.523" v="3" actId="2085"/>
          <ac:picMkLst>
            <pc:docMk/>
            <pc:sldMk cId="52830680" sldId="317"/>
            <ac:picMk id="7" creationId="{8E2AD247-B2D7-D964-DD9F-FC28D7AD44D8}"/>
          </ac:picMkLst>
        </pc:picChg>
      </pc:sldChg>
      <pc:sldChg chg="modNotesTx">
        <pc:chgData name="Amy Glidewell" userId="095a4851-014c-47ed-bf1b-0c4b57406e94" providerId="ADAL" clId="{F1F2ECB7-BDFE-4847-A75E-F0C9F117AB85}" dt="2025-06-16T19:43:51.722" v="256" actId="2711"/>
        <pc:sldMkLst>
          <pc:docMk/>
          <pc:sldMk cId="3832170073" sldId="441"/>
        </pc:sldMkLst>
      </pc:sldChg>
      <pc:sldChg chg="delSp mod">
        <pc:chgData name="Amy Glidewell" userId="095a4851-014c-47ed-bf1b-0c4b57406e94" providerId="ADAL" clId="{F1F2ECB7-BDFE-4847-A75E-F0C9F117AB85}" dt="2025-06-16T20:07:02.888" v="340" actId="21"/>
        <pc:sldMkLst>
          <pc:docMk/>
          <pc:sldMk cId="4240949127" sldId="485"/>
        </pc:sldMkLst>
        <pc:spChg chg="del">
          <ac:chgData name="Amy Glidewell" userId="095a4851-014c-47ed-bf1b-0c4b57406e94" providerId="ADAL" clId="{F1F2ECB7-BDFE-4847-A75E-F0C9F117AB85}" dt="2025-06-16T20:07:02.888" v="340" actId="21"/>
          <ac:spMkLst>
            <pc:docMk/>
            <pc:sldMk cId="4240949127" sldId="485"/>
            <ac:spMk id="4" creationId="{39CB11F8-A5F0-D899-1DDF-FED174B753A1}"/>
          </ac:spMkLst>
        </pc:spChg>
      </pc:sldChg>
      <pc:sldChg chg="modSp mod">
        <pc:chgData name="Amy Glidewell" userId="095a4851-014c-47ed-bf1b-0c4b57406e94" providerId="ADAL" clId="{F1F2ECB7-BDFE-4847-A75E-F0C9F117AB85}" dt="2025-06-16T19:45:26.219" v="260" actId="2085"/>
        <pc:sldMkLst>
          <pc:docMk/>
          <pc:sldMk cId="2476857650" sldId="488"/>
        </pc:sldMkLst>
        <pc:spChg chg="mod">
          <ac:chgData name="Amy Glidewell" userId="095a4851-014c-47ed-bf1b-0c4b57406e94" providerId="ADAL" clId="{F1F2ECB7-BDFE-4847-A75E-F0C9F117AB85}" dt="2025-06-16T19:45:21.419" v="258" actId="2085"/>
          <ac:spMkLst>
            <pc:docMk/>
            <pc:sldMk cId="2476857650" sldId="488"/>
            <ac:spMk id="6" creationId="{8868A672-AC60-F35A-C43D-8543B0C6E2A6}"/>
          </ac:spMkLst>
        </pc:spChg>
        <pc:picChg chg="mod">
          <ac:chgData name="Amy Glidewell" userId="095a4851-014c-47ed-bf1b-0c4b57406e94" providerId="ADAL" clId="{F1F2ECB7-BDFE-4847-A75E-F0C9F117AB85}" dt="2025-06-16T19:45:26.219" v="260" actId="2085"/>
          <ac:picMkLst>
            <pc:docMk/>
            <pc:sldMk cId="2476857650" sldId="488"/>
            <ac:picMk id="7" creationId="{95E5C510-AF80-C015-C23A-6FB6042FBFC4}"/>
          </ac:picMkLst>
        </pc:picChg>
      </pc:sldChg>
      <pc:sldChg chg="modSp mod">
        <pc:chgData name="Amy Glidewell" userId="095a4851-014c-47ed-bf1b-0c4b57406e94" providerId="ADAL" clId="{F1F2ECB7-BDFE-4847-A75E-F0C9F117AB85}" dt="2025-06-16T19:21:55.374" v="1" actId="14100"/>
        <pc:sldMkLst>
          <pc:docMk/>
          <pc:sldMk cId="57776708" sldId="500"/>
        </pc:sldMkLst>
        <pc:spChg chg="mod">
          <ac:chgData name="Amy Glidewell" userId="095a4851-014c-47ed-bf1b-0c4b57406e94" providerId="ADAL" clId="{F1F2ECB7-BDFE-4847-A75E-F0C9F117AB85}" dt="2025-06-16T19:21:55.374" v="1" actId="14100"/>
          <ac:spMkLst>
            <pc:docMk/>
            <pc:sldMk cId="57776708" sldId="500"/>
            <ac:spMk id="3" creationId="{8BE8D574-67F5-4E16-5BD1-2DB5FF1EDD9E}"/>
          </ac:spMkLst>
        </pc:spChg>
      </pc:sldChg>
      <pc:sldChg chg="modNotesTx">
        <pc:chgData name="Amy Glidewell" userId="095a4851-014c-47ed-bf1b-0c4b57406e94" providerId="ADAL" clId="{F1F2ECB7-BDFE-4847-A75E-F0C9F117AB85}" dt="2025-06-16T19:24:34.518" v="4" actId="20577"/>
        <pc:sldMkLst>
          <pc:docMk/>
          <pc:sldMk cId="2039981012" sldId="502"/>
        </pc:sldMkLst>
      </pc:sldChg>
      <pc:sldChg chg="modSp mod">
        <pc:chgData name="Amy Glidewell" userId="095a4851-014c-47ed-bf1b-0c4b57406e94" providerId="ADAL" clId="{F1F2ECB7-BDFE-4847-A75E-F0C9F117AB85}" dt="2025-06-16T19:25:27.840" v="5" actId="14100"/>
        <pc:sldMkLst>
          <pc:docMk/>
          <pc:sldMk cId="2392314159" sldId="505"/>
        </pc:sldMkLst>
        <pc:spChg chg="mod">
          <ac:chgData name="Amy Glidewell" userId="095a4851-014c-47ed-bf1b-0c4b57406e94" providerId="ADAL" clId="{F1F2ECB7-BDFE-4847-A75E-F0C9F117AB85}" dt="2025-06-16T19:25:27.840" v="5" actId="14100"/>
          <ac:spMkLst>
            <pc:docMk/>
            <pc:sldMk cId="2392314159" sldId="505"/>
            <ac:spMk id="3" creationId="{C981EFCA-2D28-23C8-9214-B15839A1456A}"/>
          </ac:spMkLst>
        </pc:spChg>
      </pc:sldChg>
      <pc:sldChg chg="modNotesTx">
        <pc:chgData name="Amy Glidewell" userId="095a4851-014c-47ed-bf1b-0c4b57406e94" providerId="ADAL" clId="{F1F2ECB7-BDFE-4847-A75E-F0C9F117AB85}" dt="2025-06-16T19:25:58.593" v="6" actId="20577"/>
        <pc:sldMkLst>
          <pc:docMk/>
          <pc:sldMk cId="2390629091" sldId="506"/>
        </pc:sldMkLst>
      </pc:sldChg>
      <pc:sldChg chg="modNotesTx">
        <pc:chgData name="Amy Glidewell" userId="095a4851-014c-47ed-bf1b-0c4b57406e94" providerId="ADAL" clId="{F1F2ECB7-BDFE-4847-A75E-F0C9F117AB85}" dt="2025-06-16T19:29:21.244" v="69" actId="20577"/>
        <pc:sldMkLst>
          <pc:docMk/>
          <pc:sldMk cId="2283435103" sldId="507"/>
        </pc:sldMkLst>
      </pc:sldChg>
      <pc:sldChg chg="modNotesTx">
        <pc:chgData name="Amy Glidewell" userId="095a4851-014c-47ed-bf1b-0c4b57406e94" providerId="ADAL" clId="{F1F2ECB7-BDFE-4847-A75E-F0C9F117AB85}" dt="2025-06-16T20:08:26.025" v="343" actId="313"/>
        <pc:sldMkLst>
          <pc:docMk/>
          <pc:sldMk cId="3273351456" sldId="509"/>
        </pc:sldMkLst>
      </pc:sldChg>
      <pc:sldChg chg="modNotesTx">
        <pc:chgData name="Amy Glidewell" userId="095a4851-014c-47ed-bf1b-0c4b57406e94" providerId="ADAL" clId="{F1F2ECB7-BDFE-4847-A75E-F0C9F117AB85}" dt="2025-06-16T19:34:30.827" v="216" actId="20577"/>
        <pc:sldMkLst>
          <pc:docMk/>
          <pc:sldMk cId="1297468390" sldId="510"/>
        </pc:sldMkLst>
      </pc:sldChg>
      <pc:sldChg chg="modSp mod">
        <pc:chgData name="Amy Glidewell" userId="095a4851-014c-47ed-bf1b-0c4b57406e94" providerId="ADAL" clId="{F1F2ECB7-BDFE-4847-A75E-F0C9F117AB85}" dt="2025-06-16T19:40:46.836" v="217" actId="14100"/>
        <pc:sldMkLst>
          <pc:docMk/>
          <pc:sldMk cId="1569511124" sldId="513"/>
        </pc:sldMkLst>
        <pc:spChg chg="mod">
          <ac:chgData name="Amy Glidewell" userId="095a4851-014c-47ed-bf1b-0c4b57406e94" providerId="ADAL" clId="{F1F2ECB7-BDFE-4847-A75E-F0C9F117AB85}" dt="2025-06-16T19:40:46.836" v="217" actId="14100"/>
          <ac:spMkLst>
            <pc:docMk/>
            <pc:sldMk cId="1569511124" sldId="513"/>
            <ac:spMk id="3" creationId="{6463B3FB-DB42-4C05-D6FD-9987210B7ED6}"/>
          </ac:spMkLst>
        </pc:spChg>
      </pc:sldChg>
      <pc:sldChg chg="modSp mod modNotesTx">
        <pc:chgData name="Amy Glidewell" userId="095a4851-014c-47ed-bf1b-0c4b57406e94" providerId="ADAL" clId="{F1F2ECB7-BDFE-4847-A75E-F0C9F117AB85}" dt="2025-06-16T19:42:15.205" v="255" actId="20577"/>
        <pc:sldMkLst>
          <pc:docMk/>
          <pc:sldMk cId="4233023592" sldId="515"/>
        </pc:sldMkLst>
        <pc:spChg chg="mod">
          <ac:chgData name="Amy Glidewell" userId="095a4851-014c-47ed-bf1b-0c4b57406e94" providerId="ADAL" clId="{F1F2ECB7-BDFE-4847-A75E-F0C9F117AB85}" dt="2025-06-16T19:41:32.567" v="219" actId="20577"/>
          <ac:spMkLst>
            <pc:docMk/>
            <pc:sldMk cId="4233023592" sldId="515"/>
            <ac:spMk id="3" creationId="{FE194781-39B8-9B4D-C9FB-E84155FBC1A8}"/>
          </ac:spMkLst>
        </pc:spChg>
      </pc:sldChg>
      <pc:sldChg chg="modNotesTx">
        <pc:chgData name="Amy Glidewell" userId="095a4851-014c-47ed-bf1b-0c4b57406e94" providerId="ADAL" clId="{F1F2ECB7-BDFE-4847-A75E-F0C9F117AB85}" dt="2025-06-16T20:08:22.790" v="341" actId="313"/>
        <pc:sldMkLst>
          <pc:docMk/>
          <pc:sldMk cId="194748537" sldId="517"/>
        </pc:sldMkLst>
      </pc:sldChg>
      <pc:sldChg chg="modSp mod">
        <pc:chgData name="Amy Glidewell" userId="095a4851-014c-47ed-bf1b-0c4b57406e94" providerId="ADAL" clId="{F1F2ECB7-BDFE-4847-A75E-F0C9F117AB85}" dt="2025-06-16T19:44:33.493" v="257" actId="20577"/>
        <pc:sldMkLst>
          <pc:docMk/>
          <pc:sldMk cId="724053361" sldId="518"/>
        </pc:sldMkLst>
        <pc:spChg chg="mod">
          <ac:chgData name="Amy Glidewell" userId="095a4851-014c-47ed-bf1b-0c4b57406e94" providerId="ADAL" clId="{F1F2ECB7-BDFE-4847-A75E-F0C9F117AB85}" dt="2025-06-16T19:44:33.493" v="257" actId="20577"/>
          <ac:spMkLst>
            <pc:docMk/>
            <pc:sldMk cId="724053361" sldId="518"/>
            <ac:spMk id="3" creationId="{55646C5D-CADE-4350-7CD5-5D42F7D55832}"/>
          </ac:spMkLst>
        </pc:spChg>
      </pc:sldChg>
      <pc:sldChg chg="modSp mod">
        <pc:chgData name="Amy Glidewell" userId="095a4851-014c-47ed-bf1b-0c4b57406e94" providerId="ADAL" clId="{F1F2ECB7-BDFE-4847-A75E-F0C9F117AB85}" dt="2025-06-16T19:47:18.855" v="268" actId="255"/>
        <pc:sldMkLst>
          <pc:docMk/>
          <pc:sldMk cId="2801981132" sldId="520"/>
        </pc:sldMkLst>
        <pc:spChg chg="mod">
          <ac:chgData name="Amy Glidewell" userId="095a4851-014c-47ed-bf1b-0c4b57406e94" providerId="ADAL" clId="{F1F2ECB7-BDFE-4847-A75E-F0C9F117AB85}" dt="2025-06-16T19:47:18.855" v="268" actId="255"/>
          <ac:spMkLst>
            <pc:docMk/>
            <pc:sldMk cId="2801981132" sldId="520"/>
            <ac:spMk id="3" creationId="{0BAF53C2-3F82-86CA-259F-CC8C18509261}"/>
          </ac:spMkLst>
        </pc:spChg>
      </pc:sldChg>
      <pc:sldChg chg="modSp mod modNotesTx">
        <pc:chgData name="Amy Glidewell" userId="095a4851-014c-47ed-bf1b-0c4b57406e94" providerId="ADAL" clId="{F1F2ECB7-BDFE-4847-A75E-F0C9F117AB85}" dt="2025-06-16T19:49:22.094" v="300" actId="20577"/>
        <pc:sldMkLst>
          <pc:docMk/>
          <pc:sldMk cId="1225838434" sldId="522"/>
        </pc:sldMkLst>
        <pc:picChg chg="mod">
          <ac:chgData name="Amy Glidewell" userId="095a4851-014c-47ed-bf1b-0c4b57406e94" providerId="ADAL" clId="{F1F2ECB7-BDFE-4847-A75E-F0C9F117AB85}" dt="2025-06-16T19:48:19.873" v="273" actId="1035"/>
          <ac:picMkLst>
            <pc:docMk/>
            <pc:sldMk cId="1225838434" sldId="522"/>
            <ac:picMk id="5" creationId="{43AF75D4-D08E-3025-5223-CFC997289CDC}"/>
          </ac:picMkLst>
        </pc:picChg>
      </pc:sldChg>
      <pc:sldChg chg="modNotesTx">
        <pc:chgData name="Amy Glidewell" userId="095a4851-014c-47ed-bf1b-0c4b57406e94" providerId="ADAL" clId="{F1F2ECB7-BDFE-4847-A75E-F0C9F117AB85}" dt="2025-06-16T20:05:34.293" v="302" actId="20577"/>
        <pc:sldMkLst>
          <pc:docMk/>
          <pc:sldMk cId="4153440808" sldId="523"/>
        </pc:sldMkLst>
      </pc:sldChg>
      <pc:sldChg chg="modNotesTx">
        <pc:chgData name="Amy Glidewell" userId="095a4851-014c-47ed-bf1b-0c4b57406e94" providerId="ADAL" clId="{F1F2ECB7-BDFE-4847-A75E-F0C9F117AB85}" dt="2025-06-16T20:06:06.901" v="339" actId="20577"/>
        <pc:sldMkLst>
          <pc:docMk/>
          <pc:sldMk cId="1980574432" sldId="524"/>
        </pc:sldMkLst>
      </pc:sldChg>
    </pc:docChg>
  </pc:docChgLst>
  <pc:docChgLst>
    <pc:chgData name="Jules Mancini" userId="S::jmancini@comptia.global::4ef8f4fd-9280-4856-883a-0ebf05603c1f" providerId="AD" clId="Web-{233EFA59-67A6-82C6-0357-33D0E459D5EE}"/>
    <pc:docChg chg="modSld">
      <pc:chgData name="Jules Mancini" userId="S::jmancini@comptia.global::4ef8f4fd-9280-4856-883a-0ebf05603c1f" providerId="AD" clId="Web-{233EFA59-67A6-82C6-0357-33D0E459D5EE}" dt="2025-06-09T23:08:28.741" v="16"/>
      <pc:docMkLst>
        <pc:docMk/>
      </pc:docMkLst>
      <pc:sldChg chg="addSp delSp modSp">
        <pc:chgData name="Jules Mancini" userId="S::jmancini@comptia.global::4ef8f4fd-9280-4856-883a-0ebf05603c1f" providerId="AD" clId="Web-{233EFA59-67A6-82C6-0357-33D0E459D5EE}" dt="2025-06-09T23:04:05.364" v="8"/>
        <pc:sldMkLst>
          <pc:docMk/>
          <pc:sldMk cId="1169523784" sldId="310"/>
        </pc:sldMkLst>
      </pc:sldChg>
      <pc:sldChg chg="delSp">
        <pc:chgData name="Jules Mancini" userId="S::jmancini@comptia.global::4ef8f4fd-9280-4856-883a-0ebf05603c1f" providerId="AD" clId="Web-{233EFA59-67A6-82C6-0357-33D0E459D5EE}" dt="2025-06-09T23:08:28.741" v="16"/>
        <pc:sldMkLst>
          <pc:docMk/>
          <pc:sldMk cId="4240949127" sldId="485"/>
        </pc:sldMkLst>
      </pc:sldChg>
      <pc:sldChg chg="modNotes">
        <pc:chgData name="Jules Mancini" userId="S::jmancini@comptia.global::4ef8f4fd-9280-4856-883a-0ebf05603c1f" providerId="AD" clId="Web-{233EFA59-67A6-82C6-0357-33D0E459D5EE}" dt="2025-06-09T23:07:17.939" v="14"/>
        <pc:sldMkLst>
          <pc:docMk/>
          <pc:sldMk cId="2476857650" sldId="488"/>
        </pc:sldMkLst>
      </pc:sldChg>
      <pc:sldChg chg="modSp">
        <pc:chgData name="Jules Mancini" userId="S::jmancini@comptia.global::4ef8f4fd-9280-4856-883a-0ebf05603c1f" providerId="AD" clId="Web-{233EFA59-67A6-82C6-0357-33D0E459D5EE}" dt="2025-06-09T23:03:07.407" v="0" actId="20577"/>
        <pc:sldMkLst>
          <pc:docMk/>
          <pc:sldMk cId="2392314159" sldId="505"/>
        </pc:sldMkLst>
        <pc:spChg chg="mod">
          <ac:chgData name="Jules Mancini" userId="S::jmancini@comptia.global::4ef8f4fd-9280-4856-883a-0ebf05603c1f" providerId="AD" clId="Web-{233EFA59-67A6-82C6-0357-33D0E459D5EE}" dt="2025-06-09T23:03:07.407" v="0" actId="20577"/>
          <ac:spMkLst>
            <pc:docMk/>
            <pc:sldMk cId="2392314159" sldId="505"/>
            <ac:spMk id="3" creationId="{C981EFCA-2D28-23C8-9214-B15839A1456A}"/>
          </ac:spMkLst>
        </pc:spChg>
      </pc:sldChg>
      <pc:sldChg chg="modSp">
        <pc:chgData name="Jules Mancini" userId="S::jmancini@comptia.global::4ef8f4fd-9280-4856-883a-0ebf05603c1f" providerId="AD" clId="Web-{233EFA59-67A6-82C6-0357-33D0E459D5EE}" dt="2025-06-09T23:03:27.408" v="2" actId="20577"/>
        <pc:sldMkLst>
          <pc:docMk/>
          <pc:sldMk cId="2283435103" sldId="507"/>
        </pc:sldMkLst>
        <pc:spChg chg="mod">
          <ac:chgData name="Jules Mancini" userId="S::jmancini@comptia.global::4ef8f4fd-9280-4856-883a-0ebf05603c1f" providerId="AD" clId="Web-{233EFA59-67A6-82C6-0357-33D0E459D5EE}" dt="2025-06-09T23:03:27.408" v="2" actId="20577"/>
          <ac:spMkLst>
            <pc:docMk/>
            <pc:sldMk cId="2283435103" sldId="507"/>
            <ac:spMk id="3" creationId="{D4DAE8BB-53E4-C4CB-7BB7-0C0FF1302A1B}"/>
          </ac:spMkLst>
        </pc:spChg>
      </pc:sldChg>
      <pc:sldChg chg="modSp">
        <pc:chgData name="Jules Mancini" userId="S::jmancini@comptia.global::4ef8f4fd-9280-4856-883a-0ebf05603c1f" providerId="AD" clId="Web-{233EFA59-67A6-82C6-0357-33D0E459D5EE}" dt="2025-06-09T23:05:58.575" v="11" actId="20577"/>
        <pc:sldMkLst>
          <pc:docMk/>
          <pc:sldMk cId="724053361" sldId="518"/>
        </pc:sldMkLst>
        <pc:spChg chg="mod">
          <ac:chgData name="Jules Mancini" userId="S::jmancini@comptia.global::4ef8f4fd-9280-4856-883a-0ebf05603c1f" providerId="AD" clId="Web-{233EFA59-67A6-82C6-0357-33D0E459D5EE}" dt="2025-06-09T23:05:58.575" v="11" actId="20577"/>
          <ac:spMkLst>
            <pc:docMk/>
            <pc:sldMk cId="724053361" sldId="518"/>
            <ac:spMk id="3" creationId="{55646C5D-CADE-4350-7CD5-5D42F7D55832}"/>
          </ac:spMkLst>
        </pc:spChg>
      </pc:sldChg>
      <pc:sldChg chg="modNotes">
        <pc:chgData name="Jules Mancini" userId="S::jmancini@comptia.global::4ef8f4fd-9280-4856-883a-0ebf05603c1f" providerId="AD" clId="Web-{233EFA59-67A6-82C6-0357-33D0E459D5EE}" dt="2025-06-09T23:06:37.093" v="12"/>
        <pc:sldMkLst>
          <pc:docMk/>
          <pc:sldMk cId="1775478426" sldId="519"/>
        </pc:sldMkLst>
      </pc:sldChg>
      <pc:sldChg chg="modNotes">
        <pc:chgData name="Jules Mancini" userId="S::jmancini@comptia.global::4ef8f4fd-9280-4856-883a-0ebf05603c1f" providerId="AD" clId="Web-{233EFA59-67A6-82C6-0357-33D0E459D5EE}" dt="2025-06-09T23:08:18.849" v="15"/>
        <pc:sldMkLst>
          <pc:docMk/>
          <pc:sldMk cId="1980574432" sldId="524"/>
        </pc:sldMkLst>
      </pc:sldChg>
    </pc:docChg>
  </pc:docChgLst>
  <pc:docChgLst>
    <pc:chgData name="Katherine Keyes" userId="2cd50168-9358-44e7-b3b2-0786b2b8ee66" providerId="ADAL" clId="{389E2D1B-3571-4453-9F32-EC2942C1FF95}"/>
    <pc:docChg chg="modMainMaster">
      <pc:chgData name="Katherine Keyes" userId="2cd50168-9358-44e7-b3b2-0786b2b8ee66" providerId="ADAL" clId="{389E2D1B-3571-4453-9F32-EC2942C1FF95}" dt="2021-11-02T15:05:59.203" v="1" actId="20578"/>
      <pc:docMkLst>
        <pc:docMk/>
      </pc:docMkLst>
      <pc:sldMasterChg chg="modSldLayout sldLayoutOrd">
        <pc:chgData name="Katherine Keyes" userId="2cd50168-9358-44e7-b3b2-0786b2b8ee66" providerId="ADAL" clId="{389E2D1B-3571-4453-9F32-EC2942C1FF95}" dt="2021-11-02T15:05:59.203" v="1" actId="20578"/>
        <pc:sldMasterMkLst>
          <pc:docMk/>
          <pc:sldMasterMk cId="58932730" sldId="2147483910"/>
        </pc:sldMasterMkLst>
        <pc:sldLayoutChg chg="ord">
          <pc:chgData name="Katherine Keyes" userId="2cd50168-9358-44e7-b3b2-0786b2b8ee66" providerId="ADAL" clId="{389E2D1B-3571-4453-9F32-EC2942C1FF95}" dt="2021-11-02T15:05:59.203" v="1" actId="20578"/>
          <pc:sldLayoutMkLst>
            <pc:docMk/>
            <pc:sldMasterMk cId="58932730" sldId="2147483910"/>
            <pc:sldLayoutMk cId="137773212" sldId="2147483914"/>
          </pc:sldLayoutMkLst>
        </pc:sldLayoutChg>
      </pc:sldMasterChg>
    </pc:docChg>
  </pc:docChgLst>
  <pc:docChgLst>
    <pc:chgData name="Jules Mancini" userId="S::jmancini@comptia.global::4ef8f4fd-9280-4856-883a-0ebf05603c1f" providerId="AD" clId="Web-{859B281C-0C94-8200-2054-9116B20A4EEE}"/>
    <pc:docChg chg="modSld">
      <pc:chgData name="Jules Mancini" userId="S::jmancini@comptia.global::4ef8f4fd-9280-4856-883a-0ebf05603c1f" providerId="AD" clId="Web-{859B281C-0C94-8200-2054-9116B20A4EEE}" dt="2025-06-06T22:50:13.643" v="160" actId="20577"/>
      <pc:docMkLst>
        <pc:docMk/>
      </pc:docMkLst>
      <pc:sldChg chg="modSp">
        <pc:chgData name="Jules Mancini" userId="S::jmancini@comptia.global::4ef8f4fd-9280-4856-883a-0ebf05603c1f" providerId="AD" clId="Web-{859B281C-0C94-8200-2054-9116B20A4EEE}" dt="2025-06-06T22:16:51.971" v="20" actId="20577"/>
        <pc:sldMkLst>
          <pc:docMk/>
          <pc:sldMk cId="2615260713" sldId="297"/>
        </pc:sldMkLst>
        <pc:spChg chg="mod">
          <ac:chgData name="Jules Mancini" userId="S::jmancini@comptia.global::4ef8f4fd-9280-4856-883a-0ebf05603c1f" providerId="AD" clId="Web-{859B281C-0C94-8200-2054-9116B20A4EEE}" dt="2025-06-06T22:16:51.971" v="20" actId="20577"/>
          <ac:spMkLst>
            <pc:docMk/>
            <pc:sldMk cId="2615260713" sldId="297"/>
            <ac:spMk id="3" creationId="{E02E4B53-B7C6-1D08-F07F-C168A65984CB}"/>
          </ac:spMkLst>
        </pc:spChg>
        <pc:spChg chg="mod">
          <ac:chgData name="Jules Mancini" userId="S::jmancini@comptia.global::4ef8f4fd-9280-4856-883a-0ebf05603c1f" providerId="AD" clId="Web-{859B281C-0C94-8200-2054-9116B20A4EEE}" dt="2025-06-06T22:16:08.643" v="15" actId="20577"/>
          <ac:spMkLst>
            <pc:docMk/>
            <pc:sldMk cId="2615260713" sldId="297"/>
            <ac:spMk id="5" creationId="{3F9B06E0-25E2-2207-FA53-43B03A3DD8B6}"/>
          </ac:spMkLst>
        </pc:spChg>
      </pc:sldChg>
      <pc:sldChg chg="modSp">
        <pc:chgData name="Jules Mancini" userId="S::jmancini@comptia.global::4ef8f4fd-9280-4856-883a-0ebf05603c1f" providerId="AD" clId="Web-{859B281C-0C94-8200-2054-9116B20A4EEE}" dt="2025-06-06T22:18:06.691" v="26" actId="20577"/>
        <pc:sldMkLst>
          <pc:docMk/>
          <pc:sldMk cId="3868167892" sldId="313"/>
        </pc:sldMkLst>
        <pc:spChg chg="mod">
          <ac:chgData name="Jules Mancini" userId="S::jmancini@comptia.global::4ef8f4fd-9280-4856-883a-0ebf05603c1f" providerId="AD" clId="Web-{859B281C-0C94-8200-2054-9116B20A4EEE}" dt="2025-06-06T22:18:06.691" v="26" actId="20577"/>
          <ac:spMkLst>
            <pc:docMk/>
            <pc:sldMk cId="3868167892" sldId="313"/>
            <ac:spMk id="3" creationId="{BEF0CD94-701E-BF31-F57D-0F0245971FB7}"/>
          </ac:spMkLst>
        </pc:spChg>
      </pc:sldChg>
      <pc:sldChg chg="modSp">
        <pc:chgData name="Jules Mancini" userId="S::jmancini@comptia.global::4ef8f4fd-9280-4856-883a-0ebf05603c1f" providerId="AD" clId="Web-{859B281C-0C94-8200-2054-9116B20A4EEE}" dt="2025-06-06T22:35:07.667" v="80" actId="20577"/>
        <pc:sldMkLst>
          <pc:docMk/>
          <pc:sldMk cId="1737917466" sldId="414"/>
        </pc:sldMkLst>
        <pc:spChg chg="mod">
          <ac:chgData name="Jules Mancini" userId="S::jmancini@comptia.global::4ef8f4fd-9280-4856-883a-0ebf05603c1f" providerId="AD" clId="Web-{859B281C-0C94-8200-2054-9116B20A4EEE}" dt="2025-06-06T22:35:07.667" v="80" actId="20577"/>
          <ac:spMkLst>
            <pc:docMk/>
            <pc:sldMk cId="1737917466" sldId="414"/>
            <ac:spMk id="3" creationId="{325667EB-667E-FA42-8DB5-73D87BB0E0D6}"/>
          </ac:spMkLst>
        </pc:spChg>
      </pc:sldChg>
      <pc:sldChg chg="modSp">
        <pc:chgData name="Jules Mancini" userId="S::jmancini@comptia.global::4ef8f4fd-9280-4856-883a-0ebf05603c1f" providerId="AD" clId="Web-{859B281C-0C94-8200-2054-9116B20A4EEE}" dt="2025-06-06T22:30:25.290" v="48" actId="20577"/>
        <pc:sldMkLst>
          <pc:docMk/>
          <pc:sldMk cId="3576974714" sldId="487"/>
        </pc:sldMkLst>
        <pc:spChg chg="mod">
          <ac:chgData name="Jules Mancini" userId="S::jmancini@comptia.global::4ef8f4fd-9280-4856-883a-0ebf05603c1f" providerId="AD" clId="Web-{859B281C-0C94-8200-2054-9116B20A4EEE}" dt="2025-06-06T22:30:25.290" v="48" actId="20577"/>
          <ac:spMkLst>
            <pc:docMk/>
            <pc:sldMk cId="3576974714" sldId="487"/>
            <ac:spMk id="3" creationId="{169DC84F-FA05-F988-3793-3955DFD5F569}"/>
          </ac:spMkLst>
        </pc:spChg>
      </pc:sldChg>
      <pc:sldChg chg="modSp">
        <pc:chgData name="Jules Mancini" userId="S::jmancini@comptia.global::4ef8f4fd-9280-4856-883a-0ebf05603c1f" providerId="AD" clId="Web-{859B281C-0C94-8200-2054-9116B20A4EEE}" dt="2025-06-06T22:21:12.926" v="28" actId="20577"/>
        <pc:sldMkLst>
          <pc:docMk/>
          <pc:sldMk cId="57776708" sldId="500"/>
        </pc:sldMkLst>
        <pc:spChg chg="mod">
          <ac:chgData name="Jules Mancini" userId="S::jmancini@comptia.global::4ef8f4fd-9280-4856-883a-0ebf05603c1f" providerId="AD" clId="Web-{859B281C-0C94-8200-2054-9116B20A4EEE}" dt="2025-06-06T22:21:12.926" v="28" actId="20577"/>
          <ac:spMkLst>
            <pc:docMk/>
            <pc:sldMk cId="57776708" sldId="500"/>
            <ac:spMk id="3" creationId="{8BE8D574-67F5-4E16-5BD1-2DB5FF1EDD9E}"/>
          </ac:spMkLst>
        </pc:spChg>
      </pc:sldChg>
      <pc:sldChg chg="modSp">
        <pc:chgData name="Jules Mancini" userId="S::jmancini@comptia.global::4ef8f4fd-9280-4856-883a-0ebf05603c1f" providerId="AD" clId="Web-{859B281C-0C94-8200-2054-9116B20A4EEE}" dt="2025-06-06T22:50:13.643" v="160" actId="20577"/>
        <pc:sldMkLst>
          <pc:docMk/>
          <pc:sldMk cId="1043088955" sldId="503"/>
        </pc:sldMkLst>
        <pc:spChg chg="mod">
          <ac:chgData name="Jules Mancini" userId="S::jmancini@comptia.global::4ef8f4fd-9280-4856-883a-0ebf05603c1f" providerId="AD" clId="Web-{859B281C-0C94-8200-2054-9116B20A4EEE}" dt="2025-06-06T22:50:13.643" v="160" actId="20577"/>
          <ac:spMkLst>
            <pc:docMk/>
            <pc:sldMk cId="1043088955" sldId="503"/>
            <ac:spMk id="3" creationId="{B7C97A22-1766-F921-5A36-4365869558A4}"/>
          </ac:spMkLst>
        </pc:spChg>
      </pc:sldChg>
      <pc:sldChg chg="modSp">
        <pc:chgData name="Jules Mancini" userId="S::jmancini@comptia.global::4ef8f4fd-9280-4856-883a-0ebf05603c1f" providerId="AD" clId="Web-{859B281C-0C94-8200-2054-9116B20A4EEE}" dt="2025-06-06T16:58:23.281" v="1" actId="20577"/>
        <pc:sldMkLst>
          <pc:docMk/>
          <pc:sldMk cId="3110998775" sldId="504"/>
        </pc:sldMkLst>
        <pc:spChg chg="mod">
          <ac:chgData name="Jules Mancini" userId="S::jmancini@comptia.global::4ef8f4fd-9280-4856-883a-0ebf05603c1f" providerId="AD" clId="Web-{859B281C-0C94-8200-2054-9116B20A4EEE}" dt="2025-06-06T16:58:23.281" v="1" actId="20577"/>
          <ac:spMkLst>
            <pc:docMk/>
            <pc:sldMk cId="3110998775" sldId="504"/>
            <ac:spMk id="3" creationId="{519F3BFD-B4FB-9EBD-62BA-4897A306DE3E}"/>
          </ac:spMkLst>
        </pc:spChg>
      </pc:sldChg>
      <pc:sldChg chg="modSp">
        <pc:chgData name="Jules Mancini" userId="S::jmancini@comptia.global::4ef8f4fd-9280-4856-883a-0ebf05603c1f" providerId="AD" clId="Web-{859B281C-0C94-8200-2054-9116B20A4EEE}" dt="2025-06-06T22:23:41.631" v="30" actId="20577"/>
        <pc:sldMkLst>
          <pc:docMk/>
          <pc:sldMk cId="2392314159" sldId="505"/>
        </pc:sldMkLst>
        <pc:spChg chg="mod">
          <ac:chgData name="Jules Mancini" userId="S::jmancini@comptia.global::4ef8f4fd-9280-4856-883a-0ebf05603c1f" providerId="AD" clId="Web-{859B281C-0C94-8200-2054-9116B20A4EEE}" dt="2025-06-06T22:23:41.631" v="30" actId="20577"/>
          <ac:spMkLst>
            <pc:docMk/>
            <pc:sldMk cId="2392314159" sldId="505"/>
            <ac:spMk id="3" creationId="{C981EFCA-2D28-23C8-9214-B15839A1456A}"/>
          </ac:spMkLst>
        </pc:spChg>
      </pc:sldChg>
      <pc:sldChg chg="modSp">
        <pc:chgData name="Jules Mancini" userId="S::jmancini@comptia.global::4ef8f4fd-9280-4856-883a-0ebf05603c1f" providerId="AD" clId="Web-{859B281C-0C94-8200-2054-9116B20A4EEE}" dt="2025-06-06T22:25:27.428" v="35" actId="20577"/>
        <pc:sldMkLst>
          <pc:docMk/>
          <pc:sldMk cId="155534443" sldId="508"/>
        </pc:sldMkLst>
        <pc:spChg chg="mod">
          <ac:chgData name="Jules Mancini" userId="S::jmancini@comptia.global::4ef8f4fd-9280-4856-883a-0ebf05603c1f" providerId="AD" clId="Web-{859B281C-0C94-8200-2054-9116B20A4EEE}" dt="2025-06-06T22:25:27.428" v="35" actId="20577"/>
          <ac:spMkLst>
            <pc:docMk/>
            <pc:sldMk cId="155534443" sldId="508"/>
            <ac:spMk id="3" creationId="{9DE299AB-8444-267C-2DC0-5A91FC2D9DD0}"/>
          </ac:spMkLst>
        </pc:spChg>
      </pc:sldChg>
      <pc:sldChg chg="modSp">
        <pc:chgData name="Jules Mancini" userId="S::jmancini@comptia.global::4ef8f4fd-9280-4856-883a-0ebf05603c1f" providerId="AD" clId="Web-{859B281C-0C94-8200-2054-9116B20A4EEE}" dt="2025-06-06T22:27:24.633" v="37" actId="20577"/>
        <pc:sldMkLst>
          <pc:docMk/>
          <pc:sldMk cId="2670713117" sldId="512"/>
        </pc:sldMkLst>
        <pc:spChg chg="mod">
          <ac:chgData name="Jules Mancini" userId="S::jmancini@comptia.global::4ef8f4fd-9280-4856-883a-0ebf05603c1f" providerId="AD" clId="Web-{859B281C-0C94-8200-2054-9116B20A4EEE}" dt="2025-06-06T22:27:24.633" v="37" actId="20577"/>
          <ac:spMkLst>
            <pc:docMk/>
            <pc:sldMk cId="2670713117" sldId="512"/>
            <ac:spMk id="3" creationId="{79F36A54-15C3-2CBB-1A2C-24EA11A2F12E}"/>
          </ac:spMkLst>
        </pc:spChg>
      </pc:sldChg>
      <pc:sldChg chg="modSp">
        <pc:chgData name="Jules Mancini" userId="S::jmancini@comptia.global::4ef8f4fd-9280-4856-883a-0ebf05603c1f" providerId="AD" clId="Web-{859B281C-0C94-8200-2054-9116B20A4EEE}" dt="2025-06-06T22:28:05.070" v="40" actId="20577"/>
        <pc:sldMkLst>
          <pc:docMk/>
          <pc:sldMk cId="1569511124" sldId="513"/>
        </pc:sldMkLst>
        <pc:spChg chg="mod">
          <ac:chgData name="Jules Mancini" userId="S::jmancini@comptia.global::4ef8f4fd-9280-4856-883a-0ebf05603c1f" providerId="AD" clId="Web-{859B281C-0C94-8200-2054-9116B20A4EEE}" dt="2025-06-06T22:28:05.070" v="40" actId="20577"/>
          <ac:spMkLst>
            <pc:docMk/>
            <pc:sldMk cId="1569511124" sldId="513"/>
            <ac:spMk id="3" creationId="{6463B3FB-DB42-4C05-D6FD-9987210B7ED6}"/>
          </ac:spMkLst>
        </pc:spChg>
      </pc:sldChg>
      <pc:sldChg chg="modSp">
        <pc:chgData name="Jules Mancini" userId="S::jmancini@comptia.global::4ef8f4fd-9280-4856-883a-0ebf05603c1f" providerId="AD" clId="Web-{859B281C-0C94-8200-2054-9116B20A4EEE}" dt="2025-06-06T22:28:29.836" v="42" actId="20577"/>
        <pc:sldMkLst>
          <pc:docMk/>
          <pc:sldMk cId="73830405" sldId="514"/>
        </pc:sldMkLst>
        <pc:spChg chg="mod">
          <ac:chgData name="Jules Mancini" userId="S::jmancini@comptia.global::4ef8f4fd-9280-4856-883a-0ebf05603c1f" providerId="AD" clId="Web-{859B281C-0C94-8200-2054-9116B20A4EEE}" dt="2025-06-06T22:28:29.836" v="42" actId="20577"/>
          <ac:spMkLst>
            <pc:docMk/>
            <pc:sldMk cId="73830405" sldId="514"/>
            <ac:spMk id="3" creationId="{94978109-880D-2844-ADF7-520DD7ED9EA7}"/>
          </ac:spMkLst>
        </pc:spChg>
      </pc:sldChg>
      <pc:sldChg chg="modSp">
        <pc:chgData name="Jules Mancini" userId="S::jmancini@comptia.global::4ef8f4fd-9280-4856-883a-0ebf05603c1f" providerId="AD" clId="Web-{859B281C-0C94-8200-2054-9116B20A4EEE}" dt="2025-06-06T22:29:03.586" v="45" actId="20577"/>
        <pc:sldMkLst>
          <pc:docMk/>
          <pc:sldMk cId="4233023592" sldId="515"/>
        </pc:sldMkLst>
        <pc:spChg chg="mod">
          <ac:chgData name="Jules Mancini" userId="S::jmancini@comptia.global::4ef8f4fd-9280-4856-883a-0ebf05603c1f" providerId="AD" clId="Web-{859B281C-0C94-8200-2054-9116B20A4EEE}" dt="2025-06-06T22:29:03.586" v="45" actId="20577"/>
          <ac:spMkLst>
            <pc:docMk/>
            <pc:sldMk cId="4233023592" sldId="515"/>
            <ac:spMk id="3" creationId="{FE194781-39B8-9B4D-C9FB-E84155FBC1A8}"/>
          </ac:spMkLst>
        </pc:spChg>
      </pc:sldChg>
      <pc:sldChg chg="modSp">
        <pc:chgData name="Jules Mancini" userId="S::jmancini@comptia.global::4ef8f4fd-9280-4856-883a-0ebf05603c1f" providerId="AD" clId="Web-{859B281C-0C94-8200-2054-9116B20A4EEE}" dt="2025-06-06T22:45:33.844" v="137" actId="20577"/>
        <pc:sldMkLst>
          <pc:docMk/>
          <pc:sldMk cId="724053361" sldId="518"/>
        </pc:sldMkLst>
        <pc:spChg chg="mod">
          <ac:chgData name="Jules Mancini" userId="S::jmancini@comptia.global::4ef8f4fd-9280-4856-883a-0ebf05603c1f" providerId="AD" clId="Web-{859B281C-0C94-8200-2054-9116B20A4EEE}" dt="2025-06-06T22:45:33.844" v="137" actId="20577"/>
          <ac:spMkLst>
            <pc:docMk/>
            <pc:sldMk cId="724053361" sldId="518"/>
            <ac:spMk id="3" creationId="{55646C5D-CADE-4350-7CD5-5D42F7D55832}"/>
          </ac:spMkLst>
        </pc:spChg>
      </pc:sldChg>
      <pc:sldChg chg="modSp">
        <pc:chgData name="Jules Mancini" userId="S::jmancini@comptia.global::4ef8f4fd-9280-4856-883a-0ebf05603c1f" providerId="AD" clId="Web-{859B281C-0C94-8200-2054-9116B20A4EEE}" dt="2025-06-06T22:37:38.575" v="83" actId="20577"/>
        <pc:sldMkLst>
          <pc:docMk/>
          <pc:sldMk cId="2801981132" sldId="520"/>
        </pc:sldMkLst>
        <pc:spChg chg="mod">
          <ac:chgData name="Jules Mancini" userId="S::jmancini@comptia.global::4ef8f4fd-9280-4856-883a-0ebf05603c1f" providerId="AD" clId="Web-{859B281C-0C94-8200-2054-9116B20A4EEE}" dt="2025-06-06T22:37:38.575" v="83" actId="20577"/>
          <ac:spMkLst>
            <pc:docMk/>
            <pc:sldMk cId="2801981132" sldId="520"/>
            <ac:spMk id="3" creationId="{0BAF53C2-3F82-86CA-259F-CC8C18509261}"/>
          </ac:spMkLst>
        </pc:spChg>
      </pc:sldChg>
      <pc:sldChg chg="modSp">
        <pc:chgData name="Jules Mancini" userId="S::jmancini@comptia.global::4ef8f4fd-9280-4856-883a-0ebf05603c1f" providerId="AD" clId="Web-{859B281C-0C94-8200-2054-9116B20A4EEE}" dt="2025-06-06T22:47:03.938" v="143" actId="20577"/>
        <pc:sldMkLst>
          <pc:docMk/>
          <pc:sldMk cId="2421722123" sldId="521"/>
        </pc:sldMkLst>
        <pc:spChg chg="mod">
          <ac:chgData name="Jules Mancini" userId="S::jmancini@comptia.global::4ef8f4fd-9280-4856-883a-0ebf05603c1f" providerId="AD" clId="Web-{859B281C-0C94-8200-2054-9116B20A4EEE}" dt="2025-06-06T22:47:03.938" v="143" actId="20577"/>
          <ac:spMkLst>
            <pc:docMk/>
            <pc:sldMk cId="2421722123" sldId="521"/>
            <ac:spMk id="3" creationId="{BE68B963-230B-10CD-81E4-A69C422F25F1}"/>
          </ac:spMkLst>
        </pc:spChg>
      </pc:sldChg>
      <pc:sldChg chg="modSp">
        <pc:chgData name="Jules Mancini" userId="S::jmancini@comptia.global::4ef8f4fd-9280-4856-883a-0ebf05603c1f" providerId="AD" clId="Web-{859B281C-0C94-8200-2054-9116B20A4EEE}" dt="2025-06-06T22:47:56.595" v="148" actId="20577"/>
        <pc:sldMkLst>
          <pc:docMk/>
          <pc:sldMk cId="4153440808" sldId="523"/>
        </pc:sldMkLst>
        <pc:spChg chg="mod">
          <ac:chgData name="Jules Mancini" userId="S::jmancini@comptia.global::4ef8f4fd-9280-4856-883a-0ebf05603c1f" providerId="AD" clId="Web-{859B281C-0C94-8200-2054-9116B20A4EEE}" dt="2025-06-06T22:47:56.595" v="148" actId="20577"/>
          <ac:spMkLst>
            <pc:docMk/>
            <pc:sldMk cId="4153440808" sldId="523"/>
            <ac:spMk id="3" creationId="{B22E6ADF-74DC-C482-A95B-6E3C765CD118}"/>
          </ac:spMkLst>
        </pc:spChg>
      </pc:sldChg>
      <pc:sldChg chg="modSp">
        <pc:chgData name="Jules Mancini" userId="S::jmancini@comptia.global::4ef8f4fd-9280-4856-883a-0ebf05603c1f" providerId="AD" clId="Web-{859B281C-0C94-8200-2054-9116B20A4EEE}" dt="2025-06-06T22:49:07.221" v="157" actId="20577"/>
        <pc:sldMkLst>
          <pc:docMk/>
          <pc:sldMk cId="2807632039" sldId="525"/>
        </pc:sldMkLst>
        <pc:spChg chg="mod">
          <ac:chgData name="Jules Mancini" userId="S::jmancini@comptia.global::4ef8f4fd-9280-4856-883a-0ebf05603c1f" providerId="AD" clId="Web-{859B281C-0C94-8200-2054-9116B20A4EEE}" dt="2025-06-06T22:49:07.221" v="157" actId="20577"/>
          <ac:spMkLst>
            <pc:docMk/>
            <pc:sldMk cId="2807632039" sldId="525"/>
            <ac:spMk id="3" creationId="{91C9DD17-2836-4708-7F89-785924B66C1A}"/>
          </ac:spMkLst>
        </pc:spChg>
      </pc:sldChg>
    </pc:docChg>
  </pc:docChgLst>
  <pc:docChgLst>
    <pc:chgData name="Danielle Andries" userId="93d179e4-3c18-40f7-920e-ae80b202540d" providerId="ADAL" clId="{9BEE7BE4-3064-428B-B611-24EC7FACCC97}"/>
    <pc:docChg chg="custSel modSld modMainMaster">
      <pc:chgData name="Danielle Andries" userId="93d179e4-3c18-40f7-920e-ae80b202540d" providerId="ADAL" clId="{9BEE7BE4-3064-428B-B611-24EC7FACCC97}" dt="2025-04-24T19:15:51.219" v="57" actId="20577"/>
      <pc:docMkLst>
        <pc:docMk/>
      </pc:docMkLst>
      <pc:sldChg chg="delSp mod">
        <pc:chgData name="Danielle Andries" userId="93d179e4-3c18-40f7-920e-ae80b202540d" providerId="ADAL" clId="{9BEE7BE4-3064-428B-B611-24EC7FACCC97}" dt="2025-04-24T19:13:53.437" v="56" actId="478"/>
        <pc:sldMkLst>
          <pc:docMk/>
          <pc:sldMk cId="2170154808" sldId="258"/>
        </pc:sldMkLst>
      </pc:sldChg>
      <pc:sldChg chg="modSp mod">
        <pc:chgData name="Danielle Andries" userId="93d179e4-3c18-40f7-920e-ae80b202540d" providerId="ADAL" clId="{9BEE7BE4-3064-428B-B611-24EC7FACCC97}" dt="2025-04-24T19:15:51.219" v="57" actId="20577"/>
        <pc:sldMkLst>
          <pc:docMk/>
          <pc:sldMk cId="3549381897" sldId="259"/>
        </pc:sldMkLst>
      </pc:sldChg>
      <pc:sldMasterChg chg="modSldLayout">
        <pc:chgData name="Danielle Andries" userId="93d179e4-3c18-40f7-920e-ae80b202540d" providerId="ADAL" clId="{9BEE7BE4-3064-428B-B611-24EC7FACCC97}" dt="2025-04-24T15:25:18.702" v="35" actId="478"/>
        <pc:sldMasterMkLst>
          <pc:docMk/>
          <pc:sldMasterMk cId="58932730" sldId="2147483910"/>
        </pc:sldMasterMkLst>
        <pc:sldLayoutChg chg="delSp modSp mod">
          <pc:chgData name="Danielle Andries" userId="93d179e4-3c18-40f7-920e-ae80b202540d" providerId="ADAL" clId="{9BEE7BE4-3064-428B-B611-24EC7FACCC97}" dt="2025-04-24T15:25:18.702" v="35" actId="478"/>
          <pc:sldLayoutMkLst>
            <pc:docMk/>
            <pc:sldMasterMk cId="58932730" sldId="2147483910"/>
            <pc:sldLayoutMk cId="4084809213" sldId="2147483911"/>
          </pc:sldLayoutMkLst>
          <pc:spChg chg="mod">
            <ac:chgData name="Danielle Andries" userId="93d179e4-3c18-40f7-920e-ae80b202540d" providerId="ADAL" clId="{9BEE7BE4-3064-428B-B611-24EC7FACCC97}" dt="2025-04-24T14:58:56.325" v="32" actId="20577"/>
            <ac:spMkLst>
              <pc:docMk/>
              <pc:sldMasterMk cId="58932730" sldId="2147483910"/>
              <pc:sldLayoutMk cId="4084809213" sldId="2147483911"/>
              <ac:spMk id="8" creationId="{85CB60B9-005C-47AF-9FB6-D41274CD49DC}"/>
            </ac:spMkLst>
          </pc:spChg>
          <pc:spChg chg="mod">
            <ac:chgData name="Danielle Andries" userId="93d179e4-3c18-40f7-920e-ae80b202540d" providerId="ADAL" clId="{9BEE7BE4-3064-428B-B611-24EC7FACCC97}" dt="2025-04-24T14:52:18.744" v="26" actId="20577"/>
            <ac:spMkLst>
              <pc:docMk/>
              <pc:sldMasterMk cId="58932730" sldId="2147483910"/>
              <pc:sldLayoutMk cId="4084809213" sldId="2147483911"/>
              <ac:spMk id="13" creationId="{B2FEEEDD-0751-854A-9852-93F3EA02290E}"/>
            </ac:spMkLst>
          </pc:spChg>
          <pc:spChg chg="mod">
            <ac:chgData name="Danielle Andries" userId="93d179e4-3c18-40f7-920e-ae80b202540d" providerId="ADAL" clId="{9BEE7BE4-3064-428B-B611-24EC7FACCC97}" dt="2025-04-24T14:52:10.913" v="19" actId="20577"/>
            <ac:spMkLst>
              <pc:docMk/>
              <pc:sldMasterMk cId="58932730" sldId="2147483910"/>
              <pc:sldLayoutMk cId="4084809213" sldId="2147483911"/>
              <ac:spMk id="14" creationId="{658038CC-5DF0-1545-A424-EA63B177F16F}"/>
            </ac:spMkLst>
          </pc:spChg>
        </pc:sldLayoutChg>
        <pc:sldLayoutChg chg="modSp mod">
          <pc:chgData name="Danielle Andries" userId="93d179e4-3c18-40f7-920e-ae80b202540d" providerId="ADAL" clId="{9BEE7BE4-3064-428B-B611-24EC7FACCC97}" dt="2025-04-24T14:58:52.368" v="31" actId="20577"/>
          <pc:sldLayoutMkLst>
            <pc:docMk/>
            <pc:sldMasterMk cId="58932730" sldId="2147483910"/>
            <pc:sldLayoutMk cId="1974321300" sldId="2147483912"/>
          </pc:sldLayoutMkLst>
          <pc:spChg chg="mod">
            <ac:chgData name="Danielle Andries" userId="93d179e4-3c18-40f7-920e-ae80b202540d" providerId="ADAL" clId="{9BEE7BE4-3064-428B-B611-24EC7FACCC97}" dt="2025-04-24T14:51:53.797" v="13" actId="20577"/>
            <ac:spMkLst>
              <pc:docMk/>
              <pc:sldMasterMk cId="58932730" sldId="2147483910"/>
              <pc:sldLayoutMk cId="1974321300" sldId="2147483912"/>
              <ac:spMk id="11" creationId="{7711F5D9-3DD6-474B-AB29-EB60551B8787}"/>
            </ac:spMkLst>
          </pc:spChg>
          <pc:spChg chg="mod">
            <ac:chgData name="Danielle Andries" userId="93d179e4-3c18-40f7-920e-ae80b202540d" providerId="ADAL" clId="{9BEE7BE4-3064-428B-B611-24EC7FACCC97}" dt="2025-04-24T14:51:27.646" v="7" actId="20577"/>
            <ac:spMkLst>
              <pc:docMk/>
              <pc:sldMasterMk cId="58932730" sldId="2147483910"/>
              <pc:sldLayoutMk cId="1974321300" sldId="2147483912"/>
              <ac:spMk id="12" creationId="{FD74DCED-5B72-479F-BD98-2FB51162CA0F}"/>
            </ac:spMkLst>
          </pc:spChg>
          <pc:spChg chg="mod">
            <ac:chgData name="Danielle Andries" userId="93d179e4-3c18-40f7-920e-ae80b202540d" providerId="ADAL" clId="{9BEE7BE4-3064-428B-B611-24EC7FACCC97}" dt="2025-04-24T14:58:52.368" v="31"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9BEE7BE4-3064-428B-B611-24EC7FACCC97}" dt="2025-04-24T14:58:59.876" v="33" actId="20577"/>
          <pc:sldLayoutMkLst>
            <pc:docMk/>
            <pc:sldMasterMk cId="58932730" sldId="2147483910"/>
            <pc:sldLayoutMk cId="4111725238" sldId="2147483926"/>
          </pc:sldLayoutMkLst>
          <pc:spChg chg="mod">
            <ac:chgData name="Danielle Andries" userId="93d179e4-3c18-40f7-920e-ae80b202540d" providerId="ADAL" clId="{9BEE7BE4-3064-428B-B611-24EC7FACCC97}" dt="2025-04-24T14:58:59.876" v="33"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9BEE7BE4-3064-428B-B611-24EC7FACCC97}" dt="2025-04-24T14:58:49.128" v="30" actId="20577"/>
          <pc:sldLayoutMkLst>
            <pc:docMk/>
            <pc:sldMasterMk cId="58932730" sldId="2147483910"/>
            <pc:sldLayoutMk cId="2001968655" sldId="2147483932"/>
          </pc:sldLayoutMkLst>
          <pc:spChg chg="mod">
            <ac:chgData name="Danielle Andries" userId="93d179e4-3c18-40f7-920e-ae80b202540d" providerId="ADAL" clId="{9BEE7BE4-3064-428B-B611-24EC7FACCC97}" dt="2025-04-24T14:58:49.128" v="30" actId="20577"/>
            <ac:spMkLst>
              <pc:docMk/>
              <pc:sldMasterMk cId="58932730" sldId="2147483910"/>
              <pc:sldLayoutMk cId="2001968655" sldId="2147483932"/>
              <ac:spMk id="14" creationId="{DC95779D-C23F-4838-A4E9-42CBBB5D9F56}"/>
            </ac:spMkLst>
          </pc:spChg>
        </pc:sldLayoutChg>
      </pc:sldMasterChg>
    </pc:docChg>
  </pc:docChgLst>
  <pc:docChgLst>
    <pc:chgData name="Amanda Kissinger" userId="0440470d-4bd8-4812-9337-f95059fb652d" providerId="ADAL" clId="{A96C30A4-1B3D-49AA-9C2D-0FBBA264ADFA}"/>
    <pc:docChg chg="undo custSel modMainMaster">
      <pc:chgData name="Amanda Kissinger" userId="0440470d-4bd8-4812-9337-f95059fb652d" providerId="ADAL" clId="{A96C30A4-1B3D-49AA-9C2D-0FBBA264ADFA}" dt="2025-05-08T18:01:32.294" v="1" actId="21"/>
      <pc:docMkLst>
        <pc:docMk/>
      </pc:docMkLst>
      <pc:sldMasterChg chg="modSldLayout">
        <pc:chgData name="Amanda Kissinger" userId="0440470d-4bd8-4812-9337-f95059fb652d" providerId="ADAL" clId="{A96C30A4-1B3D-49AA-9C2D-0FBBA264ADFA}" dt="2025-05-08T18:01:32.294" v="1" actId="21"/>
        <pc:sldMasterMkLst>
          <pc:docMk/>
          <pc:sldMasterMk cId="58932730" sldId="2147483910"/>
        </pc:sldMasterMkLst>
        <pc:sldLayoutChg chg="addSp delSp mod">
          <pc:chgData name="Amanda Kissinger" userId="0440470d-4bd8-4812-9337-f95059fb652d" providerId="ADAL" clId="{A96C30A4-1B3D-49AA-9C2D-0FBBA264ADFA}" dt="2025-05-08T18:01:32.294" v="1" actId="21"/>
          <pc:sldLayoutMkLst>
            <pc:docMk/>
            <pc:sldMasterMk cId="58932730" sldId="2147483910"/>
            <pc:sldLayoutMk cId="2001968655" sldId="2147483932"/>
          </pc:sldLayoutMkLst>
          <pc:spChg chg="add del">
            <ac:chgData name="Amanda Kissinger" userId="0440470d-4bd8-4812-9337-f95059fb652d" providerId="ADAL" clId="{A96C30A4-1B3D-49AA-9C2D-0FBBA264ADFA}" dt="2025-05-08T18:01:32.294" v="1" actId="21"/>
            <ac:spMkLst>
              <pc:docMk/>
              <pc:sldMasterMk cId="58932730" sldId="2147483910"/>
              <pc:sldLayoutMk cId="2001968655" sldId="2147483932"/>
              <ac:spMk id="14" creationId="{DC95779D-C23F-4838-A4E9-42CBBB5D9F56}"/>
            </ac:spMkLst>
          </pc:spChg>
        </pc:sldLayoutChg>
      </pc:sldMasterChg>
    </pc:docChg>
  </pc:docChgLst>
  <pc:docChgLst>
    <pc:chgData name="Nicholas Pierce" userId="S::npierce@comptia.global::ee89543b-d064-42d7-b9d5-60e771afdcba" providerId="AD" clId="Web-{6AEDC000-C809-56E4-40FF-FC1575633DDC}"/>
    <pc:docChg chg="modSld">
      <pc:chgData name="Nicholas Pierce" userId="S::npierce@comptia.global::ee89543b-d064-42d7-b9d5-60e771afdcba" providerId="AD" clId="Web-{6AEDC000-C809-56E4-40FF-FC1575633DDC}" dt="2025-06-01T17:08:18.766" v="3028"/>
      <pc:docMkLst>
        <pc:docMk/>
      </pc:docMkLst>
      <pc:sldChg chg="modSp">
        <pc:chgData name="Nicholas Pierce" userId="S::npierce@comptia.global::ee89543b-d064-42d7-b9d5-60e771afdcba" providerId="AD" clId="Web-{6AEDC000-C809-56E4-40FF-FC1575633DDC}" dt="2025-06-01T13:38:56.804" v="60" actId="20577"/>
        <pc:sldMkLst>
          <pc:docMk/>
          <pc:sldMk cId="3868167892" sldId="313"/>
        </pc:sldMkLst>
        <pc:spChg chg="mod">
          <ac:chgData name="Nicholas Pierce" userId="S::npierce@comptia.global::ee89543b-d064-42d7-b9d5-60e771afdcba" providerId="AD" clId="Web-{6AEDC000-C809-56E4-40FF-FC1575633DDC}" dt="2025-06-01T13:38:56.804" v="60" actId="20577"/>
          <ac:spMkLst>
            <pc:docMk/>
            <pc:sldMk cId="3868167892" sldId="313"/>
            <ac:spMk id="3" creationId="{BEF0CD94-701E-BF31-F57D-0F0245971FB7}"/>
          </ac:spMkLst>
        </pc:spChg>
      </pc:sldChg>
      <pc:sldChg chg="modSp modNotes">
        <pc:chgData name="Nicholas Pierce" userId="S::npierce@comptia.global::ee89543b-d064-42d7-b9d5-60e771afdcba" providerId="AD" clId="Web-{6AEDC000-C809-56E4-40FF-FC1575633DDC}" dt="2025-06-01T15:39:42.805" v="1616"/>
        <pc:sldMkLst>
          <pc:docMk/>
          <pc:sldMk cId="3201051845" sldId="412"/>
        </pc:sldMkLst>
        <pc:spChg chg="mod">
          <ac:chgData name="Nicholas Pierce" userId="S::npierce@comptia.global::ee89543b-d064-42d7-b9d5-60e771afdcba" providerId="AD" clId="Web-{6AEDC000-C809-56E4-40FF-FC1575633DDC}" dt="2025-06-01T15:39:15.976" v="1615" actId="20577"/>
          <ac:spMkLst>
            <pc:docMk/>
            <pc:sldMk cId="3201051845" sldId="412"/>
            <ac:spMk id="3" creationId="{C82494A0-6ADB-87E1-66C2-11AF83706D43}"/>
          </ac:spMkLst>
        </pc:spChg>
      </pc:sldChg>
      <pc:sldChg chg="modSp modNotes">
        <pc:chgData name="Nicholas Pierce" userId="S::npierce@comptia.global::ee89543b-d064-42d7-b9d5-60e771afdcba" providerId="AD" clId="Web-{6AEDC000-C809-56E4-40FF-FC1575633DDC}" dt="2025-06-01T16:56:20.183" v="2494"/>
        <pc:sldMkLst>
          <pc:docMk/>
          <pc:sldMk cId="1737917466" sldId="414"/>
        </pc:sldMkLst>
        <pc:spChg chg="mod">
          <ac:chgData name="Nicholas Pierce" userId="S::npierce@comptia.global::ee89543b-d064-42d7-b9d5-60e771afdcba" providerId="AD" clId="Web-{6AEDC000-C809-56E4-40FF-FC1575633DDC}" dt="2025-06-01T16:56:10.870" v="2493" actId="20577"/>
          <ac:spMkLst>
            <pc:docMk/>
            <pc:sldMk cId="1737917466" sldId="414"/>
            <ac:spMk id="3" creationId="{325667EB-667E-FA42-8DB5-73D87BB0E0D6}"/>
          </ac:spMkLst>
        </pc:spChg>
      </pc:sldChg>
      <pc:sldChg chg="modSp modNotes">
        <pc:chgData name="Nicholas Pierce" userId="S::npierce@comptia.global::ee89543b-d064-42d7-b9d5-60e771afdcba" providerId="AD" clId="Web-{6AEDC000-C809-56E4-40FF-FC1575633DDC}" dt="2025-06-01T16:47:38.229" v="2190" actId="20577"/>
        <pc:sldMkLst>
          <pc:docMk/>
          <pc:sldMk cId="3576974714" sldId="487"/>
        </pc:sldMkLst>
        <pc:spChg chg="mod">
          <ac:chgData name="Nicholas Pierce" userId="S::npierce@comptia.global::ee89543b-d064-42d7-b9d5-60e771afdcba" providerId="AD" clId="Web-{6AEDC000-C809-56E4-40FF-FC1575633DDC}" dt="2025-06-01T16:47:38.229" v="2190" actId="20577"/>
          <ac:spMkLst>
            <pc:docMk/>
            <pc:sldMk cId="3576974714" sldId="487"/>
            <ac:spMk id="3" creationId="{169DC84F-FA05-F988-3793-3955DFD5F569}"/>
          </ac:spMkLst>
        </pc:spChg>
      </pc:sldChg>
      <pc:sldChg chg="modSp modNotes">
        <pc:chgData name="Nicholas Pierce" userId="S::npierce@comptia.global::ee89543b-d064-42d7-b9d5-60e771afdcba" providerId="AD" clId="Web-{6AEDC000-C809-56E4-40FF-FC1575633DDC}" dt="2025-06-01T16:56:01.854" v="2491" actId="20577"/>
        <pc:sldMkLst>
          <pc:docMk/>
          <pc:sldMk cId="2476857650" sldId="488"/>
        </pc:sldMkLst>
        <pc:spChg chg="mod">
          <ac:chgData name="Nicholas Pierce" userId="S::npierce@comptia.global::ee89543b-d064-42d7-b9d5-60e771afdcba" providerId="AD" clId="Web-{6AEDC000-C809-56E4-40FF-FC1575633DDC}" dt="2025-06-01T16:56:01.854" v="2491" actId="20577"/>
          <ac:spMkLst>
            <pc:docMk/>
            <pc:sldMk cId="2476857650" sldId="488"/>
            <ac:spMk id="3" creationId="{BF118F52-6837-3E29-D9F4-2CAB1BD16A6A}"/>
          </ac:spMkLst>
        </pc:spChg>
      </pc:sldChg>
      <pc:sldChg chg="modSp modNotes">
        <pc:chgData name="Nicholas Pierce" userId="S::npierce@comptia.global::ee89543b-d064-42d7-b9d5-60e771afdcba" providerId="AD" clId="Web-{6AEDC000-C809-56E4-40FF-FC1575633DDC}" dt="2025-06-01T13:43:43.982" v="288"/>
        <pc:sldMkLst>
          <pc:docMk/>
          <pc:sldMk cId="57776708" sldId="500"/>
        </pc:sldMkLst>
        <pc:spChg chg="mod">
          <ac:chgData name="Nicholas Pierce" userId="S::npierce@comptia.global::ee89543b-d064-42d7-b9d5-60e771afdcba" providerId="AD" clId="Web-{6AEDC000-C809-56E4-40FF-FC1575633DDC}" dt="2025-06-01T13:42:42.825" v="225" actId="20577"/>
          <ac:spMkLst>
            <pc:docMk/>
            <pc:sldMk cId="57776708" sldId="500"/>
            <ac:spMk id="3" creationId="{8BE8D574-67F5-4E16-5BD1-2DB5FF1EDD9E}"/>
          </ac:spMkLst>
        </pc:spChg>
      </pc:sldChg>
      <pc:sldChg chg="modSp modNotes">
        <pc:chgData name="Nicholas Pierce" userId="S::npierce@comptia.global::ee89543b-d064-42d7-b9d5-60e771afdcba" providerId="AD" clId="Web-{6AEDC000-C809-56E4-40FF-FC1575633DDC}" dt="2025-06-01T13:45:54.798" v="375"/>
        <pc:sldMkLst>
          <pc:docMk/>
          <pc:sldMk cId="1502104044" sldId="501"/>
        </pc:sldMkLst>
        <pc:spChg chg="mod">
          <ac:chgData name="Nicholas Pierce" userId="S::npierce@comptia.global::ee89543b-d064-42d7-b9d5-60e771afdcba" providerId="AD" clId="Web-{6AEDC000-C809-56E4-40FF-FC1575633DDC}" dt="2025-06-01T13:45:24.157" v="329" actId="20577"/>
          <ac:spMkLst>
            <pc:docMk/>
            <pc:sldMk cId="1502104044" sldId="501"/>
            <ac:spMk id="3" creationId="{1E71EE17-3D59-16DA-2622-D2BE22188FA9}"/>
          </ac:spMkLst>
        </pc:spChg>
      </pc:sldChg>
      <pc:sldChg chg="modSp modNotes">
        <pc:chgData name="Nicholas Pierce" userId="S::npierce@comptia.global::ee89543b-d064-42d7-b9d5-60e771afdcba" providerId="AD" clId="Web-{6AEDC000-C809-56E4-40FF-FC1575633DDC}" dt="2025-06-01T14:04:37.295" v="826"/>
        <pc:sldMkLst>
          <pc:docMk/>
          <pc:sldMk cId="2039981012" sldId="502"/>
        </pc:sldMkLst>
        <pc:spChg chg="mod">
          <ac:chgData name="Nicholas Pierce" userId="S::npierce@comptia.global::ee89543b-d064-42d7-b9d5-60e771afdcba" providerId="AD" clId="Web-{6AEDC000-C809-56E4-40FF-FC1575633DDC}" dt="2025-06-01T13:49:11.693" v="533" actId="20577"/>
          <ac:spMkLst>
            <pc:docMk/>
            <pc:sldMk cId="2039981012" sldId="502"/>
            <ac:spMk id="3" creationId="{9BA3094C-AFB2-840F-2C73-430E1FDD3A1C}"/>
          </ac:spMkLst>
        </pc:spChg>
      </pc:sldChg>
      <pc:sldChg chg="modSp modNotes">
        <pc:chgData name="Nicholas Pierce" userId="S::npierce@comptia.global::ee89543b-d064-42d7-b9d5-60e771afdcba" providerId="AD" clId="Web-{6AEDC000-C809-56E4-40FF-FC1575633DDC}" dt="2025-06-01T14:03:18.027" v="793"/>
        <pc:sldMkLst>
          <pc:docMk/>
          <pc:sldMk cId="1043088955" sldId="503"/>
        </pc:sldMkLst>
        <pc:spChg chg="mod">
          <ac:chgData name="Nicholas Pierce" userId="S::npierce@comptia.global::ee89543b-d064-42d7-b9d5-60e771afdcba" providerId="AD" clId="Web-{6AEDC000-C809-56E4-40FF-FC1575633DDC}" dt="2025-06-01T14:03:02.386" v="792" actId="20577"/>
          <ac:spMkLst>
            <pc:docMk/>
            <pc:sldMk cId="1043088955" sldId="503"/>
            <ac:spMk id="3" creationId="{B7C97A22-1766-F921-5A36-4365869558A4}"/>
          </ac:spMkLst>
        </pc:spChg>
      </pc:sldChg>
      <pc:sldChg chg="modSp modNotes">
        <pc:chgData name="Nicholas Pierce" userId="S::npierce@comptia.global::ee89543b-d064-42d7-b9d5-60e771afdcba" providerId="AD" clId="Web-{6AEDC000-C809-56E4-40FF-FC1575633DDC}" dt="2025-06-01T14:19:26.769" v="929"/>
        <pc:sldMkLst>
          <pc:docMk/>
          <pc:sldMk cId="3110998775" sldId="504"/>
        </pc:sldMkLst>
        <pc:spChg chg="mod">
          <ac:chgData name="Nicholas Pierce" userId="S::npierce@comptia.global::ee89543b-d064-42d7-b9d5-60e771afdcba" providerId="AD" clId="Web-{6AEDC000-C809-56E4-40FF-FC1575633DDC}" dt="2025-06-01T14:19:19.519" v="927" actId="20577"/>
          <ac:spMkLst>
            <pc:docMk/>
            <pc:sldMk cId="3110998775" sldId="504"/>
            <ac:spMk id="3" creationId="{519F3BFD-B4FB-9EBD-62BA-4897A306DE3E}"/>
          </ac:spMkLst>
        </pc:spChg>
      </pc:sldChg>
      <pc:sldChg chg="modSp modNotes">
        <pc:chgData name="Nicholas Pierce" userId="S::npierce@comptia.global::ee89543b-d064-42d7-b9d5-60e771afdcba" providerId="AD" clId="Web-{6AEDC000-C809-56E4-40FF-FC1575633DDC}" dt="2025-06-01T14:21:02.413" v="974"/>
        <pc:sldMkLst>
          <pc:docMk/>
          <pc:sldMk cId="2392314159" sldId="505"/>
        </pc:sldMkLst>
        <pc:spChg chg="mod">
          <ac:chgData name="Nicholas Pierce" userId="S::npierce@comptia.global::ee89543b-d064-42d7-b9d5-60e771afdcba" providerId="AD" clId="Web-{6AEDC000-C809-56E4-40FF-FC1575633DDC}" dt="2025-06-01T14:20:53.428" v="973" actId="20577"/>
          <ac:spMkLst>
            <pc:docMk/>
            <pc:sldMk cId="2392314159" sldId="505"/>
            <ac:spMk id="3" creationId="{C981EFCA-2D28-23C8-9214-B15839A1456A}"/>
          </ac:spMkLst>
        </pc:spChg>
      </pc:sldChg>
      <pc:sldChg chg="modSp modNotes">
        <pc:chgData name="Nicholas Pierce" userId="S::npierce@comptia.global::ee89543b-d064-42d7-b9d5-60e771afdcba" providerId="AD" clId="Web-{6AEDC000-C809-56E4-40FF-FC1575633DDC}" dt="2025-06-01T14:26:22.156" v="1128" actId="20577"/>
        <pc:sldMkLst>
          <pc:docMk/>
          <pc:sldMk cId="2390629091" sldId="506"/>
        </pc:sldMkLst>
        <pc:spChg chg="mod">
          <ac:chgData name="Nicholas Pierce" userId="S::npierce@comptia.global::ee89543b-d064-42d7-b9d5-60e771afdcba" providerId="AD" clId="Web-{6AEDC000-C809-56E4-40FF-FC1575633DDC}" dt="2025-06-01T14:26:22.156" v="1128" actId="20577"/>
          <ac:spMkLst>
            <pc:docMk/>
            <pc:sldMk cId="2390629091" sldId="506"/>
            <ac:spMk id="3" creationId="{6748CA4B-9208-1049-38F7-B60E8DB550B2}"/>
          </ac:spMkLst>
        </pc:spChg>
      </pc:sldChg>
      <pc:sldChg chg="modSp">
        <pc:chgData name="Nicholas Pierce" userId="S::npierce@comptia.global::ee89543b-d064-42d7-b9d5-60e771afdcba" providerId="AD" clId="Web-{6AEDC000-C809-56E4-40FF-FC1575633DDC}" dt="2025-06-01T14:39:16.550" v="1284" actId="20577"/>
        <pc:sldMkLst>
          <pc:docMk/>
          <pc:sldMk cId="2283435103" sldId="507"/>
        </pc:sldMkLst>
        <pc:spChg chg="mod">
          <ac:chgData name="Nicholas Pierce" userId="S::npierce@comptia.global::ee89543b-d064-42d7-b9d5-60e771afdcba" providerId="AD" clId="Web-{6AEDC000-C809-56E4-40FF-FC1575633DDC}" dt="2025-06-01T14:39:16.550" v="1284" actId="20577"/>
          <ac:spMkLst>
            <pc:docMk/>
            <pc:sldMk cId="2283435103" sldId="507"/>
            <ac:spMk id="3" creationId="{D4DAE8BB-53E4-C4CB-7BB7-0C0FF1302A1B}"/>
          </ac:spMkLst>
        </pc:spChg>
      </pc:sldChg>
      <pc:sldChg chg="modSp modNotes">
        <pc:chgData name="Nicholas Pierce" userId="S::npierce@comptia.global::ee89543b-d064-42d7-b9d5-60e771afdcba" providerId="AD" clId="Web-{6AEDC000-C809-56E4-40FF-FC1575633DDC}" dt="2025-06-01T15:01:23.118" v="1377" actId="20577"/>
        <pc:sldMkLst>
          <pc:docMk/>
          <pc:sldMk cId="155534443" sldId="508"/>
        </pc:sldMkLst>
        <pc:spChg chg="mod">
          <ac:chgData name="Nicholas Pierce" userId="S::npierce@comptia.global::ee89543b-d064-42d7-b9d5-60e771afdcba" providerId="AD" clId="Web-{6AEDC000-C809-56E4-40FF-FC1575633DDC}" dt="2025-06-01T15:01:23.118" v="1377" actId="20577"/>
          <ac:spMkLst>
            <pc:docMk/>
            <pc:sldMk cId="155534443" sldId="508"/>
            <ac:spMk id="3" creationId="{9DE299AB-8444-267C-2DC0-5A91FC2D9DD0}"/>
          </ac:spMkLst>
        </pc:spChg>
      </pc:sldChg>
      <pc:sldChg chg="modSp modNotes">
        <pc:chgData name="Nicholas Pierce" userId="S::npierce@comptia.global::ee89543b-d064-42d7-b9d5-60e771afdcba" providerId="AD" clId="Web-{6AEDC000-C809-56E4-40FF-FC1575633DDC}" dt="2025-06-01T15:36:25.502" v="1460"/>
        <pc:sldMkLst>
          <pc:docMk/>
          <pc:sldMk cId="1297468390" sldId="510"/>
        </pc:sldMkLst>
        <pc:spChg chg="mod">
          <ac:chgData name="Nicholas Pierce" userId="S::npierce@comptia.global::ee89543b-d064-42d7-b9d5-60e771afdcba" providerId="AD" clId="Web-{6AEDC000-C809-56E4-40FF-FC1575633DDC}" dt="2025-06-01T15:36:15.283" v="1459" actId="20577"/>
          <ac:spMkLst>
            <pc:docMk/>
            <pc:sldMk cId="1297468390" sldId="510"/>
            <ac:spMk id="3" creationId="{101E555A-D7C3-6B74-FB6F-A9CC9A94DA97}"/>
          </ac:spMkLst>
        </pc:spChg>
      </pc:sldChg>
      <pc:sldChg chg="modSp modNotes">
        <pc:chgData name="Nicholas Pierce" userId="S::npierce@comptia.global::ee89543b-d064-42d7-b9d5-60e771afdcba" providerId="AD" clId="Web-{6AEDC000-C809-56E4-40FF-FC1575633DDC}" dt="2025-06-01T15:37:54.192" v="1535" actId="20577"/>
        <pc:sldMkLst>
          <pc:docMk/>
          <pc:sldMk cId="1058729434" sldId="511"/>
        </pc:sldMkLst>
        <pc:spChg chg="mod">
          <ac:chgData name="Nicholas Pierce" userId="S::npierce@comptia.global::ee89543b-d064-42d7-b9d5-60e771afdcba" providerId="AD" clId="Web-{6AEDC000-C809-56E4-40FF-FC1575633DDC}" dt="2025-06-01T15:37:54.192" v="1535" actId="20577"/>
          <ac:spMkLst>
            <pc:docMk/>
            <pc:sldMk cId="1058729434" sldId="511"/>
            <ac:spMk id="3" creationId="{01127AB5-80A4-290D-3FCD-5750088BFD93}"/>
          </ac:spMkLst>
        </pc:spChg>
      </pc:sldChg>
      <pc:sldChg chg="modSp">
        <pc:chgData name="Nicholas Pierce" userId="S::npierce@comptia.global::ee89543b-d064-42d7-b9d5-60e771afdcba" providerId="AD" clId="Web-{6AEDC000-C809-56E4-40FF-FC1575633DDC}" dt="2025-06-01T15:40:22.010" v="1644" actId="20577"/>
        <pc:sldMkLst>
          <pc:docMk/>
          <pc:sldMk cId="2670713117" sldId="512"/>
        </pc:sldMkLst>
        <pc:spChg chg="mod">
          <ac:chgData name="Nicholas Pierce" userId="S::npierce@comptia.global::ee89543b-d064-42d7-b9d5-60e771afdcba" providerId="AD" clId="Web-{6AEDC000-C809-56E4-40FF-FC1575633DDC}" dt="2025-06-01T15:40:22.010" v="1644" actId="20577"/>
          <ac:spMkLst>
            <pc:docMk/>
            <pc:sldMk cId="2670713117" sldId="512"/>
            <ac:spMk id="3" creationId="{79F36A54-15C3-2CBB-1A2C-24EA11A2F12E}"/>
          </ac:spMkLst>
        </pc:spChg>
      </pc:sldChg>
      <pc:sldChg chg="modSp modNotes">
        <pc:chgData name="Nicholas Pierce" userId="S::npierce@comptia.global::ee89543b-d064-42d7-b9d5-60e771afdcba" providerId="AD" clId="Web-{6AEDC000-C809-56E4-40FF-FC1575633DDC}" dt="2025-06-01T15:45:53.333" v="1739"/>
        <pc:sldMkLst>
          <pc:docMk/>
          <pc:sldMk cId="1569511124" sldId="513"/>
        </pc:sldMkLst>
        <pc:spChg chg="mod">
          <ac:chgData name="Nicholas Pierce" userId="S::npierce@comptia.global::ee89543b-d064-42d7-b9d5-60e771afdcba" providerId="AD" clId="Web-{6AEDC000-C809-56E4-40FF-FC1575633DDC}" dt="2025-06-01T15:41:31.699" v="1706" actId="20577"/>
          <ac:spMkLst>
            <pc:docMk/>
            <pc:sldMk cId="1569511124" sldId="513"/>
            <ac:spMk id="3" creationId="{6463B3FB-DB42-4C05-D6FD-9987210B7ED6}"/>
          </ac:spMkLst>
        </pc:spChg>
      </pc:sldChg>
      <pc:sldChg chg="modSp modNotes">
        <pc:chgData name="Nicholas Pierce" userId="S::npierce@comptia.global::ee89543b-d064-42d7-b9d5-60e771afdcba" providerId="AD" clId="Web-{6AEDC000-C809-56E4-40FF-FC1575633DDC}" dt="2025-06-01T16:08:57.959" v="2017"/>
        <pc:sldMkLst>
          <pc:docMk/>
          <pc:sldMk cId="73830405" sldId="514"/>
        </pc:sldMkLst>
        <pc:spChg chg="mod">
          <ac:chgData name="Nicholas Pierce" userId="S::npierce@comptia.global::ee89543b-d064-42d7-b9d5-60e771afdcba" providerId="AD" clId="Web-{6AEDC000-C809-56E4-40FF-FC1575633DDC}" dt="2025-06-01T16:05:34.796" v="1801" actId="20577"/>
          <ac:spMkLst>
            <pc:docMk/>
            <pc:sldMk cId="73830405" sldId="514"/>
            <ac:spMk id="3" creationId="{94978109-880D-2844-ADF7-520DD7ED9EA7}"/>
          </ac:spMkLst>
        </pc:spChg>
      </pc:sldChg>
      <pc:sldChg chg="modSp modNotes">
        <pc:chgData name="Nicholas Pierce" userId="S::npierce@comptia.global::ee89543b-d064-42d7-b9d5-60e771afdcba" providerId="AD" clId="Web-{6AEDC000-C809-56E4-40FF-FC1575633DDC}" dt="2025-06-01T16:09:17.756" v="2048"/>
        <pc:sldMkLst>
          <pc:docMk/>
          <pc:sldMk cId="4233023592" sldId="515"/>
        </pc:sldMkLst>
        <pc:spChg chg="mod">
          <ac:chgData name="Nicholas Pierce" userId="S::npierce@comptia.global::ee89543b-d064-42d7-b9d5-60e771afdcba" providerId="AD" clId="Web-{6AEDC000-C809-56E4-40FF-FC1575633DDC}" dt="2025-06-01T16:08:35.630" v="2015" actId="20577"/>
          <ac:spMkLst>
            <pc:docMk/>
            <pc:sldMk cId="4233023592" sldId="515"/>
            <ac:spMk id="3" creationId="{FE194781-39B8-9B4D-C9FB-E84155FBC1A8}"/>
          </ac:spMkLst>
        </pc:spChg>
      </pc:sldChg>
      <pc:sldChg chg="modSp modNotes">
        <pc:chgData name="Nicholas Pierce" userId="S::npierce@comptia.global::ee89543b-d064-42d7-b9d5-60e771afdcba" providerId="AD" clId="Web-{6AEDC000-C809-56E4-40FF-FC1575633DDC}" dt="2025-06-01T16:10:57.447" v="2095"/>
        <pc:sldMkLst>
          <pc:docMk/>
          <pc:sldMk cId="2324425349" sldId="516"/>
        </pc:sldMkLst>
        <pc:spChg chg="mod">
          <ac:chgData name="Nicholas Pierce" userId="S::npierce@comptia.global::ee89543b-d064-42d7-b9d5-60e771afdcba" providerId="AD" clId="Web-{6AEDC000-C809-56E4-40FF-FC1575633DDC}" dt="2025-06-01T16:10:50.619" v="2094" actId="20577"/>
          <ac:spMkLst>
            <pc:docMk/>
            <pc:sldMk cId="2324425349" sldId="516"/>
            <ac:spMk id="3" creationId="{522EA45A-2AEB-C0E4-89AF-7FD3E8D944BC}"/>
          </ac:spMkLst>
        </pc:spChg>
      </pc:sldChg>
      <pc:sldChg chg="modSp modNotes">
        <pc:chgData name="Nicholas Pierce" userId="S::npierce@comptia.global::ee89543b-d064-42d7-b9d5-60e771afdcba" providerId="AD" clId="Web-{6AEDC000-C809-56E4-40FF-FC1575633DDC}" dt="2025-06-01T16:51:39.378" v="2334" actId="20577"/>
        <pc:sldMkLst>
          <pc:docMk/>
          <pc:sldMk cId="724053361" sldId="518"/>
        </pc:sldMkLst>
        <pc:spChg chg="mod">
          <ac:chgData name="Nicholas Pierce" userId="S::npierce@comptia.global::ee89543b-d064-42d7-b9d5-60e771afdcba" providerId="AD" clId="Web-{6AEDC000-C809-56E4-40FF-FC1575633DDC}" dt="2025-06-01T16:51:39.378" v="2334" actId="20577"/>
          <ac:spMkLst>
            <pc:docMk/>
            <pc:sldMk cId="724053361" sldId="518"/>
            <ac:spMk id="3" creationId="{55646C5D-CADE-4350-7CD5-5D42F7D55832}"/>
          </ac:spMkLst>
        </pc:spChg>
      </pc:sldChg>
      <pc:sldChg chg="modSp modNotes">
        <pc:chgData name="Nicholas Pierce" userId="S::npierce@comptia.global::ee89543b-d064-42d7-b9d5-60e771afdcba" providerId="AD" clId="Web-{6AEDC000-C809-56E4-40FF-FC1575633DDC}" dt="2025-06-01T17:00:27.456" v="2664"/>
        <pc:sldMkLst>
          <pc:docMk/>
          <pc:sldMk cId="2801981132" sldId="520"/>
        </pc:sldMkLst>
        <pc:spChg chg="mod">
          <ac:chgData name="Nicholas Pierce" userId="S::npierce@comptia.global::ee89543b-d064-42d7-b9d5-60e771afdcba" providerId="AD" clId="Web-{6AEDC000-C809-56E4-40FF-FC1575633DDC}" dt="2025-06-01T16:59:56.533" v="2638" actId="20577"/>
          <ac:spMkLst>
            <pc:docMk/>
            <pc:sldMk cId="2801981132" sldId="520"/>
            <ac:spMk id="3" creationId="{0BAF53C2-3F82-86CA-259F-CC8C18509261}"/>
          </ac:spMkLst>
        </pc:spChg>
      </pc:sldChg>
      <pc:sldChg chg="modSp modNotes">
        <pc:chgData name="Nicholas Pierce" userId="S::npierce@comptia.global::ee89543b-d064-42d7-b9d5-60e771afdcba" providerId="AD" clId="Web-{6AEDC000-C809-56E4-40FF-FC1575633DDC}" dt="2025-06-01T17:03:35.149" v="2774"/>
        <pc:sldMkLst>
          <pc:docMk/>
          <pc:sldMk cId="2421722123" sldId="521"/>
        </pc:sldMkLst>
        <pc:spChg chg="mod">
          <ac:chgData name="Nicholas Pierce" userId="S::npierce@comptia.global::ee89543b-d064-42d7-b9d5-60e771afdcba" providerId="AD" clId="Web-{6AEDC000-C809-56E4-40FF-FC1575633DDC}" dt="2025-06-01T17:01:44.442" v="2712" actId="20577"/>
          <ac:spMkLst>
            <pc:docMk/>
            <pc:sldMk cId="2421722123" sldId="521"/>
            <ac:spMk id="3" creationId="{BE68B963-230B-10CD-81E4-A69C422F25F1}"/>
          </ac:spMkLst>
        </pc:spChg>
      </pc:sldChg>
      <pc:sldChg chg="modSp modNotes">
        <pc:chgData name="Nicholas Pierce" userId="S::npierce@comptia.global::ee89543b-d064-42d7-b9d5-60e771afdcba" providerId="AD" clId="Web-{6AEDC000-C809-56E4-40FF-FC1575633DDC}" dt="2025-06-01T17:06:50.139" v="2939"/>
        <pc:sldMkLst>
          <pc:docMk/>
          <pc:sldMk cId="4153440808" sldId="523"/>
        </pc:sldMkLst>
        <pc:spChg chg="mod">
          <ac:chgData name="Nicholas Pierce" userId="S::npierce@comptia.global::ee89543b-d064-42d7-b9d5-60e771afdcba" providerId="AD" clId="Web-{6AEDC000-C809-56E4-40FF-FC1575633DDC}" dt="2025-06-01T17:06:43.029" v="2938" actId="20577"/>
          <ac:spMkLst>
            <pc:docMk/>
            <pc:sldMk cId="4153440808" sldId="523"/>
            <ac:spMk id="3" creationId="{B22E6ADF-74DC-C482-A95B-6E3C765CD118}"/>
          </ac:spMkLst>
        </pc:spChg>
      </pc:sldChg>
      <pc:sldChg chg="modSp modNotes">
        <pc:chgData name="Nicholas Pierce" userId="S::npierce@comptia.global::ee89543b-d064-42d7-b9d5-60e771afdcba" providerId="AD" clId="Web-{6AEDC000-C809-56E4-40FF-FC1575633DDC}" dt="2025-06-01T17:08:18.766" v="3028"/>
        <pc:sldMkLst>
          <pc:docMk/>
          <pc:sldMk cId="2807632039" sldId="525"/>
        </pc:sldMkLst>
        <pc:spChg chg="mod">
          <ac:chgData name="Nicholas Pierce" userId="S::npierce@comptia.global::ee89543b-d064-42d7-b9d5-60e771afdcba" providerId="AD" clId="Web-{6AEDC000-C809-56E4-40FF-FC1575633DDC}" dt="2025-06-01T17:07:30.296" v="2986" actId="20577"/>
          <ac:spMkLst>
            <pc:docMk/>
            <pc:sldMk cId="2807632039" sldId="525"/>
            <ac:spMk id="3" creationId="{91C9DD17-2836-4708-7F89-785924B66C1A}"/>
          </ac:spMkLst>
        </pc:spChg>
      </pc:sldChg>
    </pc:docChg>
  </pc:docChgLst>
  <pc:docChgLst>
    <pc:chgData name="Danielle Andries" userId="93d179e4-3c18-40f7-920e-ae80b202540d" providerId="ADAL" clId="{E9C614E3-A1EE-4D1E-84D8-8FC9F0171C92}"/>
    <pc:docChg chg="undo custSel addSld delSld modSld sldOrd">
      <pc:chgData name="Danielle Andries" userId="93d179e4-3c18-40f7-920e-ae80b202540d" providerId="ADAL" clId="{E9C614E3-A1EE-4D1E-84D8-8FC9F0171C92}" dt="2022-05-03T20:11:34.298" v="394" actId="20577"/>
      <pc:docMkLst>
        <pc:docMk/>
      </pc:docMkLst>
      <pc:sldChg chg="new del">
        <pc:chgData name="Danielle Andries" userId="93d179e4-3c18-40f7-920e-ae80b202540d" providerId="ADAL" clId="{E9C614E3-A1EE-4D1E-84D8-8FC9F0171C92}" dt="2022-05-03T19:49:33.597" v="3" actId="2696"/>
        <pc:sldMkLst>
          <pc:docMk/>
          <pc:sldMk cId="3809199461" sldId="256"/>
        </pc:sldMkLst>
      </pc:sldChg>
      <pc:sldChg chg="new">
        <pc:chgData name="Danielle Andries" userId="93d179e4-3c18-40f7-920e-ae80b202540d" providerId="ADAL" clId="{E9C614E3-A1EE-4D1E-84D8-8FC9F0171C92}" dt="2022-05-03T19:42:20.472" v="1" actId="680"/>
        <pc:sldMkLst>
          <pc:docMk/>
          <pc:sldMk cId="3995608643" sldId="257"/>
        </pc:sldMkLst>
      </pc:sldChg>
      <pc:sldChg chg="new">
        <pc:chgData name="Danielle Andries" userId="93d179e4-3c18-40f7-920e-ae80b202540d" providerId="ADAL" clId="{E9C614E3-A1EE-4D1E-84D8-8FC9F0171C92}" dt="2022-05-03T19:42:25.033" v="2" actId="680"/>
        <pc:sldMkLst>
          <pc:docMk/>
          <pc:sldMk cId="2170154808" sldId="258"/>
        </pc:sldMkLst>
      </pc:sldChg>
      <pc:sldChg chg="addSp modSp new mod">
        <pc:chgData name="Danielle Andries" userId="93d179e4-3c18-40f7-920e-ae80b202540d" providerId="ADAL" clId="{E9C614E3-A1EE-4D1E-84D8-8FC9F0171C92}" dt="2022-05-03T19:51:04.298" v="60" actId="1076"/>
        <pc:sldMkLst>
          <pc:docMk/>
          <pc:sldMk cId="3549381897" sldId="259"/>
        </pc:sldMkLst>
      </pc:sldChg>
      <pc:sldChg chg="addSp delSp modSp new mod">
        <pc:chgData name="Danielle Andries" userId="93d179e4-3c18-40f7-920e-ae80b202540d" providerId="ADAL" clId="{E9C614E3-A1EE-4D1E-84D8-8FC9F0171C92}" dt="2022-05-03T20:04:27.208" v="141" actId="20577"/>
        <pc:sldMkLst>
          <pc:docMk/>
          <pc:sldMk cId="1702716025" sldId="260"/>
        </pc:sldMkLst>
      </pc:sldChg>
      <pc:sldChg chg="addSp modSp new mod">
        <pc:chgData name="Danielle Andries" userId="93d179e4-3c18-40f7-920e-ae80b202540d" providerId="ADAL" clId="{E9C614E3-A1EE-4D1E-84D8-8FC9F0171C92}" dt="2022-05-03T20:06:51.826" v="152" actId="14100"/>
        <pc:sldMkLst>
          <pc:docMk/>
          <pc:sldMk cId="1821724871" sldId="261"/>
        </pc:sldMkLst>
      </pc:sldChg>
      <pc:sldChg chg="addSp delSp modSp new mod">
        <pc:chgData name="Danielle Andries" userId="93d179e4-3c18-40f7-920e-ae80b202540d" providerId="ADAL" clId="{E9C614E3-A1EE-4D1E-84D8-8FC9F0171C92}" dt="2022-05-03T20:09:02.426" v="205"/>
        <pc:sldMkLst>
          <pc:docMk/>
          <pc:sldMk cId="2298346470" sldId="262"/>
        </pc:sldMkLst>
      </pc:sldChg>
      <pc:sldChg chg="modSp add del mod ord">
        <pc:chgData name="Danielle Andries" userId="93d179e4-3c18-40f7-920e-ae80b202540d" providerId="ADAL" clId="{E9C614E3-A1EE-4D1E-84D8-8FC9F0171C92}" dt="2022-05-03T20:09:58.168" v="258" actId="2696"/>
        <pc:sldMkLst>
          <pc:docMk/>
          <pc:sldMk cId="695845461" sldId="263"/>
        </pc:sldMkLst>
      </pc:sldChg>
      <pc:sldChg chg="modSp new mod modNotesTx">
        <pc:chgData name="Danielle Andries" userId="93d179e4-3c18-40f7-920e-ae80b202540d" providerId="ADAL" clId="{E9C614E3-A1EE-4D1E-84D8-8FC9F0171C92}" dt="2022-05-03T20:11:19.569" v="371"/>
        <pc:sldMkLst>
          <pc:docMk/>
          <pc:sldMk cId="2631819795" sldId="263"/>
        </pc:sldMkLst>
      </pc:sldChg>
      <pc:sldChg chg="modSp new mod">
        <pc:chgData name="Danielle Andries" userId="93d179e4-3c18-40f7-920e-ae80b202540d" providerId="ADAL" clId="{E9C614E3-A1EE-4D1E-84D8-8FC9F0171C92}" dt="2022-05-03T20:11:34.298" v="394" actId="20577"/>
        <pc:sldMkLst>
          <pc:docMk/>
          <pc:sldMk cId="3051765853" sldId="264"/>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tags" Target="../tags/tag28.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custDataLst>
      <p:tags r:id="rId2"/>
    </p:custDataLst>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4.1 Given a scenario, implement best practices associated with documentation and support systems information management.</a:t>
            </a:r>
          </a:p>
          <a:p>
            <a:pPr marL="171450" indent="-171450" algn="l">
              <a:buFont typeface="Arial" panose="020B0604020202020204" pitchFamily="34" charset="0"/>
              <a:buChar char="•"/>
            </a:pPr>
            <a:r>
              <a:rPr lang="en-US" b="0" i="0" dirty="0">
                <a:solidFill>
                  <a:srgbClr val="191D1F"/>
                </a:solidFill>
                <a:effectLst/>
                <a:latin typeface="+mn-lt"/>
              </a:rPr>
              <a:t>4.6 Explain the importance of prohibited content/activity and privacy, licensing, and policy concepts.(Acceptable Use Policy)</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is an SOP and how is it different from a policy?</a:t>
            </a:r>
          </a:p>
          <a:p>
            <a:pPr marL="171450" indent="-171450" algn="l">
              <a:buFont typeface="Arial" panose="020B0604020202020204" pitchFamily="34" charset="0"/>
              <a:buChar char="•"/>
            </a:pPr>
            <a:r>
              <a:rPr lang="en-US" b="0" i="0" dirty="0">
                <a:solidFill>
                  <a:srgbClr val="191D1F"/>
                </a:solidFill>
                <a:effectLst/>
                <a:latin typeface="+mn-lt"/>
              </a:rPr>
              <a:t>How do ticketing systems assist in documentation of issues?</a:t>
            </a:r>
          </a:p>
          <a:p>
            <a:pPr marL="171450" indent="-171450" algn="l">
              <a:buFont typeface="Arial" panose="020B0604020202020204" pitchFamily="34" charset="0"/>
              <a:buChar char="•"/>
            </a:pPr>
            <a:r>
              <a:rPr lang="en-US" b="0" i="0" dirty="0">
                <a:solidFill>
                  <a:srgbClr val="191D1F"/>
                </a:solidFill>
                <a:effectLst/>
                <a:latin typeface="+mn-lt"/>
              </a:rPr>
              <a:t>How are support tickets prioritized?</a:t>
            </a:r>
          </a:p>
          <a:p>
            <a:pPr marL="171450" indent="-171450" algn="l">
              <a:buFont typeface="Arial" panose="020B0604020202020204" pitchFamily="34" charset="0"/>
              <a:buChar char="•"/>
            </a:pPr>
            <a:r>
              <a:rPr lang="en-US" b="0" i="0" dirty="0">
                <a:solidFill>
                  <a:srgbClr val="191D1F"/>
                </a:solidFill>
                <a:effectLst/>
                <a:latin typeface="+mn-lt"/>
              </a:rPr>
              <a:t>What are the characteristics of good documentation?</a:t>
            </a:r>
            <a:endParaRPr lang="en-US" dirty="0">
              <a:latin typeface="+mn-lt"/>
            </a:endParaRP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dirty="0"/>
          </a:p>
        </p:txBody>
      </p:sp>
    </p:spTree>
    <p:extLst>
      <p:ext uri="{BB962C8B-B14F-4D97-AF65-F5344CB8AC3E}">
        <p14:creationId xmlns:p14="http://schemas.microsoft.com/office/powerpoint/2010/main" val="115675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0849-F706-3FAE-D2BD-9C2EE7B48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7A530-14CE-A32F-53C1-B8DABDC80B1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8AB86FD-1C91-71EB-2502-10BEA4D448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Consider showing the video 11.5.2 Documentation Policies and Procedures in the</a:t>
            </a:r>
            <a:r>
              <a:rPr lang="en-US" baseline="0" dirty="0"/>
              <a:t> additional resources for this module. </a:t>
            </a:r>
            <a:endParaRPr lang="en-US" dirty="0"/>
          </a:p>
        </p:txBody>
      </p:sp>
      <p:sp>
        <p:nvSpPr>
          <p:cNvPr id="4" name="Slide Number Placeholder 3">
            <a:extLst>
              <a:ext uri="{FF2B5EF4-FFF2-40B4-BE49-F238E27FC236}">
                <a16:creationId xmlns:a16="http://schemas.microsoft.com/office/drawing/2014/main" id="{8184AB86-ACF4-2C6A-3BC4-EE2F01C0729B}"/>
              </a:ext>
            </a:extLst>
          </p:cNvPr>
          <p:cNvSpPr>
            <a:spLocks noGrp="1"/>
          </p:cNvSpPr>
          <p:nvPr>
            <p:ph type="sldNum" sz="quarter" idx="5"/>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17803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B4531-807F-F0D3-1AC3-6F410360C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9B92F-83FF-43F3-F461-B7206502FC2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D146D52-9E09-2923-DC11-CC590D31B734}"/>
              </a:ext>
            </a:extLst>
          </p:cNvPr>
          <p:cNvSpPr>
            <a:spLocks noGrp="1"/>
          </p:cNvSpPr>
          <p:nvPr>
            <p:ph type="body" idx="1"/>
          </p:nvPr>
        </p:nvSpPr>
        <p:spPr/>
        <p:txBody>
          <a:bodyPr/>
          <a:lstStyle/>
          <a:p>
            <a:pPr>
              <a:defRPr/>
            </a:pPr>
            <a:r>
              <a:rPr lang="en-US" dirty="0"/>
              <a:t>Learners should understand the rule of nines is used for downtime calculations but also for data loss calculations for disasters and incidents.</a:t>
            </a:r>
            <a:endParaRPr lang="en-US" dirty="0">
              <a:ea typeface="Calibri"/>
              <a:cs typeface="Calibri"/>
            </a:endParaRPr>
          </a:p>
        </p:txBody>
      </p:sp>
      <p:sp>
        <p:nvSpPr>
          <p:cNvPr id="4" name="Slide Number Placeholder 3">
            <a:extLst>
              <a:ext uri="{FF2B5EF4-FFF2-40B4-BE49-F238E27FC236}">
                <a16:creationId xmlns:a16="http://schemas.microsoft.com/office/drawing/2014/main" id="{CCE67785-D33B-EEB9-6C7D-796BE3BFC393}"/>
              </a:ext>
            </a:extLst>
          </p:cNvPr>
          <p:cNvSpPr>
            <a:spLocks noGrp="1"/>
          </p:cNvSpPr>
          <p:nvPr>
            <p:ph type="sldNum" sz="quarter" idx="5"/>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830846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A0E7C-45DB-B7CB-1C69-69DA22AB7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FC186-E77F-6BF6-F862-F0DD8402736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862A874-946E-AF72-48EF-B9622F7EB69B}"/>
              </a:ext>
            </a:extLst>
          </p:cNvPr>
          <p:cNvSpPr>
            <a:spLocks noGrp="1"/>
          </p:cNvSpPr>
          <p:nvPr>
            <p:ph type="body" idx="1"/>
          </p:nvPr>
        </p:nvSpPr>
        <p:spPr/>
        <p:txBody>
          <a:bodyPr/>
          <a:lstStyle/>
          <a:p>
            <a:pPr>
              <a:defRPr/>
            </a:pPr>
            <a:r>
              <a:rPr lang="en-US" dirty="0">
                <a:ea typeface="Calibri"/>
                <a:cs typeface="Calibri"/>
              </a:rPr>
              <a:t>Remind learners to expect the organization they work for to have a ticketing system in place. </a:t>
            </a:r>
          </a:p>
        </p:txBody>
      </p:sp>
      <p:sp>
        <p:nvSpPr>
          <p:cNvPr id="4" name="Slide Number Placeholder 3">
            <a:extLst>
              <a:ext uri="{FF2B5EF4-FFF2-40B4-BE49-F238E27FC236}">
                <a16:creationId xmlns:a16="http://schemas.microsoft.com/office/drawing/2014/main" id="{08A62C0A-4F45-9128-D3B8-7DDF4A353353}"/>
              </a:ext>
            </a:extLst>
          </p:cNvPr>
          <p:cNvSpPr>
            <a:spLocks noGrp="1"/>
          </p:cNvSpPr>
          <p:nvPr>
            <p:ph type="sldNum" sz="quarter" idx="5"/>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174065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Defining help-desk categories in the osTicket ticketing system. Remind learners</a:t>
            </a:r>
            <a:r>
              <a:rPr lang="en-US" baseline="0" dirty="0"/>
              <a:t> that t</a:t>
            </a:r>
            <a:r>
              <a:rPr lang="en-US" dirty="0"/>
              <a:t>he layout</a:t>
            </a:r>
            <a:r>
              <a:rPr lang="en-US" baseline="0" dirty="0"/>
              <a:t> and appearance of different interfaces can vary. </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1164386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7F954-3C7A-7645-0899-63AF4F2CBE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0D4E0-A0F9-BA31-7BF0-0B7BA4F306A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E6EE349-5743-54E3-F23D-9ADD9900AAF6}"/>
              </a:ext>
            </a:extLst>
          </p:cNvPr>
          <p:cNvSpPr>
            <a:spLocks noGrp="1"/>
          </p:cNvSpPr>
          <p:nvPr>
            <p:ph type="body" idx="1"/>
          </p:nvPr>
        </p:nvSpPr>
        <p:spPr/>
        <p:txBody>
          <a:bodyPr/>
          <a:lstStyle/>
          <a:p>
            <a:pPr>
              <a:defRPr/>
            </a:pPr>
            <a:r>
              <a:rPr lang="en-US" dirty="0"/>
              <a:t>Remind learners that while each organization chooses how to categorize and prioritize issues, it is a general best practice to list them in writing. Qualitative and quantitative analysis processes aid in the decision-making process. NIST provides frameworks and best practices for management of cybersecurity incidents.</a:t>
            </a:r>
          </a:p>
        </p:txBody>
      </p:sp>
      <p:sp>
        <p:nvSpPr>
          <p:cNvPr id="4" name="Slide Number Placeholder 3">
            <a:extLst>
              <a:ext uri="{FF2B5EF4-FFF2-40B4-BE49-F238E27FC236}">
                <a16:creationId xmlns:a16="http://schemas.microsoft.com/office/drawing/2014/main" id="{60151B0E-11EE-D412-F7E0-64E7923D0D02}"/>
              </a:ext>
            </a:extLst>
          </p:cNvPr>
          <p:cNvSpPr>
            <a:spLocks noGrp="1"/>
          </p:cNvSpPr>
          <p:nvPr>
            <p:ph type="sldNum" sz="quarter" idx="5"/>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1007745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C7045-1E05-67D8-8716-FC1F999780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59998-1479-DD29-574F-E8C72D56AAA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0C4DD7D-9A52-E0D7-183F-E196301AED0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Have learners</a:t>
            </a:r>
            <a:r>
              <a:rPr lang="en-US" baseline="0" dirty="0">
                <a:ea typeface="Calibri"/>
                <a:cs typeface="Calibri"/>
              </a:rPr>
              <a:t> try the Escalation Levels interactive activity individually or in groups. </a:t>
            </a:r>
            <a:endParaRPr lang="en-US" dirty="0">
              <a:ea typeface="Calibri"/>
              <a:cs typeface="Calibri"/>
            </a:endParaRPr>
          </a:p>
        </p:txBody>
      </p:sp>
      <p:sp>
        <p:nvSpPr>
          <p:cNvPr id="4" name="Slide Number Placeholder 3">
            <a:extLst>
              <a:ext uri="{FF2B5EF4-FFF2-40B4-BE49-F238E27FC236}">
                <a16:creationId xmlns:a16="http://schemas.microsoft.com/office/drawing/2014/main" id="{DBEEAB6A-56E6-2535-A3D6-7C8261E98BC0}"/>
              </a:ext>
            </a:extLst>
          </p:cNvPr>
          <p:cNvSpPr>
            <a:spLocks noGrp="1"/>
          </p:cNvSpPr>
          <p:nvPr>
            <p:ph type="sldNum" sz="quarter" idx="5"/>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1793118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648A-EF63-6F69-D082-163053840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DF496C-7F35-E6F9-BAD9-3910E9EE83B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A7036A5-FD4F-2B5C-8D5F-BE02D47D4A5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684C305F-0694-8D58-36CE-D5E4E3C37E8F}"/>
              </a:ext>
            </a:extLst>
          </p:cNvPr>
          <p:cNvSpPr>
            <a:spLocks noGrp="1"/>
          </p:cNvSpPr>
          <p:nvPr>
            <p:ph type="sldNum" sz="quarter" idx="5"/>
          </p:nvPr>
        </p:nvSpPr>
        <p:spPr/>
        <p:txBody>
          <a:bodyPr/>
          <a:lstStyle/>
          <a:p>
            <a:fld id="{B7CF8A19-3A9E-4ABC-B336-2FDDE321C72D}" type="slidenum">
              <a:rPr lang="en-US" smtClean="0"/>
              <a:pPr/>
              <a:t>11</a:t>
            </a:fld>
            <a:endParaRPr lang="en-US" dirty="0"/>
          </a:p>
        </p:txBody>
      </p:sp>
    </p:spTree>
    <p:extLst>
      <p:ext uri="{BB962C8B-B14F-4D97-AF65-F5344CB8AC3E}">
        <p14:creationId xmlns:p14="http://schemas.microsoft.com/office/powerpoint/2010/main" val="2596399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EB178-ACBE-71E3-ABF4-BEA38D5239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928D4-6AB3-8E27-D553-9C67412592A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A3A4C68-A2FC-B74A-75A4-E133E801A5D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60C096F2-B079-6C54-7FA9-7815D13068E3}"/>
              </a:ext>
            </a:extLst>
          </p:cNvPr>
          <p:cNvSpPr>
            <a:spLocks noGrp="1"/>
          </p:cNvSpPr>
          <p:nvPr>
            <p:ph type="sldNum" sz="quarter" idx="5"/>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3709670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F7D6A-294B-0271-8B64-D06E1FC220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029DDB-0109-2A36-0B8C-169FE1C8F5E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ADB2196-DF97-3219-0B50-C3710ADAD07E}"/>
              </a:ext>
            </a:extLst>
          </p:cNvPr>
          <p:cNvSpPr>
            <a:spLocks noGrp="1"/>
          </p:cNvSpPr>
          <p:nvPr>
            <p:ph type="body" idx="1"/>
          </p:nvPr>
        </p:nvSpPr>
        <p:spPr/>
        <p:txBody>
          <a:bodyPr/>
          <a:lstStyle/>
          <a:p>
            <a:pPr>
              <a:defRPr/>
            </a:pPr>
            <a:r>
              <a:rPr lang="en-US" dirty="0">
                <a:ea typeface="Calibri"/>
                <a:cs typeface="Calibri"/>
              </a:rPr>
              <a:t>Provide a quick update but include enough detail to ensure the resolution process is well-documented. This can assist in the development of SOPs and FAQs in the future.</a:t>
            </a:r>
          </a:p>
        </p:txBody>
      </p:sp>
      <p:sp>
        <p:nvSpPr>
          <p:cNvPr id="4" name="Slide Number Placeholder 3">
            <a:extLst>
              <a:ext uri="{FF2B5EF4-FFF2-40B4-BE49-F238E27FC236}">
                <a16:creationId xmlns:a16="http://schemas.microsoft.com/office/drawing/2014/main" id="{1CF184B5-D717-CFB8-6CA4-9C1D47A40705}"/>
              </a:ext>
            </a:extLst>
          </p:cNvPr>
          <p:cNvSpPr>
            <a:spLocks noGrp="1"/>
          </p:cNvSpPr>
          <p:nvPr>
            <p:ph type="sldNum" sz="quarter" idx="5"/>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28971690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73439-18CA-2ED0-66E6-95C1E17F83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478EF7-6D65-9883-1BCF-39819405248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0926DF7-D8BC-691D-EA82-E0301EE34B1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Consider showing learners the video Knowledge Base Articles to reinforce these concepts.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8167ADF0-0D8A-43C2-95D5-BB16D9BE066B}"/>
              </a:ext>
            </a:extLst>
          </p:cNvPr>
          <p:cNvSpPr>
            <a:spLocks noGrp="1"/>
          </p:cNvSpPr>
          <p:nvPr>
            <p:ph type="sldNum" sz="quarter" idx="5"/>
          </p:nvPr>
        </p:nvSpPr>
        <p:spPr/>
        <p:txBody>
          <a:bodyPr/>
          <a:lstStyle/>
          <a:p>
            <a:fld id="{B7CF8A19-3A9E-4ABC-B336-2FDDE321C72D}" type="slidenum">
              <a:rPr lang="en-US" smtClean="0"/>
              <a:pPr/>
              <a:t>14</a:t>
            </a:fld>
            <a:endParaRPr lang="en-US" dirty="0"/>
          </a:p>
        </p:txBody>
      </p:sp>
    </p:spTree>
    <p:extLst>
      <p:ext uri="{BB962C8B-B14F-4D97-AF65-F5344CB8AC3E}">
        <p14:creationId xmlns:p14="http://schemas.microsoft.com/office/powerpoint/2010/main" val="34290749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E1DD8-1438-DFDB-7859-CC2A04D50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2B830-7059-069E-294D-1BEA17A3374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EB9C0AA-E162-732E-5A2F-A0C90D0C2E4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43BC24D0-5D69-E12F-A428-4B0D177B4A62}"/>
              </a:ext>
            </a:extLst>
          </p:cNvPr>
          <p:cNvSpPr>
            <a:spLocks noGrp="1"/>
          </p:cNvSpPr>
          <p:nvPr>
            <p:ph type="sldNum" sz="quarter" idx="5"/>
          </p:nvPr>
        </p:nvSpPr>
        <p:spPr/>
        <p:txBody>
          <a:bodyPr/>
          <a:lstStyle/>
          <a:p>
            <a:fld id="{B7CF8A19-3A9E-4ABC-B336-2FDDE321C72D}" type="slidenum">
              <a:rPr lang="en-US" smtClean="0"/>
              <a:pPr/>
              <a:t>15</a:t>
            </a:fld>
            <a:endParaRPr lang="en-US" dirty="0"/>
          </a:p>
        </p:txBody>
      </p:sp>
    </p:spTree>
    <p:extLst>
      <p:ext uri="{BB962C8B-B14F-4D97-AF65-F5344CB8AC3E}">
        <p14:creationId xmlns:p14="http://schemas.microsoft.com/office/powerpoint/2010/main" val="791185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8628270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D919F-A6D9-4169-751F-6F247476B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88F3F-5702-FFBA-C741-CDA5258AA5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ADF51A8-3EA7-8623-5DEA-A064FFB0DA45}"/>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4.7 Given a scenario, use proper communication techniques and professionalism.</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are the characteristics of professional communication?</a:t>
            </a:r>
          </a:p>
          <a:p>
            <a:pPr marL="171450" indent="-171450" algn="l">
              <a:buFont typeface="Arial" panose="020B0604020202020204" pitchFamily="34" charset="0"/>
              <a:buChar char="•"/>
            </a:pPr>
            <a:r>
              <a:rPr lang="en-US" b="0" i="0" dirty="0">
                <a:solidFill>
                  <a:srgbClr val="191D1F"/>
                </a:solidFill>
                <a:effectLst/>
                <a:latin typeface="+mn-lt"/>
              </a:rPr>
              <a:t>How does maintaining a positive attitude affect a service call?</a:t>
            </a:r>
          </a:p>
          <a:p>
            <a:pPr marL="171450" indent="-171450" algn="l">
              <a:buFont typeface="Arial" panose="020B0604020202020204" pitchFamily="34" charset="0"/>
              <a:buChar char="•"/>
            </a:pPr>
            <a:r>
              <a:rPr lang="en-US" b="0" i="0" dirty="0">
                <a:solidFill>
                  <a:srgbClr val="191D1F"/>
                </a:solidFill>
                <a:effectLst/>
                <a:latin typeface="+mn-lt"/>
              </a:rPr>
              <a:t>How should you deal with a difficult situation such as an angry client or customer?</a:t>
            </a:r>
          </a:p>
          <a:p>
            <a:endParaRPr lang="en-US" dirty="0"/>
          </a:p>
        </p:txBody>
      </p:sp>
      <p:sp>
        <p:nvSpPr>
          <p:cNvPr id="4" name="Slide Number Placeholder 3">
            <a:extLst>
              <a:ext uri="{FF2B5EF4-FFF2-40B4-BE49-F238E27FC236}">
                <a16:creationId xmlns:a16="http://schemas.microsoft.com/office/drawing/2014/main" id="{66760CDF-3BCC-60D7-7E27-A691915A1EDE}"/>
              </a:ext>
            </a:extLst>
          </p:cNvPr>
          <p:cNvSpPr>
            <a:spLocks noGrp="1"/>
          </p:cNvSpPr>
          <p:nvPr>
            <p:ph type="sldNum" sz="quarter" idx="5"/>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2582330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778F6-BCB2-25A1-EE3C-EA29965DAB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9F167-15EE-FD0E-726E-B068C257779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A5488E9-79E4-924C-9C3E-10C23AD5CD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Consider showing learners the video Importance of Effective Communication to reinforce professional support processes concepts.</a:t>
            </a:r>
          </a:p>
        </p:txBody>
      </p:sp>
      <p:sp>
        <p:nvSpPr>
          <p:cNvPr id="4" name="Slide Number Placeholder 3">
            <a:extLst>
              <a:ext uri="{FF2B5EF4-FFF2-40B4-BE49-F238E27FC236}">
                <a16:creationId xmlns:a16="http://schemas.microsoft.com/office/drawing/2014/main" id="{79AC4D7A-CE31-2C44-8545-2CC4E22BCFF7}"/>
              </a:ext>
            </a:extLst>
          </p:cNvPr>
          <p:cNvSpPr>
            <a:spLocks noGrp="1"/>
          </p:cNvSpPr>
          <p:nvPr>
            <p:ph type="sldNum" sz="quarter" idx="5"/>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2058275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454D6-AE0F-F4E3-022D-D76ADA239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C5482-C164-EC9C-7B22-517C3DBFDEE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4F07263-DD65-0767-B20B-3677F3816AE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2F0F6731-1706-F369-3BB6-692E77FFA3C2}"/>
              </a:ext>
            </a:extLst>
          </p:cNvPr>
          <p:cNvSpPr>
            <a:spLocks noGrp="1"/>
          </p:cNvSpPr>
          <p:nvPr>
            <p:ph type="sldNum" sz="quarter" idx="5"/>
          </p:nvPr>
        </p:nvSpPr>
        <p:spPr/>
        <p:txBody>
          <a:bodyPr/>
          <a:lstStyle/>
          <a:p>
            <a:fld id="{B7CF8A19-3A9E-4ABC-B336-2FDDE321C72D}" type="slidenum">
              <a:rPr lang="en-US" smtClean="0"/>
              <a:pPr/>
              <a:t>20</a:t>
            </a:fld>
            <a:endParaRPr lang="en-US" dirty="0"/>
          </a:p>
        </p:txBody>
      </p:sp>
    </p:spTree>
    <p:extLst>
      <p:ext uri="{BB962C8B-B14F-4D97-AF65-F5344CB8AC3E}">
        <p14:creationId xmlns:p14="http://schemas.microsoft.com/office/powerpoint/2010/main" val="516184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E4C69-297B-B215-C87D-1F8B492E4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017E1-976A-7C5B-2C8A-79CD9056BF7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E35EB9D-B364-194C-021D-A418F86D8E8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6358BFF9-0457-421C-A33B-39181A381CFF}"/>
              </a:ext>
            </a:extLst>
          </p:cNvPr>
          <p:cNvSpPr>
            <a:spLocks noGrp="1"/>
          </p:cNvSpPr>
          <p:nvPr>
            <p:ph type="sldNum" sz="quarter" idx="5"/>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24845209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65FE8-0DAA-1AC3-8E67-B4F261FC1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6FC2F-5F52-A03C-EAA4-46BF3AA29C6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4B13FB3-47A9-5307-C212-0A6C3B4E2A5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Listening carefully will help you to get the most information from what a customer tells you. Look for clues to the customer's technical level</a:t>
            </a:r>
            <a:r>
              <a:rPr lang="en-US" baseline="0" dirty="0"/>
              <a:t> of understanding.</a:t>
            </a:r>
            <a:endParaRPr lang="en-US" dirty="0"/>
          </a:p>
        </p:txBody>
      </p:sp>
      <p:sp>
        <p:nvSpPr>
          <p:cNvPr id="4" name="Slide Number Placeholder 3">
            <a:extLst>
              <a:ext uri="{FF2B5EF4-FFF2-40B4-BE49-F238E27FC236}">
                <a16:creationId xmlns:a16="http://schemas.microsoft.com/office/drawing/2014/main" id="{BD398EF6-2137-DFBA-0377-516A84281DAF}"/>
              </a:ext>
            </a:extLst>
          </p:cNvPr>
          <p:cNvSpPr>
            <a:spLocks noGrp="1"/>
          </p:cNvSpPr>
          <p:nvPr>
            <p:ph type="sldNum" sz="quarter" idx="5"/>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5843985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31577-46EC-E76D-5DF4-17A426309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4177C6-9D6A-45D4-A007-0FC5CCD27FE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AA512F5-A617-CA33-7AF1-2034A572EA89}"/>
              </a:ext>
            </a:extLst>
          </p:cNvPr>
          <p:cNvSpPr>
            <a:spLocks noGrp="1"/>
          </p:cNvSpPr>
          <p:nvPr>
            <p:ph type="body" idx="1"/>
          </p:nvPr>
        </p:nvSpPr>
        <p:spPr/>
        <p:txBody>
          <a:bodyPr/>
          <a:lstStyle/>
          <a:p>
            <a:pPr>
              <a:defRPr/>
            </a:pPr>
            <a:r>
              <a:rPr lang="en-US" dirty="0">
                <a:ea typeface="Calibri"/>
                <a:cs typeface="Calibri"/>
              </a:rPr>
              <a:t>Instructors may ask learners to provide examples of each type of question.</a:t>
            </a:r>
          </a:p>
        </p:txBody>
      </p:sp>
      <p:sp>
        <p:nvSpPr>
          <p:cNvPr id="4" name="Slide Number Placeholder 3">
            <a:extLst>
              <a:ext uri="{FF2B5EF4-FFF2-40B4-BE49-F238E27FC236}">
                <a16:creationId xmlns:a16="http://schemas.microsoft.com/office/drawing/2014/main" id="{CA75F1D5-868E-D3C5-2729-26AF7FCA5235}"/>
              </a:ext>
            </a:extLst>
          </p:cNvPr>
          <p:cNvSpPr>
            <a:spLocks noGrp="1"/>
          </p:cNvSpPr>
          <p:nvPr>
            <p:ph type="sldNum" sz="quarter" idx="5"/>
          </p:nvPr>
        </p:nvSpPr>
        <p:spPr/>
        <p:txBody>
          <a:bodyPr/>
          <a:lstStyle/>
          <a:p>
            <a:fld id="{B7CF8A19-3A9E-4ABC-B336-2FDDE321C72D}" type="slidenum">
              <a:rPr lang="en-US" smtClean="0"/>
              <a:pPr/>
              <a:t>23</a:t>
            </a:fld>
            <a:endParaRPr lang="en-US" dirty="0"/>
          </a:p>
        </p:txBody>
      </p:sp>
    </p:spTree>
    <p:extLst>
      <p:ext uri="{BB962C8B-B14F-4D97-AF65-F5344CB8AC3E}">
        <p14:creationId xmlns:p14="http://schemas.microsoft.com/office/powerpoint/2010/main" val="31743427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8BF8C-2633-DF0C-C1BA-454413E019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7002F-CBE7-35E6-78F4-C4B00910FB0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10BFA1-6ACC-DECE-C490-F6AC49E9BDB6}"/>
              </a:ext>
            </a:extLst>
          </p:cNvPr>
          <p:cNvSpPr>
            <a:spLocks noGrp="1"/>
          </p:cNvSpPr>
          <p:nvPr>
            <p:ph type="body" idx="1"/>
          </p:nvPr>
        </p:nvSpPr>
        <p:spPr/>
        <p:txBody>
          <a:bodyPr/>
          <a:lstStyle/>
          <a:p>
            <a:pPr>
              <a:defRPr/>
            </a:pPr>
            <a:endParaRPr lang="en-US" dirty="0"/>
          </a:p>
        </p:txBody>
      </p:sp>
      <p:sp>
        <p:nvSpPr>
          <p:cNvPr id="4" name="Slide Number Placeholder 3">
            <a:extLst>
              <a:ext uri="{FF2B5EF4-FFF2-40B4-BE49-F238E27FC236}">
                <a16:creationId xmlns:a16="http://schemas.microsoft.com/office/drawing/2014/main" id="{81ABF497-475E-2B35-845E-D3F55E2D42A2}"/>
              </a:ext>
            </a:extLst>
          </p:cNvPr>
          <p:cNvSpPr>
            <a:spLocks noGrp="1"/>
          </p:cNvSpPr>
          <p:nvPr>
            <p:ph type="sldNum" sz="quarter" idx="5"/>
          </p:nvPr>
        </p:nvSpPr>
        <p:spPr/>
        <p:txBody>
          <a:bodyPr/>
          <a:lstStyle/>
          <a:p>
            <a:fld id="{B7CF8A19-3A9E-4ABC-B336-2FDDE321C72D}" type="slidenum">
              <a:rPr lang="en-US" smtClean="0"/>
              <a:pPr/>
              <a:t>24</a:t>
            </a:fld>
            <a:endParaRPr lang="en-US" dirty="0"/>
          </a:p>
        </p:txBody>
      </p:sp>
    </p:spTree>
    <p:extLst>
      <p:ext uri="{BB962C8B-B14F-4D97-AF65-F5344CB8AC3E}">
        <p14:creationId xmlns:p14="http://schemas.microsoft.com/office/powerpoint/2010/main" val="29380342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08FD5-BDE1-11F0-A2CA-24A8454E80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FA622-3392-0601-C03F-3FA813FACCE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194BBB4-C89E-00C5-BD5C-0E610A906AE3}"/>
              </a:ext>
            </a:extLst>
          </p:cNvPr>
          <p:cNvSpPr>
            <a:spLocks noGrp="1"/>
          </p:cNvSpPr>
          <p:nvPr>
            <p:ph type="body" idx="1"/>
          </p:nvPr>
        </p:nvSpPr>
        <p:spPr/>
        <p:txBody>
          <a:bodyPr/>
          <a:lstStyle/>
          <a:p>
            <a:pPr>
              <a:defRPr/>
            </a:pPr>
            <a:r>
              <a:rPr lang="en-US" dirty="0"/>
              <a:t>Instructors should convey to learners that they should remain positive when supporting customers. For the customer, their day is not going well due to the issue, and they may be upset or even angry. Remain calm and positive, but do not accept abuse or threats from the customer.</a:t>
            </a:r>
          </a:p>
        </p:txBody>
      </p:sp>
      <p:sp>
        <p:nvSpPr>
          <p:cNvPr id="4" name="Slide Number Placeholder 3">
            <a:extLst>
              <a:ext uri="{FF2B5EF4-FFF2-40B4-BE49-F238E27FC236}">
                <a16:creationId xmlns:a16="http://schemas.microsoft.com/office/drawing/2014/main" id="{51C85392-8FCC-977D-8028-707FC70E4BB1}"/>
              </a:ext>
            </a:extLst>
          </p:cNvPr>
          <p:cNvSpPr>
            <a:spLocks noGrp="1"/>
          </p:cNvSpPr>
          <p:nvPr>
            <p:ph type="sldNum" sz="quarter" idx="5"/>
          </p:nvPr>
        </p:nvSpPr>
        <p:spPr/>
        <p:txBody>
          <a:bodyPr/>
          <a:lstStyle/>
          <a:p>
            <a:fld id="{B7CF8A19-3A9E-4ABC-B336-2FDDE321C72D}" type="slidenum">
              <a:rPr lang="en-US" smtClean="0"/>
              <a:pPr/>
              <a:t>25</a:t>
            </a:fld>
            <a:endParaRPr lang="en-US" dirty="0"/>
          </a:p>
        </p:txBody>
      </p:sp>
    </p:spTree>
    <p:extLst>
      <p:ext uri="{BB962C8B-B14F-4D97-AF65-F5344CB8AC3E}">
        <p14:creationId xmlns:p14="http://schemas.microsoft.com/office/powerpoint/2010/main" val="20223653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B070D-2107-2FEE-7246-A47EBACD9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AE4B9-5ABB-7436-C7AA-0D7089B6E12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A597905-3AA8-549E-90F6-5A91A2B2094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D55C20FD-7250-ED91-B670-CEA523CF80A9}"/>
              </a:ext>
            </a:extLst>
          </p:cNvPr>
          <p:cNvSpPr>
            <a:spLocks noGrp="1"/>
          </p:cNvSpPr>
          <p:nvPr>
            <p:ph type="sldNum" sz="quarter" idx="5"/>
          </p:nvPr>
        </p:nvSpPr>
        <p:spPr/>
        <p:txBody>
          <a:bodyPr/>
          <a:lstStyle/>
          <a:p>
            <a:fld id="{B7CF8A19-3A9E-4ABC-B336-2FDDE321C72D}" type="slidenum">
              <a:rPr lang="en-US" smtClean="0"/>
              <a:pPr/>
              <a:t>26</a:t>
            </a:fld>
            <a:endParaRPr lang="en-US" dirty="0"/>
          </a:p>
        </p:txBody>
      </p:sp>
    </p:spTree>
    <p:extLst>
      <p:ext uri="{BB962C8B-B14F-4D97-AF65-F5344CB8AC3E}">
        <p14:creationId xmlns:p14="http://schemas.microsoft.com/office/powerpoint/2010/main" val="26406820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06DAA-BC3B-B7CC-E665-2E9BB8111E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C0E0A-C439-803E-88BF-24699375016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E5774DD-B1D7-E638-6243-50E5314562F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assign them for learners to complete individually during or after class.</a:t>
            </a:r>
          </a:p>
        </p:txBody>
      </p:sp>
      <p:sp>
        <p:nvSpPr>
          <p:cNvPr id="4" name="Slide Number Placeholder 3">
            <a:extLst>
              <a:ext uri="{FF2B5EF4-FFF2-40B4-BE49-F238E27FC236}">
                <a16:creationId xmlns:a16="http://schemas.microsoft.com/office/drawing/2014/main" id="{4147986E-99A4-5284-5C12-4C40D6D87D41}"/>
              </a:ext>
            </a:extLst>
          </p:cNvPr>
          <p:cNvSpPr>
            <a:spLocks noGrp="1"/>
          </p:cNvSpPr>
          <p:nvPr>
            <p:ph type="sldNum" sz="quarter" idx="5"/>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13432215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9D60-AB46-447A-D6A6-5C5409C03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D5CB4-3A51-6302-2CC0-5CDDFD832E1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0F7F92-4B0A-F7DF-AC90-7ACACE72B058}"/>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1.1 Explain common operating system (OS) types and their purposes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are the four main operating systems found on computer systems?</a:t>
            </a:r>
          </a:p>
          <a:p>
            <a:pPr marL="171450" indent="-171450" algn="l">
              <a:buFont typeface="Arial" panose="020B0604020202020204" pitchFamily="34" charset="0"/>
              <a:buChar char="•"/>
            </a:pPr>
            <a:r>
              <a:rPr lang="en-US" b="0" i="0" dirty="0">
                <a:solidFill>
                  <a:srgbClr val="191D1F"/>
                </a:solidFill>
                <a:effectLst/>
                <a:latin typeface="+mn-lt"/>
              </a:rPr>
              <a:t>What are the two most common mobile operating systems?</a:t>
            </a:r>
          </a:p>
          <a:p>
            <a:pPr marL="171450" indent="-171450" algn="l">
              <a:buFont typeface="Arial" panose="020B0604020202020204" pitchFamily="34" charset="0"/>
              <a:buChar char="•"/>
            </a:pPr>
            <a:r>
              <a:rPr lang="en-US" b="0" i="0" dirty="0">
                <a:solidFill>
                  <a:srgbClr val="191D1F"/>
                </a:solidFill>
                <a:effectLst/>
                <a:latin typeface="+mn-lt"/>
              </a:rPr>
              <a:t>What file systems are commonly used by each operating system?</a:t>
            </a:r>
          </a:p>
          <a:p>
            <a:pPr marL="171450" indent="-171450" algn="l">
              <a:buFont typeface="Arial" panose="020B0604020202020204" pitchFamily="34" charset="0"/>
              <a:buChar char="•"/>
            </a:pPr>
            <a:r>
              <a:rPr lang="en-US" b="0" i="0" dirty="0">
                <a:solidFill>
                  <a:srgbClr val="191D1F"/>
                </a:solidFill>
                <a:effectLst/>
                <a:latin typeface="+mn-lt"/>
              </a:rPr>
              <a:t>What happens when a system reaches end-of-life?</a:t>
            </a:r>
          </a:p>
          <a:p>
            <a:endParaRPr lang="en-US" dirty="0"/>
          </a:p>
        </p:txBody>
      </p:sp>
      <p:sp>
        <p:nvSpPr>
          <p:cNvPr id="4" name="Slide Number Placeholder 3">
            <a:extLst>
              <a:ext uri="{FF2B5EF4-FFF2-40B4-BE49-F238E27FC236}">
                <a16:creationId xmlns:a16="http://schemas.microsoft.com/office/drawing/2014/main" id="{E503613D-70BB-75DA-C349-9F5F66739A67}"/>
              </a:ext>
            </a:extLst>
          </p:cNvPr>
          <p:cNvSpPr>
            <a:spLocks noGrp="1"/>
          </p:cNvSpPr>
          <p:nvPr>
            <p:ph type="sldNum" sz="quarter" idx="5"/>
          </p:nvPr>
        </p:nvSpPr>
        <p:spPr/>
        <p:txBody>
          <a:bodyPr/>
          <a:lstStyle/>
          <a:p>
            <a:fld id="{B7CF8A19-3A9E-4ABC-B336-2FDDE321C72D}" type="slidenum">
              <a:rPr lang="en-US" smtClean="0"/>
              <a:pPr/>
              <a:t>28</a:t>
            </a:fld>
            <a:endParaRPr lang="en-US" dirty="0"/>
          </a:p>
        </p:txBody>
      </p:sp>
    </p:spTree>
    <p:extLst>
      <p:ext uri="{BB962C8B-B14F-4D97-AF65-F5344CB8AC3E}">
        <p14:creationId xmlns:p14="http://schemas.microsoft.com/office/powerpoint/2010/main" val="23948982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2F066-DD48-A16C-9CD9-558AAA0FE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B16C1-7D10-C734-9F77-6B39E284F80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C4A4229-B244-62B0-9588-489A5B9F308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E503D4C3-A48C-9A1D-872E-F3B278AA2565}"/>
              </a:ext>
            </a:extLst>
          </p:cNvPr>
          <p:cNvSpPr>
            <a:spLocks noGrp="1"/>
          </p:cNvSpPr>
          <p:nvPr>
            <p:ph type="sldNum" sz="quarter" idx="5"/>
          </p:nvPr>
        </p:nvSpPr>
        <p:spPr/>
        <p:txBody>
          <a:bodyPr/>
          <a:lstStyle/>
          <a:p>
            <a:fld id="{B7CF8A19-3A9E-4ABC-B336-2FDDE321C72D}" type="slidenum">
              <a:rPr lang="en-US" smtClean="0"/>
              <a:pPr/>
              <a:t>29</a:t>
            </a:fld>
            <a:endParaRPr lang="en-US" dirty="0"/>
          </a:p>
        </p:txBody>
      </p:sp>
    </p:spTree>
    <p:extLst>
      <p:ext uri="{BB962C8B-B14F-4D97-AF65-F5344CB8AC3E}">
        <p14:creationId xmlns:p14="http://schemas.microsoft.com/office/powerpoint/2010/main" val="16574211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06E69-3758-7A60-D445-43FA1B6304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626F0-7F43-5689-FD7E-05819268AAF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5B388AB-0A78-0E1F-6EBE-049F66DEA7CE}"/>
              </a:ext>
            </a:extLst>
          </p:cNvPr>
          <p:cNvSpPr>
            <a:spLocks noGrp="1"/>
          </p:cNvSpPr>
          <p:nvPr>
            <p:ph type="body" idx="1"/>
          </p:nvPr>
        </p:nvSpPr>
        <p:spPr/>
        <p:txBody>
          <a:bodyPr/>
          <a:lstStyle/>
          <a:p>
            <a:r>
              <a:rPr lang="en-US" dirty="0"/>
              <a:t>macOS 15 Desktop</a:t>
            </a:r>
          </a:p>
        </p:txBody>
      </p:sp>
      <p:sp>
        <p:nvSpPr>
          <p:cNvPr id="4" name="Slide Number Placeholder 3">
            <a:extLst>
              <a:ext uri="{FF2B5EF4-FFF2-40B4-BE49-F238E27FC236}">
                <a16:creationId xmlns:a16="http://schemas.microsoft.com/office/drawing/2014/main" id="{DD58010F-1C3F-0DB7-1262-D3465F19EF86}"/>
              </a:ext>
            </a:extLst>
          </p:cNvPr>
          <p:cNvSpPr>
            <a:spLocks noGrp="1"/>
          </p:cNvSpPr>
          <p:nvPr>
            <p:ph type="sldNum" sz="quarter" idx="5"/>
          </p:nvPr>
        </p:nvSpPr>
        <p:spPr/>
        <p:txBody>
          <a:bodyPr/>
          <a:lstStyle/>
          <a:p>
            <a:fld id="{B7CF8A19-3A9E-4ABC-B336-2FDDE321C72D}" type="slidenum">
              <a:rPr lang="en-US" smtClean="0"/>
              <a:pPr/>
              <a:t>30</a:t>
            </a:fld>
            <a:endParaRPr lang="en-US" dirty="0"/>
          </a:p>
        </p:txBody>
      </p:sp>
    </p:spTree>
    <p:extLst>
      <p:ext uri="{BB962C8B-B14F-4D97-AF65-F5344CB8AC3E}">
        <p14:creationId xmlns:p14="http://schemas.microsoft.com/office/powerpoint/2010/main" val="33196649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E591B-FFEF-967A-994D-5CE252EA43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199C0-BD21-14DD-6CB8-1B0F449DCDF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EF5A00E-DB14-0AA2-64B0-B84A352F242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28766F3A-A3EB-BD3D-C336-3647C279E5D0}"/>
              </a:ext>
            </a:extLst>
          </p:cNvPr>
          <p:cNvSpPr>
            <a:spLocks noGrp="1"/>
          </p:cNvSpPr>
          <p:nvPr>
            <p:ph type="sldNum" sz="quarter" idx="5"/>
          </p:nvPr>
        </p:nvSpPr>
        <p:spPr/>
        <p:txBody>
          <a:bodyPr/>
          <a:lstStyle/>
          <a:p>
            <a:fld id="{B7CF8A19-3A9E-4ABC-B336-2FDDE321C72D}" type="slidenum">
              <a:rPr lang="en-US" smtClean="0"/>
              <a:pPr/>
              <a:t>31</a:t>
            </a:fld>
            <a:endParaRPr lang="en-US" dirty="0"/>
          </a:p>
        </p:txBody>
      </p:sp>
    </p:spTree>
    <p:extLst>
      <p:ext uri="{BB962C8B-B14F-4D97-AF65-F5344CB8AC3E}">
        <p14:creationId xmlns:p14="http://schemas.microsoft.com/office/powerpoint/2010/main" val="1007114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6CBA5-BD5D-93E2-A699-56D006E8C5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F5E38-9814-6172-F802-02FB809065D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F6EC8D8-BA34-0A2B-AC5B-8E544591A31B}"/>
              </a:ext>
            </a:extLst>
          </p:cNvPr>
          <p:cNvSpPr>
            <a:spLocks noGrp="1"/>
          </p:cNvSpPr>
          <p:nvPr>
            <p:ph type="body" idx="1"/>
          </p:nvPr>
        </p:nvSpPr>
        <p:spPr/>
        <p:txBody>
          <a:bodyPr/>
          <a:lstStyle/>
          <a:p>
            <a:r>
              <a:rPr lang="en-US" dirty="0"/>
              <a:t>Ubuntu Linux desktop with apps for package and file management open</a:t>
            </a:r>
          </a:p>
        </p:txBody>
      </p:sp>
      <p:sp>
        <p:nvSpPr>
          <p:cNvPr id="4" name="Slide Number Placeholder 3">
            <a:extLst>
              <a:ext uri="{FF2B5EF4-FFF2-40B4-BE49-F238E27FC236}">
                <a16:creationId xmlns:a16="http://schemas.microsoft.com/office/drawing/2014/main" id="{505A120E-7B5A-9E74-7221-527A752FFCD5}"/>
              </a:ext>
            </a:extLst>
          </p:cNvPr>
          <p:cNvSpPr>
            <a:spLocks noGrp="1"/>
          </p:cNvSpPr>
          <p:nvPr>
            <p:ph type="sldNum" sz="quarter" idx="5"/>
          </p:nvPr>
        </p:nvSpPr>
        <p:spPr/>
        <p:txBody>
          <a:bodyPr/>
          <a:lstStyle/>
          <a:p>
            <a:fld id="{B7CF8A19-3A9E-4ABC-B336-2FDDE321C72D}" type="slidenum">
              <a:rPr lang="en-US" smtClean="0"/>
              <a:pPr/>
              <a:t>32</a:t>
            </a:fld>
            <a:endParaRPr lang="en-US" dirty="0"/>
          </a:p>
        </p:txBody>
      </p:sp>
    </p:spTree>
    <p:extLst>
      <p:ext uri="{BB962C8B-B14F-4D97-AF65-F5344CB8AC3E}">
        <p14:creationId xmlns:p14="http://schemas.microsoft.com/office/powerpoint/2010/main" val="8620682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F8B59-9162-D023-8A64-B3E5D0E1F6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9C20-85A6-081A-A24A-8D5446D9459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9E4AE0F-E4A1-D737-B841-B345FD5E91BB}"/>
              </a:ext>
            </a:extLst>
          </p:cNvPr>
          <p:cNvSpPr>
            <a:spLocks noGrp="1"/>
          </p:cNvSpPr>
          <p:nvPr>
            <p:ph type="body" idx="1"/>
          </p:nvPr>
        </p:nvSpPr>
        <p:spPr/>
        <p:txBody>
          <a:bodyPr/>
          <a:lstStyle/>
          <a:p>
            <a:pPr>
              <a:defRPr/>
            </a:pPr>
            <a:r>
              <a:rPr lang="en-US" dirty="0">
                <a:ea typeface="Calibri"/>
                <a:cs typeface="Calibri"/>
              </a:rPr>
              <a:t>Learners should be aware the Apple has split the iOS family up into specific devices. While the UI is similar across the platforms, they are specific to the hardware. For example, iPadOS is only for the iPad tablet. </a:t>
            </a:r>
            <a:endParaRPr lang="en-US" dirty="0"/>
          </a:p>
        </p:txBody>
      </p:sp>
      <p:sp>
        <p:nvSpPr>
          <p:cNvPr id="4" name="Slide Number Placeholder 3">
            <a:extLst>
              <a:ext uri="{FF2B5EF4-FFF2-40B4-BE49-F238E27FC236}">
                <a16:creationId xmlns:a16="http://schemas.microsoft.com/office/drawing/2014/main" id="{358F0A49-8375-7B3C-74FE-B37F2A321848}"/>
              </a:ext>
            </a:extLst>
          </p:cNvPr>
          <p:cNvSpPr>
            <a:spLocks noGrp="1"/>
          </p:cNvSpPr>
          <p:nvPr>
            <p:ph type="sldNum" sz="quarter" idx="5"/>
          </p:nvPr>
        </p:nvSpPr>
        <p:spPr/>
        <p:txBody>
          <a:bodyPr/>
          <a:lstStyle/>
          <a:p>
            <a:fld id="{B7CF8A19-3A9E-4ABC-B336-2FDDE321C72D}" type="slidenum">
              <a:rPr lang="en-US" smtClean="0"/>
              <a:pPr/>
              <a:t>33</a:t>
            </a:fld>
            <a:endParaRPr lang="en-US" dirty="0"/>
          </a:p>
        </p:txBody>
      </p:sp>
    </p:spTree>
    <p:extLst>
      <p:ext uri="{BB962C8B-B14F-4D97-AF65-F5344CB8AC3E}">
        <p14:creationId xmlns:p14="http://schemas.microsoft.com/office/powerpoint/2010/main" val="42481245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1737C-E6A9-1B94-8E8B-4398D9135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73856-7F77-2116-C19F-9CD7D16F6E1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8726E3F-A6E0-2436-C83E-0210BE49E8E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8579F840-010F-D13A-90AD-BB0EC65D66EE}"/>
              </a:ext>
            </a:extLst>
          </p:cNvPr>
          <p:cNvSpPr>
            <a:spLocks noGrp="1"/>
          </p:cNvSpPr>
          <p:nvPr>
            <p:ph type="sldNum" sz="quarter" idx="5"/>
          </p:nvPr>
        </p:nvSpPr>
        <p:spPr/>
        <p:txBody>
          <a:bodyPr/>
          <a:lstStyle/>
          <a:p>
            <a:fld id="{B7CF8A19-3A9E-4ABC-B336-2FDDE321C72D}" type="slidenum">
              <a:rPr lang="en-US" smtClean="0"/>
              <a:pPr/>
              <a:t>34</a:t>
            </a:fld>
            <a:endParaRPr lang="en-US" dirty="0"/>
          </a:p>
        </p:txBody>
      </p:sp>
    </p:spTree>
    <p:extLst>
      <p:ext uri="{BB962C8B-B14F-4D97-AF65-F5344CB8AC3E}">
        <p14:creationId xmlns:p14="http://schemas.microsoft.com/office/powerpoint/2010/main" val="2722817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9CF96-E276-F157-1FF0-A951683E7F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76B76-45CE-3492-AB77-5CC19832740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35E0516-3A63-BDA1-0760-B9216C73C2FD}"/>
              </a:ext>
            </a:extLst>
          </p:cNvPr>
          <p:cNvSpPr>
            <a:spLocks noGrp="1"/>
          </p:cNvSpPr>
          <p:nvPr>
            <p:ph type="body" idx="1"/>
          </p:nvPr>
        </p:nvSpPr>
        <p:spPr/>
        <p:txBody>
          <a:bodyPr/>
          <a:lstStyle/>
          <a:p>
            <a:pPr>
              <a:defRPr/>
            </a:pPr>
            <a:r>
              <a:rPr lang="en-US" dirty="0">
                <a:ea typeface="Calibri"/>
                <a:cs typeface="Calibri"/>
              </a:rPr>
              <a:t>Learners should be able to specify which file systems support which operating</a:t>
            </a:r>
            <a:r>
              <a:rPr lang="en-US" baseline="0" dirty="0">
                <a:ea typeface="Calibri"/>
                <a:cs typeface="Calibri"/>
              </a:rPr>
              <a:t> systems</a:t>
            </a:r>
            <a:r>
              <a:rPr lang="en-US" dirty="0">
                <a:ea typeface="Calibri"/>
                <a:cs typeface="Calibri"/>
              </a:rPr>
              <a:t>. Consider showing the video Windows File Systems types</a:t>
            </a:r>
            <a:r>
              <a:rPr lang="en-US" baseline="0" dirty="0">
                <a:ea typeface="Calibri"/>
                <a:cs typeface="Calibri"/>
              </a:rPr>
              <a:t> on this page. </a:t>
            </a:r>
            <a:endParaRPr lang="en-US" dirty="0">
              <a:ea typeface="Calibri"/>
              <a:cs typeface="Calibri"/>
            </a:endParaRPr>
          </a:p>
        </p:txBody>
      </p:sp>
      <p:sp>
        <p:nvSpPr>
          <p:cNvPr id="4" name="Slide Number Placeholder 3">
            <a:extLst>
              <a:ext uri="{FF2B5EF4-FFF2-40B4-BE49-F238E27FC236}">
                <a16:creationId xmlns:a16="http://schemas.microsoft.com/office/drawing/2014/main" id="{7D07055E-0FE8-1293-F861-1BBC5870C614}"/>
              </a:ext>
            </a:extLst>
          </p:cNvPr>
          <p:cNvSpPr>
            <a:spLocks noGrp="1"/>
          </p:cNvSpPr>
          <p:nvPr>
            <p:ph type="sldNum" sz="quarter" idx="5"/>
          </p:nvPr>
        </p:nvSpPr>
        <p:spPr/>
        <p:txBody>
          <a:bodyPr/>
          <a:lstStyle/>
          <a:p>
            <a:fld id="{B7CF8A19-3A9E-4ABC-B336-2FDDE321C72D}" type="slidenum">
              <a:rPr lang="en-US" smtClean="0"/>
              <a:pPr/>
              <a:t>35</a:t>
            </a:fld>
            <a:endParaRPr lang="en-US" dirty="0"/>
          </a:p>
        </p:txBody>
      </p:sp>
    </p:spTree>
    <p:extLst>
      <p:ext uri="{BB962C8B-B14F-4D97-AF65-F5344CB8AC3E}">
        <p14:creationId xmlns:p14="http://schemas.microsoft.com/office/powerpoint/2010/main" val="42071234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5DDE5-60AE-4CBC-5F07-74E710CDD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E95830-C7EF-3D2D-FFD7-67957A655E6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CD8CA1F-006D-AA42-B5A6-8C597A00FB11}"/>
              </a:ext>
            </a:extLst>
          </p:cNvPr>
          <p:cNvSpPr>
            <a:spLocks noGrp="1"/>
          </p:cNvSpPr>
          <p:nvPr>
            <p:ph type="body" idx="1"/>
          </p:nvPr>
        </p:nvSpPr>
        <p:spPr/>
        <p:txBody>
          <a:bodyPr/>
          <a:lstStyle/>
          <a:p>
            <a:pPr>
              <a:defRPr/>
            </a:pPr>
            <a:r>
              <a:rPr lang="en-US" dirty="0">
                <a:ea typeface="Calibri"/>
                <a:cs typeface="Calibri"/>
              </a:rPr>
              <a:t>Apple does support the use of ext4 and other file systems like FAT32, exFAT and HFS+. Apple can read from NTFS but cannot write to it.</a:t>
            </a:r>
          </a:p>
        </p:txBody>
      </p:sp>
      <p:sp>
        <p:nvSpPr>
          <p:cNvPr id="4" name="Slide Number Placeholder 3">
            <a:extLst>
              <a:ext uri="{FF2B5EF4-FFF2-40B4-BE49-F238E27FC236}">
                <a16:creationId xmlns:a16="http://schemas.microsoft.com/office/drawing/2014/main" id="{AC563246-BB0F-757C-35B6-3EAAF208849A}"/>
              </a:ext>
            </a:extLst>
          </p:cNvPr>
          <p:cNvSpPr>
            <a:spLocks noGrp="1"/>
          </p:cNvSpPr>
          <p:nvPr>
            <p:ph type="sldNum" sz="quarter" idx="5"/>
          </p:nvPr>
        </p:nvSpPr>
        <p:spPr/>
        <p:txBody>
          <a:bodyPr/>
          <a:lstStyle/>
          <a:p>
            <a:fld id="{B7CF8A19-3A9E-4ABC-B336-2FDDE321C72D}" type="slidenum">
              <a:rPr lang="en-US" smtClean="0"/>
              <a:pPr/>
              <a:t>36</a:t>
            </a:fld>
            <a:endParaRPr lang="en-US" dirty="0"/>
          </a:p>
        </p:txBody>
      </p:sp>
    </p:spTree>
    <p:extLst>
      <p:ext uri="{BB962C8B-B14F-4D97-AF65-F5344CB8AC3E}">
        <p14:creationId xmlns:p14="http://schemas.microsoft.com/office/powerpoint/2010/main" val="13035519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37B9C-9F41-26BF-0EB4-AC5B6EC56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752CEE-F012-0BC6-3FA7-859E46676D6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015BE84-C5CC-163C-67E9-64EB80F06D8F}"/>
              </a:ext>
            </a:extLst>
          </p:cNvPr>
          <p:cNvSpPr>
            <a:spLocks noGrp="1"/>
          </p:cNvSpPr>
          <p:nvPr>
            <p:ph type="body" idx="1"/>
          </p:nvPr>
        </p:nvSpPr>
        <p:spPr/>
        <p:txBody>
          <a:bodyPr/>
          <a:lstStyle/>
          <a:p>
            <a:r>
              <a:rPr lang="en-US" dirty="0"/>
              <a:t>Describe the image as an Ubuntu installer applying default ext4 formatting to the target disk.</a:t>
            </a:r>
          </a:p>
        </p:txBody>
      </p:sp>
      <p:sp>
        <p:nvSpPr>
          <p:cNvPr id="4" name="Slide Number Placeholder 3">
            <a:extLst>
              <a:ext uri="{FF2B5EF4-FFF2-40B4-BE49-F238E27FC236}">
                <a16:creationId xmlns:a16="http://schemas.microsoft.com/office/drawing/2014/main" id="{F858A8FA-D996-854A-BF0E-9273B48B6AA1}"/>
              </a:ext>
            </a:extLst>
          </p:cNvPr>
          <p:cNvSpPr>
            <a:spLocks noGrp="1"/>
          </p:cNvSpPr>
          <p:nvPr>
            <p:ph type="sldNum" sz="quarter" idx="5"/>
          </p:nvPr>
        </p:nvSpPr>
        <p:spPr/>
        <p:txBody>
          <a:bodyPr/>
          <a:lstStyle/>
          <a:p>
            <a:fld id="{B7CF8A19-3A9E-4ABC-B336-2FDDE321C72D}" type="slidenum">
              <a:rPr lang="en-US" smtClean="0"/>
              <a:pPr/>
              <a:t>37</a:t>
            </a:fld>
            <a:endParaRPr lang="en-US" dirty="0"/>
          </a:p>
        </p:txBody>
      </p:sp>
    </p:spTree>
    <p:extLst>
      <p:ext uri="{BB962C8B-B14F-4D97-AF65-F5344CB8AC3E}">
        <p14:creationId xmlns:p14="http://schemas.microsoft.com/office/powerpoint/2010/main" val="2381313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E2A49-B711-ED4B-6D68-A6CF450A1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A0CF5D-F592-BC92-CF32-1EEDD071D29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65A360C-0234-E795-B7BA-53508ECB80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Consider showing the video OS Compatibility</a:t>
            </a:r>
            <a:r>
              <a:rPr lang="en-US" baseline="0" dirty="0">
                <a:ea typeface="Calibri"/>
                <a:cs typeface="Calibri"/>
              </a:rPr>
              <a:t> Issues on this page. </a:t>
            </a:r>
            <a:endParaRPr lang="en-US" dirty="0">
              <a:ea typeface="Calibri"/>
              <a:cs typeface="Calibri"/>
            </a:endParaRPr>
          </a:p>
        </p:txBody>
      </p:sp>
      <p:sp>
        <p:nvSpPr>
          <p:cNvPr id="4" name="Slide Number Placeholder 3">
            <a:extLst>
              <a:ext uri="{FF2B5EF4-FFF2-40B4-BE49-F238E27FC236}">
                <a16:creationId xmlns:a16="http://schemas.microsoft.com/office/drawing/2014/main" id="{70A9E4B8-7904-8134-1BBB-6D0F4445E308}"/>
              </a:ext>
            </a:extLst>
          </p:cNvPr>
          <p:cNvSpPr>
            <a:spLocks noGrp="1"/>
          </p:cNvSpPr>
          <p:nvPr>
            <p:ph type="sldNum" sz="quarter" idx="5"/>
          </p:nvPr>
        </p:nvSpPr>
        <p:spPr/>
        <p:txBody>
          <a:bodyPr/>
          <a:lstStyle/>
          <a:p>
            <a:fld id="{B7CF8A19-3A9E-4ABC-B336-2FDDE321C72D}" type="slidenum">
              <a:rPr lang="en-US" smtClean="0"/>
              <a:pPr/>
              <a:t>38</a:t>
            </a:fld>
            <a:endParaRPr lang="en-US" dirty="0"/>
          </a:p>
        </p:txBody>
      </p:sp>
    </p:spTree>
    <p:extLst>
      <p:ext uri="{BB962C8B-B14F-4D97-AF65-F5344CB8AC3E}">
        <p14:creationId xmlns:p14="http://schemas.microsoft.com/office/powerpoint/2010/main" val="24355798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E8F07-C0F1-9C9D-EC9B-6A385EF65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546F29-FB93-A380-904A-99670DFCD92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F2C4BCF-7FCD-5CFD-2747-577FD8643944}"/>
              </a:ext>
            </a:extLst>
          </p:cNvPr>
          <p:cNvSpPr>
            <a:spLocks noGrp="1"/>
          </p:cNvSpPr>
          <p:nvPr>
            <p:ph type="body" idx="1"/>
          </p:nvPr>
        </p:nvSpPr>
        <p:spPr/>
        <p:txBody>
          <a:bodyPr/>
          <a:lstStyle/>
          <a:p>
            <a:r>
              <a:rPr lang="en-US" dirty="0"/>
              <a:t>Describe the image as running a PC Health Check to verify compatibility with Windows 11.</a:t>
            </a:r>
          </a:p>
        </p:txBody>
      </p:sp>
      <p:sp>
        <p:nvSpPr>
          <p:cNvPr id="4" name="Slide Number Placeholder 3">
            <a:extLst>
              <a:ext uri="{FF2B5EF4-FFF2-40B4-BE49-F238E27FC236}">
                <a16:creationId xmlns:a16="http://schemas.microsoft.com/office/drawing/2014/main" id="{B33ED917-B786-6FF0-9738-25953CA87395}"/>
              </a:ext>
            </a:extLst>
          </p:cNvPr>
          <p:cNvSpPr>
            <a:spLocks noGrp="1"/>
          </p:cNvSpPr>
          <p:nvPr>
            <p:ph type="sldNum" sz="quarter" idx="5"/>
          </p:nvPr>
        </p:nvSpPr>
        <p:spPr/>
        <p:txBody>
          <a:bodyPr/>
          <a:lstStyle/>
          <a:p>
            <a:fld id="{B7CF8A19-3A9E-4ABC-B336-2FDDE321C72D}" type="slidenum">
              <a:rPr lang="en-US" smtClean="0"/>
              <a:pPr/>
              <a:t>39</a:t>
            </a:fld>
            <a:endParaRPr lang="en-US" dirty="0"/>
          </a:p>
        </p:txBody>
      </p:sp>
    </p:spTree>
    <p:extLst>
      <p:ext uri="{BB962C8B-B14F-4D97-AF65-F5344CB8AC3E}">
        <p14:creationId xmlns:p14="http://schemas.microsoft.com/office/powerpoint/2010/main" val="38162465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5DE08-80DA-A166-4474-070134B0A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0DC310-85EC-ACB5-1DB3-E2AE1F4C402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2216924-4D07-7B48-C35A-74204B8E78AC}"/>
              </a:ext>
            </a:extLst>
          </p:cNvPr>
          <p:cNvSpPr>
            <a:spLocks noGrp="1"/>
          </p:cNvSpPr>
          <p:nvPr>
            <p:ph type="body" idx="1"/>
          </p:nvPr>
        </p:nvSpPr>
        <p:spPr/>
        <p:txBody>
          <a:bodyPr/>
          <a:lstStyle/>
          <a:p>
            <a:pPr>
              <a:defRPr/>
            </a:pPr>
            <a:r>
              <a:rPr lang="en-US" dirty="0"/>
              <a:t>Remind learners that while Windows 10 is still used today it will reach its EOL/EOSL in October 2025.</a:t>
            </a:r>
          </a:p>
        </p:txBody>
      </p:sp>
      <p:sp>
        <p:nvSpPr>
          <p:cNvPr id="4" name="Slide Number Placeholder 3">
            <a:extLst>
              <a:ext uri="{FF2B5EF4-FFF2-40B4-BE49-F238E27FC236}">
                <a16:creationId xmlns:a16="http://schemas.microsoft.com/office/drawing/2014/main" id="{C895B0E8-2F80-58AB-9A9C-401C654B908B}"/>
              </a:ext>
            </a:extLst>
          </p:cNvPr>
          <p:cNvSpPr>
            <a:spLocks noGrp="1"/>
          </p:cNvSpPr>
          <p:nvPr>
            <p:ph type="sldNum" sz="quarter" idx="5"/>
          </p:nvPr>
        </p:nvSpPr>
        <p:spPr/>
        <p:txBody>
          <a:bodyPr/>
          <a:lstStyle/>
          <a:p>
            <a:fld id="{B7CF8A19-3A9E-4ABC-B336-2FDDE321C72D}" type="slidenum">
              <a:rPr lang="en-US" smtClean="0"/>
              <a:pPr/>
              <a:t>40</a:t>
            </a:fld>
            <a:endParaRPr lang="en-US" dirty="0"/>
          </a:p>
        </p:txBody>
      </p:sp>
    </p:spTree>
    <p:extLst>
      <p:ext uri="{BB962C8B-B14F-4D97-AF65-F5344CB8AC3E}">
        <p14:creationId xmlns:p14="http://schemas.microsoft.com/office/powerpoint/2010/main" val="4039880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09BC3-583B-6BBA-F353-7EAB7DB17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14A80-1ED1-D009-46A0-F2AAABED837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A7E84F5-BB5B-3AAA-42C4-8EF141E9D5B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2FA08DDE-B6B2-D7E8-0185-3D801C1A449E}"/>
              </a:ext>
            </a:extLst>
          </p:cNvPr>
          <p:cNvSpPr>
            <a:spLocks noGrp="1"/>
          </p:cNvSpPr>
          <p:nvPr>
            <p:ph type="sldNum" sz="quarter" idx="5"/>
          </p:nvPr>
        </p:nvSpPr>
        <p:spPr/>
        <p:txBody>
          <a:bodyPr/>
          <a:lstStyle/>
          <a:p>
            <a:fld id="{B7CF8A19-3A9E-4ABC-B336-2FDDE321C72D}" type="slidenum">
              <a:rPr lang="en-US" smtClean="0"/>
              <a:pPr/>
              <a:t>42</a:t>
            </a:fld>
            <a:endParaRPr lang="en-US" dirty="0"/>
          </a:p>
        </p:txBody>
      </p:sp>
    </p:spTree>
    <p:extLst>
      <p:ext uri="{BB962C8B-B14F-4D97-AF65-F5344CB8AC3E}">
        <p14:creationId xmlns:p14="http://schemas.microsoft.com/office/powerpoint/2010/main" val="24694240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2.svg"/></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50366" y="683160"/>
            <a:ext cx="1428149" cy="305420"/>
          </a:xfrm>
          <a:prstGeom prst="rect">
            <a:avLst/>
          </a:prstGeom>
        </p:spPr>
      </p:pic>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53870" y="2156005"/>
            <a:ext cx="2657475" cy="7156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001968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Module">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97432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odule_double digit">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2226"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79008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 Outcom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dirty="0"/>
              <a:t>Learning Outcomes</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526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sson">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84809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37773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98591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927130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Attributi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18889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853961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517090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ttribution,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55074" y="746760"/>
            <a:ext cx="4352544" cy="3675888"/>
          </a:xfrm>
        </p:spPr>
        <p:txBody>
          <a:bodyPr/>
          <a:lstStyle/>
          <a:p>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95696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ttribution, and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27000" y="4518212"/>
            <a:ext cx="4379976"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27000" y="746760"/>
            <a:ext cx="4379976" cy="3677322"/>
          </a:xfrm>
        </p:spPr>
        <p:txBody>
          <a:bodyPr/>
          <a:lstStyle/>
          <a:p>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673279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Image, and Attribution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623132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Image, and Attribution w/ Long Title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915926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03617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583458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42110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064194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 uri="{C183D7F6-B498-43B3-948B-1728B52AA6E4}">
                <adec:decorative xmlns:adec="http://schemas.microsoft.com/office/drawing/2017/decorative" val="1"/>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5816" y="125902"/>
            <a:ext cx="288567" cy="324638"/>
          </a:xfrm>
          <a:prstGeom prst="rect">
            <a:avLst/>
          </a:prstGeom>
        </p:spPr>
      </p:pic>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hasCustomPrompt="1"/>
          </p:nvPr>
        </p:nvSpPr>
        <p:spPr>
          <a:xfrm>
            <a:off x="146049" y="748621"/>
            <a:ext cx="8870950" cy="4044357"/>
          </a:xfrm>
        </p:spPr>
        <p:txBody>
          <a:bodyPr/>
          <a:lstStyle>
            <a:lvl1pPr marL="342900" indent="-342900">
              <a:buFont typeface="Arial" panose="020B0604020202020204" pitchFamily="34" charset="0"/>
              <a:buChar char="•"/>
              <a:defRPr lang="en-US" sz="2400" kern="1200" dirty="0" smtClean="0">
                <a:solidFill>
                  <a:schemeClr val="tx1"/>
                </a:solidFill>
                <a:latin typeface="Calibri" panose="020F0502020204030204" pitchFamily="34" charset="0"/>
                <a:ea typeface="+mn-ea"/>
                <a:cs typeface="Calibri" panose="020F0502020204030204" pitchFamily="34" charset="0"/>
              </a:defRPr>
            </a:lvl1pPr>
          </a:lstStyle>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p:txBody>
      </p:sp>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2410095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5610DE-03A3-4171-87CD-CB837BA3D0EB}"/>
              </a:ext>
              <a:ext uri="{C183D7F6-B498-43B3-948B-1728B52AA6E4}">
                <adec:decorative xmlns:adec="http://schemas.microsoft.com/office/drawing/2017/decorative" val="0"/>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a:t>Lesson Title</a:t>
            </a:r>
            <a:endParaRPr lang="en-GB"/>
          </a:p>
        </p:txBody>
      </p:sp>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p:txBody>
      </p:sp>
      <p:sp>
        <p:nvSpPr>
          <p:cNvPr id="4" name="Rectangle 3">
            <a:extLst>
              <a:ext uri="{FF2B5EF4-FFF2-40B4-BE49-F238E27FC236}">
                <a16:creationId xmlns:a16="http://schemas.microsoft.com/office/drawing/2014/main" id="{48DA206A-2516-457B-9C8F-9BDD445DD373}"/>
              </a:ext>
              <a:ext uri="{C183D7F6-B498-43B3-948B-1728B52AA6E4}">
                <adec:decorative xmlns:adec="http://schemas.microsoft.com/office/drawing/2017/decorative" val="1"/>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Lesson Review:</a:t>
            </a:r>
          </a:p>
        </p:txBody>
      </p:sp>
      <p:pic>
        <p:nvPicPr>
          <p:cNvPr id="13" name="Graphic 12">
            <a:extLst>
              <a:ext uri="{FF2B5EF4-FFF2-40B4-BE49-F238E27FC236}">
                <a16:creationId xmlns:a16="http://schemas.microsoft.com/office/drawing/2014/main" id="{1ADA4BA0-CFFC-47F9-BAF1-81434EEDEEAA}"/>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6014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11725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Summary_double digit">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3719"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5707077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dirty="0"/>
          </a:p>
        </p:txBody>
      </p:sp>
    </p:spTree>
    <p:custDataLst>
      <p:tags r:id="rId27"/>
    </p:custDataLst>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32" r:id="rId1"/>
    <p:sldLayoutId id="2147483912" r:id="rId2"/>
    <p:sldLayoutId id="2147483933" r:id="rId3"/>
    <p:sldLayoutId id="2147483934" r:id="rId4"/>
    <p:sldLayoutId id="2147483911" r:id="rId5"/>
    <p:sldLayoutId id="2147483914" r:id="rId6"/>
    <p:sldLayoutId id="2147483935" r:id="rId7"/>
    <p:sldLayoutId id="2147483938" r:id="rId8"/>
    <p:sldLayoutId id="2147483941" r:id="rId9"/>
    <p:sldLayoutId id="2147483917" r:id="rId10"/>
    <p:sldLayoutId id="2147483936" r:id="rId11"/>
    <p:sldLayoutId id="2147483940" r:id="rId12"/>
    <p:sldLayoutId id="2147483939" r:id="rId13"/>
    <p:sldLayoutId id="2147483944" r:id="rId14"/>
    <p:sldLayoutId id="2147483945" r:id="rId15"/>
    <p:sldLayoutId id="2147483918" r:id="rId16"/>
    <p:sldLayoutId id="2147483937" r:id="rId17"/>
    <p:sldLayoutId id="2147483942" r:id="rId18"/>
    <p:sldLayoutId id="2147483943" r:id="rId19"/>
    <p:sldLayoutId id="2147483924" r:id="rId20"/>
    <p:sldLayoutId id="2147483922" r:id="rId21"/>
    <p:sldLayoutId id="2147483919" r:id="rId22"/>
    <p:sldLayoutId id="2147483926" r:id="rId23"/>
    <p:sldLayoutId id="2147483946" r:id="rId24"/>
    <p:sldLayoutId id="2147483927" r:id="rId2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3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34.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3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3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3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3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3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4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4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4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1.xml"/><Relationship Id="rId1" Type="http://schemas.openxmlformats.org/officeDocument/2006/relationships/tags" Target="../tags/tag4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4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4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4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47.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tags" Target="../tags/tag48.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4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5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tags" Target="../tags/tag51.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tags" Target="../tags/tag5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1.xml"/><Relationship Id="rId1" Type="http://schemas.openxmlformats.org/officeDocument/2006/relationships/tags" Target="../tags/tag5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54.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tags" Target="../tags/tag55.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tags" Target="../tags/tag56.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tags" Target="../tags/tag57.xml"/><Relationship Id="rId4" Type="http://schemas.openxmlformats.org/officeDocument/2006/relationships/image" Target="../media/image20.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tags" Target="../tags/tag58.xml"/><Relationship Id="rId4" Type="http://schemas.openxmlformats.org/officeDocument/2006/relationships/image" Target="../media/image21.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6.xml"/><Relationship Id="rId1" Type="http://schemas.openxmlformats.org/officeDocument/2006/relationships/tags" Target="../tags/tag5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tags" Target="../tags/tag60.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tags" Target="../tags/tag61.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6.xml"/><Relationship Id="rId1" Type="http://schemas.openxmlformats.org/officeDocument/2006/relationships/tags" Target="../tags/tag6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6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1.xml"/><Relationship Id="rId1" Type="http://schemas.openxmlformats.org/officeDocument/2006/relationships/tags" Target="../tags/tag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B52E-2F6A-EB03-94D1-37E5FD183AAB}"/>
              </a:ext>
            </a:extLst>
          </p:cNvPr>
          <p:cNvSpPr>
            <a:spLocks noGrp="1"/>
          </p:cNvSpPr>
          <p:nvPr>
            <p:ph type="ctrTitle"/>
          </p:nvPr>
        </p:nvSpPr>
        <p:spPr/>
        <p:txBody>
          <a:bodyPr/>
          <a:lstStyle/>
          <a:p>
            <a:r>
              <a:rPr lang="en-US" dirty="0"/>
              <a:t>Exam 220-1202</a:t>
            </a:r>
          </a:p>
        </p:txBody>
      </p:sp>
      <p:sp>
        <p:nvSpPr>
          <p:cNvPr id="3" name="Subtitle 2">
            <a:extLst>
              <a:ext uri="{FF2B5EF4-FFF2-40B4-BE49-F238E27FC236}">
                <a16:creationId xmlns:a16="http://schemas.microsoft.com/office/drawing/2014/main" id="{5835EF0E-E3F9-7A6B-621F-48FD547CFEC8}"/>
              </a:ext>
            </a:extLst>
          </p:cNvPr>
          <p:cNvSpPr>
            <a:spLocks noGrp="1"/>
          </p:cNvSpPr>
          <p:nvPr>
            <p:ph type="subTitle" idx="1"/>
          </p:nvPr>
        </p:nvSpPr>
        <p:spPr/>
        <p:txBody>
          <a:bodyPr/>
          <a:lstStyle/>
          <a:p>
            <a:r>
              <a:rPr lang="en-US" dirty="0"/>
              <a:t>A+ Core 2</a:t>
            </a:r>
          </a:p>
        </p:txBody>
      </p:sp>
      <p:sp>
        <p:nvSpPr>
          <p:cNvPr id="4" name="Slide Number Placeholder 3">
            <a:extLst>
              <a:ext uri="{FF2B5EF4-FFF2-40B4-BE49-F238E27FC236}">
                <a16:creationId xmlns:a16="http://schemas.microsoft.com/office/drawing/2014/main" id="{F89EF21B-455F-6900-2C8D-BF72AAEC2C88}"/>
              </a:ext>
            </a:extLst>
          </p:cNvPr>
          <p:cNvSpPr>
            <a:spLocks noGrp="1"/>
          </p:cNvSpPr>
          <p:nvPr>
            <p:ph type="sldNum" sz="quarter" idx="10"/>
          </p:nvPr>
        </p:nvSpPr>
        <p:spPr/>
        <p:txBody>
          <a:bodyPr/>
          <a:lstStyle/>
          <a:p>
            <a:fld id="{B7CF8A19-3A9E-4ABC-B336-2FDDE321C72D}" type="slidenum">
              <a:rPr lang="en-US" smtClean="0"/>
              <a:pPr/>
              <a:t>1</a:t>
            </a:fld>
            <a:endParaRPr lang="en-US" dirty="0"/>
          </a:p>
        </p:txBody>
      </p:sp>
    </p:spTree>
    <p:custDataLst>
      <p:tags r:id="rId1"/>
    </p:custDataLst>
    <p:extLst>
      <p:ext uri="{BB962C8B-B14F-4D97-AF65-F5344CB8AC3E}">
        <p14:creationId xmlns:p14="http://schemas.microsoft.com/office/powerpoint/2010/main" val="3004902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B874-C61D-C1CD-5C2F-3EE6B9ACD957}"/>
              </a:ext>
            </a:extLst>
          </p:cNvPr>
          <p:cNvSpPr>
            <a:spLocks noGrp="1"/>
          </p:cNvSpPr>
          <p:nvPr>
            <p:ph type="ctrTitle"/>
          </p:nvPr>
        </p:nvSpPr>
        <p:spPr/>
        <p:txBody>
          <a:bodyPr/>
          <a:lstStyle/>
          <a:p>
            <a:r>
              <a:rPr lang="en-US" dirty="0"/>
              <a:t>Managing Support Procedures</a:t>
            </a:r>
          </a:p>
        </p:txBody>
      </p:sp>
      <p:sp>
        <p:nvSpPr>
          <p:cNvPr id="3" name="Subtitle 2">
            <a:extLst>
              <a:ext uri="{FF2B5EF4-FFF2-40B4-BE49-F238E27FC236}">
                <a16:creationId xmlns:a16="http://schemas.microsoft.com/office/drawing/2014/main" id="{AA29A13B-2E46-302B-AC8A-5973465E1D56}"/>
              </a:ext>
            </a:extLst>
          </p:cNvPr>
          <p:cNvSpPr>
            <a:spLocks noGrp="1"/>
          </p:cNvSpPr>
          <p:nvPr>
            <p:ph type="subTitle" idx="1"/>
          </p:nvPr>
        </p:nvSpPr>
        <p:spPr/>
        <p:txBody>
          <a:bodyPr/>
          <a:lstStyle/>
          <a:p>
            <a:r>
              <a:rPr lang="en-US" dirty="0"/>
              <a:t>Module 11</a:t>
            </a:r>
          </a:p>
        </p:txBody>
      </p:sp>
      <p:sp>
        <p:nvSpPr>
          <p:cNvPr id="4" name="Text Placeholder 3">
            <a:extLst>
              <a:ext uri="{FF2B5EF4-FFF2-40B4-BE49-F238E27FC236}">
                <a16:creationId xmlns:a16="http://schemas.microsoft.com/office/drawing/2014/main" id="{2681CB22-E73D-AD10-1B6E-E36773CE628F}"/>
              </a:ext>
            </a:extLst>
          </p:cNvPr>
          <p:cNvSpPr>
            <a:spLocks noGrp="1"/>
          </p:cNvSpPr>
          <p:nvPr>
            <p:ph type="body" sz="quarter" idx="12"/>
          </p:nvPr>
        </p:nvSpPr>
        <p:spPr/>
        <p:txBody>
          <a:bodyPr/>
          <a:lstStyle/>
          <a:p>
            <a:r>
              <a:rPr lang="en-US" dirty="0"/>
              <a:t>A+ 220-1202</a:t>
            </a:r>
          </a:p>
        </p:txBody>
      </p:sp>
      <p:sp>
        <p:nvSpPr>
          <p:cNvPr id="5" name="Slide Number Placeholder 4">
            <a:extLst>
              <a:ext uri="{FF2B5EF4-FFF2-40B4-BE49-F238E27FC236}">
                <a16:creationId xmlns:a16="http://schemas.microsoft.com/office/drawing/2014/main" id="{61C00991-C4B5-2EF1-82C2-47BDBF1F4B24}"/>
              </a:ext>
            </a:extLst>
          </p:cNvPr>
          <p:cNvSpPr>
            <a:spLocks noGrp="1"/>
          </p:cNvSpPr>
          <p:nvPr>
            <p:ph type="sldNum" sz="quarter" idx="10"/>
          </p:nvPr>
        </p:nvSpPr>
        <p:spPr/>
        <p:txBody>
          <a:bodyPr/>
          <a:lstStyle/>
          <a:p>
            <a:fld id="{B7CF8A19-3A9E-4ABC-B336-2FDDE321C72D}" type="slidenum">
              <a:rPr lang="en-US" smtClean="0"/>
              <a:pPr/>
              <a:t>2</a:t>
            </a:fld>
            <a:endParaRPr lang="en-US" dirty="0"/>
          </a:p>
        </p:txBody>
      </p:sp>
    </p:spTree>
    <p:extLst>
      <p:ext uri="{BB962C8B-B14F-4D97-AF65-F5344CB8AC3E}">
        <p14:creationId xmlns:p14="http://schemas.microsoft.com/office/powerpoint/2010/main" val="1917601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B06E0-25E2-2207-FA53-43B03A3DD8B6}"/>
              </a:ext>
            </a:extLst>
          </p:cNvPr>
          <p:cNvSpPr>
            <a:spLocks noGrp="1"/>
          </p:cNvSpPr>
          <p:nvPr>
            <p:ph type="title"/>
          </p:nvPr>
        </p:nvSpPr>
        <p:spPr/>
        <p:txBody>
          <a:bodyPr/>
          <a:lstStyle/>
          <a:p>
            <a:pPr marL="71755"/>
            <a:r>
              <a:rPr lang="en-US" dirty="0">
                <a:latin typeface="Calibri"/>
                <a:ea typeface="Calibri"/>
                <a:cs typeface="Calibri"/>
              </a:rPr>
              <a:t>Learning Outcomes</a:t>
            </a:r>
            <a:endParaRPr lang="en-US" dirty="0">
              <a:ea typeface="Calibri" panose="020F0502020204030204" pitchFamily="34" charset="0"/>
            </a:endParaRPr>
          </a:p>
        </p:txBody>
      </p:sp>
      <p:sp>
        <p:nvSpPr>
          <p:cNvPr id="3" name="Content Placeholder 2">
            <a:extLst>
              <a:ext uri="{FF2B5EF4-FFF2-40B4-BE49-F238E27FC236}">
                <a16:creationId xmlns:a16="http://schemas.microsoft.com/office/drawing/2014/main" id="{E02E4B53-B7C6-1D08-F07F-C168A65984CB}"/>
              </a:ext>
            </a:extLst>
          </p:cNvPr>
          <p:cNvSpPr>
            <a:spLocks noGrp="1"/>
          </p:cNvSpPr>
          <p:nvPr>
            <p:ph idx="1"/>
          </p:nvPr>
        </p:nvSpPr>
        <p:spPr/>
        <p:txBody>
          <a:bodyPr vert="horz" lIns="91440" tIns="45720" rIns="91440" bIns="45720" rtlCol="0" anchor="t">
            <a:normAutofit/>
          </a:bodyPr>
          <a:lstStyle/>
          <a:p>
            <a:pPr marL="0" indent="0">
              <a:buNone/>
            </a:pPr>
            <a:r>
              <a:rPr lang="en-US" dirty="0"/>
              <a:t>Prepare for A+ Core 2 by:</a:t>
            </a:r>
          </a:p>
          <a:p>
            <a:r>
              <a:rPr lang="en-US" dirty="0"/>
              <a:t>Understanding industry best practices in support documentation</a:t>
            </a:r>
          </a:p>
          <a:p>
            <a:r>
              <a:rPr lang="en-US" dirty="0">
                <a:latin typeface="Calibri"/>
                <a:ea typeface="Calibri"/>
                <a:cs typeface="Calibri"/>
              </a:rPr>
              <a:t>Understanding and using professional communication</a:t>
            </a:r>
          </a:p>
          <a:p>
            <a:r>
              <a:rPr lang="en-US" dirty="0"/>
              <a:t>Identifying various operating systems and their uses</a:t>
            </a:r>
          </a:p>
        </p:txBody>
      </p:sp>
      <p:sp>
        <p:nvSpPr>
          <p:cNvPr id="4" name="Slide Number Placeholder 3">
            <a:extLst>
              <a:ext uri="{FF2B5EF4-FFF2-40B4-BE49-F238E27FC236}">
                <a16:creationId xmlns:a16="http://schemas.microsoft.com/office/drawing/2014/main" id="{C090C768-1FA1-220C-8EB0-02B46B3FAF18}"/>
              </a:ext>
            </a:extLst>
          </p:cNvPr>
          <p:cNvSpPr>
            <a:spLocks noGrp="1"/>
          </p:cNvSpPr>
          <p:nvPr>
            <p:ph type="sldNum" sz="quarter" idx="10"/>
          </p:nvPr>
        </p:nvSpPr>
        <p:spPr/>
        <p:txBody>
          <a:bodyPr/>
          <a:lstStyle/>
          <a:p>
            <a:fld id="{B7CF8A19-3A9E-4ABC-B336-2FDDE321C72D}" type="slidenum">
              <a:rPr lang="en-US" smtClean="0"/>
              <a:pPr/>
              <a:t>3</a:t>
            </a:fld>
            <a:endParaRPr lang="en-US" dirty="0"/>
          </a:p>
        </p:txBody>
      </p:sp>
    </p:spTree>
    <p:custDataLst>
      <p:tags r:id="rId1"/>
    </p:custDataLst>
    <p:extLst>
      <p:ext uri="{BB962C8B-B14F-4D97-AF65-F5344CB8AC3E}">
        <p14:creationId xmlns:p14="http://schemas.microsoft.com/office/powerpoint/2010/main" val="261526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98AA-58EB-DC84-B973-B611891926FE}"/>
              </a:ext>
            </a:extLst>
          </p:cNvPr>
          <p:cNvSpPr>
            <a:spLocks noGrp="1"/>
          </p:cNvSpPr>
          <p:nvPr>
            <p:ph type="ctrTitle"/>
          </p:nvPr>
        </p:nvSpPr>
        <p:spPr/>
        <p:txBody>
          <a:bodyPr/>
          <a:lstStyle/>
          <a:p>
            <a:r>
              <a:rPr lang="en-US" dirty="0"/>
              <a:t>Documentation</a:t>
            </a:r>
          </a:p>
        </p:txBody>
      </p:sp>
      <p:sp>
        <p:nvSpPr>
          <p:cNvPr id="3" name="Subtitle 2">
            <a:extLst>
              <a:ext uri="{FF2B5EF4-FFF2-40B4-BE49-F238E27FC236}">
                <a16:creationId xmlns:a16="http://schemas.microsoft.com/office/drawing/2014/main" id="{F0B6EAE9-5171-04E7-4F29-4944EFFAE944}"/>
              </a:ext>
            </a:extLst>
          </p:cNvPr>
          <p:cNvSpPr>
            <a:spLocks noGrp="1"/>
          </p:cNvSpPr>
          <p:nvPr>
            <p:ph type="subTitle" idx="1"/>
          </p:nvPr>
        </p:nvSpPr>
        <p:spPr/>
        <p:txBody>
          <a:bodyPr/>
          <a:lstStyle/>
          <a:p>
            <a:r>
              <a:rPr lang="en-US" dirty="0"/>
              <a:t>Lesson 11.1</a:t>
            </a:r>
          </a:p>
        </p:txBody>
      </p:sp>
      <p:sp>
        <p:nvSpPr>
          <p:cNvPr id="4" name="Slide Number Placeholder 3">
            <a:extLst>
              <a:ext uri="{FF2B5EF4-FFF2-40B4-BE49-F238E27FC236}">
                <a16:creationId xmlns:a16="http://schemas.microsoft.com/office/drawing/2014/main" id="{DE6F990C-C4F3-BA2E-F073-9723BA7B1136}"/>
              </a:ext>
            </a:extLst>
          </p:cNvPr>
          <p:cNvSpPr>
            <a:spLocks noGrp="1"/>
          </p:cNvSpPr>
          <p:nvPr>
            <p:ph type="sldNum" sz="quarter" idx="10"/>
          </p:nvPr>
        </p:nvSpPr>
        <p:spPr/>
        <p:txBody>
          <a:bodyPr/>
          <a:lstStyle/>
          <a:p>
            <a:fld id="{B7CF8A19-3A9E-4ABC-B336-2FDDE321C72D}" type="slidenum">
              <a:rPr lang="en-US" smtClean="0"/>
              <a:pPr/>
              <a:t>4</a:t>
            </a:fld>
            <a:endParaRPr lang="en-US" dirty="0"/>
          </a:p>
        </p:txBody>
      </p:sp>
    </p:spTree>
    <p:custDataLst>
      <p:tags r:id="rId1"/>
    </p:custDataLst>
    <p:extLst>
      <p:ext uri="{BB962C8B-B14F-4D97-AF65-F5344CB8AC3E}">
        <p14:creationId xmlns:p14="http://schemas.microsoft.com/office/powerpoint/2010/main" val="234929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0E78-15DD-74B7-D7B1-A51B6A8EFF8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78C8793-A521-CD6B-30FC-85C8A687D49C}"/>
              </a:ext>
            </a:extLst>
          </p:cNvPr>
          <p:cNvSpPr>
            <a:spLocks noGrp="1"/>
          </p:cNvSpPr>
          <p:nvPr>
            <p:ph type="title"/>
          </p:nvPr>
        </p:nvSpPr>
        <p:spPr/>
        <p:txBody>
          <a:bodyPr/>
          <a:lstStyle/>
          <a:p>
            <a:r>
              <a:rPr lang="en-US" b="1" i="0" dirty="0">
                <a:solidFill>
                  <a:srgbClr val="253644"/>
                </a:solidFill>
                <a:effectLst/>
              </a:rPr>
              <a:t>Standard Operating Procedure</a:t>
            </a:r>
            <a:endParaRPr lang="en-US" sz="2000" dirty="0">
              <a:solidFill>
                <a:srgbClr val="253644"/>
              </a:solidFill>
            </a:endParaRPr>
          </a:p>
        </p:txBody>
      </p:sp>
      <p:sp>
        <p:nvSpPr>
          <p:cNvPr id="3" name="Content Placeholder 2">
            <a:extLst>
              <a:ext uri="{FF2B5EF4-FFF2-40B4-BE49-F238E27FC236}">
                <a16:creationId xmlns:a16="http://schemas.microsoft.com/office/drawing/2014/main" id="{BEF0CD94-701E-BF31-F57D-0F0245971FB7}"/>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SOP</a:t>
            </a:r>
            <a:endParaRPr lang="en-US" dirty="0">
              <a:ea typeface="Calibri" panose="020F0502020204030204" pitchFamily="34" charset="0"/>
            </a:endParaRPr>
          </a:p>
          <a:p>
            <a:r>
              <a:rPr lang="en-US" dirty="0">
                <a:latin typeface="Calibri"/>
                <a:ea typeface="Calibri"/>
                <a:cs typeface="Calibri"/>
              </a:rPr>
              <a:t>Defined as step-by-step instructions for any task</a:t>
            </a:r>
          </a:p>
          <a:p>
            <a:r>
              <a:rPr lang="en-US" dirty="0">
                <a:latin typeface="Calibri"/>
                <a:ea typeface="Calibri"/>
                <a:cs typeface="Calibri"/>
              </a:rPr>
              <a:t>Use guidelines when there are many variables or complex decision-making processes involved</a:t>
            </a:r>
          </a:p>
        </p:txBody>
      </p:sp>
      <p:sp>
        <p:nvSpPr>
          <p:cNvPr id="4" name="Slide Number Placeholder 3">
            <a:extLst>
              <a:ext uri="{FF2B5EF4-FFF2-40B4-BE49-F238E27FC236}">
                <a16:creationId xmlns:a16="http://schemas.microsoft.com/office/drawing/2014/main" id="{5196FE1C-91F7-2159-3932-731D4DC370FC}"/>
              </a:ext>
            </a:extLst>
          </p:cNvPr>
          <p:cNvSpPr>
            <a:spLocks noGrp="1"/>
          </p:cNvSpPr>
          <p:nvPr>
            <p:ph type="sldNum" sz="quarter" idx="10"/>
          </p:nvPr>
        </p:nvSpPr>
        <p:spPr/>
        <p:txBody>
          <a:bodyPr/>
          <a:lstStyle/>
          <a:p>
            <a:fld id="{B7CF8A19-3A9E-4ABC-B336-2FDDE321C72D}" type="slidenum">
              <a:rPr lang="en-US" smtClean="0"/>
              <a:pPr/>
              <a:t>5</a:t>
            </a:fld>
            <a:endParaRPr lang="en-US" dirty="0"/>
          </a:p>
        </p:txBody>
      </p:sp>
    </p:spTree>
    <p:custDataLst>
      <p:tags r:id="rId1"/>
    </p:custDataLst>
    <p:extLst>
      <p:ext uri="{BB962C8B-B14F-4D97-AF65-F5344CB8AC3E}">
        <p14:creationId xmlns:p14="http://schemas.microsoft.com/office/powerpoint/2010/main" val="3868167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064D9-DDF0-5548-2F50-3DBB9207071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5E035A6-F406-9D56-70DB-AA20FB723C6E}"/>
              </a:ext>
            </a:extLst>
          </p:cNvPr>
          <p:cNvSpPr>
            <a:spLocks noGrp="1"/>
          </p:cNvSpPr>
          <p:nvPr>
            <p:ph type="title"/>
          </p:nvPr>
        </p:nvSpPr>
        <p:spPr/>
        <p:txBody>
          <a:bodyPr/>
          <a:lstStyle/>
          <a:p>
            <a:r>
              <a:rPr lang="en-US" b="1" i="0" dirty="0">
                <a:solidFill>
                  <a:srgbClr val="253644"/>
                </a:solidFill>
                <a:effectLst/>
              </a:rPr>
              <a:t>Service Level Agreements</a:t>
            </a:r>
            <a:endParaRPr lang="en-US" sz="2000" dirty="0">
              <a:solidFill>
                <a:srgbClr val="253644"/>
              </a:solidFill>
            </a:endParaRPr>
          </a:p>
        </p:txBody>
      </p:sp>
      <p:sp>
        <p:nvSpPr>
          <p:cNvPr id="3" name="Content Placeholder 2">
            <a:extLst>
              <a:ext uri="{FF2B5EF4-FFF2-40B4-BE49-F238E27FC236}">
                <a16:creationId xmlns:a16="http://schemas.microsoft.com/office/drawing/2014/main" id="{8BE8D574-67F5-4E16-5BD1-2DB5FF1EDD9E}"/>
              </a:ext>
            </a:extLst>
          </p:cNvPr>
          <p:cNvSpPr>
            <a:spLocks noGrp="1"/>
          </p:cNvSpPr>
          <p:nvPr>
            <p:ph idx="1"/>
          </p:nvPr>
        </p:nvSpPr>
        <p:spPr>
          <a:xfrm>
            <a:off x="146050" y="746760"/>
            <a:ext cx="8532283" cy="4046220"/>
          </a:xfrm>
        </p:spPr>
        <p:txBody>
          <a:bodyPr vert="horz" lIns="91440" tIns="45720" rIns="91440" bIns="45720" rtlCol="0" anchor="t">
            <a:normAutofit/>
          </a:bodyPr>
          <a:lstStyle/>
          <a:p>
            <a:r>
              <a:rPr lang="en-US" dirty="0">
                <a:latin typeface="Calibri"/>
                <a:ea typeface="Calibri"/>
                <a:cs typeface="Calibri"/>
              </a:rPr>
              <a:t>Defines the metrics of service delivery</a:t>
            </a:r>
          </a:p>
          <a:p>
            <a:r>
              <a:rPr lang="en-US" dirty="0">
                <a:latin typeface="Calibri"/>
                <a:ea typeface="Calibri"/>
                <a:cs typeface="Calibri"/>
              </a:rPr>
              <a:t>Internal agreements between departments </a:t>
            </a:r>
          </a:p>
          <a:p>
            <a:r>
              <a:rPr lang="en-US" dirty="0">
                <a:latin typeface="Calibri"/>
                <a:ea typeface="Calibri"/>
                <a:cs typeface="Calibri"/>
              </a:rPr>
              <a:t>External agreements with third-party providers like an ISP or CSP</a:t>
            </a:r>
          </a:p>
          <a:p>
            <a:r>
              <a:rPr lang="en-US" dirty="0">
                <a:latin typeface="Calibri"/>
                <a:ea typeface="Calibri"/>
                <a:cs typeface="Calibri"/>
              </a:rPr>
              <a:t>Rule of Nines</a:t>
            </a:r>
          </a:p>
          <a:p>
            <a:pPr lvl="1"/>
            <a:r>
              <a:rPr lang="en-US" dirty="0">
                <a:latin typeface="Calibri"/>
                <a:ea typeface="Calibri"/>
                <a:cs typeface="Calibri"/>
              </a:rPr>
              <a:t>5 nines(99.999%) 5.26 mins of downtime per year</a:t>
            </a:r>
            <a:endParaRPr lang="en-US" dirty="0">
              <a:ea typeface="Calibri"/>
            </a:endParaRPr>
          </a:p>
          <a:p>
            <a:pPr lvl="1"/>
            <a:r>
              <a:rPr lang="en-US" dirty="0">
                <a:latin typeface="Calibri"/>
                <a:ea typeface="Calibri"/>
                <a:cs typeface="Calibri"/>
              </a:rPr>
              <a:t>8 nines(99.999999%) 315.58 milliseconds downtime per year</a:t>
            </a:r>
            <a:endParaRPr lang="en-US" dirty="0">
              <a:ea typeface="Calibri"/>
            </a:endParaRPr>
          </a:p>
        </p:txBody>
      </p:sp>
      <p:sp>
        <p:nvSpPr>
          <p:cNvPr id="4" name="Slide Number Placeholder 3">
            <a:extLst>
              <a:ext uri="{FF2B5EF4-FFF2-40B4-BE49-F238E27FC236}">
                <a16:creationId xmlns:a16="http://schemas.microsoft.com/office/drawing/2014/main" id="{B64057AE-8D40-894E-2708-B42FADB6DEF3}"/>
              </a:ext>
            </a:extLst>
          </p:cNvPr>
          <p:cNvSpPr>
            <a:spLocks noGrp="1"/>
          </p:cNvSpPr>
          <p:nvPr>
            <p:ph type="sldNum" sz="quarter" idx="10"/>
          </p:nvPr>
        </p:nvSpPr>
        <p:spPr/>
        <p:txBody>
          <a:bodyPr/>
          <a:lstStyle/>
          <a:p>
            <a:fld id="{B7CF8A19-3A9E-4ABC-B336-2FDDE321C72D}" type="slidenum">
              <a:rPr lang="en-US" smtClean="0"/>
              <a:pPr/>
              <a:t>6</a:t>
            </a:fld>
            <a:endParaRPr lang="en-US" dirty="0"/>
          </a:p>
        </p:txBody>
      </p:sp>
    </p:spTree>
    <p:custDataLst>
      <p:tags r:id="rId1"/>
    </p:custDataLst>
    <p:extLst>
      <p:ext uri="{BB962C8B-B14F-4D97-AF65-F5344CB8AC3E}">
        <p14:creationId xmlns:p14="http://schemas.microsoft.com/office/powerpoint/2010/main" val="57776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6631B-3536-332A-4BE8-542C04A7D0F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FBF146A-D7E4-C73C-100C-19A82206DA36}"/>
              </a:ext>
            </a:extLst>
          </p:cNvPr>
          <p:cNvSpPr>
            <a:spLocks noGrp="1"/>
          </p:cNvSpPr>
          <p:nvPr>
            <p:ph type="title"/>
          </p:nvPr>
        </p:nvSpPr>
        <p:spPr/>
        <p:txBody>
          <a:bodyPr/>
          <a:lstStyle/>
          <a:p>
            <a:r>
              <a:rPr lang="en-US" b="1" i="0" dirty="0">
                <a:solidFill>
                  <a:srgbClr val="253644"/>
                </a:solidFill>
                <a:effectLst/>
              </a:rPr>
              <a:t>Incident and Ticketing Systems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1E71EE17-3D59-16DA-2622-D2BE22188FA9}"/>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Used to manage requests, incidents, and problems</a:t>
            </a:r>
          </a:p>
          <a:p>
            <a:r>
              <a:rPr lang="en-US" dirty="0">
                <a:latin typeface="Calibri"/>
                <a:ea typeface="Calibri"/>
                <a:cs typeface="Calibri"/>
              </a:rPr>
              <a:t>Can be used to assign issues to technicians and track updates of the resolution process</a:t>
            </a:r>
            <a:endParaRPr lang="en-US" dirty="0">
              <a:ea typeface="Calibri"/>
            </a:endParaRPr>
          </a:p>
        </p:txBody>
      </p:sp>
      <p:sp>
        <p:nvSpPr>
          <p:cNvPr id="4" name="Slide Number Placeholder 3">
            <a:extLst>
              <a:ext uri="{FF2B5EF4-FFF2-40B4-BE49-F238E27FC236}">
                <a16:creationId xmlns:a16="http://schemas.microsoft.com/office/drawing/2014/main" id="{0A416400-9E6D-9549-4B9F-724A023DFB2F}"/>
              </a:ext>
            </a:extLst>
          </p:cNvPr>
          <p:cNvSpPr>
            <a:spLocks noGrp="1"/>
          </p:cNvSpPr>
          <p:nvPr>
            <p:ph type="sldNum" sz="quarter" idx="10"/>
          </p:nvPr>
        </p:nvSpPr>
        <p:spPr/>
        <p:txBody>
          <a:bodyPr/>
          <a:lstStyle/>
          <a:p>
            <a:fld id="{B7CF8A19-3A9E-4ABC-B336-2FDDE321C72D}" type="slidenum">
              <a:rPr lang="en-US" smtClean="0"/>
              <a:pPr/>
              <a:t>7</a:t>
            </a:fld>
            <a:endParaRPr lang="en-US" dirty="0"/>
          </a:p>
        </p:txBody>
      </p:sp>
    </p:spTree>
    <p:custDataLst>
      <p:tags r:id="rId1"/>
    </p:custDataLst>
    <p:extLst>
      <p:ext uri="{BB962C8B-B14F-4D97-AF65-F5344CB8AC3E}">
        <p14:creationId xmlns:p14="http://schemas.microsoft.com/office/powerpoint/2010/main" val="1502104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993F0-CCF9-3482-7D25-B86520F9CEEB}"/>
              </a:ext>
            </a:extLst>
          </p:cNvPr>
          <p:cNvSpPr>
            <a:spLocks noGrp="1"/>
          </p:cNvSpPr>
          <p:nvPr>
            <p:ph type="title"/>
          </p:nvPr>
        </p:nvSpPr>
        <p:spPr/>
        <p:txBody>
          <a:bodyPr/>
          <a:lstStyle/>
          <a:p>
            <a:r>
              <a:rPr lang="en-US" dirty="0"/>
              <a:t>Incident and Ticketing Systems </a:t>
            </a:r>
            <a:r>
              <a:rPr lang="en-US" sz="2000" dirty="0"/>
              <a:t>(Slide 2 of 2)</a:t>
            </a:r>
          </a:p>
        </p:txBody>
      </p:sp>
      <p:pic>
        <p:nvPicPr>
          <p:cNvPr id="7" name="Picture 6" descr="The manage tab of the o s Ticket interface.">
            <a:extLst>
              <a:ext uri="{FF2B5EF4-FFF2-40B4-BE49-F238E27FC236}">
                <a16:creationId xmlns:a16="http://schemas.microsoft.com/office/drawing/2014/main" id="{8E2AD247-B2D7-D964-DD9F-FC28D7AD44D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21687" y="1139893"/>
            <a:ext cx="7300625" cy="3142041"/>
          </a:xfrm>
          <a:prstGeom prst="rect">
            <a:avLst/>
          </a:prstGeom>
          <a:noFill/>
          <a:ln>
            <a:noFill/>
          </a:ln>
        </p:spPr>
      </p:pic>
      <p:sp>
        <p:nvSpPr>
          <p:cNvPr id="4" name="Content Placeholder 11">
            <a:extLst>
              <a:ext uri="{FF2B5EF4-FFF2-40B4-BE49-F238E27FC236}">
                <a16:creationId xmlns:a16="http://schemas.microsoft.com/office/drawing/2014/main" id="{0998C8C8-D2C5-FC30-EE1B-3C2AAF4EBB33}"/>
              </a:ext>
            </a:extLst>
          </p:cNvPr>
          <p:cNvSpPr txBox="1">
            <a:spLocks/>
          </p:cNvSpPr>
          <p:nvPr/>
        </p:nvSpPr>
        <p:spPr>
          <a:xfrm>
            <a:off x="921687" y="4362412"/>
            <a:ext cx="7300625"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osTicket.com.</a:t>
            </a:r>
          </a:p>
        </p:txBody>
      </p:sp>
      <p:sp>
        <p:nvSpPr>
          <p:cNvPr id="3" name="Slide Number Placeholder 2">
            <a:extLst>
              <a:ext uri="{FF2B5EF4-FFF2-40B4-BE49-F238E27FC236}">
                <a16:creationId xmlns:a16="http://schemas.microsoft.com/office/drawing/2014/main" id="{8941DACA-7038-17B6-0AAA-8768E7AF96EB}"/>
              </a:ext>
            </a:extLst>
          </p:cNvPr>
          <p:cNvSpPr>
            <a:spLocks noGrp="1"/>
          </p:cNvSpPr>
          <p:nvPr>
            <p:ph type="sldNum" sz="quarter" idx="10"/>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52830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0A292-63A9-5A4A-8C03-5304A1D0FF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A67DA5A-9AA9-1401-8765-BE2333BB5246}"/>
              </a:ext>
            </a:extLst>
          </p:cNvPr>
          <p:cNvSpPr>
            <a:spLocks noGrp="1"/>
          </p:cNvSpPr>
          <p:nvPr>
            <p:ph type="title"/>
          </p:nvPr>
        </p:nvSpPr>
        <p:spPr/>
        <p:txBody>
          <a:bodyPr/>
          <a:lstStyle/>
          <a:p>
            <a:r>
              <a:rPr lang="en-US" b="1" i="0" dirty="0">
                <a:solidFill>
                  <a:srgbClr val="253644"/>
                </a:solidFill>
                <a:effectLst/>
              </a:rPr>
              <a:t>Categories and Severity</a:t>
            </a:r>
            <a:endParaRPr lang="en-US" sz="2000" dirty="0">
              <a:solidFill>
                <a:srgbClr val="253644"/>
              </a:solidFill>
            </a:endParaRPr>
          </a:p>
        </p:txBody>
      </p:sp>
      <p:sp>
        <p:nvSpPr>
          <p:cNvPr id="3" name="Content Placeholder 2">
            <a:extLst>
              <a:ext uri="{FF2B5EF4-FFF2-40B4-BE49-F238E27FC236}">
                <a16:creationId xmlns:a16="http://schemas.microsoft.com/office/drawing/2014/main" id="{9BA3094C-AFB2-840F-2C73-430E1FDD3A1C}"/>
              </a:ext>
            </a:extLst>
          </p:cNvPr>
          <p:cNvSpPr>
            <a:spLocks noGrp="1"/>
          </p:cNvSpPr>
          <p:nvPr>
            <p:ph idx="1"/>
          </p:nvPr>
        </p:nvSpPr>
        <p:spPr>
          <a:xfrm>
            <a:off x="146050" y="746760"/>
            <a:ext cx="8066925" cy="4046220"/>
          </a:xfrm>
        </p:spPr>
        <p:txBody>
          <a:bodyPr vert="horz" lIns="91440" tIns="45720" rIns="91440" bIns="45720" rtlCol="0" anchor="t">
            <a:normAutofit lnSpcReduction="10000"/>
          </a:bodyPr>
          <a:lstStyle/>
          <a:p>
            <a:r>
              <a:rPr lang="en-US" dirty="0">
                <a:latin typeface="Calibri"/>
                <a:ea typeface="Calibri"/>
                <a:cs typeface="Calibri"/>
              </a:rPr>
              <a:t>Categories unique to each organization</a:t>
            </a:r>
          </a:p>
          <a:p>
            <a:pPr lvl="1"/>
            <a:r>
              <a:rPr lang="en-US" dirty="0">
                <a:latin typeface="Calibri"/>
                <a:ea typeface="Calibri"/>
                <a:cs typeface="Calibri"/>
              </a:rPr>
              <a:t>Requests </a:t>
            </a:r>
          </a:p>
          <a:p>
            <a:pPr lvl="2"/>
            <a:r>
              <a:rPr lang="en-US" dirty="0">
                <a:latin typeface="Calibri"/>
                <a:ea typeface="Calibri"/>
                <a:cs typeface="Calibri"/>
              </a:rPr>
              <a:t>Provision assets like new accounts or systems</a:t>
            </a:r>
          </a:p>
          <a:p>
            <a:pPr lvl="1"/>
            <a:r>
              <a:rPr lang="en-US" dirty="0">
                <a:latin typeface="Calibri"/>
                <a:ea typeface="Calibri"/>
                <a:cs typeface="Calibri"/>
              </a:rPr>
              <a:t>Incidents </a:t>
            </a:r>
          </a:p>
          <a:p>
            <a:pPr lvl="2"/>
            <a:r>
              <a:rPr lang="en-US" dirty="0">
                <a:latin typeface="Calibri"/>
                <a:ea typeface="Calibri"/>
                <a:cs typeface="Calibri"/>
              </a:rPr>
              <a:t>Errors or unexpected conditions </a:t>
            </a:r>
          </a:p>
          <a:p>
            <a:pPr lvl="1"/>
            <a:r>
              <a:rPr lang="en-US" dirty="0">
                <a:latin typeface="Calibri"/>
                <a:ea typeface="Calibri"/>
                <a:cs typeface="Calibri"/>
              </a:rPr>
              <a:t>Problems </a:t>
            </a:r>
          </a:p>
          <a:p>
            <a:pPr lvl="2"/>
            <a:r>
              <a:rPr lang="en-US" dirty="0">
                <a:latin typeface="Calibri"/>
                <a:ea typeface="Calibri"/>
                <a:cs typeface="Calibri"/>
              </a:rPr>
              <a:t>Incidents that require reconfiguring the system or network</a:t>
            </a:r>
            <a:endParaRPr lang="en-US" dirty="0"/>
          </a:p>
          <a:p>
            <a:r>
              <a:rPr lang="en-US" dirty="0">
                <a:latin typeface="Calibri"/>
                <a:ea typeface="Calibri"/>
                <a:cs typeface="Calibri"/>
              </a:rPr>
              <a:t>Prioritize issues by severity</a:t>
            </a:r>
          </a:p>
          <a:p>
            <a:pPr lvl="1"/>
            <a:r>
              <a:rPr lang="en-US" dirty="0">
                <a:latin typeface="Calibri"/>
                <a:ea typeface="Calibri"/>
                <a:cs typeface="Calibri"/>
              </a:rPr>
              <a:t>Critical</a:t>
            </a:r>
            <a:endParaRPr lang="en-US" dirty="0">
              <a:ea typeface="Calibri"/>
            </a:endParaRPr>
          </a:p>
          <a:p>
            <a:pPr lvl="1"/>
            <a:r>
              <a:rPr lang="en-US" dirty="0">
                <a:latin typeface="Calibri"/>
                <a:ea typeface="Calibri"/>
                <a:cs typeface="Calibri"/>
              </a:rPr>
              <a:t>Major</a:t>
            </a:r>
          </a:p>
          <a:p>
            <a:pPr lvl="1"/>
            <a:r>
              <a:rPr lang="en-US" dirty="0">
                <a:ea typeface="Calibri"/>
              </a:rPr>
              <a:t>Minor</a:t>
            </a:r>
          </a:p>
        </p:txBody>
      </p:sp>
      <p:sp>
        <p:nvSpPr>
          <p:cNvPr id="4" name="Slide Number Placeholder 3">
            <a:extLst>
              <a:ext uri="{FF2B5EF4-FFF2-40B4-BE49-F238E27FC236}">
                <a16:creationId xmlns:a16="http://schemas.microsoft.com/office/drawing/2014/main" id="{BB5CCAC2-3CBF-97F6-3E70-CD6DBD69A827}"/>
              </a:ext>
            </a:extLst>
          </p:cNvPr>
          <p:cNvSpPr>
            <a:spLocks noGrp="1"/>
          </p:cNvSpPr>
          <p:nvPr>
            <p:ph type="sldNum" sz="quarter" idx="10"/>
          </p:nvPr>
        </p:nvSpPr>
        <p:spPr/>
        <p:txBody>
          <a:bodyPr/>
          <a:lstStyle/>
          <a:p>
            <a:fld id="{B7CF8A19-3A9E-4ABC-B336-2FDDE321C72D}" type="slidenum">
              <a:rPr lang="en-US" smtClean="0"/>
              <a:pPr/>
              <a:t>9</a:t>
            </a:fld>
            <a:endParaRPr lang="en-US" dirty="0"/>
          </a:p>
        </p:txBody>
      </p:sp>
    </p:spTree>
    <p:custDataLst>
      <p:tags r:id="rId1"/>
    </p:custDataLst>
    <p:extLst>
      <p:ext uri="{BB962C8B-B14F-4D97-AF65-F5344CB8AC3E}">
        <p14:creationId xmlns:p14="http://schemas.microsoft.com/office/powerpoint/2010/main" val="2039981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25682-6CCF-01F5-D7C1-39D5062E844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83C355F-D13D-DD43-003D-B13D7AADD24E}"/>
              </a:ext>
            </a:extLst>
          </p:cNvPr>
          <p:cNvSpPr>
            <a:spLocks noGrp="1"/>
          </p:cNvSpPr>
          <p:nvPr>
            <p:ph type="title"/>
          </p:nvPr>
        </p:nvSpPr>
        <p:spPr/>
        <p:txBody>
          <a:bodyPr/>
          <a:lstStyle/>
          <a:p>
            <a:r>
              <a:rPr lang="en-US" b="1" i="0" dirty="0">
                <a:solidFill>
                  <a:srgbClr val="253644"/>
                </a:solidFill>
                <a:effectLst/>
              </a:rPr>
              <a:t>Ticket Management</a:t>
            </a:r>
            <a:endParaRPr lang="en-US" sz="2000" dirty="0">
              <a:solidFill>
                <a:srgbClr val="253644"/>
              </a:solidFill>
            </a:endParaRPr>
          </a:p>
        </p:txBody>
      </p:sp>
      <p:sp>
        <p:nvSpPr>
          <p:cNvPr id="3" name="Content Placeholder 2">
            <a:extLst>
              <a:ext uri="{FF2B5EF4-FFF2-40B4-BE49-F238E27FC236}">
                <a16:creationId xmlns:a16="http://schemas.microsoft.com/office/drawing/2014/main" id="{B7C97A22-1766-F921-5A36-4365869558A4}"/>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Ticket </a:t>
            </a:r>
          </a:p>
          <a:p>
            <a:pPr lvl="1"/>
            <a:r>
              <a:rPr lang="en-US" dirty="0">
                <a:latin typeface="Calibri"/>
                <a:ea typeface="Calibri"/>
                <a:cs typeface="Calibri"/>
              </a:rPr>
              <a:t>Communicates updates to technicians and clients/customers</a:t>
            </a:r>
          </a:p>
          <a:p>
            <a:r>
              <a:rPr lang="en-US" dirty="0">
                <a:latin typeface="Calibri"/>
                <a:ea typeface="Calibri"/>
                <a:cs typeface="Calibri"/>
              </a:rPr>
              <a:t>Escalation </a:t>
            </a:r>
          </a:p>
          <a:p>
            <a:pPr lvl="1"/>
            <a:r>
              <a:rPr lang="en-US" dirty="0">
                <a:latin typeface="Calibri"/>
                <a:ea typeface="Calibri"/>
                <a:cs typeface="Calibri"/>
              </a:rPr>
              <a:t>An issue is beyond the scope of the technician/agent</a:t>
            </a:r>
          </a:p>
          <a:p>
            <a:pPr lvl="1"/>
            <a:r>
              <a:rPr lang="en-US" dirty="0">
                <a:latin typeface="Calibri"/>
                <a:ea typeface="Calibri"/>
                <a:cs typeface="Calibri"/>
              </a:rPr>
              <a:t>Internal escalation to another technician or department</a:t>
            </a:r>
          </a:p>
          <a:p>
            <a:pPr lvl="1"/>
            <a:r>
              <a:rPr lang="en-US" dirty="0">
                <a:latin typeface="Calibri"/>
                <a:ea typeface="Calibri"/>
                <a:cs typeface="Calibri"/>
              </a:rPr>
              <a:t>External escalation to third-party provider or manufacturer support </a:t>
            </a:r>
          </a:p>
          <a:p>
            <a:pPr lvl="1"/>
            <a:r>
              <a:rPr lang="en-US" dirty="0">
                <a:latin typeface="Calibri"/>
                <a:ea typeface="Calibri"/>
                <a:cs typeface="Calibri"/>
              </a:rPr>
              <a:t>Tier 0- self service</a:t>
            </a:r>
          </a:p>
          <a:p>
            <a:pPr lvl="1"/>
            <a:r>
              <a:rPr lang="en-US" dirty="0">
                <a:latin typeface="Calibri"/>
                <a:ea typeface="Calibri"/>
                <a:cs typeface="Calibri"/>
              </a:rPr>
              <a:t>Tier 1- initial agent for diagnosis</a:t>
            </a:r>
          </a:p>
          <a:p>
            <a:pPr lvl="1"/>
            <a:r>
              <a:rPr lang="en-US" dirty="0">
                <a:latin typeface="Calibri"/>
                <a:ea typeface="Calibri"/>
                <a:cs typeface="Calibri"/>
              </a:rPr>
              <a:t>Tier 2- senior technicians</a:t>
            </a:r>
          </a:p>
          <a:p>
            <a:pPr lvl="1"/>
            <a:r>
              <a:rPr lang="en-US" dirty="0">
                <a:latin typeface="Calibri"/>
                <a:ea typeface="Calibri"/>
                <a:cs typeface="Calibri"/>
              </a:rPr>
              <a:t>Tier 3- engineering team or senior management</a:t>
            </a:r>
            <a:endParaRPr lang="en-US" dirty="0">
              <a:ea typeface="Calibri"/>
            </a:endParaRPr>
          </a:p>
        </p:txBody>
      </p:sp>
      <p:sp>
        <p:nvSpPr>
          <p:cNvPr id="4" name="Slide Number Placeholder 3">
            <a:extLst>
              <a:ext uri="{FF2B5EF4-FFF2-40B4-BE49-F238E27FC236}">
                <a16:creationId xmlns:a16="http://schemas.microsoft.com/office/drawing/2014/main" id="{C0A627E4-9FB4-3D95-06F1-6CCFD52ED0C6}"/>
              </a:ext>
            </a:extLst>
          </p:cNvPr>
          <p:cNvSpPr>
            <a:spLocks noGrp="1"/>
          </p:cNvSpPr>
          <p:nvPr>
            <p:ph type="sldNum" sz="quarter" idx="10"/>
          </p:nvPr>
        </p:nvSpPr>
        <p:spPr/>
        <p:txBody>
          <a:bodyPr/>
          <a:lstStyle/>
          <a:p>
            <a:fld id="{B7CF8A19-3A9E-4ABC-B336-2FDDE321C72D}" type="slidenum">
              <a:rPr lang="en-US" smtClean="0"/>
              <a:pPr/>
              <a:t>10</a:t>
            </a:fld>
            <a:endParaRPr lang="en-US" dirty="0"/>
          </a:p>
        </p:txBody>
      </p:sp>
    </p:spTree>
    <p:custDataLst>
      <p:tags r:id="rId1"/>
    </p:custDataLst>
    <p:extLst>
      <p:ext uri="{BB962C8B-B14F-4D97-AF65-F5344CB8AC3E}">
        <p14:creationId xmlns:p14="http://schemas.microsoft.com/office/powerpoint/2010/main" val="1043088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30E60-0515-E2AC-5BD6-C05E64E1DA0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AE99900-D9B8-17AE-90E8-7344E8442EAF}"/>
              </a:ext>
            </a:extLst>
          </p:cNvPr>
          <p:cNvSpPr>
            <a:spLocks noGrp="1"/>
          </p:cNvSpPr>
          <p:nvPr>
            <p:ph type="title"/>
          </p:nvPr>
        </p:nvSpPr>
        <p:spPr/>
        <p:txBody>
          <a:bodyPr/>
          <a:lstStyle/>
          <a:p>
            <a:r>
              <a:rPr lang="en-US" b="1" i="0" dirty="0">
                <a:solidFill>
                  <a:srgbClr val="253644"/>
                </a:solidFill>
                <a:effectLst/>
              </a:rPr>
              <a:t>Support Documentation and Knowledge Base Articles</a:t>
            </a:r>
            <a:endParaRPr lang="en-US" sz="2000" dirty="0">
              <a:solidFill>
                <a:srgbClr val="253644"/>
              </a:solidFill>
            </a:endParaRPr>
          </a:p>
        </p:txBody>
      </p:sp>
      <p:sp>
        <p:nvSpPr>
          <p:cNvPr id="3" name="Content Placeholder 2">
            <a:extLst>
              <a:ext uri="{FF2B5EF4-FFF2-40B4-BE49-F238E27FC236}">
                <a16:creationId xmlns:a16="http://schemas.microsoft.com/office/drawing/2014/main" id="{519F3BFD-B4FB-9EBD-62BA-4897A306DE3E}"/>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Documents relevant information for the issue or incident resolution</a:t>
            </a:r>
          </a:p>
          <a:p>
            <a:r>
              <a:rPr lang="en-US" dirty="0">
                <a:latin typeface="Calibri"/>
                <a:ea typeface="Calibri"/>
                <a:cs typeface="Calibri"/>
              </a:rPr>
              <a:t>Provides information for future issues</a:t>
            </a:r>
          </a:p>
          <a:p>
            <a:r>
              <a:rPr lang="en-US" dirty="0">
                <a:latin typeface="Calibri"/>
                <a:ea typeface="Calibri"/>
                <a:cs typeface="Calibri"/>
              </a:rPr>
              <a:t>Provides technicians with initial diagnosis checks </a:t>
            </a:r>
          </a:p>
          <a:p>
            <a:r>
              <a:rPr lang="en-US" dirty="0">
                <a:latin typeface="Calibri"/>
                <a:ea typeface="Calibri"/>
                <a:cs typeface="Calibri"/>
              </a:rPr>
              <a:t>Provides troubleshooting steps that worked in the past</a:t>
            </a:r>
            <a:endParaRPr lang="en-US" dirty="0">
              <a:ea typeface="Calibri"/>
            </a:endParaRPr>
          </a:p>
        </p:txBody>
      </p:sp>
      <p:sp>
        <p:nvSpPr>
          <p:cNvPr id="4" name="Slide Number Placeholder 3">
            <a:extLst>
              <a:ext uri="{FF2B5EF4-FFF2-40B4-BE49-F238E27FC236}">
                <a16:creationId xmlns:a16="http://schemas.microsoft.com/office/drawing/2014/main" id="{36BF236C-C9F8-965E-6279-64F768CADEE3}"/>
              </a:ext>
            </a:extLst>
          </p:cNvPr>
          <p:cNvSpPr>
            <a:spLocks noGrp="1"/>
          </p:cNvSpPr>
          <p:nvPr>
            <p:ph type="sldNum" sz="quarter" idx="10"/>
          </p:nvPr>
        </p:nvSpPr>
        <p:spPr/>
        <p:txBody>
          <a:bodyPr/>
          <a:lstStyle/>
          <a:p>
            <a:fld id="{B7CF8A19-3A9E-4ABC-B336-2FDDE321C72D}" type="slidenum">
              <a:rPr lang="en-US" smtClean="0"/>
              <a:pPr/>
              <a:t>11</a:t>
            </a:fld>
            <a:endParaRPr lang="en-US" dirty="0"/>
          </a:p>
        </p:txBody>
      </p:sp>
    </p:spTree>
    <p:custDataLst>
      <p:tags r:id="rId1"/>
    </p:custDataLst>
    <p:extLst>
      <p:ext uri="{BB962C8B-B14F-4D97-AF65-F5344CB8AC3E}">
        <p14:creationId xmlns:p14="http://schemas.microsoft.com/office/powerpoint/2010/main" val="3110998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5D44E-14F3-518F-8483-63D7268B3FA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4CB364F-C889-584A-051B-56BB1CDF0A2E}"/>
              </a:ext>
            </a:extLst>
          </p:cNvPr>
          <p:cNvSpPr>
            <a:spLocks noGrp="1"/>
          </p:cNvSpPr>
          <p:nvPr>
            <p:ph type="title"/>
          </p:nvPr>
        </p:nvSpPr>
        <p:spPr/>
        <p:txBody>
          <a:bodyPr/>
          <a:lstStyle/>
          <a:p>
            <a:r>
              <a:rPr lang="en-US" b="1" i="0" dirty="0">
                <a:solidFill>
                  <a:srgbClr val="253644"/>
                </a:solidFill>
                <a:effectLst/>
              </a:rPr>
              <a:t>Lessons Learned</a:t>
            </a:r>
            <a:endParaRPr lang="en-US" sz="2000" dirty="0">
              <a:solidFill>
                <a:srgbClr val="253644"/>
              </a:solidFill>
            </a:endParaRPr>
          </a:p>
        </p:txBody>
      </p:sp>
      <p:sp>
        <p:nvSpPr>
          <p:cNvPr id="3" name="Content Placeholder 2">
            <a:extLst>
              <a:ext uri="{FF2B5EF4-FFF2-40B4-BE49-F238E27FC236}">
                <a16:creationId xmlns:a16="http://schemas.microsoft.com/office/drawing/2014/main" id="{C981EFCA-2D28-23C8-9214-B15839A1456A}"/>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After-action reports</a:t>
            </a:r>
          </a:p>
          <a:p>
            <a:r>
              <a:rPr lang="en-US" dirty="0">
                <a:latin typeface="Calibri"/>
                <a:ea typeface="Calibri"/>
                <a:cs typeface="Calibri"/>
              </a:rPr>
              <a:t>In-depth analysis of an issue or incident that drives changes to policy or procedures</a:t>
            </a:r>
          </a:p>
          <a:p>
            <a:r>
              <a:rPr lang="en-US" dirty="0">
                <a:latin typeface="Calibri"/>
                <a:ea typeface="Calibri"/>
                <a:cs typeface="Calibri"/>
              </a:rPr>
              <a:t>Can evolve into new SOPs</a:t>
            </a:r>
            <a:endParaRPr lang="en-US" dirty="0">
              <a:ea typeface="Calibri"/>
            </a:endParaRPr>
          </a:p>
        </p:txBody>
      </p:sp>
      <p:sp>
        <p:nvSpPr>
          <p:cNvPr id="4" name="Slide Number Placeholder 3">
            <a:extLst>
              <a:ext uri="{FF2B5EF4-FFF2-40B4-BE49-F238E27FC236}">
                <a16:creationId xmlns:a16="http://schemas.microsoft.com/office/drawing/2014/main" id="{4CB88C81-080C-167D-7120-793AA471D434}"/>
              </a:ext>
            </a:extLst>
          </p:cNvPr>
          <p:cNvSpPr>
            <a:spLocks noGrp="1"/>
          </p:cNvSpPr>
          <p:nvPr>
            <p:ph type="sldNum" sz="quarter" idx="10"/>
          </p:nvPr>
        </p:nvSpPr>
        <p:spPr/>
        <p:txBody>
          <a:bodyPr/>
          <a:lstStyle/>
          <a:p>
            <a:fld id="{B7CF8A19-3A9E-4ABC-B336-2FDDE321C72D}" type="slidenum">
              <a:rPr lang="en-US" smtClean="0"/>
              <a:pPr/>
              <a:t>12</a:t>
            </a:fld>
            <a:endParaRPr lang="en-US" dirty="0"/>
          </a:p>
        </p:txBody>
      </p:sp>
    </p:spTree>
    <p:custDataLst>
      <p:tags r:id="rId1"/>
    </p:custDataLst>
    <p:extLst>
      <p:ext uri="{BB962C8B-B14F-4D97-AF65-F5344CB8AC3E}">
        <p14:creationId xmlns:p14="http://schemas.microsoft.com/office/powerpoint/2010/main" val="2392314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7ED2C-AB8D-6C13-C872-E5694FE79E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4897EDA-827B-CBBC-3F0C-CE122E11B039}"/>
              </a:ext>
            </a:extLst>
          </p:cNvPr>
          <p:cNvSpPr>
            <a:spLocks noGrp="1"/>
          </p:cNvSpPr>
          <p:nvPr>
            <p:ph type="title"/>
          </p:nvPr>
        </p:nvSpPr>
        <p:spPr/>
        <p:txBody>
          <a:bodyPr/>
          <a:lstStyle/>
          <a:p>
            <a:r>
              <a:rPr lang="en-US" b="1" i="0" dirty="0">
                <a:solidFill>
                  <a:srgbClr val="253644"/>
                </a:solidFill>
                <a:effectLst/>
              </a:rPr>
              <a:t>Clear Written Communication</a:t>
            </a:r>
            <a:endParaRPr lang="en-US" sz="2000" dirty="0">
              <a:solidFill>
                <a:srgbClr val="253644"/>
              </a:solidFill>
            </a:endParaRPr>
          </a:p>
        </p:txBody>
      </p:sp>
      <p:sp>
        <p:nvSpPr>
          <p:cNvPr id="3" name="Content Placeholder 2">
            <a:extLst>
              <a:ext uri="{FF2B5EF4-FFF2-40B4-BE49-F238E27FC236}">
                <a16:creationId xmlns:a16="http://schemas.microsoft.com/office/drawing/2014/main" id="{6748CA4B-9208-1049-38F7-B60E8DB550B2}"/>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Include issue description</a:t>
            </a:r>
            <a:endParaRPr lang="en-US" dirty="0"/>
          </a:p>
          <a:p>
            <a:r>
              <a:rPr lang="en-US" dirty="0">
                <a:latin typeface="Calibri"/>
                <a:ea typeface="Calibri"/>
                <a:cs typeface="Calibri"/>
              </a:rPr>
              <a:t>Include progress notes</a:t>
            </a:r>
          </a:p>
          <a:p>
            <a:r>
              <a:rPr lang="en-US" dirty="0">
                <a:latin typeface="Calibri"/>
                <a:ea typeface="Calibri"/>
                <a:cs typeface="Calibri"/>
              </a:rPr>
              <a:t>Include problem resolution</a:t>
            </a:r>
          </a:p>
          <a:p>
            <a:r>
              <a:rPr lang="en-US" dirty="0">
                <a:latin typeface="Calibri"/>
                <a:ea typeface="Calibri"/>
                <a:cs typeface="Calibri"/>
              </a:rPr>
              <a:t>Keep notes clear and concise</a:t>
            </a:r>
            <a:endParaRPr lang="en-US" dirty="0">
              <a:ea typeface="Calibri"/>
            </a:endParaRPr>
          </a:p>
        </p:txBody>
      </p:sp>
      <p:sp>
        <p:nvSpPr>
          <p:cNvPr id="4" name="Slide Number Placeholder 3">
            <a:extLst>
              <a:ext uri="{FF2B5EF4-FFF2-40B4-BE49-F238E27FC236}">
                <a16:creationId xmlns:a16="http://schemas.microsoft.com/office/drawing/2014/main" id="{C43949DD-F8F8-CEB9-0314-69BA3F9D2B23}"/>
              </a:ext>
            </a:extLst>
          </p:cNvPr>
          <p:cNvSpPr>
            <a:spLocks noGrp="1"/>
          </p:cNvSpPr>
          <p:nvPr>
            <p:ph type="sldNum" sz="quarter" idx="10"/>
          </p:nvPr>
        </p:nvSpPr>
        <p:spPr/>
        <p:txBody>
          <a:bodyPr/>
          <a:lstStyle/>
          <a:p>
            <a:fld id="{B7CF8A19-3A9E-4ABC-B336-2FDDE321C72D}" type="slidenum">
              <a:rPr lang="en-US" smtClean="0"/>
              <a:pPr/>
              <a:t>13</a:t>
            </a:fld>
            <a:endParaRPr lang="en-US" dirty="0"/>
          </a:p>
        </p:txBody>
      </p:sp>
    </p:spTree>
    <p:custDataLst>
      <p:tags r:id="rId1"/>
    </p:custDataLst>
    <p:extLst>
      <p:ext uri="{BB962C8B-B14F-4D97-AF65-F5344CB8AC3E}">
        <p14:creationId xmlns:p14="http://schemas.microsoft.com/office/powerpoint/2010/main" val="2390629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172C1-72F4-26A4-3240-22471EC96A5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6BAB74E-A0B4-02D4-B387-EA3E3B0982BD}"/>
              </a:ext>
            </a:extLst>
          </p:cNvPr>
          <p:cNvSpPr>
            <a:spLocks noGrp="1"/>
          </p:cNvSpPr>
          <p:nvPr>
            <p:ph type="title"/>
          </p:nvPr>
        </p:nvSpPr>
        <p:spPr/>
        <p:txBody>
          <a:bodyPr/>
          <a:lstStyle/>
          <a:p>
            <a:r>
              <a:rPr lang="en-US" b="1" i="0" dirty="0">
                <a:solidFill>
                  <a:srgbClr val="253644"/>
                </a:solidFill>
                <a:effectLst/>
              </a:rPr>
              <a:t>Knowledge Base</a:t>
            </a:r>
            <a:endParaRPr lang="en-US" sz="2000" dirty="0">
              <a:solidFill>
                <a:srgbClr val="253644"/>
              </a:solidFill>
            </a:endParaRPr>
          </a:p>
        </p:txBody>
      </p:sp>
      <p:sp>
        <p:nvSpPr>
          <p:cNvPr id="3" name="Content Placeholder 2">
            <a:extLst>
              <a:ext uri="{FF2B5EF4-FFF2-40B4-BE49-F238E27FC236}">
                <a16:creationId xmlns:a16="http://schemas.microsoft.com/office/drawing/2014/main" id="{D4DAE8BB-53E4-C4CB-7BB7-0C0FF1302A1B}"/>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A self-serve central repository for information related to service issues</a:t>
            </a:r>
          </a:p>
          <a:p>
            <a:r>
              <a:rPr lang="en-US" dirty="0">
                <a:latin typeface="Calibri"/>
                <a:ea typeface="Calibri"/>
                <a:cs typeface="Calibri"/>
              </a:rPr>
              <a:t>Can include checklists for troubleshooting</a:t>
            </a:r>
          </a:p>
          <a:p>
            <a:r>
              <a:rPr lang="en-US" dirty="0">
                <a:latin typeface="Calibri"/>
                <a:ea typeface="Calibri"/>
                <a:cs typeface="Calibri"/>
              </a:rPr>
              <a:t>OEM or application developers may provide information</a:t>
            </a:r>
          </a:p>
        </p:txBody>
      </p:sp>
      <p:sp>
        <p:nvSpPr>
          <p:cNvPr id="4" name="Slide Number Placeholder 3">
            <a:extLst>
              <a:ext uri="{FF2B5EF4-FFF2-40B4-BE49-F238E27FC236}">
                <a16:creationId xmlns:a16="http://schemas.microsoft.com/office/drawing/2014/main" id="{88A2364C-8E4B-A252-319B-6E568CCDE0D3}"/>
              </a:ext>
            </a:extLst>
          </p:cNvPr>
          <p:cNvSpPr>
            <a:spLocks noGrp="1"/>
          </p:cNvSpPr>
          <p:nvPr>
            <p:ph type="sldNum" sz="quarter" idx="10"/>
          </p:nvPr>
        </p:nvSpPr>
        <p:spPr/>
        <p:txBody>
          <a:bodyPr/>
          <a:lstStyle/>
          <a:p>
            <a:fld id="{B7CF8A19-3A9E-4ABC-B336-2FDDE321C72D}" type="slidenum">
              <a:rPr lang="en-US" smtClean="0"/>
              <a:pPr/>
              <a:t>14</a:t>
            </a:fld>
            <a:endParaRPr lang="en-US" dirty="0"/>
          </a:p>
        </p:txBody>
      </p:sp>
    </p:spTree>
    <p:custDataLst>
      <p:tags r:id="rId1"/>
    </p:custDataLst>
    <p:extLst>
      <p:ext uri="{BB962C8B-B14F-4D97-AF65-F5344CB8AC3E}">
        <p14:creationId xmlns:p14="http://schemas.microsoft.com/office/powerpoint/2010/main" val="2283435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389FC-E9F0-0153-839F-B717E148D97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4F4337E-B563-6833-1A37-1CDD0B57B19E}"/>
              </a:ext>
            </a:extLst>
          </p:cNvPr>
          <p:cNvSpPr>
            <a:spLocks noGrp="1"/>
          </p:cNvSpPr>
          <p:nvPr>
            <p:ph type="title"/>
          </p:nvPr>
        </p:nvSpPr>
        <p:spPr/>
        <p:txBody>
          <a:bodyPr/>
          <a:lstStyle/>
          <a:p>
            <a:r>
              <a:rPr lang="en-US" b="1" i="0" dirty="0">
                <a:solidFill>
                  <a:srgbClr val="253644"/>
                </a:solidFill>
                <a:effectLst/>
              </a:rPr>
              <a:t>Policy Documentation</a:t>
            </a:r>
            <a:endParaRPr lang="en-US" sz="2000" dirty="0">
              <a:solidFill>
                <a:srgbClr val="253644"/>
              </a:solidFill>
            </a:endParaRPr>
          </a:p>
        </p:txBody>
      </p:sp>
      <p:sp>
        <p:nvSpPr>
          <p:cNvPr id="3" name="Content Placeholder 2">
            <a:extLst>
              <a:ext uri="{FF2B5EF4-FFF2-40B4-BE49-F238E27FC236}">
                <a16:creationId xmlns:a16="http://schemas.microsoft.com/office/drawing/2014/main" id="{9DE299AB-8444-267C-2DC0-5A91FC2D9DD0}"/>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Acceptable Use Policy (AUP)</a:t>
            </a:r>
          </a:p>
          <a:p>
            <a:pPr lvl="1"/>
            <a:r>
              <a:rPr lang="en-US" dirty="0">
                <a:latin typeface="Calibri"/>
                <a:ea typeface="Calibri"/>
                <a:cs typeface="Calibri"/>
              </a:rPr>
              <a:t>A list of acceptable behaviors and practices while utilizing corporate networks and systems</a:t>
            </a:r>
            <a:endParaRPr lang="en-US" dirty="0">
              <a:ea typeface="Calibri"/>
            </a:endParaRPr>
          </a:p>
          <a:p>
            <a:r>
              <a:rPr lang="en-US" dirty="0">
                <a:latin typeface="Calibri"/>
                <a:ea typeface="Calibri"/>
                <a:cs typeface="Calibri"/>
              </a:rPr>
              <a:t>Splash screen reminders to reinforce compliance</a:t>
            </a:r>
            <a:endParaRPr lang="en-US" dirty="0">
              <a:ea typeface="Calibri"/>
            </a:endParaRPr>
          </a:p>
        </p:txBody>
      </p:sp>
      <p:sp>
        <p:nvSpPr>
          <p:cNvPr id="4" name="Slide Number Placeholder 3">
            <a:extLst>
              <a:ext uri="{FF2B5EF4-FFF2-40B4-BE49-F238E27FC236}">
                <a16:creationId xmlns:a16="http://schemas.microsoft.com/office/drawing/2014/main" id="{D5C3CD9C-1A28-F43C-F6A6-15C24B50954E}"/>
              </a:ext>
            </a:extLst>
          </p:cNvPr>
          <p:cNvSpPr>
            <a:spLocks noGrp="1"/>
          </p:cNvSpPr>
          <p:nvPr>
            <p:ph type="sldNum" sz="quarter" idx="10"/>
          </p:nvPr>
        </p:nvSpPr>
        <p:spPr/>
        <p:txBody>
          <a:bodyPr/>
          <a:lstStyle/>
          <a:p>
            <a:fld id="{B7CF8A19-3A9E-4ABC-B336-2FDDE321C72D}" type="slidenum">
              <a:rPr lang="en-US" smtClean="0"/>
              <a:pPr/>
              <a:t>15</a:t>
            </a:fld>
            <a:endParaRPr lang="en-US" dirty="0"/>
          </a:p>
        </p:txBody>
      </p:sp>
    </p:spTree>
    <p:custDataLst>
      <p:tags r:id="rId1"/>
    </p:custDataLst>
    <p:extLst>
      <p:ext uri="{BB962C8B-B14F-4D97-AF65-F5344CB8AC3E}">
        <p14:creationId xmlns:p14="http://schemas.microsoft.com/office/powerpoint/2010/main" val="155534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C704-052B-C54B-A996-63931C1872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B1D7C6-6A50-5E9C-3F50-A9E46AEF1132}"/>
              </a:ext>
            </a:extLst>
          </p:cNvPr>
          <p:cNvSpPr>
            <a:spLocks noGrp="1"/>
          </p:cNvSpPr>
          <p:nvPr>
            <p:ph sz="quarter" idx="14"/>
          </p:nvPr>
        </p:nvSpPr>
        <p:spPr/>
        <p:txBody>
          <a:bodyPr>
            <a:normAutofit/>
          </a:bodyPr>
          <a:lstStyle/>
          <a:p>
            <a:r>
              <a:rPr lang="en-US" dirty="0"/>
              <a:t>Lab: Create a Ticket</a:t>
            </a:r>
            <a:br>
              <a:rPr lang="en-US" dirty="0"/>
            </a:br>
            <a:r>
              <a:rPr lang="en-US" sz="2000" dirty="0"/>
              <a:t>(available in CertMaster Learn and CertMaster Perform)</a:t>
            </a:r>
          </a:p>
          <a:p>
            <a:r>
              <a:rPr lang="en-US" dirty="0"/>
              <a:t>Lab: Close a Ticket</a:t>
            </a:r>
            <a:br>
              <a:rPr lang="en-US" sz="2000" dirty="0"/>
            </a:br>
            <a:r>
              <a:rPr lang="en-US" sz="2000" dirty="0"/>
              <a:t>(available in CertMaster Learn and CertMaster Perform)</a:t>
            </a:r>
          </a:p>
          <a:p>
            <a:r>
              <a:rPr lang="en-US" dirty="0"/>
              <a:t>Lab: Use Help Desk System</a:t>
            </a:r>
            <a:br>
              <a:rPr lang="en-US" sz="2000" dirty="0"/>
            </a:br>
            <a:r>
              <a:rPr lang="en-US" sz="2000" dirty="0"/>
              <a:t>(available in CertMaster Learn and CertMaster Perform)</a:t>
            </a:r>
          </a:p>
          <a:p>
            <a:r>
              <a:rPr lang="en-US" dirty="0"/>
              <a:t>Live Lab: Explore the VM Lab Environment</a:t>
            </a:r>
            <a:br>
              <a:rPr lang="en-US" sz="2000" dirty="0"/>
            </a:br>
            <a:r>
              <a:rPr lang="en-US" sz="2000" dirty="0"/>
              <a:t>(available in CertMaster Perform and CertMaster Labs)</a:t>
            </a:r>
          </a:p>
        </p:txBody>
      </p:sp>
      <p:sp>
        <p:nvSpPr>
          <p:cNvPr id="2" name="Slide Number Placeholder 1">
            <a:extLst>
              <a:ext uri="{FF2B5EF4-FFF2-40B4-BE49-F238E27FC236}">
                <a16:creationId xmlns:a16="http://schemas.microsoft.com/office/drawing/2014/main" id="{62C2B34C-E3CA-6FD2-9D6C-111DC9821A98}"/>
              </a:ext>
            </a:extLst>
          </p:cNvPr>
          <p:cNvSpPr>
            <a:spLocks noGrp="1"/>
          </p:cNvSpPr>
          <p:nvPr>
            <p:ph type="sldNum" sz="quarter" idx="13"/>
          </p:nvPr>
        </p:nvSpPr>
        <p:spPr/>
        <p:txBody>
          <a:bodyPr/>
          <a:lstStyle/>
          <a:p>
            <a:fld id="{B7CF8A19-3A9E-4ABC-B336-2FDDE321C72D}" type="slidenum">
              <a:rPr lang="en-US" smtClean="0"/>
              <a:pPr/>
              <a:t>16</a:t>
            </a:fld>
            <a:endParaRPr lang="en-US" dirty="0"/>
          </a:p>
        </p:txBody>
      </p:sp>
    </p:spTree>
    <p:custDataLst>
      <p:tags r:id="rId1"/>
    </p:custDataLst>
    <p:extLst>
      <p:ext uri="{BB962C8B-B14F-4D97-AF65-F5344CB8AC3E}">
        <p14:creationId xmlns:p14="http://schemas.microsoft.com/office/powerpoint/2010/main" val="1169523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300C6D-BC0D-637A-EE53-7959660BA3DB}"/>
              </a:ext>
            </a:extLst>
          </p:cNvPr>
          <p:cNvSpPr>
            <a:spLocks noGrp="1"/>
          </p:cNvSpPr>
          <p:nvPr>
            <p:ph type="title"/>
          </p:nvPr>
        </p:nvSpPr>
        <p:spPr/>
        <p:txBody>
          <a:bodyPr/>
          <a:lstStyle/>
          <a:p>
            <a:r>
              <a:rPr lang="en-US" dirty="0"/>
              <a:t>Documentation</a:t>
            </a:r>
          </a:p>
        </p:txBody>
      </p:sp>
      <p:sp>
        <p:nvSpPr>
          <p:cNvPr id="2" name="Content Placeholder 1">
            <a:extLst>
              <a:ext uri="{FF2B5EF4-FFF2-40B4-BE49-F238E27FC236}">
                <a16:creationId xmlns:a16="http://schemas.microsoft.com/office/drawing/2014/main" id="{CC05FF38-6BD6-38E2-A21F-D565CE8948E1}"/>
              </a:ext>
            </a:extLst>
          </p:cNvPr>
          <p:cNvSpPr>
            <a:spLocks noGrp="1"/>
          </p:cNvSpPr>
          <p:nvPr>
            <p:ph sz="quarter" idx="11"/>
          </p:nvPr>
        </p:nvSpPr>
        <p:spPr>
          <a:xfrm>
            <a:off x="146050" y="748622"/>
            <a:ext cx="8870950" cy="4394877"/>
          </a:xfrm>
        </p:spPr>
        <p:txBody>
          <a:bodyPr vert="horz" lIns="91440" tIns="45720" rIns="91440" bIns="45720" rtlCol="0" anchor="t">
            <a:normAutofit lnSpcReduction="10000"/>
          </a:bodyPr>
          <a:lstStyle/>
          <a:p>
            <a:r>
              <a:rPr lang="en-US" dirty="0"/>
              <a:t>Standard Operating Procedure</a:t>
            </a:r>
          </a:p>
          <a:p>
            <a:r>
              <a:rPr lang="en-US" dirty="0"/>
              <a:t>Service Level Agreements</a:t>
            </a:r>
          </a:p>
          <a:p>
            <a:r>
              <a:rPr lang="en-US" dirty="0"/>
              <a:t>Incident and Ticketing Systems</a:t>
            </a:r>
          </a:p>
          <a:p>
            <a:r>
              <a:rPr lang="en-US" dirty="0"/>
              <a:t>Categories and Severity</a:t>
            </a:r>
          </a:p>
          <a:p>
            <a:r>
              <a:rPr lang="en-US" dirty="0"/>
              <a:t>Ticket Management</a:t>
            </a:r>
          </a:p>
          <a:p>
            <a:r>
              <a:rPr lang="en-US" dirty="0"/>
              <a:t>Support Documentation and Knowledge Base Articles</a:t>
            </a:r>
          </a:p>
          <a:p>
            <a:r>
              <a:rPr lang="en-US" dirty="0"/>
              <a:t>Lessons Learned</a:t>
            </a:r>
          </a:p>
          <a:p>
            <a:r>
              <a:rPr lang="en-US" dirty="0"/>
              <a:t>Clear Written Communication</a:t>
            </a:r>
          </a:p>
          <a:p>
            <a:r>
              <a:rPr lang="en-US" dirty="0"/>
              <a:t>Knowledge Base</a:t>
            </a:r>
          </a:p>
          <a:p>
            <a:r>
              <a:rPr lang="en-US" dirty="0"/>
              <a:t>Policy Documentation</a:t>
            </a:r>
          </a:p>
        </p:txBody>
      </p:sp>
      <p:sp>
        <p:nvSpPr>
          <p:cNvPr id="4" name="Slide Number Placeholder 3">
            <a:extLst>
              <a:ext uri="{FF2B5EF4-FFF2-40B4-BE49-F238E27FC236}">
                <a16:creationId xmlns:a16="http://schemas.microsoft.com/office/drawing/2014/main" id="{D5165A82-C785-4841-4A6F-B52692AEAA9A}"/>
              </a:ext>
            </a:extLst>
          </p:cNvPr>
          <p:cNvSpPr>
            <a:spLocks noGrp="1"/>
          </p:cNvSpPr>
          <p:nvPr>
            <p:ph type="sldNum" sz="quarter" idx="12"/>
          </p:nvPr>
        </p:nvSpPr>
        <p:spPr/>
        <p:txBody>
          <a:bodyPr/>
          <a:lstStyle/>
          <a:p>
            <a:fld id="{B7CF8A19-3A9E-4ABC-B336-2FDDE321C72D}" type="slidenum">
              <a:rPr lang="en-US" smtClean="0"/>
              <a:pPr/>
              <a:t>17</a:t>
            </a:fld>
            <a:endParaRPr lang="en-US" dirty="0"/>
          </a:p>
        </p:txBody>
      </p:sp>
    </p:spTree>
    <p:custDataLst>
      <p:tags r:id="rId1"/>
    </p:custDataLst>
    <p:extLst>
      <p:ext uri="{BB962C8B-B14F-4D97-AF65-F5344CB8AC3E}">
        <p14:creationId xmlns:p14="http://schemas.microsoft.com/office/powerpoint/2010/main" val="1878458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0C41F-A5C9-C572-B03F-067825DC5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0521E-1914-68F8-1976-F11F2B96AA83}"/>
              </a:ext>
            </a:extLst>
          </p:cNvPr>
          <p:cNvSpPr>
            <a:spLocks noGrp="1"/>
          </p:cNvSpPr>
          <p:nvPr>
            <p:ph type="ctrTitle"/>
          </p:nvPr>
        </p:nvSpPr>
        <p:spPr/>
        <p:txBody>
          <a:bodyPr/>
          <a:lstStyle/>
          <a:p>
            <a:r>
              <a:rPr lang="en-US" dirty="0"/>
              <a:t>Professional Communication</a:t>
            </a:r>
          </a:p>
        </p:txBody>
      </p:sp>
      <p:sp>
        <p:nvSpPr>
          <p:cNvPr id="3" name="Subtitle 2">
            <a:extLst>
              <a:ext uri="{FF2B5EF4-FFF2-40B4-BE49-F238E27FC236}">
                <a16:creationId xmlns:a16="http://schemas.microsoft.com/office/drawing/2014/main" id="{59445AF6-5F6C-BC38-60CF-3F6245CB4D2E}"/>
              </a:ext>
            </a:extLst>
          </p:cNvPr>
          <p:cNvSpPr>
            <a:spLocks noGrp="1"/>
          </p:cNvSpPr>
          <p:nvPr>
            <p:ph type="subTitle" idx="1"/>
          </p:nvPr>
        </p:nvSpPr>
        <p:spPr/>
        <p:txBody>
          <a:bodyPr/>
          <a:lstStyle/>
          <a:p>
            <a:r>
              <a:rPr lang="en-US" dirty="0"/>
              <a:t>Lesson 11.2</a:t>
            </a:r>
          </a:p>
        </p:txBody>
      </p:sp>
      <p:sp>
        <p:nvSpPr>
          <p:cNvPr id="4" name="Slide Number Placeholder 3">
            <a:extLst>
              <a:ext uri="{FF2B5EF4-FFF2-40B4-BE49-F238E27FC236}">
                <a16:creationId xmlns:a16="http://schemas.microsoft.com/office/drawing/2014/main" id="{8F5ACDD8-4836-6B68-6390-624D82851D7A}"/>
              </a:ext>
            </a:extLst>
          </p:cNvPr>
          <p:cNvSpPr>
            <a:spLocks noGrp="1"/>
          </p:cNvSpPr>
          <p:nvPr>
            <p:ph type="sldNum" sz="quarter" idx="10"/>
          </p:nvPr>
        </p:nvSpPr>
        <p:spPr/>
        <p:txBody>
          <a:bodyPr/>
          <a:lstStyle/>
          <a:p>
            <a:fld id="{B7CF8A19-3A9E-4ABC-B336-2FDDE321C72D}" type="slidenum">
              <a:rPr lang="en-US" smtClean="0"/>
              <a:pPr/>
              <a:t>18</a:t>
            </a:fld>
            <a:endParaRPr lang="en-US" dirty="0"/>
          </a:p>
        </p:txBody>
      </p:sp>
    </p:spTree>
    <p:custDataLst>
      <p:tags r:id="rId1"/>
    </p:custDataLst>
    <p:extLst>
      <p:ext uri="{BB962C8B-B14F-4D97-AF65-F5344CB8AC3E}">
        <p14:creationId xmlns:p14="http://schemas.microsoft.com/office/powerpoint/2010/main" val="1686946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2E9BF-9C18-D941-CBB5-6069874597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54D9253-B545-0127-AB09-DE2C916D28D6}"/>
              </a:ext>
            </a:extLst>
          </p:cNvPr>
          <p:cNvSpPr>
            <a:spLocks noGrp="1"/>
          </p:cNvSpPr>
          <p:nvPr>
            <p:ph type="title"/>
          </p:nvPr>
        </p:nvSpPr>
        <p:spPr/>
        <p:txBody>
          <a:bodyPr/>
          <a:lstStyle/>
          <a:p>
            <a:r>
              <a:rPr lang="en-US" b="1" i="0" dirty="0">
                <a:solidFill>
                  <a:srgbClr val="253644"/>
                </a:solidFill>
                <a:effectLst/>
              </a:rPr>
              <a:t>Professional Support Processes</a:t>
            </a:r>
            <a:endParaRPr lang="en-US" sz="2000" dirty="0">
              <a:solidFill>
                <a:srgbClr val="253644"/>
              </a:solidFill>
            </a:endParaRPr>
          </a:p>
        </p:txBody>
      </p:sp>
      <p:sp>
        <p:nvSpPr>
          <p:cNvPr id="3" name="Content Placeholder 2">
            <a:extLst>
              <a:ext uri="{FF2B5EF4-FFF2-40B4-BE49-F238E27FC236}">
                <a16:creationId xmlns:a16="http://schemas.microsoft.com/office/drawing/2014/main" id="{101E555A-D7C3-6B74-FB6F-A9CC9A94DA97}"/>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Document service hours and procedures to open a ticket</a:t>
            </a:r>
          </a:p>
          <a:p>
            <a:r>
              <a:rPr lang="en-US" dirty="0">
                <a:latin typeface="Calibri"/>
                <a:ea typeface="Calibri"/>
                <a:cs typeface="Calibri"/>
              </a:rPr>
              <a:t>Set and meet expectations and timelines</a:t>
            </a:r>
          </a:p>
          <a:p>
            <a:r>
              <a:rPr lang="en-US" dirty="0">
                <a:latin typeface="Calibri"/>
                <a:ea typeface="Calibri"/>
                <a:cs typeface="Calibri"/>
              </a:rPr>
              <a:t>Consider repair and replacement options</a:t>
            </a:r>
          </a:p>
          <a:p>
            <a:r>
              <a:rPr lang="en-US" dirty="0">
                <a:latin typeface="Calibri"/>
                <a:ea typeface="Calibri"/>
                <a:cs typeface="Calibri"/>
              </a:rPr>
              <a:t>Follow up to ensure solution works</a:t>
            </a:r>
          </a:p>
        </p:txBody>
      </p:sp>
      <p:sp>
        <p:nvSpPr>
          <p:cNvPr id="4" name="Slide Number Placeholder 3">
            <a:extLst>
              <a:ext uri="{FF2B5EF4-FFF2-40B4-BE49-F238E27FC236}">
                <a16:creationId xmlns:a16="http://schemas.microsoft.com/office/drawing/2014/main" id="{99EF2ED1-0E6D-64F4-6B2C-356334524192}"/>
              </a:ext>
            </a:extLst>
          </p:cNvPr>
          <p:cNvSpPr>
            <a:spLocks noGrp="1"/>
          </p:cNvSpPr>
          <p:nvPr>
            <p:ph type="sldNum" sz="quarter" idx="10"/>
          </p:nvPr>
        </p:nvSpPr>
        <p:spPr/>
        <p:txBody>
          <a:bodyPr/>
          <a:lstStyle/>
          <a:p>
            <a:fld id="{B7CF8A19-3A9E-4ABC-B336-2FDDE321C72D}" type="slidenum">
              <a:rPr lang="en-US" smtClean="0"/>
              <a:pPr/>
              <a:t>19</a:t>
            </a:fld>
            <a:endParaRPr lang="en-US" dirty="0"/>
          </a:p>
        </p:txBody>
      </p:sp>
    </p:spTree>
    <p:custDataLst>
      <p:tags r:id="rId1"/>
    </p:custDataLst>
    <p:extLst>
      <p:ext uri="{BB962C8B-B14F-4D97-AF65-F5344CB8AC3E}">
        <p14:creationId xmlns:p14="http://schemas.microsoft.com/office/powerpoint/2010/main" val="1297468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5E4AC-FEAB-D12F-E07C-90738330F91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9432AE-6350-21A9-D75E-099A52A02815}"/>
              </a:ext>
            </a:extLst>
          </p:cNvPr>
          <p:cNvSpPr>
            <a:spLocks noGrp="1"/>
          </p:cNvSpPr>
          <p:nvPr>
            <p:ph type="title"/>
          </p:nvPr>
        </p:nvSpPr>
        <p:spPr/>
        <p:txBody>
          <a:bodyPr/>
          <a:lstStyle/>
          <a:p>
            <a:r>
              <a:rPr lang="en-US" b="1" i="0" dirty="0">
                <a:solidFill>
                  <a:srgbClr val="253644"/>
                </a:solidFill>
                <a:effectLst/>
              </a:rPr>
              <a:t>Professional Support Delivery</a:t>
            </a:r>
            <a:endParaRPr lang="en-US" sz="2000" dirty="0">
              <a:solidFill>
                <a:srgbClr val="253644"/>
              </a:solidFill>
            </a:endParaRPr>
          </a:p>
        </p:txBody>
      </p:sp>
      <p:sp>
        <p:nvSpPr>
          <p:cNvPr id="3" name="Content Placeholder 2">
            <a:extLst>
              <a:ext uri="{FF2B5EF4-FFF2-40B4-BE49-F238E27FC236}">
                <a16:creationId xmlns:a16="http://schemas.microsoft.com/office/drawing/2014/main" id="{01127AB5-80A4-290D-3FCD-5750088BFD93}"/>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Arrive on time</a:t>
            </a:r>
          </a:p>
          <a:p>
            <a:r>
              <a:rPr lang="en-US" dirty="0">
                <a:latin typeface="Calibri"/>
                <a:ea typeface="Calibri"/>
                <a:cs typeface="Calibri"/>
              </a:rPr>
              <a:t>Avoid distractions </a:t>
            </a:r>
          </a:p>
          <a:p>
            <a:pPr lvl="1"/>
            <a:r>
              <a:rPr lang="en-US" dirty="0">
                <a:latin typeface="Calibri"/>
                <a:ea typeface="Calibri"/>
                <a:cs typeface="Calibri"/>
              </a:rPr>
              <a:t>Personal phone calls, text messages, or social media</a:t>
            </a:r>
          </a:p>
          <a:p>
            <a:r>
              <a:rPr lang="en-US" dirty="0">
                <a:latin typeface="Calibri"/>
                <a:ea typeface="Calibri"/>
                <a:cs typeface="Calibri"/>
              </a:rPr>
              <a:t>Handle confidential and private material appropriately</a:t>
            </a:r>
            <a:endParaRPr lang="en-US" dirty="0">
              <a:ea typeface="Calibri"/>
            </a:endParaRPr>
          </a:p>
          <a:p>
            <a:pPr lvl="1"/>
            <a:r>
              <a:rPr lang="en-US" dirty="0">
                <a:latin typeface="Calibri"/>
                <a:ea typeface="Calibri"/>
                <a:cs typeface="Calibri"/>
              </a:rPr>
              <a:t>Do not access material or data on a system without permission</a:t>
            </a:r>
            <a:endParaRPr lang="en-US" dirty="0">
              <a:ea typeface="Calibri"/>
            </a:endParaRPr>
          </a:p>
        </p:txBody>
      </p:sp>
      <p:sp>
        <p:nvSpPr>
          <p:cNvPr id="4" name="Slide Number Placeholder 3">
            <a:extLst>
              <a:ext uri="{FF2B5EF4-FFF2-40B4-BE49-F238E27FC236}">
                <a16:creationId xmlns:a16="http://schemas.microsoft.com/office/drawing/2014/main" id="{901D23BB-E52E-FBE1-6888-1E459F8135C9}"/>
              </a:ext>
            </a:extLst>
          </p:cNvPr>
          <p:cNvSpPr>
            <a:spLocks noGrp="1"/>
          </p:cNvSpPr>
          <p:nvPr>
            <p:ph type="sldNum" sz="quarter" idx="10"/>
          </p:nvPr>
        </p:nvSpPr>
        <p:spPr/>
        <p:txBody>
          <a:bodyPr/>
          <a:lstStyle/>
          <a:p>
            <a:fld id="{B7CF8A19-3A9E-4ABC-B336-2FDDE321C72D}" type="slidenum">
              <a:rPr lang="en-US" smtClean="0"/>
              <a:pPr/>
              <a:t>20</a:t>
            </a:fld>
            <a:endParaRPr lang="en-US" dirty="0"/>
          </a:p>
        </p:txBody>
      </p:sp>
    </p:spTree>
    <p:custDataLst>
      <p:tags r:id="rId1"/>
    </p:custDataLst>
    <p:extLst>
      <p:ext uri="{BB962C8B-B14F-4D97-AF65-F5344CB8AC3E}">
        <p14:creationId xmlns:p14="http://schemas.microsoft.com/office/powerpoint/2010/main" val="1058729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8B7F8-78D5-D103-FD6C-4AF9AFB579D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42C8EF3-72BB-6082-2F77-214BB71B48B2}"/>
              </a:ext>
            </a:extLst>
          </p:cNvPr>
          <p:cNvSpPr>
            <a:spLocks noGrp="1"/>
          </p:cNvSpPr>
          <p:nvPr>
            <p:ph type="title"/>
          </p:nvPr>
        </p:nvSpPr>
        <p:spPr/>
        <p:txBody>
          <a:bodyPr/>
          <a:lstStyle/>
          <a:p>
            <a:r>
              <a:rPr lang="en-US" b="1" i="0" dirty="0">
                <a:solidFill>
                  <a:srgbClr val="253644"/>
                </a:solidFill>
                <a:effectLst/>
              </a:rPr>
              <a:t>Professional Appearance</a:t>
            </a:r>
            <a:endParaRPr lang="en-US" sz="2000" dirty="0">
              <a:solidFill>
                <a:srgbClr val="253644"/>
              </a:solidFill>
            </a:endParaRPr>
          </a:p>
        </p:txBody>
      </p:sp>
      <p:sp>
        <p:nvSpPr>
          <p:cNvPr id="3" name="Content Placeholder 2">
            <a:extLst>
              <a:ext uri="{FF2B5EF4-FFF2-40B4-BE49-F238E27FC236}">
                <a16:creationId xmlns:a16="http://schemas.microsoft.com/office/drawing/2014/main" id="{C82494A0-6ADB-87E1-66C2-11AF83706D43}"/>
              </a:ext>
            </a:extLst>
          </p:cNvPr>
          <p:cNvSpPr>
            <a:spLocks noGrp="1"/>
          </p:cNvSpPr>
          <p:nvPr>
            <p:ph idx="1"/>
          </p:nvPr>
        </p:nvSpPr>
        <p:spPr>
          <a:xfrm>
            <a:off x="159390" y="754652"/>
            <a:ext cx="4291726" cy="4046220"/>
          </a:xfrm>
        </p:spPr>
        <p:txBody>
          <a:bodyPr vert="horz" lIns="91440" tIns="45720" rIns="91440" bIns="45720" rtlCol="0" anchor="t">
            <a:normAutofit/>
          </a:bodyPr>
          <a:lstStyle/>
          <a:p>
            <a:r>
              <a:rPr lang="en-US" dirty="0">
                <a:latin typeface="Calibri"/>
                <a:ea typeface="Calibri"/>
                <a:cs typeface="Calibri"/>
              </a:rPr>
              <a:t>Professional appearance and attire</a:t>
            </a:r>
          </a:p>
          <a:p>
            <a:r>
              <a:rPr lang="en-US" dirty="0">
                <a:latin typeface="Calibri"/>
                <a:ea typeface="Calibri"/>
                <a:cs typeface="Calibri"/>
              </a:rPr>
              <a:t>Use proper language</a:t>
            </a:r>
          </a:p>
          <a:p>
            <a:pPr lvl="1"/>
            <a:r>
              <a:rPr lang="en-US" dirty="0">
                <a:latin typeface="Calibri"/>
                <a:ea typeface="Calibri"/>
                <a:cs typeface="Calibri"/>
              </a:rPr>
              <a:t>Avoid jargon</a:t>
            </a:r>
            <a:endParaRPr lang="en-US" dirty="0">
              <a:ea typeface="Calibri"/>
            </a:endParaRPr>
          </a:p>
          <a:p>
            <a:r>
              <a:rPr lang="en-US" dirty="0">
                <a:latin typeface="Calibri"/>
                <a:ea typeface="Calibri"/>
                <a:cs typeface="Calibri"/>
              </a:rPr>
              <a:t>Use cultural sensitivity</a:t>
            </a:r>
          </a:p>
          <a:p>
            <a:pPr lvl="1"/>
            <a:r>
              <a:rPr lang="en-US" dirty="0">
                <a:latin typeface="Calibri"/>
                <a:ea typeface="Calibri"/>
                <a:cs typeface="Calibri"/>
              </a:rPr>
              <a:t>Customs and habits of cultures vary</a:t>
            </a:r>
          </a:p>
        </p:txBody>
      </p:sp>
      <p:pic>
        <p:nvPicPr>
          <p:cNvPr id="5" name="Picture 4" descr="Two colleagues at a desk working together on a computer.">
            <a:extLst>
              <a:ext uri="{FF2B5EF4-FFF2-40B4-BE49-F238E27FC236}">
                <a16:creationId xmlns:a16="http://schemas.microsoft.com/office/drawing/2014/main" id="{29E84548-DB18-CF75-FFA4-07EB24091A4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571999" y="749104"/>
            <a:ext cx="4127741" cy="2751827"/>
          </a:xfrm>
          <a:prstGeom prst="rect">
            <a:avLst/>
          </a:prstGeom>
          <a:ln>
            <a:solidFill>
              <a:schemeClr val="bg1">
                <a:lumMod val="85000"/>
              </a:schemeClr>
            </a:solidFill>
          </a:ln>
        </p:spPr>
      </p:pic>
      <p:sp>
        <p:nvSpPr>
          <p:cNvPr id="6" name="Content Placeholder 11">
            <a:extLst>
              <a:ext uri="{FF2B5EF4-FFF2-40B4-BE49-F238E27FC236}">
                <a16:creationId xmlns:a16="http://schemas.microsoft.com/office/drawing/2014/main" id="{5AE3D1CB-AE9B-12D1-EB9D-CA3A08D3B984}"/>
              </a:ext>
            </a:extLst>
          </p:cNvPr>
          <p:cNvSpPr txBox="1">
            <a:spLocks/>
          </p:cNvSpPr>
          <p:nvPr/>
        </p:nvSpPr>
        <p:spPr>
          <a:xfrm>
            <a:off x="4571999" y="3584821"/>
            <a:ext cx="4127741"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Image by goodluz © 123RF.com.</a:t>
            </a:r>
          </a:p>
        </p:txBody>
      </p:sp>
      <p:sp>
        <p:nvSpPr>
          <p:cNvPr id="4" name="Slide Number Placeholder 3">
            <a:extLst>
              <a:ext uri="{FF2B5EF4-FFF2-40B4-BE49-F238E27FC236}">
                <a16:creationId xmlns:a16="http://schemas.microsoft.com/office/drawing/2014/main" id="{7AEEED80-845D-C597-3013-CA667F2ADCDA}"/>
              </a:ext>
            </a:extLst>
          </p:cNvPr>
          <p:cNvSpPr>
            <a:spLocks noGrp="1"/>
          </p:cNvSpPr>
          <p:nvPr>
            <p:ph type="sldNum" sz="quarter" idx="10"/>
          </p:nvPr>
        </p:nvSpPr>
        <p:spPr/>
        <p:txBody>
          <a:bodyPr/>
          <a:lstStyle/>
          <a:p>
            <a:fld id="{B7CF8A19-3A9E-4ABC-B336-2FDDE321C72D}" type="slidenum">
              <a:rPr lang="en-US" smtClean="0"/>
              <a:pPr/>
              <a:t>21</a:t>
            </a:fld>
            <a:endParaRPr lang="en-US" dirty="0"/>
          </a:p>
        </p:txBody>
      </p:sp>
    </p:spTree>
    <p:custDataLst>
      <p:tags r:id="rId1"/>
    </p:custDataLst>
    <p:extLst>
      <p:ext uri="{BB962C8B-B14F-4D97-AF65-F5344CB8AC3E}">
        <p14:creationId xmlns:p14="http://schemas.microsoft.com/office/powerpoint/2010/main" val="3201051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A488F-C58B-857E-9B76-E1ABFE8C10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7460131-5C5E-701A-4F74-CA277597AB1E}"/>
              </a:ext>
            </a:extLst>
          </p:cNvPr>
          <p:cNvSpPr>
            <a:spLocks noGrp="1"/>
          </p:cNvSpPr>
          <p:nvPr>
            <p:ph type="title"/>
          </p:nvPr>
        </p:nvSpPr>
        <p:spPr/>
        <p:txBody>
          <a:bodyPr/>
          <a:lstStyle/>
          <a:p>
            <a:r>
              <a:rPr lang="en-US" b="1" i="0" dirty="0">
                <a:solidFill>
                  <a:srgbClr val="253644"/>
                </a:solidFill>
                <a:effectLst/>
              </a:rPr>
              <a:t>Professional Communications</a:t>
            </a:r>
            <a:endParaRPr lang="en-US" sz="2000" dirty="0">
              <a:solidFill>
                <a:srgbClr val="253644"/>
              </a:solidFill>
            </a:endParaRPr>
          </a:p>
        </p:txBody>
      </p:sp>
      <p:sp>
        <p:nvSpPr>
          <p:cNvPr id="3" name="Content Placeholder 2">
            <a:extLst>
              <a:ext uri="{FF2B5EF4-FFF2-40B4-BE49-F238E27FC236}">
                <a16:creationId xmlns:a16="http://schemas.microsoft.com/office/drawing/2014/main" id="{79F36A54-15C3-2CBB-1A2C-24EA11A2F12E}"/>
              </a:ext>
            </a:extLst>
          </p:cNvPr>
          <p:cNvSpPr>
            <a:spLocks noGrp="1"/>
          </p:cNvSpPr>
          <p:nvPr>
            <p:ph idx="1"/>
          </p:nvPr>
        </p:nvSpPr>
        <p:spPr>
          <a:xfrm>
            <a:off x="4571999" y="768366"/>
            <a:ext cx="4291726" cy="4046220"/>
          </a:xfrm>
        </p:spPr>
        <p:txBody>
          <a:bodyPr vert="horz" lIns="91440" tIns="45720" rIns="91440" bIns="45720" rtlCol="0" anchor="t">
            <a:normAutofit/>
          </a:bodyPr>
          <a:lstStyle/>
          <a:p>
            <a:r>
              <a:rPr lang="en-US" dirty="0">
                <a:latin typeface="Calibri"/>
                <a:ea typeface="Calibri"/>
                <a:cs typeface="Calibri"/>
              </a:rPr>
              <a:t>Active listening</a:t>
            </a:r>
            <a:endParaRPr lang="en-US" dirty="0">
              <a:ea typeface="Calibri" panose="020F0502020204030204" pitchFamily="34" charset="0"/>
            </a:endParaRPr>
          </a:p>
          <a:p>
            <a:pPr lvl="1"/>
            <a:r>
              <a:rPr lang="en-US" dirty="0">
                <a:latin typeface="Calibri"/>
                <a:ea typeface="Calibri"/>
                <a:cs typeface="Calibri"/>
              </a:rPr>
              <a:t>Maintain eye contact</a:t>
            </a:r>
          </a:p>
          <a:p>
            <a:pPr lvl="1"/>
            <a:r>
              <a:rPr lang="en-US" dirty="0">
                <a:latin typeface="Calibri"/>
                <a:ea typeface="Calibri"/>
                <a:cs typeface="Calibri"/>
              </a:rPr>
              <a:t>Avoid interrupting</a:t>
            </a:r>
          </a:p>
          <a:p>
            <a:pPr lvl="1"/>
            <a:r>
              <a:rPr lang="en-US" dirty="0">
                <a:latin typeface="Calibri"/>
                <a:ea typeface="Calibri"/>
                <a:cs typeface="Calibri"/>
              </a:rPr>
              <a:t>Repeat back your understanding</a:t>
            </a:r>
            <a:endParaRPr lang="en-US" dirty="0">
              <a:ea typeface="Calibri"/>
            </a:endParaRPr>
          </a:p>
        </p:txBody>
      </p:sp>
      <p:pic>
        <p:nvPicPr>
          <p:cNvPr id="5" name="Picture 4" descr="A customer service agent wearing a headset, working at a desk in a modern office environment.">
            <a:extLst>
              <a:ext uri="{FF2B5EF4-FFF2-40B4-BE49-F238E27FC236}">
                <a16:creationId xmlns:a16="http://schemas.microsoft.com/office/drawing/2014/main" id="{A5957EC4-F5AC-4D41-B591-FB7F96A3B5E4}"/>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83331" y="768366"/>
            <a:ext cx="4124685" cy="2751827"/>
          </a:xfrm>
          <a:prstGeom prst="rect">
            <a:avLst/>
          </a:prstGeom>
          <a:ln>
            <a:solidFill>
              <a:schemeClr val="bg1">
                <a:lumMod val="85000"/>
              </a:schemeClr>
            </a:solidFill>
          </a:ln>
        </p:spPr>
      </p:pic>
      <p:sp>
        <p:nvSpPr>
          <p:cNvPr id="6" name="Content Placeholder 11">
            <a:extLst>
              <a:ext uri="{FF2B5EF4-FFF2-40B4-BE49-F238E27FC236}">
                <a16:creationId xmlns:a16="http://schemas.microsoft.com/office/drawing/2014/main" id="{5277D1F7-2097-0A60-CCEB-124E2943A6D3}"/>
              </a:ext>
            </a:extLst>
          </p:cNvPr>
          <p:cNvSpPr txBox="1">
            <a:spLocks/>
          </p:cNvSpPr>
          <p:nvPr/>
        </p:nvSpPr>
        <p:spPr>
          <a:xfrm>
            <a:off x="280275" y="3547925"/>
            <a:ext cx="4127741"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Image by goodluz © 123RF.com.</a:t>
            </a:r>
          </a:p>
        </p:txBody>
      </p:sp>
      <p:sp>
        <p:nvSpPr>
          <p:cNvPr id="4" name="Slide Number Placeholder 3">
            <a:extLst>
              <a:ext uri="{FF2B5EF4-FFF2-40B4-BE49-F238E27FC236}">
                <a16:creationId xmlns:a16="http://schemas.microsoft.com/office/drawing/2014/main" id="{85330B5C-3277-3D6A-3231-306875204508}"/>
              </a:ext>
            </a:extLst>
          </p:cNvPr>
          <p:cNvSpPr>
            <a:spLocks noGrp="1"/>
          </p:cNvSpPr>
          <p:nvPr>
            <p:ph type="sldNum" sz="quarter" idx="10"/>
          </p:nvPr>
        </p:nvSpPr>
        <p:spPr/>
        <p:txBody>
          <a:bodyPr/>
          <a:lstStyle/>
          <a:p>
            <a:fld id="{B7CF8A19-3A9E-4ABC-B336-2FDDE321C72D}" type="slidenum">
              <a:rPr lang="en-US" smtClean="0"/>
              <a:pPr/>
              <a:t>22</a:t>
            </a:fld>
            <a:endParaRPr lang="en-US" dirty="0"/>
          </a:p>
        </p:txBody>
      </p:sp>
    </p:spTree>
    <p:custDataLst>
      <p:tags r:id="rId1"/>
    </p:custDataLst>
    <p:extLst>
      <p:ext uri="{BB962C8B-B14F-4D97-AF65-F5344CB8AC3E}">
        <p14:creationId xmlns:p14="http://schemas.microsoft.com/office/powerpoint/2010/main" val="2670713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5968A-9CC6-8FE3-4549-8AEFFB967D0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D86708F-C852-5C72-15E2-9C8FCBD3AB39}"/>
              </a:ext>
            </a:extLst>
          </p:cNvPr>
          <p:cNvSpPr>
            <a:spLocks noGrp="1"/>
          </p:cNvSpPr>
          <p:nvPr>
            <p:ph type="title"/>
          </p:nvPr>
        </p:nvSpPr>
        <p:spPr/>
        <p:txBody>
          <a:bodyPr/>
          <a:lstStyle/>
          <a:p>
            <a:r>
              <a:rPr lang="en-US" b="1" i="0" dirty="0">
                <a:solidFill>
                  <a:srgbClr val="253644"/>
                </a:solidFill>
                <a:effectLst/>
              </a:rPr>
              <a:t>Clarifying and Questioning Techniques</a:t>
            </a:r>
            <a:endParaRPr lang="en-US" sz="2000" dirty="0">
              <a:solidFill>
                <a:srgbClr val="253644"/>
              </a:solidFill>
            </a:endParaRPr>
          </a:p>
        </p:txBody>
      </p:sp>
      <p:sp>
        <p:nvSpPr>
          <p:cNvPr id="3" name="Content Placeholder 2">
            <a:extLst>
              <a:ext uri="{FF2B5EF4-FFF2-40B4-BE49-F238E27FC236}">
                <a16:creationId xmlns:a16="http://schemas.microsoft.com/office/drawing/2014/main" id="{6463B3FB-DB42-4C05-D6FD-9987210B7ED6}"/>
              </a:ext>
            </a:extLst>
          </p:cNvPr>
          <p:cNvSpPr>
            <a:spLocks noGrp="1"/>
          </p:cNvSpPr>
          <p:nvPr>
            <p:ph idx="1"/>
          </p:nvPr>
        </p:nvSpPr>
        <p:spPr>
          <a:xfrm>
            <a:off x="146050" y="746760"/>
            <a:ext cx="8283055" cy="4046220"/>
          </a:xfrm>
        </p:spPr>
        <p:txBody>
          <a:bodyPr vert="horz" lIns="91440" tIns="45720" rIns="91440" bIns="45720" rtlCol="0" anchor="t">
            <a:normAutofit/>
          </a:bodyPr>
          <a:lstStyle/>
          <a:p>
            <a:r>
              <a:rPr lang="en-US" dirty="0">
                <a:latin typeface="Calibri"/>
                <a:ea typeface="Calibri"/>
                <a:cs typeface="Calibri"/>
              </a:rPr>
              <a:t>Open-ended questions draw out further information</a:t>
            </a:r>
          </a:p>
          <a:p>
            <a:pPr lvl="1"/>
            <a:r>
              <a:rPr lang="en-US" dirty="0">
                <a:latin typeface="Calibri"/>
                <a:ea typeface="Calibri"/>
                <a:cs typeface="Calibri"/>
              </a:rPr>
              <a:t>Start with these questions</a:t>
            </a:r>
          </a:p>
          <a:p>
            <a:r>
              <a:rPr lang="en-US" dirty="0">
                <a:latin typeface="Calibri"/>
                <a:ea typeface="Calibri"/>
                <a:cs typeface="Calibri"/>
              </a:rPr>
              <a:t>Closed-ended questions result in simple answers like yes or no</a:t>
            </a:r>
          </a:p>
          <a:p>
            <a:pPr lvl="1"/>
            <a:r>
              <a:rPr lang="en-US" dirty="0">
                <a:latin typeface="Calibri"/>
                <a:ea typeface="Calibri"/>
                <a:cs typeface="Calibri"/>
              </a:rPr>
              <a:t>Use these to confirm the suspected issue</a:t>
            </a:r>
            <a:endParaRPr lang="en-US" dirty="0">
              <a:ea typeface="Calibri"/>
            </a:endParaRPr>
          </a:p>
        </p:txBody>
      </p:sp>
      <p:sp>
        <p:nvSpPr>
          <p:cNvPr id="4" name="Slide Number Placeholder 3">
            <a:extLst>
              <a:ext uri="{FF2B5EF4-FFF2-40B4-BE49-F238E27FC236}">
                <a16:creationId xmlns:a16="http://schemas.microsoft.com/office/drawing/2014/main" id="{9A7A56FB-3705-0965-7E02-FA3DEDF98738}"/>
              </a:ext>
            </a:extLst>
          </p:cNvPr>
          <p:cNvSpPr>
            <a:spLocks noGrp="1"/>
          </p:cNvSpPr>
          <p:nvPr>
            <p:ph type="sldNum" sz="quarter" idx="10"/>
          </p:nvPr>
        </p:nvSpPr>
        <p:spPr/>
        <p:txBody>
          <a:bodyPr/>
          <a:lstStyle/>
          <a:p>
            <a:fld id="{B7CF8A19-3A9E-4ABC-B336-2FDDE321C72D}" type="slidenum">
              <a:rPr lang="en-US" smtClean="0"/>
              <a:pPr/>
              <a:t>23</a:t>
            </a:fld>
            <a:endParaRPr lang="en-US" dirty="0"/>
          </a:p>
        </p:txBody>
      </p:sp>
    </p:spTree>
    <p:custDataLst>
      <p:tags r:id="rId1"/>
    </p:custDataLst>
    <p:extLst>
      <p:ext uri="{BB962C8B-B14F-4D97-AF65-F5344CB8AC3E}">
        <p14:creationId xmlns:p14="http://schemas.microsoft.com/office/powerpoint/2010/main" val="15695111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25F37-A7DE-79FC-122C-3D44EA73F61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AEA2DF8-3327-6CC9-713B-E990032542BD}"/>
              </a:ext>
            </a:extLst>
          </p:cNvPr>
          <p:cNvSpPr>
            <a:spLocks noGrp="1"/>
          </p:cNvSpPr>
          <p:nvPr>
            <p:ph type="title"/>
          </p:nvPr>
        </p:nvSpPr>
        <p:spPr/>
        <p:txBody>
          <a:bodyPr/>
          <a:lstStyle/>
          <a:p>
            <a:r>
              <a:rPr lang="en-US" b="1" i="0" dirty="0">
                <a:solidFill>
                  <a:srgbClr val="253644"/>
                </a:solidFill>
                <a:effectLst/>
              </a:rPr>
              <a:t>Difficult Situations</a:t>
            </a:r>
            <a:endParaRPr lang="en-US" sz="2000" dirty="0">
              <a:solidFill>
                <a:srgbClr val="253644"/>
              </a:solidFill>
            </a:endParaRPr>
          </a:p>
        </p:txBody>
      </p:sp>
      <p:sp>
        <p:nvSpPr>
          <p:cNvPr id="3" name="Content Placeholder 2">
            <a:extLst>
              <a:ext uri="{FF2B5EF4-FFF2-40B4-BE49-F238E27FC236}">
                <a16:creationId xmlns:a16="http://schemas.microsoft.com/office/drawing/2014/main" id="{94978109-880D-2844-ADF7-520DD7ED9EA7}"/>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Maintain a positive attitude</a:t>
            </a:r>
          </a:p>
          <a:p>
            <a:r>
              <a:rPr lang="en-US" dirty="0">
                <a:latin typeface="Calibri"/>
                <a:ea typeface="Calibri"/>
                <a:cs typeface="Calibri"/>
              </a:rPr>
              <a:t>Avoid</a:t>
            </a:r>
          </a:p>
          <a:p>
            <a:pPr lvl="1"/>
            <a:r>
              <a:rPr lang="en-US" dirty="0">
                <a:latin typeface="Calibri"/>
                <a:ea typeface="Calibri"/>
                <a:cs typeface="Calibri"/>
              </a:rPr>
              <a:t>Arguing with the customer</a:t>
            </a:r>
            <a:endParaRPr lang="en-US" dirty="0">
              <a:ea typeface="Calibri" panose="020F0502020204030204" pitchFamily="34" charset="0"/>
            </a:endParaRPr>
          </a:p>
          <a:p>
            <a:pPr lvl="1"/>
            <a:r>
              <a:rPr lang="en-US" dirty="0">
                <a:latin typeface="Calibri"/>
                <a:ea typeface="Calibri"/>
                <a:cs typeface="Calibri"/>
              </a:rPr>
              <a:t>Denying or dismissing the problem</a:t>
            </a:r>
          </a:p>
          <a:p>
            <a:pPr lvl="1"/>
            <a:r>
              <a:rPr lang="en-US" dirty="0">
                <a:latin typeface="Calibri"/>
                <a:ea typeface="Calibri"/>
                <a:cs typeface="Calibri"/>
              </a:rPr>
              <a:t>Being judgmental</a:t>
            </a:r>
            <a:endParaRPr lang="en-US" dirty="0">
              <a:ea typeface="Calibri" panose="020F0502020204030204" pitchFamily="34" charset="0"/>
            </a:endParaRPr>
          </a:p>
        </p:txBody>
      </p:sp>
      <p:sp>
        <p:nvSpPr>
          <p:cNvPr id="4" name="Slide Number Placeholder 3">
            <a:extLst>
              <a:ext uri="{FF2B5EF4-FFF2-40B4-BE49-F238E27FC236}">
                <a16:creationId xmlns:a16="http://schemas.microsoft.com/office/drawing/2014/main" id="{6595A431-EFFA-14EF-6233-0A946F66A193}"/>
              </a:ext>
            </a:extLst>
          </p:cNvPr>
          <p:cNvSpPr>
            <a:spLocks noGrp="1"/>
          </p:cNvSpPr>
          <p:nvPr>
            <p:ph type="sldNum" sz="quarter" idx="10"/>
          </p:nvPr>
        </p:nvSpPr>
        <p:spPr/>
        <p:txBody>
          <a:bodyPr/>
          <a:lstStyle/>
          <a:p>
            <a:fld id="{B7CF8A19-3A9E-4ABC-B336-2FDDE321C72D}" type="slidenum">
              <a:rPr lang="en-US" smtClean="0"/>
              <a:pPr/>
              <a:t>24</a:t>
            </a:fld>
            <a:endParaRPr lang="en-US" dirty="0"/>
          </a:p>
        </p:txBody>
      </p:sp>
    </p:spTree>
    <p:custDataLst>
      <p:tags r:id="rId1"/>
    </p:custDataLst>
    <p:extLst>
      <p:ext uri="{BB962C8B-B14F-4D97-AF65-F5344CB8AC3E}">
        <p14:creationId xmlns:p14="http://schemas.microsoft.com/office/powerpoint/2010/main" val="738304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E675C-57EE-CEBC-509E-7E831F9E757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DFCA7E3-71E6-6D92-E9F5-D0A5FBF7F4AC}"/>
              </a:ext>
            </a:extLst>
          </p:cNvPr>
          <p:cNvSpPr>
            <a:spLocks noGrp="1"/>
          </p:cNvSpPr>
          <p:nvPr>
            <p:ph type="title"/>
          </p:nvPr>
        </p:nvSpPr>
        <p:spPr/>
        <p:txBody>
          <a:bodyPr/>
          <a:lstStyle/>
          <a:p>
            <a:r>
              <a:rPr lang="en-US" b="1" i="0" dirty="0">
                <a:solidFill>
                  <a:srgbClr val="253644"/>
                </a:solidFill>
                <a:effectLst/>
              </a:rPr>
              <a:t>Dealing with Difficult Customers</a:t>
            </a:r>
            <a:endParaRPr lang="en-US" sz="2000" dirty="0">
              <a:solidFill>
                <a:srgbClr val="253644"/>
              </a:solidFill>
            </a:endParaRPr>
          </a:p>
        </p:txBody>
      </p:sp>
      <p:sp>
        <p:nvSpPr>
          <p:cNvPr id="3" name="Content Placeholder 2">
            <a:extLst>
              <a:ext uri="{FF2B5EF4-FFF2-40B4-BE49-F238E27FC236}">
                <a16:creationId xmlns:a16="http://schemas.microsoft.com/office/drawing/2014/main" id="{FE194781-39B8-9B4D-C9FB-E84155FBC1A8}"/>
              </a:ext>
            </a:extLst>
          </p:cNvPr>
          <p:cNvSpPr>
            <a:spLocks noGrp="1"/>
          </p:cNvSpPr>
          <p:nvPr>
            <p:ph idx="1"/>
          </p:nvPr>
        </p:nvSpPr>
        <p:spPr>
          <a:xfrm>
            <a:off x="159390" y="754652"/>
            <a:ext cx="4291726" cy="4046220"/>
          </a:xfrm>
        </p:spPr>
        <p:txBody>
          <a:bodyPr vert="horz" lIns="91440" tIns="45720" rIns="91440" bIns="45720" rtlCol="0" anchor="t">
            <a:normAutofit lnSpcReduction="10000"/>
          </a:bodyPr>
          <a:lstStyle/>
          <a:p>
            <a:r>
              <a:rPr lang="en-US" dirty="0">
                <a:latin typeface="Calibri"/>
                <a:ea typeface="Calibri"/>
                <a:cs typeface="Calibri"/>
              </a:rPr>
              <a:t>Identify when a customer is getting angry</a:t>
            </a:r>
          </a:p>
          <a:p>
            <a:r>
              <a:rPr lang="en-US" dirty="0">
                <a:latin typeface="Calibri"/>
                <a:ea typeface="Calibri"/>
                <a:cs typeface="Calibri"/>
              </a:rPr>
              <a:t>Do not take complaints personally</a:t>
            </a:r>
          </a:p>
          <a:p>
            <a:r>
              <a:rPr lang="en-US" dirty="0">
                <a:latin typeface="Calibri"/>
                <a:ea typeface="Calibri"/>
                <a:cs typeface="Calibri"/>
              </a:rPr>
              <a:t>Actively listen to complaints</a:t>
            </a:r>
          </a:p>
          <a:p>
            <a:r>
              <a:rPr lang="en-US" dirty="0">
                <a:latin typeface="Calibri"/>
                <a:ea typeface="Calibri"/>
                <a:cs typeface="Calibri"/>
              </a:rPr>
              <a:t>Hang up if a customer becomes abusive or threatening</a:t>
            </a:r>
          </a:p>
          <a:p>
            <a:r>
              <a:rPr lang="en-US" dirty="0">
                <a:latin typeface="Calibri"/>
                <a:ea typeface="Calibri"/>
                <a:cs typeface="Calibri"/>
              </a:rPr>
              <a:t>Seek assistance from a supervisor or other technicians</a:t>
            </a:r>
          </a:p>
        </p:txBody>
      </p:sp>
      <p:pic>
        <p:nvPicPr>
          <p:cNvPr id="5" name="Picture 4" descr="A professional in a suit working on a laptop while talking on the phone at an office desk.">
            <a:extLst>
              <a:ext uri="{FF2B5EF4-FFF2-40B4-BE49-F238E27FC236}">
                <a16:creationId xmlns:a16="http://schemas.microsoft.com/office/drawing/2014/main" id="{073E356A-B6E0-B8A0-D860-AAD3FAD65F71}"/>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4573374" y="749104"/>
            <a:ext cx="4124990" cy="2751827"/>
          </a:xfrm>
          <a:prstGeom prst="rect">
            <a:avLst/>
          </a:prstGeom>
          <a:ln>
            <a:solidFill>
              <a:schemeClr val="bg1">
                <a:lumMod val="85000"/>
              </a:schemeClr>
            </a:solidFill>
          </a:ln>
        </p:spPr>
      </p:pic>
      <p:sp>
        <p:nvSpPr>
          <p:cNvPr id="6" name="Content Placeholder 11">
            <a:extLst>
              <a:ext uri="{FF2B5EF4-FFF2-40B4-BE49-F238E27FC236}">
                <a16:creationId xmlns:a16="http://schemas.microsoft.com/office/drawing/2014/main" id="{54945C98-A3A9-68A2-9CC2-9AF299525AA8}"/>
              </a:ext>
            </a:extLst>
          </p:cNvPr>
          <p:cNvSpPr txBox="1">
            <a:spLocks/>
          </p:cNvSpPr>
          <p:nvPr/>
        </p:nvSpPr>
        <p:spPr>
          <a:xfrm>
            <a:off x="4570623" y="3559654"/>
            <a:ext cx="4127741"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Image by Wang Tom © 123RF.com.</a:t>
            </a:r>
          </a:p>
        </p:txBody>
      </p:sp>
      <p:sp>
        <p:nvSpPr>
          <p:cNvPr id="4" name="Slide Number Placeholder 3">
            <a:extLst>
              <a:ext uri="{FF2B5EF4-FFF2-40B4-BE49-F238E27FC236}">
                <a16:creationId xmlns:a16="http://schemas.microsoft.com/office/drawing/2014/main" id="{4B890B39-A7B8-BC31-33B8-04D3FB3A885D}"/>
              </a:ext>
            </a:extLst>
          </p:cNvPr>
          <p:cNvSpPr>
            <a:spLocks noGrp="1"/>
          </p:cNvSpPr>
          <p:nvPr>
            <p:ph type="sldNum" sz="quarter" idx="10"/>
          </p:nvPr>
        </p:nvSpPr>
        <p:spPr/>
        <p:txBody>
          <a:bodyPr/>
          <a:lstStyle/>
          <a:p>
            <a:fld id="{B7CF8A19-3A9E-4ABC-B336-2FDDE321C72D}" type="slidenum">
              <a:rPr lang="en-US" smtClean="0"/>
              <a:pPr/>
              <a:t>25</a:t>
            </a:fld>
            <a:endParaRPr lang="en-US" dirty="0"/>
          </a:p>
        </p:txBody>
      </p:sp>
    </p:spTree>
    <p:custDataLst>
      <p:tags r:id="rId1"/>
    </p:custDataLst>
    <p:extLst>
      <p:ext uri="{BB962C8B-B14F-4D97-AF65-F5344CB8AC3E}">
        <p14:creationId xmlns:p14="http://schemas.microsoft.com/office/powerpoint/2010/main" val="4233023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596E5-BFC7-BCDE-6EFB-17D368D3F50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A90F01-1B6A-F316-433C-894D606AAF2F}"/>
              </a:ext>
            </a:extLst>
          </p:cNvPr>
          <p:cNvSpPr>
            <a:spLocks noGrp="1"/>
          </p:cNvSpPr>
          <p:nvPr>
            <p:ph type="title"/>
          </p:nvPr>
        </p:nvSpPr>
        <p:spPr/>
        <p:txBody>
          <a:bodyPr/>
          <a:lstStyle/>
          <a:p>
            <a:r>
              <a:rPr lang="en-US" b="1" i="0" dirty="0">
                <a:solidFill>
                  <a:srgbClr val="253644"/>
                </a:solidFill>
                <a:effectLst/>
              </a:rPr>
              <a:t>Do Not Post Experiences on Social Media</a:t>
            </a:r>
            <a:endParaRPr lang="en-US" sz="2000" dirty="0">
              <a:solidFill>
                <a:srgbClr val="253644"/>
              </a:solidFill>
            </a:endParaRPr>
          </a:p>
        </p:txBody>
      </p:sp>
      <p:sp>
        <p:nvSpPr>
          <p:cNvPr id="3" name="Content Placeholder 2">
            <a:extLst>
              <a:ext uri="{FF2B5EF4-FFF2-40B4-BE49-F238E27FC236}">
                <a16:creationId xmlns:a16="http://schemas.microsoft.com/office/drawing/2014/main" id="{522EA45A-2AEB-C0E4-89AF-7FD3E8D944BC}"/>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Venting in public opens the door for scrutiny</a:t>
            </a:r>
          </a:p>
          <a:p>
            <a:r>
              <a:rPr lang="en-US" dirty="0">
                <a:latin typeface="Calibri"/>
                <a:ea typeface="Calibri"/>
                <a:cs typeface="Calibri"/>
              </a:rPr>
              <a:t>Follow company policy when discussing issues and cases</a:t>
            </a:r>
            <a:endParaRPr lang="en-US" dirty="0">
              <a:ea typeface="Calibri"/>
            </a:endParaRPr>
          </a:p>
        </p:txBody>
      </p:sp>
      <p:sp>
        <p:nvSpPr>
          <p:cNvPr id="4" name="Slide Number Placeholder 3">
            <a:extLst>
              <a:ext uri="{FF2B5EF4-FFF2-40B4-BE49-F238E27FC236}">
                <a16:creationId xmlns:a16="http://schemas.microsoft.com/office/drawing/2014/main" id="{83364785-0FE0-3097-F59E-BF87C31A8B64}"/>
              </a:ext>
            </a:extLst>
          </p:cNvPr>
          <p:cNvSpPr>
            <a:spLocks noGrp="1"/>
          </p:cNvSpPr>
          <p:nvPr>
            <p:ph type="sldNum" sz="quarter" idx="10"/>
          </p:nvPr>
        </p:nvSpPr>
        <p:spPr/>
        <p:txBody>
          <a:bodyPr/>
          <a:lstStyle/>
          <a:p>
            <a:fld id="{B7CF8A19-3A9E-4ABC-B336-2FDDE321C72D}" type="slidenum">
              <a:rPr lang="en-US" smtClean="0"/>
              <a:pPr/>
              <a:t>26</a:t>
            </a:fld>
            <a:endParaRPr lang="en-US" dirty="0"/>
          </a:p>
        </p:txBody>
      </p:sp>
    </p:spTree>
    <p:custDataLst>
      <p:tags r:id="rId1"/>
    </p:custDataLst>
    <p:extLst>
      <p:ext uri="{BB962C8B-B14F-4D97-AF65-F5344CB8AC3E}">
        <p14:creationId xmlns:p14="http://schemas.microsoft.com/office/powerpoint/2010/main" val="2324425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80DEF-1B2A-A2B1-76DC-FA5A052E374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585E70-838C-0A06-A185-2E60FB19AB55}"/>
              </a:ext>
            </a:extLst>
          </p:cNvPr>
          <p:cNvSpPr>
            <a:spLocks noGrp="1"/>
          </p:cNvSpPr>
          <p:nvPr>
            <p:ph type="title"/>
          </p:nvPr>
        </p:nvSpPr>
        <p:spPr/>
        <p:txBody>
          <a:bodyPr/>
          <a:lstStyle/>
          <a:p>
            <a:r>
              <a:rPr lang="en-US" dirty="0"/>
              <a:t>Professional Communication</a:t>
            </a:r>
          </a:p>
        </p:txBody>
      </p:sp>
      <p:sp>
        <p:nvSpPr>
          <p:cNvPr id="2" name="Content Placeholder 1">
            <a:extLst>
              <a:ext uri="{FF2B5EF4-FFF2-40B4-BE49-F238E27FC236}">
                <a16:creationId xmlns:a16="http://schemas.microsoft.com/office/drawing/2014/main" id="{54EAAE87-CBD2-F714-6824-B93C7CAE692E}"/>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Professional Support Processes</a:t>
            </a:r>
          </a:p>
          <a:p>
            <a:r>
              <a:rPr lang="en-US" dirty="0"/>
              <a:t>Professional Support Delivery</a:t>
            </a:r>
          </a:p>
          <a:p>
            <a:r>
              <a:rPr lang="en-US" dirty="0"/>
              <a:t>Professional Appearance</a:t>
            </a:r>
          </a:p>
          <a:p>
            <a:r>
              <a:rPr lang="en-US" dirty="0"/>
              <a:t>Professional Communications</a:t>
            </a:r>
          </a:p>
          <a:p>
            <a:r>
              <a:rPr lang="en-US" dirty="0"/>
              <a:t>Clarifying and Questioning Techniques</a:t>
            </a:r>
          </a:p>
          <a:p>
            <a:r>
              <a:rPr lang="en-US" dirty="0"/>
              <a:t>Difficult Situations</a:t>
            </a:r>
          </a:p>
          <a:p>
            <a:r>
              <a:rPr lang="en-US" dirty="0"/>
              <a:t>Dealing with Difficult Customers</a:t>
            </a:r>
          </a:p>
          <a:p>
            <a:r>
              <a:rPr lang="en-US" dirty="0"/>
              <a:t>Do Not Post Experiences on Social Media</a:t>
            </a:r>
          </a:p>
        </p:txBody>
      </p:sp>
      <p:sp>
        <p:nvSpPr>
          <p:cNvPr id="4" name="Slide Number Placeholder 3">
            <a:extLst>
              <a:ext uri="{FF2B5EF4-FFF2-40B4-BE49-F238E27FC236}">
                <a16:creationId xmlns:a16="http://schemas.microsoft.com/office/drawing/2014/main" id="{C0B3C39C-0780-C9D1-A0A8-80CCEECFC1A1}"/>
              </a:ext>
            </a:extLst>
          </p:cNvPr>
          <p:cNvSpPr>
            <a:spLocks noGrp="1"/>
          </p:cNvSpPr>
          <p:nvPr>
            <p:ph type="sldNum" sz="quarter" idx="12"/>
          </p:nvPr>
        </p:nvSpPr>
        <p:spPr/>
        <p:txBody>
          <a:bodyPr/>
          <a:lstStyle/>
          <a:p>
            <a:fld id="{B7CF8A19-3A9E-4ABC-B336-2FDDE321C72D}" type="slidenum">
              <a:rPr lang="en-US" smtClean="0"/>
              <a:pPr/>
              <a:t>27</a:t>
            </a:fld>
            <a:endParaRPr lang="en-US" dirty="0"/>
          </a:p>
        </p:txBody>
      </p:sp>
    </p:spTree>
    <p:custDataLst>
      <p:tags r:id="rId1"/>
    </p:custDataLst>
    <p:extLst>
      <p:ext uri="{BB962C8B-B14F-4D97-AF65-F5344CB8AC3E}">
        <p14:creationId xmlns:p14="http://schemas.microsoft.com/office/powerpoint/2010/main" val="3273351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828D7-B50F-01A6-84E0-668DA96BA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9406F-E04A-427E-CA15-444D22646769}"/>
              </a:ext>
            </a:extLst>
          </p:cNvPr>
          <p:cNvSpPr>
            <a:spLocks noGrp="1"/>
          </p:cNvSpPr>
          <p:nvPr>
            <p:ph type="ctrTitle"/>
          </p:nvPr>
        </p:nvSpPr>
        <p:spPr/>
        <p:txBody>
          <a:bodyPr/>
          <a:lstStyle/>
          <a:p>
            <a:r>
              <a:rPr lang="en-US" dirty="0"/>
              <a:t>Types of Operating Systems</a:t>
            </a:r>
          </a:p>
        </p:txBody>
      </p:sp>
      <p:sp>
        <p:nvSpPr>
          <p:cNvPr id="3" name="Subtitle 2">
            <a:extLst>
              <a:ext uri="{FF2B5EF4-FFF2-40B4-BE49-F238E27FC236}">
                <a16:creationId xmlns:a16="http://schemas.microsoft.com/office/drawing/2014/main" id="{293CC089-673B-B5FC-C096-2BBE09D622D5}"/>
              </a:ext>
            </a:extLst>
          </p:cNvPr>
          <p:cNvSpPr>
            <a:spLocks noGrp="1"/>
          </p:cNvSpPr>
          <p:nvPr>
            <p:ph type="subTitle" idx="1"/>
          </p:nvPr>
        </p:nvSpPr>
        <p:spPr/>
        <p:txBody>
          <a:bodyPr/>
          <a:lstStyle/>
          <a:p>
            <a:r>
              <a:rPr lang="en-US" dirty="0"/>
              <a:t>Lesson 11.3</a:t>
            </a:r>
          </a:p>
        </p:txBody>
      </p:sp>
      <p:sp>
        <p:nvSpPr>
          <p:cNvPr id="4" name="Slide Number Placeholder 3">
            <a:extLst>
              <a:ext uri="{FF2B5EF4-FFF2-40B4-BE49-F238E27FC236}">
                <a16:creationId xmlns:a16="http://schemas.microsoft.com/office/drawing/2014/main" id="{E4B441B6-9746-4966-1763-909925A37F3C}"/>
              </a:ext>
            </a:extLst>
          </p:cNvPr>
          <p:cNvSpPr>
            <a:spLocks noGrp="1"/>
          </p:cNvSpPr>
          <p:nvPr>
            <p:ph type="sldNum" sz="quarter" idx="10"/>
          </p:nvPr>
        </p:nvSpPr>
        <p:spPr/>
        <p:txBody>
          <a:bodyPr/>
          <a:lstStyle/>
          <a:p>
            <a:fld id="{B7CF8A19-3A9E-4ABC-B336-2FDDE321C72D}" type="slidenum">
              <a:rPr lang="en-US" smtClean="0"/>
              <a:pPr/>
              <a:t>28</a:t>
            </a:fld>
            <a:endParaRPr lang="en-US" dirty="0"/>
          </a:p>
        </p:txBody>
      </p:sp>
    </p:spTree>
    <p:custDataLst>
      <p:tags r:id="rId1"/>
    </p:custDataLst>
    <p:extLst>
      <p:ext uri="{BB962C8B-B14F-4D97-AF65-F5344CB8AC3E}">
        <p14:creationId xmlns:p14="http://schemas.microsoft.com/office/powerpoint/2010/main" val="38321700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E4D26-2C37-36FF-0926-D7E8EDD33A4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BC31C94-52A5-DE2C-9A2F-723E4C05E22C}"/>
              </a:ext>
            </a:extLst>
          </p:cNvPr>
          <p:cNvSpPr>
            <a:spLocks noGrp="1"/>
          </p:cNvSpPr>
          <p:nvPr>
            <p:ph type="title"/>
          </p:nvPr>
        </p:nvSpPr>
        <p:spPr/>
        <p:txBody>
          <a:bodyPr/>
          <a:lstStyle/>
          <a:p>
            <a:r>
              <a:rPr lang="en-US" b="1" i="0" dirty="0">
                <a:solidFill>
                  <a:srgbClr val="253644"/>
                </a:solidFill>
                <a:effectLst/>
              </a:rPr>
              <a:t>Windows and macOS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169DC84F-FA05-F988-3793-3955DFD5F569}"/>
              </a:ext>
            </a:extLst>
          </p:cNvPr>
          <p:cNvSpPr>
            <a:spLocks noGrp="1"/>
          </p:cNvSpPr>
          <p:nvPr>
            <p:ph idx="1"/>
          </p:nvPr>
        </p:nvSpPr>
        <p:spPr>
          <a:xfrm>
            <a:off x="146050" y="746760"/>
            <a:ext cx="8066771" cy="4046220"/>
          </a:xfrm>
        </p:spPr>
        <p:txBody>
          <a:bodyPr vert="horz" lIns="91440" tIns="45720" rIns="91440" bIns="45720" rtlCol="0" anchor="t">
            <a:normAutofit/>
          </a:bodyPr>
          <a:lstStyle/>
          <a:p>
            <a:r>
              <a:rPr lang="en-US" dirty="0">
                <a:latin typeface="Calibri"/>
                <a:ea typeface="Calibri"/>
                <a:cs typeface="Calibri"/>
              </a:rPr>
              <a:t>Windows</a:t>
            </a:r>
            <a:endParaRPr lang="en-US" dirty="0"/>
          </a:p>
          <a:p>
            <a:pPr lvl="1"/>
            <a:r>
              <a:rPr lang="en-US" dirty="0">
                <a:latin typeface="Calibri"/>
                <a:ea typeface="Calibri"/>
                <a:cs typeface="Calibri"/>
              </a:rPr>
              <a:t>Windows 10 and 11</a:t>
            </a:r>
            <a:endParaRPr lang="en-US" dirty="0"/>
          </a:p>
          <a:p>
            <a:pPr lvl="1"/>
            <a:r>
              <a:rPr lang="en-US" dirty="0">
                <a:latin typeface="Calibri"/>
                <a:ea typeface="Calibri"/>
                <a:cs typeface="Calibri"/>
              </a:rPr>
              <a:t>Server 2019, 2022, and 2025 are optimized for enterprise environment management</a:t>
            </a:r>
            <a:endParaRPr lang="en-US" dirty="0">
              <a:ea typeface="Calibri"/>
            </a:endParaRPr>
          </a:p>
          <a:p>
            <a:r>
              <a:rPr lang="en-US" dirty="0">
                <a:latin typeface="Calibri"/>
                <a:ea typeface="Calibri"/>
                <a:cs typeface="Calibri"/>
              </a:rPr>
              <a:t>macOS offers a desktop OS exclusive to Apple hardware</a:t>
            </a:r>
          </a:p>
        </p:txBody>
      </p:sp>
      <p:sp>
        <p:nvSpPr>
          <p:cNvPr id="4" name="Slide Number Placeholder 3">
            <a:extLst>
              <a:ext uri="{FF2B5EF4-FFF2-40B4-BE49-F238E27FC236}">
                <a16:creationId xmlns:a16="http://schemas.microsoft.com/office/drawing/2014/main" id="{EAA81B4B-05F9-D66A-DFE7-9DEC74E75924}"/>
              </a:ext>
            </a:extLst>
          </p:cNvPr>
          <p:cNvSpPr>
            <a:spLocks noGrp="1"/>
          </p:cNvSpPr>
          <p:nvPr>
            <p:ph type="sldNum" sz="quarter" idx="10"/>
          </p:nvPr>
        </p:nvSpPr>
        <p:spPr/>
        <p:txBody>
          <a:bodyPr/>
          <a:lstStyle/>
          <a:p>
            <a:fld id="{B7CF8A19-3A9E-4ABC-B336-2FDDE321C72D}" type="slidenum">
              <a:rPr lang="en-US" smtClean="0"/>
              <a:pPr/>
              <a:t>29</a:t>
            </a:fld>
            <a:endParaRPr lang="en-US" dirty="0"/>
          </a:p>
        </p:txBody>
      </p:sp>
    </p:spTree>
    <p:custDataLst>
      <p:tags r:id="rId1"/>
    </p:custDataLst>
    <p:extLst>
      <p:ext uri="{BB962C8B-B14F-4D97-AF65-F5344CB8AC3E}">
        <p14:creationId xmlns:p14="http://schemas.microsoft.com/office/powerpoint/2010/main" val="3576974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90372-A2FC-D0B8-230A-BCFF36CEA2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8F21B-E1FB-12C6-EE85-D042683F6099}"/>
              </a:ext>
            </a:extLst>
          </p:cNvPr>
          <p:cNvSpPr>
            <a:spLocks noGrp="1"/>
          </p:cNvSpPr>
          <p:nvPr>
            <p:ph type="title"/>
          </p:nvPr>
        </p:nvSpPr>
        <p:spPr/>
        <p:txBody>
          <a:bodyPr/>
          <a:lstStyle/>
          <a:p>
            <a:r>
              <a:rPr lang="en-US" dirty="0"/>
              <a:t>Windows and macOS </a:t>
            </a:r>
            <a:r>
              <a:rPr lang="en-US" sz="2000" dirty="0"/>
              <a:t>(Slide 2 of 2)</a:t>
            </a:r>
          </a:p>
        </p:txBody>
      </p:sp>
      <p:pic>
        <p:nvPicPr>
          <p:cNvPr id="5" name="Picture 4" descr="A mac O S desktop showing application icons, system preferences, and a colorful background.">
            <a:extLst>
              <a:ext uri="{FF2B5EF4-FFF2-40B4-BE49-F238E27FC236}">
                <a16:creationId xmlns:a16="http://schemas.microsoft.com/office/drawing/2014/main" id="{9E0A2DA3-E0AA-7578-7F35-900A7143C7F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33633" y="750169"/>
            <a:ext cx="6476731" cy="3643161"/>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8BBF22DC-C9BB-F6A5-9F25-E7460AA8F573}"/>
              </a:ext>
            </a:extLst>
          </p:cNvPr>
          <p:cNvSpPr txBox="1">
            <a:spLocks/>
          </p:cNvSpPr>
          <p:nvPr/>
        </p:nvSpPr>
        <p:spPr>
          <a:xfrm>
            <a:off x="1333632" y="4438145"/>
            <a:ext cx="6476731"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
        <p:nvSpPr>
          <p:cNvPr id="3" name="Slide Number Placeholder 2">
            <a:extLst>
              <a:ext uri="{FF2B5EF4-FFF2-40B4-BE49-F238E27FC236}">
                <a16:creationId xmlns:a16="http://schemas.microsoft.com/office/drawing/2014/main" id="{3FF1668C-3F55-2D35-0AD9-E62704E43581}"/>
              </a:ext>
            </a:extLst>
          </p:cNvPr>
          <p:cNvSpPr>
            <a:spLocks noGrp="1"/>
          </p:cNvSpPr>
          <p:nvPr>
            <p:ph type="sldNum" sz="quarter" idx="10"/>
          </p:nvPr>
        </p:nvSpPr>
        <p:spPr/>
        <p:txBody>
          <a:bodyPr/>
          <a:lstStyle/>
          <a:p>
            <a:fld id="{B7CF8A19-3A9E-4ABC-B336-2FDDE321C72D}" type="slidenum">
              <a:rPr lang="en-US" smtClean="0"/>
              <a:pPr/>
              <a:t>30</a:t>
            </a:fld>
            <a:endParaRPr lang="en-US" dirty="0"/>
          </a:p>
        </p:txBody>
      </p:sp>
    </p:spTree>
    <p:extLst>
      <p:ext uri="{BB962C8B-B14F-4D97-AF65-F5344CB8AC3E}">
        <p14:creationId xmlns:p14="http://schemas.microsoft.com/office/powerpoint/2010/main" val="16642121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F0DC8-FC3F-086C-A9B7-34D64849ADB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E606838-3B4F-92D1-E34F-014083DA18B8}"/>
              </a:ext>
            </a:extLst>
          </p:cNvPr>
          <p:cNvSpPr>
            <a:spLocks noGrp="1"/>
          </p:cNvSpPr>
          <p:nvPr>
            <p:ph type="title"/>
          </p:nvPr>
        </p:nvSpPr>
        <p:spPr/>
        <p:txBody>
          <a:bodyPr/>
          <a:lstStyle/>
          <a:p>
            <a:r>
              <a:rPr lang="en-US" b="1" i="0" dirty="0">
                <a:solidFill>
                  <a:srgbClr val="253644"/>
                </a:solidFill>
                <a:effectLst/>
              </a:rPr>
              <a:t>UNIX, Linux, and Chrome OS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55646C5D-CADE-4350-7CD5-5D42F7D55832}"/>
              </a:ext>
            </a:extLst>
          </p:cNvPr>
          <p:cNvSpPr>
            <a:spLocks noGrp="1"/>
          </p:cNvSpPr>
          <p:nvPr>
            <p:ph idx="1"/>
          </p:nvPr>
        </p:nvSpPr>
        <p:spPr>
          <a:xfrm>
            <a:off x="146050" y="746760"/>
            <a:ext cx="8066771" cy="4046220"/>
          </a:xfrm>
        </p:spPr>
        <p:txBody>
          <a:bodyPr vert="horz" lIns="91440" tIns="45720" rIns="91440" bIns="45720" rtlCol="0" anchor="t">
            <a:normAutofit/>
          </a:bodyPr>
          <a:lstStyle/>
          <a:p>
            <a:r>
              <a:rPr lang="en-US" dirty="0">
                <a:latin typeface="Calibri"/>
                <a:ea typeface="Calibri"/>
                <a:cs typeface="Calibri"/>
              </a:rPr>
              <a:t>Unix features a shell and kernel architecture</a:t>
            </a:r>
          </a:p>
          <a:p>
            <a:pPr lvl="1"/>
            <a:r>
              <a:rPr lang="en-US" dirty="0">
                <a:latin typeface="Calibri"/>
                <a:ea typeface="Calibri"/>
                <a:cs typeface="Calibri"/>
              </a:rPr>
              <a:t>The shell provides user interactions</a:t>
            </a:r>
          </a:p>
          <a:p>
            <a:pPr lvl="1"/>
            <a:r>
              <a:rPr lang="en-US" dirty="0">
                <a:latin typeface="Calibri"/>
                <a:ea typeface="Calibri"/>
                <a:cs typeface="Calibri"/>
              </a:rPr>
              <a:t>The kernel manages system resources</a:t>
            </a:r>
            <a:endParaRPr lang="en-US" dirty="0">
              <a:ea typeface="Calibri"/>
            </a:endParaRPr>
          </a:p>
          <a:p>
            <a:r>
              <a:rPr lang="en-US" dirty="0">
                <a:latin typeface="Calibri"/>
                <a:ea typeface="Calibri"/>
                <a:cs typeface="Calibri"/>
              </a:rPr>
              <a:t>Linux is derived from UNIX for open-source licensing</a:t>
            </a:r>
          </a:p>
          <a:p>
            <a:pPr lvl="1"/>
            <a:r>
              <a:rPr lang="en-US" dirty="0">
                <a:latin typeface="Calibri"/>
                <a:ea typeface="Calibri"/>
                <a:cs typeface="Calibri"/>
              </a:rPr>
              <a:t>Includes a shell, desktop environment, and app packages</a:t>
            </a:r>
          </a:p>
          <a:p>
            <a:pPr lvl="1"/>
            <a:r>
              <a:rPr lang="en-US" dirty="0">
                <a:latin typeface="Calibri"/>
                <a:ea typeface="Calibri"/>
                <a:cs typeface="Calibri"/>
              </a:rPr>
              <a:t>Standard release vs. rolling release</a:t>
            </a:r>
          </a:p>
          <a:p>
            <a:r>
              <a:rPr lang="en-US" dirty="0">
                <a:latin typeface="Calibri"/>
                <a:ea typeface="Calibri"/>
                <a:cs typeface="Calibri"/>
              </a:rPr>
              <a:t>Chrome OS was developed by Google and based on Linux</a:t>
            </a:r>
          </a:p>
          <a:p>
            <a:pPr lvl="1"/>
            <a:r>
              <a:rPr lang="en-US" dirty="0">
                <a:latin typeface="Calibri"/>
                <a:ea typeface="Calibri"/>
                <a:cs typeface="Calibri"/>
              </a:rPr>
              <a:t>For web applications</a:t>
            </a:r>
          </a:p>
        </p:txBody>
      </p:sp>
      <p:sp>
        <p:nvSpPr>
          <p:cNvPr id="4" name="Slide Number Placeholder 3">
            <a:extLst>
              <a:ext uri="{FF2B5EF4-FFF2-40B4-BE49-F238E27FC236}">
                <a16:creationId xmlns:a16="http://schemas.microsoft.com/office/drawing/2014/main" id="{66055422-A384-AE6D-8BBF-31317530F500}"/>
              </a:ext>
            </a:extLst>
          </p:cNvPr>
          <p:cNvSpPr>
            <a:spLocks noGrp="1"/>
          </p:cNvSpPr>
          <p:nvPr>
            <p:ph type="sldNum" sz="quarter" idx="10"/>
          </p:nvPr>
        </p:nvSpPr>
        <p:spPr/>
        <p:txBody>
          <a:bodyPr/>
          <a:lstStyle/>
          <a:p>
            <a:fld id="{B7CF8A19-3A9E-4ABC-B336-2FDDE321C72D}" type="slidenum">
              <a:rPr lang="en-US" smtClean="0"/>
              <a:pPr/>
              <a:t>31</a:t>
            </a:fld>
            <a:endParaRPr lang="en-US" dirty="0"/>
          </a:p>
        </p:txBody>
      </p:sp>
    </p:spTree>
    <p:custDataLst>
      <p:tags r:id="rId1"/>
    </p:custDataLst>
    <p:extLst>
      <p:ext uri="{BB962C8B-B14F-4D97-AF65-F5344CB8AC3E}">
        <p14:creationId xmlns:p14="http://schemas.microsoft.com/office/powerpoint/2010/main" val="7240533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2C372-9AB1-6A97-AFB7-D44306DD08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6E9103-26C7-406D-D230-2957CF88E228}"/>
              </a:ext>
            </a:extLst>
          </p:cNvPr>
          <p:cNvSpPr>
            <a:spLocks noGrp="1"/>
          </p:cNvSpPr>
          <p:nvPr>
            <p:ph type="title"/>
          </p:nvPr>
        </p:nvSpPr>
        <p:spPr/>
        <p:txBody>
          <a:bodyPr/>
          <a:lstStyle/>
          <a:p>
            <a:r>
              <a:rPr lang="en-US" dirty="0"/>
              <a:t>UNIX, Linux, and Chrome OS </a:t>
            </a:r>
            <a:r>
              <a:rPr lang="en-US" sz="2000" dirty="0"/>
              <a:t>(Slide 2 of 2)</a:t>
            </a:r>
          </a:p>
        </p:txBody>
      </p:sp>
      <p:pic>
        <p:nvPicPr>
          <p:cNvPr id="6" name="Picture 5" descr="An Ubuntu Linux desktop with software updates window and file manager open, showing folder structure.">
            <a:extLst>
              <a:ext uri="{FF2B5EF4-FFF2-40B4-BE49-F238E27FC236}">
                <a16:creationId xmlns:a16="http://schemas.microsoft.com/office/drawing/2014/main" id="{89F53627-ABF7-91FD-6C3F-179FB67D754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60114" y="750420"/>
            <a:ext cx="5623771" cy="4217829"/>
          </a:xfrm>
          <a:prstGeom prst="rect">
            <a:avLst/>
          </a:prstGeom>
          <a:ln>
            <a:solidFill>
              <a:schemeClr val="bg1">
                <a:lumMod val="85000"/>
              </a:schemeClr>
            </a:solidFill>
          </a:ln>
        </p:spPr>
      </p:pic>
      <p:sp>
        <p:nvSpPr>
          <p:cNvPr id="3" name="Slide Number Placeholder 2">
            <a:extLst>
              <a:ext uri="{FF2B5EF4-FFF2-40B4-BE49-F238E27FC236}">
                <a16:creationId xmlns:a16="http://schemas.microsoft.com/office/drawing/2014/main" id="{8C3AC453-9105-0B33-3B6C-CEEABE5185D5}"/>
              </a:ext>
            </a:extLst>
          </p:cNvPr>
          <p:cNvSpPr>
            <a:spLocks noGrp="1"/>
          </p:cNvSpPr>
          <p:nvPr>
            <p:ph type="sldNum" sz="quarter" idx="10"/>
          </p:nvPr>
        </p:nvSpPr>
        <p:spPr/>
        <p:txBody>
          <a:bodyPr/>
          <a:lstStyle/>
          <a:p>
            <a:fld id="{B7CF8A19-3A9E-4ABC-B336-2FDDE321C72D}" type="slidenum">
              <a:rPr lang="en-US" smtClean="0"/>
              <a:pPr/>
              <a:t>32</a:t>
            </a:fld>
            <a:endParaRPr lang="en-US" dirty="0"/>
          </a:p>
        </p:txBody>
      </p:sp>
    </p:spTree>
    <p:extLst>
      <p:ext uri="{BB962C8B-B14F-4D97-AF65-F5344CB8AC3E}">
        <p14:creationId xmlns:p14="http://schemas.microsoft.com/office/powerpoint/2010/main" val="1775478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5525C-8FDD-E613-057A-E7A2CB34C2E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C379296-B95C-C7A9-9870-05FB83A2CF1E}"/>
              </a:ext>
            </a:extLst>
          </p:cNvPr>
          <p:cNvSpPr>
            <a:spLocks noGrp="1"/>
          </p:cNvSpPr>
          <p:nvPr>
            <p:ph type="title"/>
          </p:nvPr>
        </p:nvSpPr>
        <p:spPr/>
        <p:txBody>
          <a:bodyPr/>
          <a:lstStyle/>
          <a:p>
            <a:r>
              <a:rPr lang="en-US" b="1" i="0" dirty="0">
                <a:solidFill>
                  <a:srgbClr val="253644"/>
                </a:solidFill>
                <a:effectLst/>
              </a:rPr>
              <a:t>iOS and Android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BF118F52-6837-3E29-D9F4-2CAB1BD16A6A}"/>
              </a:ext>
            </a:extLst>
          </p:cNvPr>
          <p:cNvSpPr>
            <a:spLocks noGrp="1"/>
          </p:cNvSpPr>
          <p:nvPr>
            <p:ph idx="1"/>
          </p:nvPr>
        </p:nvSpPr>
        <p:spPr>
          <a:xfrm>
            <a:off x="159390" y="754652"/>
            <a:ext cx="4291726" cy="4046220"/>
          </a:xfrm>
        </p:spPr>
        <p:txBody>
          <a:bodyPr vert="horz" lIns="91440" tIns="45720" rIns="91440" bIns="45720" rtlCol="0" anchor="t">
            <a:normAutofit/>
          </a:bodyPr>
          <a:lstStyle/>
          <a:p>
            <a:r>
              <a:rPr lang="en-US" dirty="0">
                <a:latin typeface="Calibri"/>
                <a:ea typeface="Calibri"/>
                <a:cs typeface="Calibri"/>
              </a:rPr>
              <a:t>iOS is built to run only on Apple iPhone hardware</a:t>
            </a:r>
          </a:p>
          <a:p>
            <a:pPr lvl="1"/>
            <a:r>
              <a:rPr lang="en-US" dirty="0">
                <a:latin typeface="Calibri"/>
                <a:ea typeface="Calibri"/>
                <a:cs typeface="Calibri"/>
              </a:rPr>
              <a:t>iPad, iWatch, tvOS</a:t>
            </a:r>
          </a:p>
        </p:txBody>
      </p:sp>
      <p:pic>
        <p:nvPicPr>
          <p:cNvPr id="7" name="Picture 6" descr="An I Pad home screen with app icons, widgets, and a background image of a cloudy sky.">
            <a:extLst>
              <a:ext uri="{FF2B5EF4-FFF2-40B4-BE49-F238E27FC236}">
                <a16:creationId xmlns:a16="http://schemas.microsoft.com/office/drawing/2014/main" id="{95E5C510-AF80-C015-C23A-6FB6042FBFC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484548" y="754652"/>
            <a:ext cx="4432949" cy="3323089"/>
          </a:xfrm>
          <a:prstGeom prst="rect">
            <a:avLst/>
          </a:prstGeom>
          <a:noFill/>
          <a:ln>
            <a:noFill/>
          </a:ln>
        </p:spPr>
      </p:pic>
      <p:sp>
        <p:nvSpPr>
          <p:cNvPr id="6" name="Content Placeholder 11">
            <a:extLst>
              <a:ext uri="{FF2B5EF4-FFF2-40B4-BE49-F238E27FC236}">
                <a16:creationId xmlns:a16="http://schemas.microsoft.com/office/drawing/2014/main" id="{8868A672-AC60-F35A-C43D-8543B0C6E2A6}"/>
              </a:ext>
            </a:extLst>
          </p:cNvPr>
          <p:cNvSpPr txBox="1">
            <a:spLocks/>
          </p:cNvSpPr>
          <p:nvPr/>
        </p:nvSpPr>
        <p:spPr>
          <a:xfrm>
            <a:off x="4484548" y="4095925"/>
            <a:ext cx="4432949" cy="274768"/>
          </a:xfrm>
          <a:prstGeom prst="rect">
            <a:avLst/>
          </a:prstGeom>
          <a:ln>
            <a:noFill/>
          </a:ln>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
        <p:nvSpPr>
          <p:cNvPr id="4" name="Slide Number Placeholder 3">
            <a:extLst>
              <a:ext uri="{FF2B5EF4-FFF2-40B4-BE49-F238E27FC236}">
                <a16:creationId xmlns:a16="http://schemas.microsoft.com/office/drawing/2014/main" id="{B5856976-ECF1-93DC-D806-1D7446BFC26C}"/>
              </a:ext>
            </a:extLst>
          </p:cNvPr>
          <p:cNvSpPr>
            <a:spLocks noGrp="1"/>
          </p:cNvSpPr>
          <p:nvPr>
            <p:ph type="sldNum" sz="quarter" idx="10"/>
          </p:nvPr>
        </p:nvSpPr>
        <p:spPr/>
        <p:txBody>
          <a:bodyPr/>
          <a:lstStyle/>
          <a:p>
            <a:fld id="{B7CF8A19-3A9E-4ABC-B336-2FDDE321C72D}" type="slidenum">
              <a:rPr lang="en-US" smtClean="0"/>
              <a:pPr/>
              <a:t>33</a:t>
            </a:fld>
            <a:endParaRPr lang="en-US" dirty="0"/>
          </a:p>
        </p:txBody>
      </p:sp>
    </p:spTree>
    <p:custDataLst>
      <p:tags r:id="rId1"/>
    </p:custDataLst>
    <p:extLst>
      <p:ext uri="{BB962C8B-B14F-4D97-AF65-F5344CB8AC3E}">
        <p14:creationId xmlns:p14="http://schemas.microsoft.com/office/powerpoint/2010/main" val="24768576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2BCE9-E610-58C7-F385-AFE7B7A9224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170DB9B-CB93-2DC1-4D46-72EB2325BE87}"/>
              </a:ext>
            </a:extLst>
          </p:cNvPr>
          <p:cNvSpPr>
            <a:spLocks noGrp="1"/>
          </p:cNvSpPr>
          <p:nvPr>
            <p:ph type="title"/>
          </p:nvPr>
        </p:nvSpPr>
        <p:spPr/>
        <p:txBody>
          <a:bodyPr/>
          <a:lstStyle/>
          <a:p>
            <a:r>
              <a:rPr lang="en-US" b="1" i="0" dirty="0">
                <a:solidFill>
                  <a:srgbClr val="253644"/>
                </a:solidFill>
                <a:effectLst/>
              </a:rPr>
              <a:t>iOS and Android </a:t>
            </a:r>
            <a:r>
              <a:rPr lang="en-US" sz="2000" b="1" i="0" dirty="0">
                <a:solidFill>
                  <a:srgbClr val="253644"/>
                </a:solidFill>
                <a:effectLst/>
              </a:rPr>
              <a:t>(Slide 2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325667EB-667E-FA42-8DB5-73D87BB0E0D6}"/>
              </a:ext>
            </a:extLst>
          </p:cNvPr>
          <p:cNvSpPr>
            <a:spLocks noGrp="1"/>
          </p:cNvSpPr>
          <p:nvPr>
            <p:ph idx="1"/>
          </p:nvPr>
        </p:nvSpPr>
        <p:spPr>
          <a:xfrm>
            <a:off x="4591050" y="754739"/>
            <a:ext cx="4425950" cy="4046220"/>
          </a:xfrm>
        </p:spPr>
        <p:txBody>
          <a:bodyPr vert="horz" lIns="91440" tIns="45720" rIns="91440" bIns="45720" rtlCol="0" anchor="t">
            <a:normAutofit/>
          </a:bodyPr>
          <a:lstStyle/>
          <a:p>
            <a:r>
              <a:rPr lang="en-US" dirty="0">
                <a:latin typeface="Calibri"/>
                <a:ea typeface="Calibri"/>
                <a:cs typeface="Calibri"/>
              </a:rPr>
              <a:t>Android OS</a:t>
            </a:r>
          </a:p>
          <a:p>
            <a:pPr lvl="1"/>
            <a:r>
              <a:rPr lang="en-US" dirty="0">
                <a:latin typeface="Calibri"/>
                <a:ea typeface="Calibri"/>
                <a:cs typeface="Calibri"/>
              </a:rPr>
              <a:t>open-source </a:t>
            </a:r>
          </a:p>
          <a:p>
            <a:pPr lvl="1"/>
            <a:r>
              <a:rPr lang="en-US" dirty="0">
                <a:latin typeface="Calibri"/>
                <a:ea typeface="Calibri"/>
                <a:cs typeface="Calibri"/>
              </a:rPr>
              <a:t>OS built to run on multiple hardware platforms</a:t>
            </a:r>
            <a:endParaRPr lang="en-US" dirty="0"/>
          </a:p>
        </p:txBody>
      </p:sp>
      <p:pic>
        <p:nvPicPr>
          <p:cNvPr id="5" name="Picture 4" descr="An android home screen with apps, calendar widget, and a weather widget.">
            <a:extLst>
              <a:ext uri="{FF2B5EF4-FFF2-40B4-BE49-F238E27FC236}">
                <a16:creationId xmlns:a16="http://schemas.microsoft.com/office/drawing/2014/main" id="{6F39AE8B-3684-098A-5B64-C91D9357F92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558333" y="690146"/>
            <a:ext cx="1869301" cy="4195544"/>
          </a:xfrm>
          <a:prstGeom prst="rect">
            <a:avLst/>
          </a:prstGeom>
          <a:ln>
            <a:solidFill>
              <a:schemeClr val="bg1">
                <a:lumMod val="85000"/>
              </a:schemeClr>
            </a:solidFill>
          </a:ln>
        </p:spPr>
      </p:pic>
      <p:sp>
        <p:nvSpPr>
          <p:cNvPr id="6" name="Content Placeholder 11">
            <a:extLst>
              <a:ext uri="{FF2B5EF4-FFF2-40B4-BE49-F238E27FC236}">
                <a16:creationId xmlns:a16="http://schemas.microsoft.com/office/drawing/2014/main" id="{7CD27612-A0C8-A28D-7A0D-136922F9EA06}"/>
              </a:ext>
            </a:extLst>
          </p:cNvPr>
          <p:cNvSpPr txBox="1">
            <a:spLocks/>
          </p:cNvSpPr>
          <p:nvPr/>
        </p:nvSpPr>
        <p:spPr>
          <a:xfrm>
            <a:off x="1413421" y="4885690"/>
            <a:ext cx="2159124"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Android platform.</a:t>
            </a:r>
          </a:p>
        </p:txBody>
      </p:sp>
      <p:sp>
        <p:nvSpPr>
          <p:cNvPr id="4" name="Slide Number Placeholder 3">
            <a:extLst>
              <a:ext uri="{FF2B5EF4-FFF2-40B4-BE49-F238E27FC236}">
                <a16:creationId xmlns:a16="http://schemas.microsoft.com/office/drawing/2014/main" id="{5840396D-5018-9D22-577F-96268708B8B6}"/>
              </a:ext>
            </a:extLst>
          </p:cNvPr>
          <p:cNvSpPr>
            <a:spLocks noGrp="1"/>
          </p:cNvSpPr>
          <p:nvPr>
            <p:ph type="sldNum" sz="quarter" idx="10"/>
          </p:nvPr>
        </p:nvSpPr>
        <p:spPr/>
        <p:txBody>
          <a:bodyPr/>
          <a:lstStyle/>
          <a:p>
            <a:fld id="{B7CF8A19-3A9E-4ABC-B336-2FDDE321C72D}" type="slidenum">
              <a:rPr lang="en-US" smtClean="0"/>
              <a:pPr/>
              <a:t>34</a:t>
            </a:fld>
            <a:endParaRPr lang="en-US" dirty="0"/>
          </a:p>
        </p:txBody>
      </p:sp>
    </p:spTree>
    <p:custDataLst>
      <p:tags r:id="rId1"/>
    </p:custDataLst>
    <p:extLst>
      <p:ext uri="{BB962C8B-B14F-4D97-AF65-F5344CB8AC3E}">
        <p14:creationId xmlns:p14="http://schemas.microsoft.com/office/powerpoint/2010/main" val="17379174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95A51-1B84-F9FE-9B15-B5D925CABE1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FFCCF94-7F52-9B34-DA85-54E01B162C40}"/>
              </a:ext>
            </a:extLst>
          </p:cNvPr>
          <p:cNvSpPr>
            <a:spLocks noGrp="1"/>
          </p:cNvSpPr>
          <p:nvPr>
            <p:ph type="title"/>
          </p:nvPr>
        </p:nvSpPr>
        <p:spPr/>
        <p:txBody>
          <a:bodyPr/>
          <a:lstStyle/>
          <a:p>
            <a:r>
              <a:rPr lang="en-US" b="1" i="0" dirty="0">
                <a:solidFill>
                  <a:srgbClr val="253644"/>
                </a:solidFill>
                <a:effectLst/>
              </a:rPr>
              <a:t>Windows File System Types</a:t>
            </a:r>
            <a:endParaRPr lang="en-US" sz="2000" dirty="0">
              <a:solidFill>
                <a:srgbClr val="253644"/>
              </a:solidFill>
            </a:endParaRPr>
          </a:p>
        </p:txBody>
      </p:sp>
      <p:sp>
        <p:nvSpPr>
          <p:cNvPr id="3" name="Content Placeholder 2">
            <a:extLst>
              <a:ext uri="{FF2B5EF4-FFF2-40B4-BE49-F238E27FC236}">
                <a16:creationId xmlns:a16="http://schemas.microsoft.com/office/drawing/2014/main" id="{0BAF53C2-3F82-86CA-259F-CC8C18509261}"/>
              </a:ext>
            </a:extLst>
          </p:cNvPr>
          <p:cNvSpPr>
            <a:spLocks noGrp="1"/>
          </p:cNvSpPr>
          <p:nvPr>
            <p:ph idx="1"/>
          </p:nvPr>
        </p:nvSpPr>
        <p:spPr>
          <a:xfrm>
            <a:off x="146050" y="746759"/>
            <a:ext cx="8066771" cy="4337605"/>
          </a:xfrm>
        </p:spPr>
        <p:txBody>
          <a:bodyPr vert="horz" lIns="91440" tIns="45720" rIns="91440" bIns="45720" rtlCol="0" anchor="t">
            <a:normAutofit fontScale="92500" lnSpcReduction="20000"/>
          </a:bodyPr>
          <a:lstStyle/>
          <a:p>
            <a:r>
              <a:rPr lang="en-US" sz="2600" dirty="0">
                <a:latin typeface="Calibri"/>
                <a:ea typeface="Calibri"/>
                <a:cs typeface="Calibri"/>
              </a:rPr>
              <a:t>New Technology File System (NTFS) </a:t>
            </a:r>
          </a:p>
          <a:p>
            <a:pPr lvl="1"/>
            <a:r>
              <a:rPr lang="en-US" sz="2200" dirty="0">
                <a:latin typeface="Calibri"/>
                <a:ea typeface="Calibri"/>
                <a:cs typeface="Calibri"/>
              </a:rPr>
              <a:t>Developed by Microsoft</a:t>
            </a:r>
            <a:endParaRPr lang="en-US" sz="2200" dirty="0">
              <a:ea typeface="Calibri" panose="020F0502020204030204" pitchFamily="34" charset="0"/>
            </a:endParaRPr>
          </a:p>
          <a:p>
            <a:pPr lvl="1"/>
            <a:r>
              <a:rPr lang="en-US" sz="2200" dirty="0">
                <a:latin typeface="Calibri"/>
                <a:ea typeface="Calibri"/>
                <a:cs typeface="Calibri"/>
              </a:rPr>
              <a:t>Parts</a:t>
            </a:r>
          </a:p>
          <a:p>
            <a:pPr lvl="2"/>
            <a:r>
              <a:rPr lang="en-US" sz="1900" dirty="0">
                <a:latin typeface="Calibri"/>
                <a:ea typeface="Calibri"/>
                <a:cs typeface="Calibri"/>
              </a:rPr>
              <a:t>Journaling</a:t>
            </a:r>
          </a:p>
          <a:p>
            <a:pPr lvl="2"/>
            <a:r>
              <a:rPr lang="en-US" sz="1900" dirty="0">
                <a:latin typeface="Calibri"/>
                <a:ea typeface="Calibri"/>
                <a:cs typeface="Calibri"/>
              </a:rPr>
              <a:t>Snapshots</a:t>
            </a:r>
          </a:p>
          <a:p>
            <a:pPr lvl="2"/>
            <a:r>
              <a:rPr lang="en-US" sz="1900" dirty="0">
                <a:latin typeface="Calibri"/>
                <a:ea typeface="Calibri"/>
                <a:cs typeface="Calibri"/>
              </a:rPr>
              <a:t>Security</a:t>
            </a:r>
          </a:p>
          <a:p>
            <a:pPr lvl="2"/>
            <a:r>
              <a:rPr lang="en-US" sz="1900" dirty="0">
                <a:latin typeface="Calibri"/>
                <a:ea typeface="Calibri"/>
                <a:cs typeface="Calibri"/>
              </a:rPr>
              <a:t>Indexing</a:t>
            </a:r>
          </a:p>
          <a:p>
            <a:pPr lvl="2"/>
            <a:r>
              <a:rPr lang="en-US" sz="1900" dirty="0">
                <a:latin typeface="Calibri"/>
                <a:ea typeface="Calibri"/>
                <a:cs typeface="Calibri"/>
              </a:rPr>
              <a:t>Dynamic disk support</a:t>
            </a:r>
          </a:p>
          <a:p>
            <a:r>
              <a:rPr lang="en-US" sz="2600" dirty="0">
                <a:latin typeface="Calibri"/>
                <a:ea typeface="Calibri"/>
                <a:cs typeface="Calibri"/>
              </a:rPr>
              <a:t>ReFS</a:t>
            </a:r>
          </a:p>
          <a:p>
            <a:pPr lvl="1"/>
            <a:r>
              <a:rPr lang="en-US" sz="2200" dirty="0">
                <a:latin typeface="Calibri"/>
                <a:ea typeface="Calibri"/>
                <a:cs typeface="Calibri"/>
              </a:rPr>
              <a:t>Microsoft developed for large storage and data integrity solutions</a:t>
            </a:r>
          </a:p>
          <a:p>
            <a:pPr lvl="1"/>
            <a:r>
              <a:rPr lang="en-US" sz="2200" dirty="0">
                <a:latin typeface="Calibri"/>
                <a:ea typeface="Calibri"/>
                <a:cs typeface="Calibri"/>
              </a:rPr>
              <a:t>A high-performing, scalable, and resilient file system</a:t>
            </a:r>
          </a:p>
          <a:p>
            <a:r>
              <a:rPr lang="en-US" sz="2600" dirty="0">
                <a:latin typeface="Calibri"/>
                <a:ea typeface="Calibri"/>
                <a:cs typeface="Calibri"/>
              </a:rPr>
              <a:t>FAT32/exFAT</a:t>
            </a:r>
          </a:p>
          <a:p>
            <a:pPr lvl="1"/>
            <a:r>
              <a:rPr lang="en-US" sz="2200" dirty="0">
                <a:latin typeface="Calibri"/>
                <a:ea typeface="Calibri"/>
                <a:cs typeface="Calibri"/>
              </a:rPr>
              <a:t>File allocation table (FAT) and extended FAT (exFAT)</a:t>
            </a:r>
          </a:p>
        </p:txBody>
      </p:sp>
      <p:sp>
        <p:nvSpPr>
          <p:cNvPr id="4" name="Slide Number Placeholder 3">
            <a:extLst>
              <a:ext uri="{FF2B5EF4-FFF2-40B4-BE49-F238E27FC236}">
                <a16:creationId xmlns:a16="http://schemas.microsoft.com/office/drawing/2014/main" id="{0DD0A349-61E2-5F5A-CFA9-9F2547048CF9}"/>
              </a:ext>
            </a:extLst>
          </p:cNvPr>
          <p:cNvSpPr>
            <a:spLocks noGrp="1"/>
          </p:cNvSpPr>
          <p:nvPr>
            <p:ph type="sldNum" sz="quarter" idx="10"/>
          </p:nvPr>
        </p:nvSpPr>
        <p:spPr/>
        <p:txBody>
          <a:bodyPr/>
          <a:lstStyle/>
          <a:p>
            <a:fld id="{B7CF8A19-3A9E-4ABC-B336-2FDDE321C72D}" type="slidenum">
              <a:rPr lang="en-US" smtClean="0"/>
              <a:pPr/>
              <a:t>35</a:t>
            </a:fld>
            <a:endParaRPr lang="en-US" dirty="0"/>
          </a:p>
        </p:txBody>
      </p:sp>
    </p:spTree>
    <p:custDataLst>
      <p:tags r:id="rId1"/>
    </p:custDataLst>
    <p:extLst>
      <p:ext uri="{BB962C8B-B14F-4D97-AF65-F5344CB8AC3E}">
        <p14:creationId xmlns:p14="http://schemas.microsoft.com/office/powerpoint/2010/main" val="2801981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96FE4-ADEF-4869-7FE1-19CFC26F588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3323A80-D675-031E-5542-ECA66B994A3E}"/>
              </a:ext>
            </a:extLst>
          </p:cNvPr>
          <p:cNvSpPr>
            <a:spLocks noGrp="1"/>
          </p:cNvSpPr>
          <p:nvPr>
            <p:ph type="title"/>
          </p:nvPr>
        </p:nvSpPr>
        <p:spPr/>
        <p:txBody>
          <a:bodyPr/>
          <a:lstStyle/>
          <a:p>
            <a:r>
              <a:rPr lang="en-US" b="1" i="0" dirty="0">
                <a:solidFill>
                  <a:srgbClr val="253644"/>
                </a:solidFill>
                <a:effectLst/>
              </a:rPr>
              <a:t>Linux and macOS File System Types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BE68B963-230B-10CD-81E4-A69C422F25F1}"/>
              </a:ext>
            </a:extLst>
          </p:cNvPr>
          <p:cNvSpPr>
            <a:spLocks noGrp="1"/>
          </p:cNvSpPr>
          <p:nvPr>
            <p:ph idx="1"/>
          </p:nvPr>
        </p:nvSpPr>
        <p:spPr>
          <a:xfrm>
            <a:off x="159390" y="754652"/>
            <a:ext cx="8103766" cy="4046220"/>
          </a:xfrm>
        </p:spPr>
        <p:txBody>
          <a:bodyPr vert="horz" lIns="91440" tIns="45720" rIns="91440" bIns="45720" rtlCol="0" anchor="t">
            <a:normAutofit/>
          </a:bodyPr>
          <a:lstStyle/>
          <a:p>
            <a:r>
              <a:rPr lang="en-US" dirty="0">
                <a:latin typeface="Calibri"/>
                <a:ea typeface="Calibri"/>
                <a:cs typeface="Calibri"/>
              </a:rPr>
              <a:t>Linux</a:t>
            </a:r>
          </a:p>
          <a:p>
            <a:pPr lvl="1"/>
            <a:r>
              <a:rPr lang="en-US" dirty="0">
                <a:latin typeface="Calibri"/>
                <a:ea typeface="Calibri"/>
                <a:cs typeface="Calibri"/>
              </a:rPr>
              <a:t>ext4 </a:t>
            </a:r>
            <a:endParaRPr lang="en-US" dirty="0">
              <a:ea typeface="Calibri"/>
            </a:endParaRPr>
          </a:p>
          <a:p>
            <a:pPr lvl="1"/>
            <a:r>
              <a:rPr lang="en-US" dirty="0">
                <a:latin typeface="Calibri"/>
                <a:ea typeface="Calibri"/>
                <a:cs typeface="Calibri"/>
              </a:rPr>
              <a:t>XFS extended file system</a:t>
            </a:r>
            <a:endParaRPr lang="en-US" dirty="0">
              <a:ea typeface="Calibri"/>
            </a:endParaRPr>
          </a:p>
          <a:p>
            <a:r>
              <a:rPr lang="en-US" dirty="0">
                <a:latin typeface="Calibri"/>
                <a:ea typeface="Calibri"/>
                <a:cs typeface="Calibri"/>
              </a:rPr>
              <a:t>macOS</a:t>
            </a:r>
          </a:p>
          <a:p>
            <a:pPr lvl="1"/>
            <a:r>
              <a:rPr lang="en-US" dirty="0">
                <a:latin typeface="Calibri"/>
                <a:ea typeface="Calibri"/>
                <a:cs typeface="Calibri"/>
              </a:rPr>
              <a:t>APFS proprietary Apple File System</a:t>
            </a:r>
          </a:p>
        </p:txBody>
      </p:sp>
      <p:sp>
        <p:nvSpPr>
          <p:cNvPr id="4" name="Slide Number Placeholder 3">
            <a:extLst>
              <a:ext uri="{FF2B5EF4-FFF2-40B4-BE49-F238E27FC236}">
                <a16:creationId xmlns:a16="http://schemas.microsoft.com/office/drawing/2014/main" id="{D4602BD7-4C6B-DD9D-79AF-AAAB06D76AEB}"/>
              </a:ext>
            </a:extLst>
          </p:cNvPr>
          <p:cNvSpPr>
            <a:spLocks noGrp="1"/>
          </p:cNvSpPr>
          <p:nvPr>
            <p:ph type="sldNum" sz="quarter" idx="10"/>
          </p:nvPr>
        </p:nvSpPr>
        <p:spPr/>
        <p:txBody>
          <a:bodyPr/>
          <a:lstStyle/>
          <a:p>
            <a:fld id="{B7CF8A19-3A9E-4ABC-B336-2FDDE321C72D}" type="slidenum">
              <a:rPr lang="en-US" smtClean="0"/>
              <a:pPr/>
              <a:t>36</a:t>
            </a:fld>
            <a:endParaRPr lang="en-US" dirty="0"/>
          </a:p>
        </p:txBody>
      </p:sp>
    </p:spTree>
    <p:custDataLst>
      <p:tags r:id="rId1"/>
    </p:custDataLst>
    <p:extLst>
      <p:ext uri="{BB962C8B-B14F-4D97-AF65-F5344CB8AC3E}">
        <p14:creationId xmlns:p14="http://schemas.microsoft.com/office/powerpoint/2010/main" val="24217221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51E1F-3134-627A-9FB9-D10B970D1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88DC7F-A483-6DBC-A190-34E4ACEF5B64}"/>
              </a:ext>
            </a:extLst>
          </p:cNvPr>
          <p:cNvSpPr>
            <a:spLocks noGrp="1"/>
          </p:cNvSpPr>
          <p:nvPr>
            <p:ph type="title"/>
          </p:nvPr>
        </p:nvSpPr>
        <p:spPr/>
        <p:txBody>
          <a:bodyPr/>
          <a:lstStyle/>
          <a:p>
            <a:r>
              <a:rPr lang="en-US" b="1" i="0" dirty="0">
                <a:solidFill>
                  <a:srgbClr val="253644"/>
                </a:solidFill>
                <a:effectLst/>
              </a:rPr>
              <a:t>Linux and macOS File System Types </a:t>
            </a:r>
            <a:r>
              <a:rPr lang="en-US" sz="2000" b="1" i="0" dirty="0">
                <a:solidFill>
                  <a:srgbClr val="253644"/>
                </a:solidFill>
                <a:effectLst/>
              </a:rPr>
              <a:t>(Slide 2 of 2)</a:t>
            </a:r>
            <a:endParaRPr lang="en-US" sz="2000" dirty="0"/>
          </a:p>
        </p:txBody>
      </p:sp>
      <p:pic>
        <p:nvPicPr>
          <p:cNvPr id="5" name="Picture 4" descr="An Ubuntu installation window prompting to write partition changes to disk, with Go Back and Continue buttons.">
            <a:extLst>
              <a:ext uri="{FF2B5EF4-FFF2-40B4-BE49-F238E27FC236}">
                <a16:creationId xmlns:a16="http://schemas.microsoft.com/office/drawing/2014/main" id="{43AF75D4-D08E-3025-5223-CFC997289CDC}"/>
              </a:ext>
            </a:extLst>
          </p:cNvPr>
          <p:cNvPicPr>
            <a:picLocks noChangeAspect="1"/>
          </p:cNvPicPr>
          <p:nvPr/>
        </p:nvPicPr>
        <p:blipFill>
          <a:blip r:embed="rId3"/>
          <a:stretch>
            <a:fillRect/>
          </a:stretch>
        </p:blipFill>
        <p:spPr>
          <a:xfrm>
            <a:off x="1303662" y="746629"/>
            <a:ext cx="6536674" cy="3935413"/>
          </a:xfrm>
          <a:prstGeom prst="rect">
            <a:avLst/>
          </a:prstGeom>
        </p:spPr>
      </p:pic>
      <p:sp>
        <p:nvSpPr>
          <p:cNvPr id="3" name="Slide Number Placeholder 2">
            <a:extLst>
              <a:ext uri="{FF2B5EF4-FFF2-40B4-BE49-F238E27FC236}">
                <a16:creationId xmlns:a16="http://schemas.microsoft.com/office/drawing/2014/main" id="{75A6DE80-DC9B-8ADB-2A30-F4672FF228BB}"/>
              </a:ext>
            </a:extLst>
          </p:cNvPr>
          <p:cNvSpPr>
            <a:spLocks noGrp="1"/>
          </p:cNvSpPr>
          <p:nvPr>
            <p:ph type="sldNum" sz="quarter" idx="10"/>
          </p:nvPr>
        </p:nvSpPr>
        <p:spPr/>
        <p:txBody>
          <a:bodyPr/>
          <a:lstStyle/>
          <a:p>
            <a:fld id="{B7CF8A19-3A9E-4ABC-B336-2FDDE321C72D}" type="slidenum">
              <a:rPr lang="en-US" smtClean="0"/>
              <a:pPr/>
              <a:t>37</a:t>
            </a:fld>
            <a:endParaRPr lang="en-US" dirty="0"/>
          </a:p>
        </p:txBody>
      </p:sp>
    </p:spTree>
    <p:extLst>
      <p:ext uri="{BB962C8B-B14F-4D97-AF65-F5344CB8AC3E}">
        <p14:creationId xmlns:p14="http://schemas.microsoft.com/office/powerpoint/2010/main" val="1225838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CC1EF-AFF0-653C-C85D-084403A3B2A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30AEE2F-8B1F-073F-B360-9C91575E3F49}"/>
              </a:ext>
            </a:extLst>
          </p:cNvPr>
          <p:cNvSpPr>
            <a:spLocks noGrp="1"/>
          </p:cNvSpPr>
          <p:nvPr>
            <p:ph type="title"/>
          </p:nvPr>
        </p:nvSpPr>
        <p:spPr/>
        <p:txBody>
          <a:bodyPr/>
          <a:lstStyle/>
          <a:p>
            <a:r>
              <a:rPr lang="en-US" b="1" i="0" dirty="0">
                <a:solidFill>
                  <a:srgbClr val="253644"/>
                </a:solidFill>
                <a:effectLst/>
              </a:rPr>
              <a:t>OS Compatibility Issues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B22E6ADF-74DC-C482-A95B-6E3C765CD118}"/>
              </a:ext>
            </a:extLst>
          </p:cNvPr>
          <p:cNvSpPr>
            <a:spLocks noGrp="1"/>
          </p:cNvSpPr>
          <p:nvPr>
            <p:ph idx="1"/>
          </p:nvPr>
        </p:nvSpPr>
        <p:spPr>
          <a:xfrm>
            <a:off x="159390" y="754652"/>
            <a:ext cx="8103766" cy="4046220"/>
          </a:xfrm>
        </p:spPr>
        <p:txBody>
          <a:bodyPr vert="horz" lIns="91440" tIns="45720" rIns="91440" bIns="45720" rtlCol="0" anchor="t">
            <a:normAutofit/>
          </a:bodyPr>
          <a:lstStyle/>
          <a:p>
            <a:r>
              <a:rPr lang="en-US" dirty="0">
                <a:latin typeface="Calibri"/>
                <a:ea typeface="Calibri"/>
                <a:cs typeface="Calibri"/>
              </a:rPr>
              <a:t>OS developed for a particular set of device hardware </a:t>
            </a:r>
          </a:p>
          <a:p>
            <a:pPr lvl="1"/>
            <a:r>
              <a:rPr lang="en-US" dirty="0">
                <a:latin typeface="Calibri"/>
                <a:ea typeface="Calibri"/>
                <a:cs typeface="Calibri"/>
              </a:rPr>
              <a:t>Example: Windows 11 requires the support of a TPM v2.0</a:t>
            </a:r>
            <a:endParaRPr lang="en-US" dirty="0">
              <a:ea typeface="Calibri"/>
            </a:endParaRPr>
          </a:p>
          <a:p>
            <a:r>
              <a:rPr lang="en-US" dirty="0">
                <a:latin typeface="Calibri"/>
                <a:ea typeface="Calibri"/>
                <a:cs typeface="Calibri"/>
              </a:rPr>
              <a:t>Software applications </a:t>
            </a:r>
          </a:p>
          <a:p>
            <a:pPr lvl="1"/>
            <a:r>
              <a:rPr lang="en-US" dirty="0">
                <a:latin typeface="Calibri"/>
                <a:ea typeface="Calibri"/>
                <a:cs typeface="Calibri"/>
              </a:rPr>
              <a:t>Developed for a specific OS and file system</a:t>
            </a:r>
          </a:p>
          <a:p>
            <a:r>
              <a:rPr lang="en-US" dirty="0">
                <a:latin typeface="Calibri"/>
                <a:ea typeface="Calibri"/>
                <a:cs typeface="Calibri"/>
              </a:rPr>
              <a:t>Network compatibility</a:t>
            </a:r>
          </a:p>
          <a:p>
            <a:r>
              <a:rPr lang="en-US" dirty="0">
                <a:latin typeface="Calibri"/>
                <a:ea typeface="Calibri"/>
                <a:cs typeface="Calibri"/>
              </a:rPr>
              <a:t>Provide user training and support with changes</a:t>
            </a:r>
            <a:endParaRPr lang="en-US" dirty="0">
              <a:ea typeface="Calibri"/>
            </a:endParaRPr>
          </a:p>
        </p:txBody>
      </p:sp>
      <p:sp>
        <p:nvSpPr>
          <p:cNvPr id="4" name="Slide Number Placeholder 3">
            <a:extLst>
              <a:ext uri="{FF2B5EF4-FFF2-40B4-BE49-F238E27FC236}">
                <a16:creationId xmlns:a16="http://schemas.microsoft.com/office/drawing/2014/main" id="{14B59768-5B06-2F26-D5D8-E9F42CA803F1}"/>
              </a:ext>
            </a:extLst>
          </p:cNvPr>
          <p:cNvSpPr>
            <a:spLocks noGrp="1"/>
          </p:cNvSpPr>
          <p:nvPr>
            <p:ph type="sldNum" sz="quarter" idx="10"/>
          </p:nvPr>
        </p:nvSpPr>
        <p:spPr/>
        <p:txBody>
          <a:bodyPr/>
          <a:lstStyle/>
          <a:p>
            <a:fld id="{B7CF8A19-3A9E-4ABC-B336-2FDDE321C72D}" type="slidenum">
              <a:rPr lang="en-US" smtClean="0"/>
              <a:pPr/>
              <a:t>38</a:t>
            </a:fld>
            <a:endParaRPr lang="en-US" dirty="0"/>
          </a:p>
        </p:txBody>
      </p:sp>
    </p:spTree>
    <p:custDataLst>
      <p:tags r:id="rId1"/>
    </p:custDataLst>
    <p:extLst>
      <p:ext uri="{BB962C8B-B14F-4D97-AF65-F5344CB8AC3E}">
        <p14:creationId xmlns:p14="http://schemas.microsoft.com/office/powerpoint/2010/main" val="4153440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BBEC2-F67B-2DC1-713A-F587FEB398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D4C127-F576-CE88-8376-FDDB4295A3F3}"/>
              </a:ext>
            </a:extLst>
          </p:cNvPr>
          <p:cNvSpPr>
            <a:spLocks noGrp="1"/>
          </p:cNvSpPr>
          <p:nvPr>
            <p:ph type="title"/>
          </p:nvPr>
        </p:nvSpPr>
        <p:spPr/>
        <p:txBody>
          <a:bodyPr/>
          <a:lstStyle/>
          <a:p>
            <a:r>
              <a:rPr lang="en-US" b="1" i="0" dirty="0">
                <a:solidFill>
                  <a:srgbClr val="253644"/>
                </a:solidFill>
                <a:effectLst/>
              </a:rPr>
              <a:t>OS Compatibility Issues </a:t>
            </a:r>
            <a:r>
              <a:rPr lang="en-US" sz="2000" b="1" i="0" dirty="0">
                <a:solidFill>
                  <a:srgbClr val="253644"/>
                </a:solidFill>
                <a:effectLst/>
              </a:rPr>
              <a:t>(Slide 2 of 2)</a:t>
            </a:r>
            <a:endParaRPr lang="en-US" sz="2000" dirty="0"/>
          </a:p>
        </p:txBody>
      </p:sp>
      <p:pic>
        <p:nvPicPr>
          <p:cNvPr id="6" name="Picture 5" descr="A P C health check showing compatibility issues for upgrading to Windows 11 and reasons for not meeting system requirements.">
            <a:extLst>
              <a:ext uri="{FF2B5EF4-FFF2-40B4-BE49-F238E27FC236}">
                <a16:creationId xmlns:a16="http://schemas.microsoft.com/office/drawing/2014/main" id="{8A7C1B4F-9FCE-A443-2D9D-0CAA53ADD24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500155" y="704675"/>
            <a:ext cx="4143690" cy="4139070"/>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848A1CA0-A543-7882-63C8-6CA4BFE6BD21}"/>
              </a:ext>
            </a:extLst>
          </p:cNvPr>
          <p:cNvSpPr txBox="1">
            <a:spLocks/>
          </p:cNvSpPr>
          <p:nvPr/>
        </p:nvSpPr>
        <p:spPr>
          <a:xfrm>
            <a:off x="2500155" y="4885690"/>
            <a:ext cx="4143690"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
        <p:nvSpPr>
          <p:cNvPr id="3" name="Slide Number Placeholder 2">
            <a:extLst>
              <a:ext uri="{FF2B5EF4-FFF2-40B4-BE49-F238E27FC236}">
                <a16:creationId xmlns:a16="http://schemas.microsoft.com/office/drawing/2014/main" id="{598D8457-574D-B43F-DDA0-3DDDB6F15B5D}"/>
              </a:ext>
            </a:extLst>
          </p:cNvPr>
          <p:cNvSpPr>
            <a:spLocks noGrp="1"/>
          </p:cNvSpPr>
          <p:nvPr>
            <p:ph type="sldNum" sz="quarter" idx="10"/>
          </p:nvPr>
        </p:nvSpPr>
        <p:spPr/>
        <p:txBody>
          <a:bodyPr/>
          <a:lstStyle/>
          <a:p>
            <a:fld id="{B7CF8A19-3A9E-4ABC-B336-2FDDE321C72D}" type="slidenum">
              <a:rPr lang="en-US" smtClean="0"/>
              <a:pPr/>
              <a:t>39</a:t>
            </a:fld>
            <a:endParaRPr lang="en-US" dirty="0"/>
          </a:p>
        </p:txBody>
      </p:sp>
    </p:spTree>
    <p:extLst>
      <p:ext uri="{BB962C8B-B14F-4D97-AF65-F5344CB8AC3E}">
        <p14:creationId xmlns:p14="http://schemas.microsoft.com/office/powerpoint/2010/main" val="19805744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07EB8-F18D-77C7-B020-2163A6A0477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A8FC133-A5B8-1598-CC32-F7F18FA30955}"/>
              </a:ext>
            </a:extLst>
          </p:cNvPr>
          <p:cNvSpPr>
            <a:spLocks noGrp="1"/>
          </p:cNvSpPr>
          <p:nvPr>
            <p:ph type="title"/>
          </p:nvPr>
        </p:nvSpPr>
        <p:spPr/>
        <p:txBody>
          <a:bodyPr/>
          <a:lstStyle/>
          <a:p>
            <a:r>
              <a:rPr lang="en-US" b="1" i="0" dirty="0">
                <a:solidFill>
                  <a:srgbClr val="253644"/>
                </a:solidFill>
                <a:effectLst/>
              </a:rPr>
              <a:t>Vendor Life-cycle Limitations</a:t>
            </a:r>
            <a:endParaRPr lang="en-US" sz="2000" dirty="0">
              <a:solidFill>
                <a:srgbClr val="253644"/>
              </a:solidFill>
            </a:endParaRPr>
          </a:p>
        </p:txBody>
      </p:sp>
      <p:sp>
        <p:nvSpPr>
          <p:cNvPr id="3" name="Content Placeholder 2">
            <a:extLst>
              <a:ext uri="{FF2B5EF4-FFF2-40B4-BE49-F238E27FC236}">
                <a16:creationId xmlns:a16="http://schemas.microsoft.com/office/drawing/2014/main" id="{91C9DD17-2836-4708-7F89-785924B66C1A}"/>
              </a:ext>
            </a:extLst>
          </p:cNvPr>
          <p:cNvSpPr>
            <a:spLocks noGrp="1"/>
          </p:cNvSpPr>
          <p:nvPr>
            <p:ph idx="1"/>
          </p:nvPr>
        </p:nvSpPr>
        <p:spPr>
          <a:xfrm>
            <a:off x="159390" y="754652"/>
            <a:ext cx="8103766" cy="4046220"/>
          </a:xfrm>
        </p:spPr>
        <p:txBody>
          <a:bodyPr vert="horz" lIns="91440" tIns="45720" rIns="91440" bIns="45720" rtlCol="0" anchor="t">
            <a:normAutofit/>
          </a:bodyPr>
          <a:lstStyle/>
          <a:p>
            <a:r>
              <a:rPr lang="en-US" dirty="0">
                <a:latin typeface="Calibri"/>
                <a:ea typeface="Calibri"/>
                <a:cs typeface="Calibri"/>
              </a:rPr>
              <a:t>End-of-life/end-of-service-life</a:t>
            </a:r>
            <a:endParaRPr lang="en-US" dirty="0">
              <a:ea typeface="Calibri"/>
            </a:endParaRPr>
          </a:p>
          <a:p>
            <a:pPr lvl="1"/>
            <a:r>
              <a:rPr lang="en-US" dirty="0">
                <a:latin typeface="Calibri"/>
                <a:ea typeface="Calibri"/>
                <a:cs typeface="Calibri"/>
              </a:rPr>
              <a:t>OEM or developer no longer supports product</a:t>
            </a:r>
          </a:p>
        </p:txBody>
      </p:sp>
      <p:sp>
        <p:nvSpPr>
          <p:cNvPr id="4" name="Slide Number Placeholder 3">
            <a:extLst>
              <a:ext uri="{FF2B5EF4-FFF2-40B4-BE49-F238E27FC236}">
                <a16:creationId xmlns:a16="http://schemas.microsoft.com/office/drawing/2014/main" id="{E23F7DE5-6CA3-D3A4-7619-849FC2B1F12E}"/>
              </a:ext>
            </a:extLst>
          </p:cNvPr>
          <p:cNvSpPr>
            <a:spLocks noGrp="1"/>
          </p:cNvSpPr>
          <p:nvPr>
            <p:ph type="sldNum" sz="quarter" idx="10"/>
          </p:nvPr>
        </p:nvSpPr>
        <p:spPr/>
        <p:txBody>
          <a:bodyPr/>
          <a:lstStyle/>
          <a:p>
            <a:fld id="{B7CF8A19-3A9E-4ABC-B336-2FDDE321C72D}" type="slidenum">
              <a:rPr lang="en-US" smtClean="0"/>
              <a:pPr/>
              <a:t>40</a:t>
            </a:fld>
            <a:endParaRPr lang="en-US" dirty="0"/>
          </a:p>
        </p:txBody>
      </p:sp>
    </p:spTree>
    <p:custDataLst>
      <p:tags r:id="rId1"/>
    </p:custDataLst>
    <p:extLst>
      <p:ext uri="{BB962C8B-B14F-4D97-AF65-F5344CB8AC3E}">
        <p14:creationId xmlns:p14="http://schemas.microsoft.com/office/powerpoint/2010/main" val="28076320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78C26-2666-78B7-5177-9B0203FE7B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7822A4-F322-EAFF-FF81-80DA2EC01C2F}"/>
              </a:ext>
            </a:extLst>
          </p:cNvPr>
          <p:cNvSpPr>
            <a:spLocks noGrp="1"/>
          </p:cNvSpPr>
          <p:nvPr>
            <p:ph sz="quarter" idx="14"/>
          </p:nvPr>
        </p:nvSpPr>
        <p:spPr/>
        <p:txBody>
          <a:bodyPr>
            <a:normAutofit/>
          </a:bodyPr>
          <a:lstStyle/>
          <a:p>
            <a:r>
              <a:rPr lang="en-US" dirty="0"/>
              <a:t>Applied Live Lab: Manage a Support Ticket</a:t>
            </a:r>
            <a:br>
              <a:rPr lang="en-US" dirty="0"/>
            </a:br>
            <a:r>
              <a:rPr lang="en-US" sz="2000" dirty="0"/>
              <a:t>(available in CertMaster Perform and CertMaster Labs)</a:t>
            </a:r>
          </a:p>
          <a:p>
            <a:r>
              <a:rPr lang="en-US" dirty="0"/>
              <a:t>Challenge Live Lab: Resolve Help Desk Tickets</a:t>
            </a:r>
            <a:br>
              <a:rPr lang="en-US" sz="2000" dirty="0"/>
            </a:br>
            <a:r>
              <a:rPr lang="en-US" sz="2000" dirty="0"/>
              <a:t>(available in CertMaster Perform and CertMaster Labs)</a:t>
            </a:r>
          </a:p>
        </p:txBody>
      </p:sp>
      <p:sp>
        <p:nvSpPr>
          <p:cNvPr id="2" name="Slide Number Placeholder 1">
            <a:extLst>
              <a:ext uri="{FF2B5EF4-FFF2-40B4-BE49-F238E27FC236}">
                <a16:creationId xmlns:a16="http://schemas.microsoft.com/office/drawing/2014/main" id="{3E0B70BF-ABF9-1628-AAC0-F7CAA0D1E332}"/>
              </a:ext>
            </a:extLst>
          </p:cNvPr>
          <p:cNvSpPr>
            <a:spLocks noGrp="1"/>
          </p:cNvSpPr>
          <p:nvPr>
            <p:ph type="sldNum" sz="quarter" idx="13"/>
          </p:nvPr>
        </p:nvSpPr>
        <p:spPr/>
        <p:txBody>
          <a:bodyPr/>
          <a:lstStyle/>
          <a:p>
            <a:fld id="{B7CF8A19-3A9E-4ABC-B336-2FDDE321C72D}" type="slidenum">
              <a:rPr lang="en-US" smtClean="0"/>
              <a:pPr/>
              <a:t>41</a:t>
            </a:fld>
            <a:endParaRPr lang="en-US" dirty="0"/>
          </a:p>
        </p:txBody>
      </p:sp>
    </p:spTree>
    <p:custDataLst>
      <p:tags r:id="rId1"/>
    </p:custDataLst>
    <p:extLst>
      <p:ext uri="{BB962C8B-B14F-4D97-AF65-F5344CB8AC3E}">
        <p14:creationId xmlns:p14="http://schemas.microsoft.com/office/powerpoint/2010/main" val="42409491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50341-2B14-FE14-D1C4-1C8B8F43A5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7ECA82B-EE33-CF40-057E-DFD96263B7A9}"/>
              </a:ext>
            </a:extLst>
          </p:cNvPr>
          <p:cNvSpPr>
            <a:spLocks noGrp="1"/>
          </p:cNvSpPr>
          <p:nvPr>
            <p:ph type="title"/>
          </p:nvPr>
        </p:nvSpPr>
        <p:spPr/>
        <p:txBody>
          <a:bodyPr/>
          <a:lstStyle/>
          <a:p>
            <a:r>
              <a:rPr lang="en-US" dirty="0"/>
              <a:t>Types of Operating Systems</a:t>
            </a:r>
          </a:p>
        </p:txBody>
      </p:sp>
      <p:sp>
        <p:nvSpPr>
          <p:cNvPr id="2" name="Content Placeholder 1">
            <a:extLst>
              <a:ext uri="{FF2B5EF4-FFF2-40B4-BE49-F238E27FC236}">
                <a16:creationId xmlns:a16="http://schemas.microsoft.com/office/drawing/2014/main" id="{BA9B8871-1292-94B1-DFDB-C7CEF5E8B646}"/>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Windows and macOS</a:t>
            </a:r>
          </a:p>
          <a:p>
            <a:r>
              <a:rPr lang="en-US" dirty="0"/>
              <a:t>UNIX, Linux, and Chrome OS</a:t>
            </a:r>
          </a:p>
          <a:p>
            <a:r>
              <a:rPr lang="en-US" dirty="0"/>
              <a:t>iOS and Android </a:t>
            </a:r>
          </a:p>
          <a:p>
            <a:r>
              <a:rPr lang="en-US" dirty="0"/>
              <a:t>Windows File System Types</a:t>
            </a:r>
          </a:p>
          <a:p>
            <a:r>
              <a:rPr lang="en-US" dirty="0"/>
              <a:t>Linux and macOS File System Types</a:t>
            </a:r>
          </a:p>
          <a:p>
            <a:r>
              <a:rPr lang="en-US" dirty="0"/>
              <a:t>OS Compatibility Issues</a:t>
            </a:r>
          </a:p>
          <a:p>
            <a:r>
              <a:rPr lang="en-US" dirty="0"/>
              <a:t>Vendor Life-cycle Limitations</a:t>
            </a:r>
          </a:p>
        </p:txBody>
      </p:sp>
      <p:sp>
        <p:nvSpPr>
          <p:cNvPr id="4" name="Slide Number Placeholder 3">
            <a:extLst>
              <a:ext uri="{FF2B5EF4-FFF2-40B4-BE49-F238E27FC236}">
                <a16:creationId xmlns:a16="http://schemas.microsoft.com/office/drawing/2014/main" id="{196D599A-6DD9-1ED4-FFFB-C50EC0AE6B8E}"/>
              </a:ext>
            </a:extLst>
          </p:cNvPr>
          <p:cNvSpPr>
            <a:spLocks noGrp="1"/>
          </p:cNvSpPr>
          <p:nvPr>
            <p:ph type="sldNum" sz="quarter" idx="12"/>
          </p:nvPr>
        </p:nvSpPr>
        <p:spPr/>
        <p:txBody>
          <a:bodyPr/>
          <a:lstStyle/>
          <a:p>
            <a:fld id="{B7CF8A19-3A9E-4ABC-B336-2FDDE321C72D}" type="slidenum">
              <a:rPr lang="en-US" smtClean="0"/>
              <a:pPr/>
              <a:t>42</a:t>
            </a:fld>
            <a:endParaRPr lang="en-US" dirty="0"/>
          </a:p>
        </p:txBody>
      </p:sp>
    </p:spTree>
    <p:custDataLst>
      <p:tags r:id="rId1"/>
    </p:custDataLst>
    <p:extLst>
      <p:ext uri="{BB962C8B-B14F-4D97-AF65-F5344CB8AC3E}">
        <p14:creationId xmlns:p14="http://schemas.microsoft.com/office/powerpoint/2010/main" val="1947485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COMPTIA_OV" val="o1GHjmgH"/>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2" ma:contentTypeDescription="Create a new document." ma:contentTypeScope="" ma:versionID="ff8c8c30a2863312a87f708ebf1733ea">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96b0126f59aa052fd2c13f8292a2f5e"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element ref="ns2:HerettoFile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HerettoFileName" ma:index="28" nillable="true" ma:displayName="Heretto File Name" ma:format="Dropdown" ma:internalName="HerettoFileNam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HerettoFileName xmlns="95a46270-66ec-4bdf-aabc-d78887d5141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3A95983-9D4F-41AA-AC68-0857328607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804A4A-BEBA-46F7-8D91-096B77966F98}">
  <ds:schemaRefs>
    <ds:schemaRef ds:uri="http://purl.org/dc/terms/"/>
    <ds:schemaRef ds:uri="http://purl.org/dc/dcmitype/"/>
    <ds:schemaRef ds:uri="95a46270-66ec-4bdf-aabc-d78887d51418"/>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315eb565-7267-4a95-9087-2f433ded3c8b"/>
    <ds:schemaRef ds:uri="http://schemas.microsoft.com/sharepoint/v3"/>
    <ds:schemaRef ds:uri="http://www.w3.org/XML/1998/namespace"/>
    <ds:schemaRef ds:uri="http://purl.org/dc/elements/1.1/"/>
  </ds:schemaRefs>
</ds:datastoreItem>
</file>

<file path=customXml/itemProps3.xml><?xml version="1.0" encoding="utf-8"?>
<ds:datastoreItem xmlns:ds="http://schemas.openxmlformats.org/officeDocument/2006/customXml" ds:itemID="{EA2CFB8D-1019-43EC-BFD1-51DA400163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comptia_ova</Template>
  <TotalTime>1285</TotalTime>
  <Words>2035</Words>
  <Application>Microsoft Office PowerPoint</Application>
  <PresentationFormat>On-screen Show (16:9)</PresentationFormat>
  <Paragraphs>342</Paragraphs>
  <Slides>42</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comptia_ov</vt:lpstr>
      <vt:lpstr>Exam 220-1202</vt:lpstr>
      <vt:lpstr>Managing Support Procedures</vt:lpstr>
      <vt:lpstr>Learning Outcomes</vt:lpstr>
      <vt:lpstr>Documentation</vt:lpstr>
      <vt:lpstr>Standard Operating Procedure</vt:lpstr>
      <vt:lpstr>Service Level Agreements</vt:lpstr>
      <vt:lpstr>Incident and Ticketing Systems (Slide 1 of 2)</vt:lpstr>
      <vt:lpstr>Incident and Ticketing Systems (Slide 2 of 2)</vt:lpstr>
      <vt:lpstr>Categories and Severity</vt:lpstr>
      <vt:lpstr>Ticket Management</vt:lpstr>
      <vt:lpstr>Support Documentation and Knowledge Base Articles</vt:lpstr>
      <vt:lpstr>Lessons Learned</vt:lpstr>
      <vt:lpstr>Clear Written Communication</vt:lpstr>
      <vt:lpstr>Knowledge Base</vt:lpstr>
      <vt:lpstr>Policy Documentation</vt:lpstr>
      <vt:lpstr>PowerPoint Presentation</vt:lpstr>
      <vt:lpstr>Documentation</vt:lpstr>
      <vt:lpstr>Professional Communication</vt:lpstr>
      <vt:lpstr>Professional Support Processes</vt:lpstr>
      <vt:lpstr>Professional Support Delivery</vt:lpstr>
      <vt:lpstr>Professional Appearance</vt:lpstr>
      <vt:lpstr>Professional Communications</vt:lpstr>
      <vt:lpstr>Clarifying and Questioning Techniques</vt:lpstr>
      <vt:lpstr>Difficult Situations</vt:lpstr>
      <vt:lpstr>Dealing with Difficult Customers</vt:lpstr>
      <vt:lpstr>Do Not Post Experiences on Social Media</vt:lpstr>
      <vt:lpstr>Professional Communication</vt:lpstr>
      <vt:lpstr>Types of Operating Systems</vt:lpstr>
      <vt:lpstr>Windows and macOS (Slide 1 of 2)</vt:lpstr>
      <vt:lpstr>Windows and macOS (Slide 2 of 2)</vt:lpstr>
      <vt:lpstr>UNIX, Linux, and Chrome OS (Slide 1 of 2)</vt:lpstr>
      <vt:lpstr>UNIX, Linux, and Chrome OS (Slide 2 of 2)</vt:lpstr>
      <vt:lpstr>iOS and Android (Slide 1 of 2)</vt:lpstr>
      <vt:lpstr>iOS and Android (Slide 2 of 2)</vt:lpstr>
      <vt:lpstr>Windows File System Types</vt:lpstr>
      <vt:lpstr>Linux and macOS File System Types (Slide 1 of 2)</vt:lpstr>
      <vt:lpstr>Linux and macOS File System Types (Slide 2 of 2)</vt:lpstr>
      <vt:lpstr>OS Compatibility Issues (Slide 1 of 2)</vt:lpstr>
      <vt:lpstr>OS Compatibility Issues (Slide 2 of 2)</vt:lpstr>
      <vt:lpstr>Vendor Life-cycle Limitations</vt:lpstr>
      <vt:lpstr>PowerPoint Presentation</vt:lpstr>
      <vt:lpstr>Types of Operating Systems</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Amy Glidewell</cp:lastModifiedBy>
  <cp:revision>27</cp:revision>
  <dcterms:created xsi:type="dcterms:W3CDTF">2021-09-20T08:36:44Z</dcterms:created>
  <dcterms:modified xsi:type="dcterms:W3CDTF">2025-06-16T20:08:31Z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y fmtid="{D5CDD505-2E9C-101B-9397-08002B2CF9AE}" pid="4" name="ArticulateGUID">
    <vt:lpwstr>567649D6-F736-4A37-87B2-390358C7F3B1</vt:lpwstr>
  </property>
  <property fmtid="{D5CDD505-2E9C-101B-9397-08002B2CF9AE}" pid="5" name="ArticulatePath">
    <vt:lpwstr>https://comptia365.sharepoint.com/sites/content-team/Shared Documents/Learning Solutions Team/Training and Instruction/Learning Product PowerPoints/_PPT Redesign/comptia_PPT_template</vt:lpwstr>
  </property>
</Properties>
</file>