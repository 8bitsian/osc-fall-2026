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notesSlides/notesSlide5.xml" ContentType="application/vnd.openxmlformats-officedocument.presentationml.notesSlide+xml"/>
  <Override PartName="/ppt/tags/tag36.xml" ContentType="application/vnd.openxmlformats-officedocument.presentationml.tags+xml"/>
  <Override PartName="/ppt/notesSlides/notesSlide6.xml" ContentType="application/vnd.openxmlformats-officedocument.presentationml.notesSlide+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notesSlides/notesSlide8.xml" ContentType="application/vnd.openxmlformats-officedocument.presentationml.notesSlide+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notesSlides/notesSlide10.xml" ContentType="application/vnd.openxmlformats-officedocument.presentationml.notesSlide+xml"/>
  <Override PartName="/ppt/tags/tag41.xml" ContentType="application/vnd.openxmlformats-officedocument.presentationml.tags+xml"/>
  <Override PartName="/ppt/notesSlides/notesSlide11.xml" ContentType="application/vnd.openxmlformats-officedocument.presentationml.notesSlide+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notesSlides/notesSlide16.xml" ContentType="application/vnd.openxmlformats-officedocument.presentationml.notesSlide+xml"/>
  <Override PartName="/ppt/tags/tag47.xml" ContentType="application/vnd.openxmlformats-officedocument.presentationml.tags+xml"/>
  <Override PartName="/ppt/notesSlides/notesSlide17.xml" ContentType="application/vnd.openxmlformats-officedocument.presentationml.notesSlide+xml"/>
  <Override PartName="/ppt/tags/tag48.xml" ContentType="application/vnd.openxmlformats-officedocument.presentationml.tags+xml"/>
  <Override PartName="/ppt/notesSlides/notesSlide18.xml" ContentType="application/vnd.openxmlformats-officedocument.presentationml.notesSlide+xml"/>
  <Override PartName="/ppt/tags/tag49.xml" ContentType="application/vnd.openxmlformats-officedocument.presentationml.tags+xml"/>
  <Override PartName="/ppt/notesSlides/notesSlide19.xml" ContentType="application/vnd.openxmlformats-officedocument.presentationml.notesSlide+xml"/>
  <Override PartName="/ppt/tags/tag50.xml" ContentType="application/vnd.openxmlformats-officedocument.presentationml.tags+xml"/>
  <Override PartName="/ppt/notesSlides/notesSlide20.xml" ContentType="application/vnd.openxmlformats-officedocument.presentationml.notesSlide+xml"/>
  <Override PartName="/ppt/tags/tag51.xml" ContentType="application/vnd.openxmlformats-officedocument.presentationml.tags+xml"/>
  <Override PartName="/ppt/notesSlides/notesSlide2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2.xml" ContentType="application/vnd.openxmlformats-officedocument.presentationml.notesSlide+xml"/>
  <Override PartName="/ppt/tags/tag54.xml" ContentType="application/vnd.openxmlformats-officedocument.presentationml.tags+xml"/>
  <Override PartName="/ppt/notesSlides/notesSlide23.xml" ContentType="application/vnd.openxmlformats-officedocument.presentationml.notesSlide+xml"/>
  <Override PartName="/ppt/tags/tag55.xml" ContentType="application/vnd.openxmlformats-officedocument.presentationml.tags+xml"/>
  <Override PartName="/ppt/notesSlides/notesSlide24.xml" ContentType="application/vnd.openxmlformats-officedocument.presentationml.notesSlide+xml"/>
  <Override PartName="/ppt/tags/tag56.xml" ContentType="application/vnd.openxmlformats-officedocument.presentationml.tags+xml"/>
  <Override PartName="/ppt/notesSlides/notesSlide25.xml" ContentType="application/vnd.openxmlformats-officedocument.presentationml.notesSlide+xml"/>
  <Override PartName="/ppt/tags/tag57.xml" ContentType="application/vnd.openxmlformats-officedocument.presentationml.tags+xml"/>
  <Override PartName="/ppt/notesSlides/notesSlide26.xml" ContentType="application/vnd.openxmlformats-officedocument.presentationml.notesSlide+xml"/>
  <Override PartName="/ppt/tags/tag58.xml" ContentType="application/vnd.openxmlformats-officedocument.presentationml.tags+xml"/>
  <Override PartName="/ppt/notesSlides/notesSlide27.xml" ContentType="application/vnd.openxmlformats-officedocument.presentationml.notesSlide+xml"/>
  <Override PartName="/ppt/tags/tag59.xml" ContentType="application/vnd.openxmlformats-officedocument.presentationml.tags+xml"/>
  <Override PartName="/ppt/notesSlides/notesSlide28.xml" ContentType="application/vnd.openxmlformats-officedocument.presentationml.notesSlide+xml"/>
  <Override PartName="/ppt/tags/tag60.xml" ContentType="application/vnd.openxmlformats-officedocument.presentationml.tags+xml"/>
  <Override PartName="/ppt/notesSlides/notesSlide29.xml" ContentType="application/vnd.openxmlformats-officedocument.presentationml.notesSlide+xml"/>
  <Override PartName="/ppt/tags/tag61.xml" ContentType="application/vnd.openxmlformats-officedocument.presentationml.tags+xml"/>
  <Override PartName="/ppt/notesSlides/notesSlide30.xml" ContentType="application/vnd.openxmlformats-officedocument.presentationml.notesSlide+xml"/>
  <Override PartName="/ppt/tags/tag62.xml" ContentType="application/vnd.openxmlformats-officedocument.presentationml.tags+xml"/>
  <Override PartName="/ppt/notesSlides/notesSlide31.xml" ContentType="application/vnd.openxmlformats-officedocument.presentationml.notesSlide+xml"/>
  <Override PartName="/ppt/tags/tag63.xml" ContentType="application/vnd.openxmlformats-officedocument.presentationml.tags+xml"/>
  <Override PartName="/ppt/notesSlides/notesSlide32.xml" ContentType="application/vnd.openxmlformats-officedocument.presentationml.notesSlide+xml"/>
  <Override PartName="/ppt/tags/tag64.xml" ContentType="application/vnd.openxmlformats-officedocument.presentationml.tags+xml"/>
  <Override PartName="/ppt/notesSlides/notesSlide33.xml" ContentType="application/vnd.openxmlformats-officedocument.presentationml.notesSlide+xml"/>
  <Override PartName="/ppt/tags/tag65.xml" ContentType="application/vnd.openxmlformats-officedocument.presentationml.tags+xml"/>
  <Override PartName="/ppt/notesSlides/notesSlide34.xml" ContentType="application/vnd.openxmlformats-officedocument.presentationml.notesSlide+xml"/>
  <Override PartName="/ppt/tags/tag66.xml" ContentType="application/vnd.openxmlformats-officedocument.presentationml.tags+xml"/>
  <Override PartName="/ppt/notesSlides/notesSlide35.xml" ContentType="application/vnd.openxmlformats-officedocument.presentationml.notesSlide+xml"/>
  <Override PartName="/ppt/tags/tag67.xml" ContentType="application/vnd.openxmlformats-officedocument.presentationml.tags+xml"/>
  <Override PartName="/ppt/notesSlides/notesSlide36.xml" ContentType="application/vnd.openxmlformats-officedocument.presentationml.notesSlide+xml"/>
  <Override PartName="/ppt/tags/tag68.xml" ContentType="application/vnd.openxmlformats-officedocument.presentationml.tags+xml"/>
  <Override PartName="/ppt/notesSlides/notesSlide37.xml" ContentType="application/vnd.openxmlformats-officedocument.presentationml.notesSlide+xml"/>
  <Override PartName="/ppt/tags/tag69.xml" ContentType="application/vnd.openxmlformats-officedocument.presentationml.tags+xml"/>
  <Override PartName="/ppt/notesSlides/notesSlide38.xml" ContentType="application/vnd.openxmlformats-officedocument.presentationml.notesSlide+xml"/>
  <Override PartName="/ppt/tags/tag70.xml" ContentType="application/vnd.openxmlformats-officedocument.presentationml.tags+xml"/>
  <Override PartName="/ppt/notesSlides/notesSlide39.xml" ContentType="application/vnd.openxmlformats-officedocument.presentationml.notesSlide+xml"/>
  <Override PartName="/ppt/tags/tag71.xml" ContentType="application/vnd.openxmlformats-officedocument.presentationml.tags+xml"/>
  <Override PartName="/ppt/notesSlides/notesSlide40.xml" ContentType="application/vnd.openxmlformats-officedocument.presentationml.notesSlide+xml"/>
  <Override PartName="/ppt/tags/tag72.xml" ContentType="application/vnd.openxmlformats-officedocument.presentationml.tags+xml"/>
  <Override PartName="/ppt/notesSlides/notesSlide41.xml" ContentType="application/vnd.openxmlformats-officedocument.presentationml.notesSlide+xml"/>
  <Override PartName="/ppt/tags/tag73.xml" ContentType="application/vnd.openxmlformats-officedocument.presentationml.tags+xml"/>
  <Override PartName="/ppt/notesSlides/notesSlide42.xml" ContentType="application/vnd.openxmlformats-officedocument.presentationml.notesSlide+xml"/>
  <Override PartName="/ppt/tags/tag74.xml" ContentType="application/vnd.openxmlformats-officedocument.presentationml.tags+xml"/>
  <Override PartName="/ppt/notesSlides/notesSlide43.xml" ContentType="application/vnd.openxmlformats-officedocument.presentationml.notesSlide+xml"/>
  <Override PartName="/ppt/tags/tag75.xml" ContentType="application/vnd.openxmlformats-officedocument.presentationml.tags+xml"/>
  <Override PartName="/ppt/notesSlides/notesSlide44.xml" ContentType="application/vnd.openxmlformats-officedocument.presentationml.notesSlide+xml"/>
  <Override PartName="/ppt/tags/tag76.xml" ContentType="application/vnd.openxmlformats-officedocument.presentationml.tags+xml"/>
  <Override PartName="/ppt/notesSlides/notesSlide45.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46.xml" ContentType="application/vnd.openxmlformats-officedocument.presentationml.notesSlide+xml"/>
  <Override PartName="/ppt/tags/tag79.xml" ContentType="application/vnd.openxmlformats-officedocument.presentationml.tags+xml"/>
  <Override PartName="/ppt/notesSlides/notesSlide47.xml" ContentType="application/vnd.openxmlformats-officedocument.presentationml.notesSlide+xml"/>
  <Override PartName="/ppt/tags/tag80.xml" ContentType="application/vnd.openxmlformats-officedocument.presentationml.tags+xml"/>
  <Override PartName="/ppt/notesSlides/notesSlide48.xml" ContentType="application/vnd.openxmlformats-officedocument.presentationml.notesSlide+xml"/>
  <Override PartName="/ppt/tags/tag81.xml" ContentType="application/vnd.openxmlformats-officedocument.presentationml.tags+xml"/>
  <Override PartName="/ppt/notesSlides/notesSlide49.xml" ContentType="application/vnd.openxmlformats-officedocument.presentationml.notesSlide+xml"/>
  <Override PartName="/ppt/tags/tag82.xml" ContentType="application/vnd.openxmlformats-officedocument.presentationml.tags+xml"/>
  <Override PartName="/ppt/notesSlides/notesSlide50.xml" ContentType="application/vnd.openxmlformats-officedocument.presentationml.notesSlide+xml"/>
  <Override PartName="/ppt/tags/tag83.xml" ContentType="application/vnd.openxmlformats-officedocument.presentationml.tags+xml"/>
  <Override PartName="/ppt/notesSlides/notesSlide51.xml" ContentType="application/vnd.openxmlformats-officedocument.presentationml.notesSlide+xml"/>
  <Override PartName="/ppt/tags/tag84.xml" ContentType="application/vnd.openxmlformats-officedocument.presentationml.tags+xml"/>
  <Override PartName="/ppt/notesSlides/notesSlide52.xml" ContentType="application/vnd.openxmlformats-officedocument.presentationml.notesSlide+xml"/>
  <Override PartName="/ppt/tags/tag85.xml" ContentType="application/vnd.openxmlformats-officedocument.presentationml.tags+xml"/>
  <Override PartName="/ppt/notesSlides/notesSlide53.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54.xml" ContentType="application/vnd.openxmlformats-officedocument.presentationml.notesSlide+xml"/>
  <Override PartName="/ppt/tags/tag88.xml" ContentType="application/vnd.openxmlformats-officedocument.presentationml.tags+xml"/>
  <Override PartName="/ppt/notesSlides/notesSlide55.xml" ContentType="application/vnd.openxmlformats-officedocument.presentationml.notesSlide+xml"/>
  <Override PartName="/ppt/tags/tag89.xml" ContentType="application/vnd.openxmlformats-officedocument.presentationml.tags+xml"/>
  <Override PartName="/ppt/notesSlides/notesSlide56.xml" ContentType="application/vnd.openxmlformats-officedocument.presentationml.notesSlide+xml"/>
  <Override PartName="/ppt/tags/tag90.xml" ContentType="application/vnd.openxmlformats-officedocument.presentationml.tags+xml"/>
  <Override PartName="/ppt/notesSlides/notesSlide57.xml" ContentType="application/vnd.openxmlformats-officedocument.presentationml.notesSlide+xml"/>
  <Override PartName="/ppt/tags/tag91.xml" ContentType="application/vnd.openxmlformats-officedocument.presentationml.tags+xml"/>
  <Override PartName="/ppt/notesSlides/notesSlide58.xml" ContentType="application/vnd.openxmlformats-officedocument.presentationml.notesSlide+xml"/>
  <Override PartName="/ppt/tags/tag92.xml" ContentType="application/vnd.openxmlformats-officedocument.presentationml.tags+xml"/>
  <Override PartName="/ppt/notesSlides/notesSlide59.xml" ContentType="application/vnd.openxmlformats-officedocument.presentationml.notesSlide+xml"/>
  <Override PartName="/ppt/tags/tag93.xml" ContentType="application/vnd.openxmlformats-officedocument.presentationml.tags+xml"/>
  <Override PartName="/ppt/notesSlides/notesSlide60.xml" ContentType="application/vnd.openxmlformats-officedocument.presentationml.notesSlide+xml"/>
  <Override PartName="/ppt/tags/tag94.xml" ContentType="application/vnd.openxmlformats-officedocument.presentationml.tags+xml"/>
  <Override PartName="/ppt/notesSlides/notesSlide61.xml" ContentType="application/vnd.openxmlformats-officedocument.presentationml.notesSlide+xml"/>
  <Override PartName="/ppt/tags/tag95.xml" ContentType="application/vnd.openxmlformats-officedocument.presentationml.tags+xml"/>
  <Override PartName="/ppt/notesSlides/notesSlide62.xml" ContentType="application/vnd.openxmlformats-officedocument.presentationml.notesSlide+xml"/>
  <Override PartName="/ppt/tags/tag96.xml" ContentType="application/vnd.openxmlformats-officedocument.presentationml.tags+xml"/>
  <Override PartName="/ppt/notesSlides/notesSlide63.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75"/>
  </p:notesMasterIdLst>
  <p:handoutMasterIdLst>
    <p:handoutMasterId r:id="rId76"/>
  </p:handoutMasterIdLst>
  <p:sldIdLst>
    <p:sldId id="299" r:id="rId5"/>
    <p:sldId id="300" r:id="rId6"/>
    <p:sldId id="297" r:id="rId7"/>
    <p:sldId id="302" r:id="rId8"/>
    <p:sldId id="303" r:id="rId9"/>
    <p:sldId id="350" r:id="rId10"/>
    <p:sldId id="351" r:id="rId11"/>
    <p:sldId id="326" r:id="rId12"/>
    <p:sldId id="352" r:id="rId13"/>
    <p:sldId id="353" r:id="rId14"/>
    <p:sldId id="356" r:id="rId15"/>
    <p:sldId id="322" r:id="rId16"/>
    <p:sldId id="354" r:id="rId17"/>
    <p:sldId id="327" r:id="rId18"/>
    <p:sldId id="357" r:id="rId19"/>
    <p:sldId id="358" r:id="rId20"/>
    <p:sldId id="359" r:id="rId21"/>
    <p:sldId id="331" r:id="rId22"/>
    <p:sldId id="360" r:id="rId23"/>
    <p:sldId id="361" r:id="rId24"/>
    <p:sldId id="332" r:id="rId25"/>
    <p:sldId id="362" r:id="rId26"/>
    <p:sldId id="363" r:id="rId27"/>
    <p:sldId id="310" r:id="rId28"/>
    <p:sldId id="309" r:id="rId29"/>
    <p:sldId id="313" r:id="rId30"/>
    <p:sldId id="365" r:id="rId31"/>
    <p:sldId id="366" r:id="rId32"/>
    <p:sldId id="335" r:id="rId33"/>
    <p:sldId id="367" r:id="rId34"/>
    <p:sldId id="368" r:id="rId35"/>
    <p:sldId id="336" r:id="rId36"/>
    <p:sldId id="385" r:id="rId37"/>
    <p:sldId id="369" r:id="rId38"/>
    <p:sldId id="337" r:id="rId39"/>
    <p:sldId id="370" r:id="rId40"/>
    <p:sldId id="338" r:id="rId41"/>
    <p:sldId id="339" r:id="rId42"/>
    <p:sldId id="371" r:id="rId43"/>
    <p:sldId id="340" r:id="rId44"/>
    <p:sldId id="384" r:id="rId45"/>
    <p:sldId id="341" r:id="rId46"/>
    <p:sldId id="383" r:id="rId47"/>
    <p:sldId id="372" r:id="rId48"/>
    <p:sldId id="374" r:id="rId49"/>
    <p:sldId id="342" r:id="rId50"/>
    <p:sldId id="375" r:id="rId51"/>
    <p:sldId id="376" r:id="rId52"/>
    <p:sldId id="317" r:id="rId53"/>
    <p:sldId id="316" r:id="rId54"/>
    <p:sldId id="314" r:id="rId55"/>
    <p:sldId id="324" r:id="rId56"/>
    <p:sldId id="377" r:id="rId57"/>
    <p:sldId id="343" r:id="rId58"/>
    <p:sldId id="344" r:id="rId59"/>
    <p:sldId id="378" r:id="rId60"/>
    <p:sldId id="345" r:id="rId61"/>
    <p:sldId id="319" r:id="rId62"/>
    <p:sldId id="318" r:id="rId63"/>
    <p:sldId id="315" r:id="rId64"/>
    <p:sldId id="346" r:id="rId65"/>
    <p:sldId id="325" r:id="rId66"/>
    <p:sldId id="379" r:id="rId67"/>
    <p:sldId id="347" r:id="rId68"/>
    <p:sldId id="348" r:id="rId69"/>
    <p:sldId id="381" r:id="rId70"/>
    <p:sldId id="349" r:id="rId71"/>
    <p:sldId id="382" r:id="rId72"/>
    <p:sldId id="321" r:id="rId73"/>
    <p:sldId id="320" r:id="rId74"/>
  </p:sldIdLst>
  <p:sldSz cx="9144000" cy="5143500" type="screen16x9"/>
  <p:notesSz cx="6858000" cy="9144000"/>
  <p:custDataLst>
    <p:tags r:id="rId7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15B040-A8CA-4F85-80FF-BD4CA4FCFBDC}" v="24" dt="2025-06-16T21:19:22.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70" autoAdjust="0"/>
    <p:restoredTop sz="86409" autoAdjust="0"/>
  </p:normalViewPr>
  <p:slideViewPr>
    <p:cSldViewPr snapToGrid="0">
      <p:cViewPr varScale="1">
        <p:scale>
          <a:sx n="121" d="100"/>
          <a:sy n="121" d="100"/>
        </p:scale>
        <p:origin x="834" y="96"/>
      </p:cViewPr>
      <p:guideLst>
        <p:guide orient="horz" pos="1620"/>
        <p:guide pos="2880"/>
      </p:guideLst>
    </p:cSldViewPr>
  </p:slideViewPr>
  <p:outlineViewPr>
    <p:cViewPr>
      <p:scale>
        <a:sx n="33" d="100"/>
        <a:sy n="33" d="100"/>
      </p:scale>
      <p:origin x="0" y="-18624"/>
    </p:cViewPr>
  </p:outlineViewPr>
  <p:notesTextViewPr>
    <p:cViewPr>
      <p:scale>
        <a:sx n="1" d="1"/>
        <a:sy n="1" d="1"/>
      </p:scale>
      <p:origin x="0" y="0"/>
    </p:cViewPr>
  </p:notesTextViewPr>
  <p:sorterViewPr>
    <p:cViewPr>
      <p:scale>
        <a:sx n="100" d="100"/>
        <a:sy n="100" d="100"/>
      </p:scale>
      <p:origin x="0" y="-7896"/>
    </p:cViewPr>
  </p:sorterViewPr>
  <p:notesViewPr>
    <p:cSldViewPr snapToGrid="0">
      <p:cViewPr>
        <p:scale>
          <a:sx n="1" d="2"/>
          <a:sy n="1" d="2"/>
        </p:scale>
        <p:origin x="1860" y="1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 Pierce" userId="S::npierce@comptia.global::ee89543b-d064-42d7-b9d5-60e771afdcba" providerId="AD" clId="Web-{A557CEC8-6C61-3A12-FF39-801CC2AEC1A1}"/>
    <pc:docChg chg="delSld modSld">
      <pc:chgData name="Nicholas Pierce" userId="S::npierce@comptia.global::ee89543b-d064-42d7-b9d5-60e771afdcba" providerId="AD" clId="Web-{A557CEC8-6C61-3A12-FF39-801CC2AEC1A1}" dt="2025-06-02T19:37:55.084" v="5056"/>
      <pc:docMkLst>
        <pc:docMk/>
      </pc:docMkLst>
      <pc:sldChg chg="modSp modNotes">
        <pc:chgData name="Nicholas Pierce" userId="S::npierce@comptia.global::ee89543b-d064-42d7-b9d5-60e771afdcba" providerId="AD" clId="Web-{A557CEC8-6C61-3A12-FF39-801CC2AEC1A1}" dt="2025-06-02T13:50:33.179" v="141"/>
        <pc:sldMkLst>
          <pc:docMk/>
          <pc:sldMk cId="151209867" sldId="303"/>
        </pc:sldMkLst>
        <pc:spChg chg="mod">
          <ac:chgData name="Nicholas Pierce" userId="S::npierce@comptia.global::ee89543b-d064-42d7-b9d5-60e771afdcba" providerId="AD" clId="Web-{A557CEC8-6C61-3A12-FF39-801CC2AEC1A1}" dt="2025-06-02T13:49:54.507" v="118" actId="20577"/>
          <ac:spMkLst>
            <pc:docMk/>
            <pc:sldMk cId="151209867" sldId="303"/>
            <ac:spMk id="3" creationId="{8F7C9257-937C-566E-95AE-634283098A93}"/>
          </ac:spMkLst>
        </pc:spChg>
      </pc:sldChg>
      <pc:sldChg chg="modSp modNotes">
        <pc:chgData name="Nicholas Pierce" userId="S::npierce@comptia.global::ee89543b-d064-42d7-b9d5-60e771afdcba" providerId="AD" clId="Web-{A557CEC8-6C61-3A12-FF39-801CC2AEC1A1}" dt="2025-06-02T13:56:56.875" v="508"/>
        <pc:sldMkLst>
          <pc:docMk/>
          <pc:sldMk cId="2699131684" sldId="322"/>
        </pc:sldMkLst>
        <pc:spChg chg="mod">
          <ac:chgData name="Nicholas Pierce" userId="S::npierce@comptia.global::ee89543b-d064-42d7-b9d5-60e771afdcba" providerId="AD" clId="Web-{A557CEC8-6C61-3A12-FF39-801CC2AEC1A1}" dt="2025-06-02T13:55:46.342" v="413" actId="20577"/>
          <ac:spMkLst>
            <pc:docMk/>
            <pc:sldMk cId="2699131684" sldId="322"/>
            <ac:spMk id="3" creationId="{AB0257A5-4F95-A433-62D8-6359A12BBD05}"/>
          </ac:spMkLst>
        </pc:spChg>
      </pc:sldChg>
      <pc:sldChg chg="modSp del">
        <pc:chgData name="Nicholas Pierce" userId="S::npierce@comptia.global::ee89543b-d064-42d7-b9d5-60e771afdcba" providerId="AD" clId="Web-{A557CEC8-6C61-3A12-FF39-801CC2AEC1A1}" dt="2025-06-02T14:26:55.226" v="1504"/>
        <pc:sldMkLst>
          <pc:docMk/>
          <pc:sldMk cId="2433287398" sldId="323"/>
        </pc:sldMkLst>
      </pc:sldChg>
      <pc:sldChg chg="modSp modNotes">
        <pc:chgData name="Nicholas Pierce" userId="S::npierce@comptia.global::ee89543b-d064-42d7-b9d5-60e771afdcba" providerId="AD" clId="Web-{A557CEC8-6C61-3A12-FF39-801CC2AEC1A1}" dt="2025-06-02T18:51:13.748" v="4116" actId="20577"/>
        <pc:sldMkLst>
          <pc:docMk/>
          <pc:sldMk cId="693663858" sldId="324"/>
        </pc:sldMkLst>
        <pc:spChg chg="mod">
          <ac:chgData name="Nicholas Pierce" userId="S::npierce@comptia.global::ee89543b-d064-42d7-b9d5-60e771afdcba" providerId="AD" clId="Web-{A557CEC8-6C61-3A12-FF39-801CC2AEC1A1}" dt="2025-06-02T18:51:13.748" v="4116" actId="20577"/>
          <ac:spMkLst>
            <pc:docMk/>
            <pc:sldMk cId="693663858" sldId="324"/>
            <ac:spMk id="3" creationId="{C935FE01-3E54-F9A2-E0CE-BE0B0AD29971}"/>
          </ac:spMkLst>
        </pc:spChg>
      </pc:sldChg>
      <pc:sldChg chg="modSp modNotes">
        <pc:chgData name="Nicholas Pierce" userId="S::npierce@comptia.global::ee89543b-d064-42d7-b9d5-60e771afdcba" providerId="AD" clId="Web-{A557CEC8-6C61-3A12-FF39-801CC2AEC1A1}" dt="2025-06-02T19:31:39.756" v="4628"/>
        <pc:sldMkLst>
          <pc:docMk/>
          <pc:sldMk cId="1490943492" sldId="325"/>
        </pc:sldMkLst>
        <pc:spChg chg="mod">
          <ac:chgData name="Nicholas Pierce" userId="S::npierce@comptia.global::ee89543b-d064-42d7-b9d5-60e771afdcba" providerId="AD" clId="Web-{A557CEC8-6C61-3A12-FF39-801CC2AEC1A1}" dt="2025-06-02T19:31:35.302" v="4627" actId="20577"/>
          <ac:spMkLst>
            <pc:docMk/>
            <pc:sldMk cId="1490943492" sldId="325"/>
            <ac:spMk id="3" creationId="{428EB646-9BFC-30FF-9B42-094A2BF4EA4F}"/>
          </ac:spMkLst>
        </pc:spChg>
      </pc:sldChg>
      <pc:sldChg chg="modSp modNotes">
        <pc:chgData name="Nicholas Pierce" userId="S::npierce@comptia.global::ee89543b-d064-42d7-b9d5-60e771afdcba" providerId="AD" clId="Web-{A557CEC8-6C61-3A12-FF39-801CC2AEC1A1}" dt="2025-06-02T13:53:24.120" v="268"/>
        <pc:sldMkLst>
          <pc:docMk/>
          <pc:sldMk cId="4071435961" sldId="326"/>
        </pc:sldMkLst>
        <pc:spChg chg="mod">
          <ac:chgData name="Nicholas Pierce" userId="S::npierce@comptia.global::ee89543b-d064-42d7-b9d5-60e771afdcba" providerId="AD" clId="Web-{A557CEC8-6C61-3A12-FF39-801CC2AEC1A1}" dt="2025-06-02T13:52:29.666" v="198" actId="20577"/>
          <ac:spMkLst>
            <pc:docMk/>
            <pc:sldMk cId="4071435961" sldId="326"/>
            <ac:spMk id="3" creationId="{AEC6F64B-9C4A-E3C7-C179-53E656DAE153}"/>
          </ac:spMkLst>
        </pc:spChg>
      </pc:sldChg>
      <pc:sldChg chg="modSp modNotes">
        <pc:chgData name="Nicholas Pierce" userId="S::npierce@comptia.global::ee89543b-d064-42d7-b9d5-60e771afdcba" providerId="AD" clId="Web-{A557CEC8-6C61-3A12-FF39-801CC2AEC1A1}" dt="2025-06-02T13:59:02.018" v="642" actId="20577"/>
        <pc:sldMkLst>
          <pc:docMk/>
          <pc:sldMk cId="2225933043" sldId="327"/>
        </pc:sldMkLst>
        <pc:spChg chg="mod">
          <ac:chgData name="Nicholas Pierce" userId="S::npierce@comptia.global::ee89543b-d064-42d7-b9d5-60e771afdcba" providerId="AD" clId="Web-{A557CEC8-6C61-3A12-FF39-801CC2AEC1A1}" dt="2025-06-02T13:59:02.018" v="642" actId="20577"/>
          <ac:spMkLst>
            <pc:docMk/>
            <pc:sldMk cId="2225933043" sldId="327"/>
            <ac:spMk id="3" creationId="{9F3F1582-0F3B-EBF7-ABAB-8ECDDE19B704}"/>
          </ac:spMkLst>
        </pc:spChg>
      </pc:sldChg>
      <pc:sldChg chg="modSp del modNotes">
        <pc:chgData name="Nicholas Pierce" userId="S::npierce@comptia.global::ee89543b-d064-42d7-b9d5-60e771afdcba" providerId="AD" clId="Web-{A557CEC8-6C61-3A12-FF39-801CC2AEC1A1}" dt="2025-06-02T14:13:49.662" v="738"/>
        <pc:sldMkLst>
          <pc:docMk/>
          <pc:sldMk cId="165898857" sldId="329"/>
        </pc:sldMkLst>
      </pc:sldChg>
      <pc:sldChg chg="modSp del modNotes">
        <pc:chgData name="Nicholas Pierce" userId="S::npierce@comptia.global::ee89543b-d064-42d7-b9d5-60e771afdcba" providerId="AD" clId="Web-{A557CEC8-6C61-3A12-FF39-801CC2AEC1A1}" dt="2025-06-02T14:16:42.744" v="905"/>
        <pc:sldMkLst>
          <pc:docMk/>
          <pc:sldMk cId="3594186509" sldId="330"/>
        </pc:sldMkLst>
      </pc:sldChg>
      <pc:sldChg chg="modSp modNotes">
        <pc:chgData name="Nicholas Pierce" userId="S::npierce@comptia.global::ee89543b-d064-42d7-b9d5-60e771afdcba" providerId="AD" clId="Web-{A557CEC8-6C61-3A12-FF39-801CC2AEC1A1}" dt="2025-06-02T14:19:25.279" v="1062"/>
        <pc:sldMkLst>
          <pc:docMk/>
          <pc:sldMk cId="1613896309" sldId="331"/>
        </pc:sldMkLst>
        <pc:spChg chg="mod">
          <ac:chgData name="Nicholas Pierce" userId="S::npierce@comptia.global::ee89543b-d064-42d7-b9d5-60e771afdcba" providerId="AD" clId="Web-{A557CEC8-6C61-3A12-FF39-801CC2AEC1A1}" dt="2025-06-02T14:18:51.888" v="1018" actId="20577"/>
          <ac:spMkLst>
            <pc:docMk/>
            <pc:sldMk cId="1613896309" sldId="331"/>
            <ac:spMk id="3" creationId="{461819AD-746C-8753-6A17-FDF440FAB19C}"/>
          </ac:spMkLst>
        </pc:spChg>
      </pc:sldChg>
      <pc:sldChg chg="modSp modNotes">
        <pc:chgData name="Nicholas Pierce" userId="S::npierce@comptia.global::ee89543b-d064-42d7-b9d5-60e771afdcba" providerId="AD" clId="Web-{A557CEC8-6C61-3A12-FF39-801CC2AEC1A1}" dt="2025-06-02T14:22:53.158" v="1308"/>
        <pc:sldMkLst>
          <pc:docMk/>
          <pc:sldMk cId="4174007637" sldId="332"/>
        </pc:sldMkLst>
        <pc:spChg chg="mod">
          <ac:chgData name="Nicholas Pierce" userId="S::npierce@comptia.global::ee89543b-d064-42d7-b9d5-60e771afdcba" providerId="AD" clId="Web-{A557CEC8-6C61-3A12-FF39-801CC2AEC1A1}" dt="2025-06-02T14:21:17.094" v="1145" actId="20577"/>
          <ac:spMkLst>
            <pc:docMk/>
            <pc:sldMk cId="4174007637" sldId="332"/>
            <ac:spMk id="3" creationId="{C1EE6021-62A3-86BD-C13E-9FFF5CD6C88F}"/>
          </ac:spMkLst>
        </pc:spChg>
      </pc:sldChg>
      <pc:sldChg chg="modSp del modNotes">
        <pc:chgData name="Nicholas Pierce" userId="S::npierce@comptia.global::ee89543b-d064-42d7-b9d5-60e771afdcba" providerId="AD" clId="Web-{A557CEC8-6C61-3A12-FF39-801CC2AEC1A1}" dt="2025-06-02T14:25:46.928" v="1462"/>
        <pc:sldMkLst>
          <pc:docMk/>
          <pc:sldMk cId="3694720498" sldId="333"/>
        </pc:sldMkLst>
      </pc:sldChg>
      <pc:sldChg chg="modSp del modNotes">
        <pc:chgData name="Nicholas Pierce" userId="S::npierce@comptia.global::ee89543b-d064-42d7-b9d5-60e771afdcba" providerId="AD" clId="Web-{A557CEC8-6C61-3A12-FF39-801CC2AEC1A1}" dt="2025-06-02T14:37:40.568" v="1711"/>
        <pc:sldMkLst>
          <pc:docMk/>
          <pc:sldMk cId="2333836677" sldId="334"/>
        </pc:sldMkLst>
      </pc:sldChg>
      <pc:sldChg chg="modSp modNotes">
        <pc:chgData name="Nicholas Pierce" userId="S::npierce@comptia.global::ee89543b-d064-42d7-b9d5-60e771afdcba" providerId="AD" clId="Web-{A557CEC8-6C61-3A12-FF39-801CC2AEC1A1}" dt="2025-06-02T14:46:50.893" v="2175"/>
        <pc:sldMkLst>
          <pc:docMk/>
          <pc:sldMk cId="3213740917" sldId="335"/>
        </pc:sldMkLst>
        <pc:spChg chg="mod">
          <ac:chgData name="Nicholas Pierce" userId="S::npierce@comptia.global::ee89543b-d064-42d7-b9d5-60e771afdcba" providerId="AD" clId="Web-{A557CEC8-6C61-3A12-FF39-801CC2AEC1A1}" dt="2025-06-02T14:42:17.981" v="2023" actId="20577"/>
          <ac:spMkLst>
            <pc:docMk/>
            <pc:sldMk cId="3213740917" sldId="335"/>
            <ac:spMk id="3" creationId="{B64567A1-94F8-551A-E2A4-E1E18E87D19D}"/>
          </ac:spMkLst>
        </pc:spChg>
      </pc:sldChg>
      <pc:sldChg chg="modSp modNotes">
        <pc:chgData name="Nicholas Pierce" userId="S::npierce@comptia.global::ee89543b-d064-42d7-b9d5-60e771afdcba" providerId="AD" clId="Web-{A557CEC8-6C61-3A12-FF39-801CC2AEC1A1}" dt="2025-06-02T15:39:23.395" v="2519" actId="20577"/>
        <pc:sldMkLst>
          <pc:docMk/>
          <pc:sldMk cId="1542238558" sldId="336"/>
        </pc:sldMkLst>
        <pc:spChg chg="mod">
          <ac:chgData name="Nicholas Pierce" userId="S::npierce@comptia.global::ee89543b-d064-42d7-b9d5-60e771afdcba" providerId="AD" clId="Web-{A557CEC8-6C61-3A12-FF39-801CC2AEC1A1}" dt="2025-06-02T15:39:23.395" v="2519" actId="20577"/>
          <ac:spMkLst>
            <pc:docMk/>
            <pc:sldMk cId="1542238558" sldId="336"/>
            <ac:spMk id="3" creationId="{B874E2C3-AA2A-27DD-05CD-DDDFD444C2B4}"/>
          </ac:spMkLst>
        </pc:spChg>
      </pc:sldChg>
      <pc:sldChg chg="modSp modNotes">
        <pc:chgData name="Nicholas Pierce" userId="S::npierce@comptia.global::ee89543b-d064-42d7-b9d5-60e771afdcba" providerId="AD" clId="Web-{A557CEC8-6C61-3A12-FF39-801CC2AEC1A1}" dt="2025-06-02T15:42:40.504" v="2769"/>
        <pc:sldMkLst>
          <pc:docMk/>
          <pc:sldMk cId="258907175" sldId="337"/>
        </pc:sldMkLst>
        <pc:spChg chg="mod">
          <ac:chgData name="Nicholas Pierce" userId="S::npierce@comptia.global::ee89543b-d064-42d7-b9d5-60e771afdcba" providerId="AD" clId="Web-{A557CEC8-6C61-3A12-FF39-801CC2AEC1A1}" dt="2025-06-02T15:41:15.910" v="2686" actId="20577"/>
          <ac:spMkLst>
            <pc:docMk/>
            <pc:sldMk cId="258907175" sldId="337"/>
            <ac:spMk id="3" creationId="{374DA56F-A6FD-5CE8-37F5-A4BB0E7BFBFF}"/>
          </ac:spMkLst>
        </pc:spChg>
      </pc:sldChg>
      <pc:sldChg chg="modSp modNotes">
        <pc:chgData name="Nicholas Pierce" userId="S::npierce@comptia.global::ee89543b-d064-42d7-b9d5-60e771afdcba" providerId="AD" clId="Web-{A557CEC8-6C61-3A12-FF39-801CC2AEC1A1}" dt="2025-06-02T16:53:21.177" v="2928"/>
        <pc:sldMkLst>
          <pc:docMk/>
          <pc:sldMk cId="2803408046" sldId="338"/>
        </pc:sldMkLst>
        <pc:spChg chg="mod">
          <ac:chgData name="Nicholas Pierce" userId="S::npierce@comptia.global::ee89543b-d064-42d7-b9d5-60e771afdcba" providerId="AD" clId="Web-{A557CEC8-6C61-3A12-FF39-801CC2AEC1A1}" dt="2025-06-02T16:53:15.037" v="2927" actId="20577"/>
          <ac:spMkLst>
            <pc:docMk/>
            <pc:sldMk cId="2803408046" sldId="338"/>
            <ac:spMk id="3" creationId="{841F5AA0-D055-1DB3-1AB4-484FFD56D1B4}"/>
          </ac:spMkLst>
        </pc:spChg>
      </pc:sldChg>
      <pc:sldChg chg="modSp modNotes">
        <pc:chgData name="Nicholas Pierce" userId="S::npierce@comptia.global::ee89543b-d064-42d7-b9d5-60e771afdcba" providerId="AD" clId="Web-{A557CEC8-6C61-3A12-FF39-801CC2AEC1A1}" dt="2025-06-02T17:29:03.954" v="3086"/>
        <pc:sldMkLst>
          <pc:docMk/>
          <pc:sldMk cId="309824262" sldId="339"/>
        </pc:sldMkLst>
        <pc:spChg chg="mod">
          <ac:chgData name="Nicholas Pierce" userId="S::npierce@comptia.global::ee89543b-d064-42d7-b9d5-60e771afdcba" providerId="AD" clId="Web-{A557CEC8-6C61-3A12-FF39-801CC2AEC1A1}" dt="2025-06-02T17:28:56.844" v="3085" actId="20577"/>
          <ac:spMkLst>
            <pc:docMk/>
            <pc:sldMk cId="309824262" sldId="339"/>
            <ac:spMk id="3" creationId="{C43A0715-8D7E-183B-6CD3-245C8B64310A}"/>
          </ac:spMkLst>
        </pc:spChg>
      </pc:sldChg>
      <pc:sldChg chg="modSp modNotes">
        <pc:chgData name="Nicholas Pierce" userId="S::npierce@comptia.global::ee89543b-d064-42d7-b9d5-60e771afdcba" providerId="AD" clId="Web-{A557CEC8-6C61-3A12-FF39-801CC2AEC1A1}" dt="2025-06-02T17:36:37.097" v="3494"/>
        <pc:sldMkLst>
          <pc:docMk/>
          <pc:sldMk cId="940798758" sldId="340"/>
        </pc:sldMkLst>
        <pc:spChg chg="mod">
          <ac:chgData name="Nicholas Pierce" userId="S::npierce@comptia.global::ee89543b-d064-42d7-b9d5-60e771afdcba" providerId="AD" clId="Web-{A557CEC8-6C61-3A12-FF39-801CC2AEC1A1}" dt="2025-06-02T17:35:51.142" v="3418" actId="20577"/>
          <ac:spMkLst>
            <pc:docMk/>
            <pc:sldMk cId="940798758" sldId="340"/>
            <ac:spMk id="3" creationId="{83568FDD-7A8B-7671-A568-0548B9A0C686}"/>
          </ac:spMkLst>
        </pc:spChg>
      </pc:sldChg>
      <pc:sldChg chg="modSp modNotes">
        <pc:chgData name="Nicholas Pierce" userId="S::npierce@comptia.global::ee89543b-d064-42d7-b9d5-60e771afdcba" providerId="AD" clId="Web-{A557CEC8-6C61-3A12-FF39-801CC2AEC1A1}" dt="2025-06-02T18:47:44.436" v="3926"/>
        <pc:sldMkLst>
          <pc:docMk/>
          <pc:sldMk cId="3874402485" sldId="341"/>
        </pc:sldMkLst>
        <pc:spChg chg="mod">
          <ac:chgData name="Nicholas Pierce" userId="S::npierce@comptia.global::ee89543b-d064-42d7-b9d5-60e771afdcba" providerId="AD" clId="Web-{A557CEC8-6C61-3A12-FF39-801CC2AEC1A1}" dt="2025-06-02T18:35:11.892" v="3582" actId="20577"/>
          <ac:spMkLst>
            <pc:docMk/>
            <pc:sldMk cId="3874402485" sldId="341"/>
            <ac:spMk id="3" creationId="{055AD076-E38C-5D29-56ED-0B0BCF35E87F}"/>
          </ac:spMkLst>
        </pc:spChg>
      </pc:sldChg>
      <pc:sldChg chg="modSp modNotes">
        <pc:chgData name="Nicholas Pierce" userId="S::npierce@comptia.global::ee89543b-d064-42d7-b9d5-60e771afdcba" providerId="AD" clId="Web-{A557CEC8-6C61-3A12-FF39-801CC2AEC1A1}" dt="2025-06-02T18:46:13.733" v="3866" actId="20577"/>
        <pc:sldMkLst>
          <pc:docMk/>
          <pc:sldMk cId="3681991748" sldId="342"/>
        </pc:sldMkLst>
        <pc:spChg chg="mod">
          <ac:chgData name="Nicholas Pierce" userId="S::npierce@comptia.global::ee89543b-d064-42d7-b9d5-60e771afdcba" providerId="AD" clId="Web-{A557CEC8-6C61-3A12-FF39-801CC2AEC1A1}" dt="2025-06-02T18:46:13.733" v="3866" actId="20577"/>
          <ac:spMkLst>
            <pc:docMk/>
            <pc:sldMk cId="3681991748" sldId="342"/>
            <ac:spMk id="3" creationId="{940DB6BC-A34C-3B57-2D79-5B0A22B7FCE7}"/>
          </ac:spMkLst>
        </pc:spChg>
      </pc:sldChg>
      <pc:sldChg chg="modSp modNotes">
        <pc:chgData name="Nicholas Pierce" userId="S::npierce@comptia.global::ee89543b-d064-42d7-b9d5-60e771afdcba" providerId="AD" clId="Web-{A557CEC8-6C61-3A12-FF39-801CC2AEC1A1}" dt="2025-06-02T18:51:51.842" v="4146" actId="20577"/>
        <pc:sldMkLst>
          <pc:docMk/>
          <pc:sldMk cId="199004317" sldId="343"/>
        </pc:sldMkLst>
        <pc:spChg chg="mod">
          <ac:chgData name="Nicholas Pierce" userId="S::npierce@comptia.global::ee89543b-d064-42d7-b9d5-60e771afdcba" providerId="AD" clId="Web-{A557CEC8-6C61-3A12-FF39-801CC2AEC1A1}" dt="2025-06-02T18:51:51.842" v="4146" actId="20577"/>
          <ac:spMkLst>
            <pc:docMk/>
            <pc:sldMk cId="199004317" sldId="343"/>
            <ac:spMk id="3" creationId="{092200D6-FEE3-2D03-7D93-EC95B496F60B}"/>
          </ac:spMkLst>
        </pc:spChg>
      </pc:sldChg>
      <pc:sldChg chg="modSp modNotes">
        <pc:chgData name="Nicholas Pierce" userId="S::npierce@comptia.global::ee89543b-d064-42d7-b9d5-60e771afdcba" providerId="AD" clId="Web-{A557CEC8-6C61-3A12-FF39-801CC2AEC1A1}" dt="2025-06-02T19:25:31.817" v="4213" actId="20577"/>
        <pc:sldMkLst>
          <pc:docMk/>
          <pc:sldMk cId="4003563498" sldId="344"/>
        </pc:sldMkLst>
        <pc:spChg chg="mod">
          <ac:chgData name="Nicholas Pierce" userId="S::npierce@comptia.global::ee89543b-d064-42d7-b9d5-60e771afdcba" providerId="AD" clId="Web-{A557CEC8-6C61-3A12-FF39-801CC2AEC1A1}" dt="2025-06-02T19:25:31.817" v="4213" actId="20577"/>
          <ac:spMkLst>
            <pc:docMk/>
            <pc:sldMk cId="4003563498" sldId="344"/>
            <ac:spMk id="3" creationId="{2419EC52-D214-6C28-FAF0-1DC32C42CA07}"/>
          </ac:spMkLst>
        </pc:spChg>
      </pc:sldChg>
      <pc:sldChg chg="modSp modNotes">
        <pc:chgData name="Nicholas Pierce" userId="S::npierce@comptia.global::ee89543b-d064-42d7-b9d5-60e771afdcba" providerId="AD" clId="Web-{A557CEC8-6C61-3A12-FF39-801CC2AEC1A1}" dt="2025-06-02T19:27:51.479" v="4366"/>
        <pc:sldMkLst>
          <pc:docMk/>
          <pc:sldMk cId="560428190" sldId="345"/>
        </pc:sldMkLst>
        <pc:spChg chg="mod">
          <ac:chgData name="Nicholas Pierce" userId="S::npierce@comptia.global::ee89543b-d064-42d7-b9d5-60e771afdcba" providerId="AD" clId="Web-{A557CEC8-6C61-3A12-FF39-801CC2AEC1A1}" dt="2025-06-02T19:27:43.776" v="4365" actId="20577"/>
          <ac:spMkLst>
            <pc:docMk/>
            <pc:sldMk cId="560428190" sldId="345"/>
            <ac:spMk id="3" creationId="{5FD12DA6-A7B0-D5FC-AC15-498654E73752}"/>
          </ac:spMkLst>
        </pc:spChg>
      </pc:sldChg>
      <pc:sldChg chg="modSp modNotes">
        <pc:chgData name="Nicholas Pierce" userId="S::npierce@comptia.global::ee89543b-d064-42d7-b9d5-60e771afdcba" providerId="AD" clId="Web-{A557CEC8-6C61-3A12-FF39-801CC2AEC1A1}" dt="2025-06-02T19:30:37.268" v="4570"/>
        <pc:sldMkLst>
          <pc:docMk/>
          <pc:sldMk cId="3073926721" sldId="346"/>
        </pc:sldMkLst>
        <pc:spChg chg="mod">
          <ac:chgData name="Nicholas Pierce" userId="S::npierce@comptia.global::ee89543b-d064-42d7-b9d5-60e771afdcba" providerId="AD" clId="Web-{A557CEC8-6C61-3A12-FF39-801CC2AEC1A1}" dt="2025-06-02T19:28:46.888" v="4409" actId="20577"/>
          <ac:spMkLst>
            <pc:docMk/>
            <pc:sldMk cId="3073926721" sldId="346"/>
            <ac:spMk id="3" creationId="{111938E7-B23F-FBF6-5CD7-2F2AF0920A42}"/>
          </ac:spMkLst>
        </pc:spChg>
      </pc:sldChg>
      <pc:sldChg chg="modSp modNotes">
        <pc:chgData name="Nicholas Pierce" userId="S::npierce@comptia.global::ee89543b-d064-42d7-b9d5-60e771afdcba" providerId="AD" clId="Web-{A557CEC8-6C61-3A12-FF39-801CC2AEC1A1}" dt="2025-06-02T19:34:32.278" v="4791" actId="20577"/>
        <pc:sldMkLst>
          <pc:docMk/>
          <pc:sldMk cId="1880643422" sldId="347"/>
        </pc:sldMkLst>
        <pc:spChg chg="mod">
          <ac:chgData name="Nicholas Pierce" userId="S::npierce@comptia.global::ee89543b-d064-42d7-b9d5-60e771afdcba" providerId="AD" clId="Web-{A557CEC8-6C61-3A12-FF39-801CC2AEC1A1}" dt="2025-06-02T19:34:32.278" v="4791" actId="20577"/>
          <ac:spMkLst>
            <pc:docMk/>
            <pc:sldMk cId="1880643422" sldId="347"/>
            <ac:spMk id="3" creationId="{38F639D1-4060-DD3B-9A66-FC0C0D028C3D}"/>
          </ac:spMkLst>
        </pc:spChg>
      </pc:sldChg>
      <pc:sldChg chg="modSp modNotes">
        <pc:chgData name="Nicholas Pierce" userId="S::npierce@comptia.global::ee89543b-d064-42d7-b9d5-60e771afdcba" providerId="AD" clId="Web-{A557CEC8-6C61-3A12-FF39-801CC2AEC1A1}" dt="2025-06-02T19:36:18.393" v="4951" actId="20577"/>
        <pc:sldMkLst>
          <pc:docMk/>
          <pc:sldMk cId="3523353672" sldId="348"/>
        </pc:sldMkLst>
        <pc:spChg chg="mod">
          <ac:chgData name="Nicholas Pierce" userId="S::npierce@comptia.global::ee89543b-d064-42d7-b9d5-60e771afdcba" providerId="AD" clId="Web-{A557CEC8-6C61-3A12-FF39-801CC2AEC1A1}" dt="2025-06-02T19:36:18.393" v="4951" actId="20577"/>
          <ac:spMkLst>
            <pc:docMk/>
            <pc:sldMk cId="3523353672" sldId="348"/>
            <ac:spMk id="3" creationId="{484280AD-087C-9588-18F2-D7FB933BCCBC}"/>
          </ac:spMkLst>
        </pc:spChg>
      </pc:sldChg>
      <pc:sldChg chg="modSp modNotes">
        <pc:chgData name="Nicholas Pierce" userId="S::npierce@comptia.global::ee89543b-d064-42d7-b9d5-60e771afdcba" providerId="AD" clId="Web-{A557CEC8-6C61-3A12-FF39-801CC2AEC1A1}" dt="2025-06-02T19:37:55.084" v="5056"/>
        <pc:sldMkLst>
          <pc:docMk/>
          <pc:sldMk cId="2399199548" sldId="349"/>
        </pc:sldMkLst>
        <pc:spChg chg="mod">
          <ac:chgData name="Nicholas Pierce" userId="S::npierce@comptia.global::ee89543b-d064-42d7-b9d5-60e771afdcba" providerId="AD" clId="Web-{A557CEC8-6C61-3A12-FF39-801CC2AEC1A1}" dt="2025-06-02T19:37:51.225" v="5055" actId="20577"/>
          <ac:spMkLst>
            <pc:docMk/>
            <pc:sldMk cId="2399199548" sldId="349"/>
            <ac:spMk id="3" creationId="{AA40B868-0644-4475-4B69-9779B8CCDC6C}"/>
          </ac:spMkLst>
        </pc:spChg>
      </pc:sldChg>
      <pc:sldChg chg="modNotes">
        <pc:chgData name="Nicholas Pierce" userId="S::npierce@comptia.global::ee89543b-d064-42d7-b9d5-60e771afdcba" providerId="AD" clId="Web-{A557CEC8-6C61-3A12-FF39-801CC2AEC1A1}" dt="2025-06-02T13:50:43.804" v="142"/>
        <pc:sldMkLst>
          <pc:docMk/>
          <pc:sldMk cId="3436969582" sldId="350"/>
        </pc:sldMkLst>
      </pc:sldChg>
      <pc:sldChg chg="modNotes">
        <pc:chgData name="Nicholas Pierce" userId="S::npierce@comptia.global::ee89543b-d064-42d7-b9d5-60e771afdcba" providerId="AD" clId="Web-{A557CEC8-6C61-3A12-FF39-801CC2AEC1A1}" dt="2025-06-02T13:50:48.180" v="143"/>
        <pc:sldMkLst>
          <pc:docMk/>
          <pc:sldMk cId="900581045" sldId="351"/>
        </pc:sldMkLst>
      </pc:sldChg>
      <pc:sldChg chg="modNotes">
        <pc:chgData name="Nicholas Pierce" userId="S::npierce@comptia.global::ee89543b-d064-42d7-b9d5-60e771afdcba" providerId="AD" clId="Web-{A557CEC8-6C61-3A12-FF39-801CC2AEC1A1}" dt="2025-06-02T13:53:26.855" v="269"/>
        <pc:sldMkLst>
          <pc:docMk/>
          <pc:sldMk cId="2923081865" sldId="353"/>
        </pc:sldMkLst>
      </pc:sldChg>
      <pc:sldChg chg="modNotes">
        <pc:chgData name="Nicholas Pierce" userId="S::npierce@comptia.global::ee89543b-d064-42d7-b9d5-60e771afdcba" providerId="AD" clId="Web-{A557CEC8-6C61-3A12-FF39-801CC2AEC1A1}" dt="2025-06-02T13:53:52.277" v="305"/>
        <pc:sldMkLst>
          <pc:docMk/>
          <pc:sldMk cId="4225568064" sldId="356"/>
        </pc:sldMkLst>
      </pc:sldChg>
      <pc:sldChg chg="modSp">
        <pc:chgData name="Nicholas Pierce" userId="S::npierce@comptia.global::ee89543b-d064-42d7-b9d5-60e771afdcba" providerId="AD" clId="Web-{A557CEC8-6C61-3A12-FF39-801CC2AEC1A1}" dt="2025-06-02T14:13:42.537" v="737" actId="20577"/>
        <pc:sldMkLst>
          <pc:docMk/>
          <pc:sldMk cId="726497564" sldId="358"/>
        </pc:sldMkLst>
        <pc:spChg chg="mod">
          <ac:chgData name="Nicholas Pierce" userId="S::npierce@comptia.global::ee89543b-d064-42d7-b9d5-60e771afdcba" providerId="AD" clId="Web-{A557CEC8-6C61-3A12-FF39-801CC2AEC1A1}" dt="2025-06-02T14:13:42.537" v="737" actId="20577"/>
          <ac:spMkLst>
            <pc:docMk/>
            <pc:sldMk cId="726497564" sldId="358"/>
            <ac:spMk id="10" creationId="{AC38DCAD-C466-04F0-5417-BA92548FF26A}"/>
          </ac:spMkLst>
        </pc:spChg>
      </pc:sldChg>
      <pc:sldChg chg="modSp modNotes">
        <pc:chgData name="Nicholas Pierce" userId="S::npierce@comptia.global::ee89543b-d064-42d7-b9d5-60e771afdcba" providerId="AD" clId="Web-{A557CEC8-6C61-3A12-FF39-801CC2AEC1A1}" dt="2025-06-02T14:16:50.073" v="908"/>
        <pc:sldMkLst>
          <pc:docMk/>
          <pc:sldMk cId="3407351931" sldId="359"/>
        </pc:sldMkLst>
        <pc:spChg chg="mod">
          <ac:chgData name="Nicholas Pierce" userId="S::npierce@comptia.global::ee89543b-d064-42d7-b9d5-60e771afdcba" providerId="AD" clId="Web-{A557CEC8-6C61-3A12-FF39-801CC2AEC1A1}" dt="2025-06-02T14:16:34.510" v="903" actId="20577"/>
          <ac:spMkLst>
            <pc:docMk/>
            <pc:sldMk cId="3407351931" sldId="359"/>
            <ac:spMk id="8" creationId="{1DB00CC2-F932-2356-E892-FC9C0EA54E4C}"/>
          </ac:spMkLst>
        </pc:spChg>
      </pc:sldChg>
      <pc:sldChg chg="modNotes">
        <pc:chgData name="Nicholas Pierce" userId="S::npierce@comptia.global::ee89543b-d064-42d7-b9d5-60e771afdcba" providerId="AD" clId="Web-{A557CEC8-6C61-3A12-FF39-801CC2AEC1A1}" dt="2025-06-02T14:19:41.482" v="1063"/>
        <pc:sldMkLst>
          <pc:docMk/>
          <pc:sldMk cId="996188462" sldId="360"/>
        </pc:sldMkLst>
      </pc:sldChg>
      <pc:sldChg chg="modNotes">
        <pc:chgData name="Nicholas Pierce" userId="S::npierce@comptia.global::ee89543b-d064-42d7-b9d5-60e771afdcba" providerId="AD" clId="Web-{A557CEC8-6C61-3A12-FF39-801CC2AEC1A1}" dt="2025-06-02T14:19:44.045" v="1064"/>
        <pc:sldMkLst>
          <pc:docMk/>
          <pc:sldMk cId="3326377561" sldId="361"/>
        </pc:sldMkLst>
      </pc:sldChg>
      <pc:sldChg chg="modNotes">
        <pc:chgData name="Nicholas Pierce" userId="S::npierce@comptia.global::ee89543b-d064-42d7-b9d5-60e771afdcba" providerId="AD" clId="Web-{A557CEC8-6C61-3A12-FF39-801CC2AEC1A1}" dt="2025-06-02T14:23:00.190" v="1309"/>
        <pc:sldMkLst>
          <pc:docMk/>
          <pc:sldMk cId="714919135" sldId="362"/>
        </pc:sldMkLst>
      </pc:sldChg>
      <pc:sldChg chg="modSp modNotes">
        <pc:chgData name="Nicholas Pierce" userId="S::npierce@comptia.global::ee89543b-d064-42d7-b9d5-60e771afdcba" providerId="AD" clId="Web-{A557CEC8-6C61-3A12-FF39-801CC2AEC1A1}" dt="2025-06-02T14:25:52.537" v="1464"/>
        <pc:sldMkLst>
          <pc:docMk/>
          <pc:sldMk cId="1473635391" sldId="363"/>
        </pc:sldMkLst>
        <pc:spChg chg="mod">
          <ac:chgData name="Nicholas Pierce" userId="S::npierce@comptia.global::ee89543b-d064-42d7-b9d5-60e771afdcba" providerId="AD" clId="Web-{A557CEC8-6C61-3A12-FF39-801CC2AEC1A1}" dt="2025-06-02T14:25:38.881" v="1461" actId="20577"/>
          <ac:spMkLst>
            <pc:docMk/>
            <pc:sldMk cId="1473635391" sldId="363"/>
            <ac:spMk id="5" creationId="{3058EA2C-FDAF-E9FC-6572-E9561302E124}"/>
          </ac:spMkLst>
        </pc:spChg>
      </pc:sldChg>
      <pc:sldChg chg="modSp modNotes">
        <pc:chgData name="Nicholas Pierce" userId="S::npierce@comptia.global::ee89543b-d064-42d7-b9d5-60e771afdcba" providerId="AD" clId="Web-{A557CEC8-6C61-3A12-FF39-801CC2AEC1A1}" dt="2025-06-02T14:27:54.040" v="1600"/>
        <pc:sldMkLst>
          <pc:docMk/>
          <pc:sldMk cId="3921387819" sldId="365"/>
        </pc:sldMkLst>
        <pc:spChg chg="mod">
          <ac:chgData name="Nicholas Pierce" userId="S::npierce@comptia.global::ee89543b-d064-42d7-b9d5-60e771afdcba" providerId="AD" clId="Web-{A557CEC8-6C61-3A12-FF39-801CC2AEC1A1}" dt="2025-06-02T14:26:51.711" v="1503" actId="20577"/>
          <ac:spMkLst>
            <pc:docMk/>
            <pc:sldMk cId="3921387819" sldId="365"/>
            <ac:spMk id="4" creationId="{BC9818DF-CB3C-46D1-A9D1-544D7576C072}"/>
          </ac:spMkLst>
        </pc:spChg>
      </pc:sldChg>
      <pc:sldChg chg="modSp modNotes">
        <pc:chgData name="Nicholas Pierce" userId="S::npierce@comptia.global::ee89543b-d064-42d7-b9d5-60e771afdcba" providerId="AD" clId="Web-{A557CEC8-6C61-3A12-FF39-801CC2AEC1A1}" dt="2025-06-02T14:40:03.572" v="1893"/>
        <pc:sldMkLst>
          <pc:docMk/>
          <pc:sldMk cId="2050871228" sldId="366"/>
        </pc:sldMkLst>
        <pc:spChg chg="mod">
          <ac:chgData name="Nicholas Pierce" userId="S::npierce@comptia.global::ee89543b-d064-42d7-b9d5-60e771afdcba" providerId="AD" clId="Web-{A557CEC8-6C61-3A12-FF39-801CC2AEC1A1}" dt="2025-06-02T14:38:57.320" v="1789" actId="20577"/>
          <ac:spMkLst>
            <pc:docMk/>
            <pc:sldMk cId="2050871228" sldId="366"/>
            <ac:spMk id="4" creationId="{47812EA3-101B-FCE6-1F57-6BFF221684FB}"/>
          </ac:spMkLst>
        </pc:spChg>
      </pc:sldChg>
      <pc:sldChg chg="modNotes">
        <pc:chgData name="Nicholas Pierce" userId="S::npierce@comptia.global::ee89543b-d064-42d7-b9d5-60e771afdcba" providerId="AD" clId="Web-{A557CEC8-6C61-3A12-FF39-801CC2AEC1A1}" dt="2025-06-02T14:42:33.841" v="2024"/>
        <pc:sldMkLst>
          <pc:docMk/>
          <pc:sldMk cId="4004527629" sldId="367"/>
        </pc:sldMkLst>
      </pc:sldChg>
      <pc:sldChg chg="addSp delSp modSp mod modClrScheme chgLayout modNotes">
        <pc:chgData name="Nicholas Pierce" userId="S::npierce@comptia.global::ee89543b-d064-42d7-b9d5-60e771afdcba" providerId="AD" clId="Web-{A557CEC8-6C61-3A12-FF39-801CC2AEC1A1}" dt="2025-06-02T14:45:33.782" v="2047"/>
        <pc:sldMkLst>
          <pc:docMk/>
          <pc:sldMk cId="3196173525" sldId="368"/>
        </pc:sldMkLst>
        <pc:spChg chg="mod ord">
          <ac:chgData name="Nicholas Pierce" userId="S::npierce@comptia.global::ee89543b-d064-42d7-b9d5-60e771afdcba" providerId="AD" clId="Web-{A557CEC8-6C61-3A12-FF39-801CC2AEC1A1}" dt="2025-06-02T14:43:31.201" v="2030"/>
          <ac:spMkLst>
            <pc:docMk/>
            <pc:sldMk cId="3196173525" sldId="368"/>
            <ac:spMk id="2" creationId="{0D8CC420-35D2-63D7-F10F-E841DB36EE10}"/>
          </ac:spMkLst>
        </pc:spChg>
        <pc:spChg chg="mod ord">
          <ac:chgData name="Nicholas Pierce" userId="S::npierce@comptia.global::ee89543b-d064-42d7-b9d5-60e771afdcba" providerId="AD" clId="Web-{A557CEC8-6C61-3A12-FF39-801CC2AEC1A1}" dt="2025-06-02T14:45:26.610" v="2046" actId="1076"/>
          <ac:spMkLst>
            <pc:docMk/>
            <pc:sldMk cId="3196173525" sldId="368"/>
            <ac:spMk id="3" creationId="{0CF1849C-B23F-3D37-7DBA-A5DD23F243C7}"/>
          </ac:spMkLst>
        </pc:spChg>
        <pc:spChg chg="mod ord">
          <ac:chgData name="Nicholas Pierce" userId="S::npierce@comptia.global::ee89543b-d064-42d7-b9d5-60e771afdcba" providerId="AD" clId="Web-{A557CEC8-6C61-3A12-FF39-801CC2AEC1A1}" dt="2025-06-02T14:43:31.201" v="2030"/>
          <ac:spMkLst>
            <pc:docMk/>
            <pc:sldMk cId="3196173525" sldId="368"/>
            <ac:spMk id="5" creationId="{E5C50328-BA06-19B0-7120-AFCCD7464DB6}"/>
          </ac:spMkLst>
        </pc:spChg>
      </pc:sldChg>
      <pc:sldChg chg="addSp delSp modSp mod modClrScheme chgLayout modNotes">
        <pc:chgData name="Nicholas Pierce" userId="S::npierce@comptia.global::ee89543b-d064-42d7-b9d5-60e771afdcba" providerId="AD" clId="Web-{A557CEC8-6C61-3A12-FF39-801CC2AEC1A1}" dt="2025-06-02T17:31:48.617" v="3109" actId="20577"/>
        <pc:sldMkLst>
          <pc:docMk/>
          <pc:sldMk cId="3266190919" sldId="371"/>
        </pc:sldMkLst>
        <pc:spChg chg="mod ord">
          <ac:chgData name="Nicholas Pierce" userId="S::npierce@comptia.global::ee89543b-d064-42d7-b9d5-60e771afdcba" providerId="AD" clId="Web-{A557CEC8-6C61-3A12-FF39-801CC2AEC1A1}" dt="2025-06-02T17:29:56.643" v="3088"/>
          <ac:spMkLst>
            <pc:docMk/>
            <pc:sldMk cId="3266190919" sldId="371"/>
            <ac:spMk id="4" creationId="{F5159B59-BCF8-EA53-8ADA-D22F6804D562}"/>
          </ac:spMkLst>
        </pc:spChg>
        <pc:spChg chg="mod ord">
          <ac:chgData name="Nicholas Pierce" userId="S::npierce@comptia.global::ee89543b-d064-42d7-b9d5-60e771afdcba" providerId="AD" clId="Web-{A557CEC8-6C61-3A12-FF39-801CC2AEC1A1}" dt="2025-06-02T17:29:56.643" v="3088"/>
          <ac:spMkLst>
            <pc:docMk/>
            <pc:sldMk cId="3266190919" sldId="371"/>
            <ac:spMk id="8" creationId="{DC4AF6DB-C273-4BD1-E1C4-201349A50F45}"/>
          </ac:spMkLst>
        </pc:spChg>
        <pc:spChg chg="add mod">
          <ac:chgData name="Nicholas Pierce" userId="S::npierce@comptia.global::ee89543b-d064-42d7-b9d5-60e771afdcba" providerId="AD" clId="Web-{A557CEC8-6C61-3A12-FF39-801CC2AEC1A1}" dt="2025-06-02T17:31:48.617" v="3109" actId="20577"/>
          <ac:spMkLst>
            <pc:docMk/>
            <pc:sldMk cId="3266190919" sldId="371"/>
            <ac:spMk id="13" creationId="{4C87DBD5-50F2-B260-A866-11DDDCACC68C}"/>
          </ac:spMkLst>
        </pc:spChg>
        <pc:picChg chg="add mod">
          <ac:chgData name="Nicholas Pierce" userId="S::npierce@comptia.global::ee89543b-d064-42d7-b9d5-60e771afdcba" providerId="AD" clId="Web-{A557CEC8-6C61-3A12-FF39-801CC2AEC1A1}" dt="2025-06-02T17:30:31.832" v="3094" actId="1076"/>
          <ac:picMkLst>
            <pc:docMk/>
            <pc:sldMk cId="3266190919" sldId="371"/>
            <ac:picMk id="6" creationId="{B2C3E673-CC6B-F2CB-9D3E-EF9B56FD14B5}"/>
          </ac:picMkLst>
        </pc:picChg>
      </pc:sldChg>
      <pc:sldChg chg="modSp del">
        <pc:chgData name="Nicholas Pierce" userId="S::npierce@comptia.global::ee89543b-d064-42d7-b9d5-60e771afdcba" providerId="AD" clId="Web-{A557CEC8-6C61-3A12-FF39-801CC2AEC1A1}" dt="2025-06-02T17:31:54.070" v="3110"/>
        <pc:sldMkLst>
          <pc:docMk/>
          <pc:sldMk cId="2003804950" sldId="373"/>
        </pc:sldMkLst>
      </pc:sldChg>
      <pc:sldChg chg="modNotes">
        <pc:chgData name="Nicholas Pierce" userId="S::npierce@comptia.global::ee89543b-d064-42d7-b9d5-60e771afdcba" providerId="AD" clId="Web-{A557CEC8-6C61-3A12-FF39-801CC2AEC1A1}" dt="2025-06-02T18:48:01.405" v="3927"/>
        <pc:sldMkLst>
          <pc:docMk/>
          <pc:sldMk cId="48754552" sldId="375"/>
        </pc:sldMkLst>
      </pc:sldChg>
      <pc:sldChg chg="modNotes">
        <pc:chgData name="Nicholas Pierce" userId="S::npierce@comptia.global::ee89543b-d064-42d7-b9d5-60e771afdcba" providerId="AD" clId="Web-{A557CEC8-6C61-3A12-FF39-801CC2AEC1A1}" dt="2025-06-02T18:48:06.295" v="3928"/>
        <pc:sldMkLst>
          <pc:docMk/>
          <pc:sldMk cId="2657114328" sldId="376"/>
        </pc:sldMkLst>
      </pc:sldChg>
      <pc:sldChg chg="modNotes">
        <pc:chgData name="Nicholas Pierce" userId="S::npierce@comptia.global::ee89543b-d064-42d7-b9d5-60e771afdcba" providerId="AD" clId="Web-{A557CEC8-6C61-3A12-FF39-801CC2AEC1A1}" dt="2025-06-02T18:50:18.701" v="4074"/>
        <pc:sldMkLst>
          <pc:docMk/>
          <pc:sldMk cId="1518278133" sldId="377"/>
        </pc:sldMkLst>
      </pc:sldChg>
      <pc:sldChg chg="delSp modSp mod modClrScheme chgLayout">
        <pc:chgData name="Nicholas Pierce" userId="S::npierce@comptia.global::ee89543b-d064-42d7-b9d5-60e771afdcba" providerId="AD" clId="Web-{A557CEC8-6C61-3A12-FF39-801CC2AEC1A1}" dt="2025-06-02T19:25:17.957" v="4209" actId="1076"/>
        <pc:sldMkLst>
          <pc:docMk/>
          <pc:sldMk cId="2102346287" sldId="378"/>
        </pc:sldMkLst>
        <pc:spChg chg="mod ord">
          <ac:chgData name="Nicholas Pierce" userId="S::npierce@comptia.global::ee89543b-d064-42d7-b9d5-60e771afdcba" providerId="AD" clId="Web-{A557CEC8-6C61-3A12-FF39-801CC2AEC1A1}" dt="2025-06-02T19:24:05.547" v="4203"/>
          <ac:spMkLst>
            <pc:docMk/>
            <pc:sldMk cId="2102346287" sldId="378"/>
            <ac:spMk id="4" creationId="{25CFE228-7FAC-F8C4-44C6-DEE2C0E819CD}"/>
          </ac:spMkLst>
        </pc:spChg>
        <pc:spChg chg="mod ord">
          <ac:chgData name="Nicholas Pierce" userId="S::npierce@comptia.global::ee89543b-d064-42d7-b9d5-60e771afdcba" providerId="AD" clId="Web-{A557CEC8-6C61-3A12-FF39-801CC2AEC1A1}" dt="2025-06-02T19:24:05.547" v="4203"/>
          <ac:spMkLst>
            <pc:docMk/>
            <pc:sldMk cId="2102346287" sldId="378"/>
            <ac:spMk id="6" creationId="{5BEE6374-BF38-0009-C5C5-2E5A1F0CFC91}"/>
          </ac:spMkLst>
        </pc:spChg>
        <pc:spChg chg="mod ord">
          <ac:chgData name="Nicholas Pierce" userId="S::npierce@comptia.global::ee89543b-d064-42d7-b9d5-60e771afdcba" providerId="AD" clId="Web-{A557CEC8-6C61-3A12-FF39-801CC2AEC1A1}" dt="2025-06-02T19:24:05.547" v="4203"/>
          <ac:spMkLst>
            <pc:docMk/>
            <pc:sldMk cId="2102346287" sldId="378"/>
            <ac:spMk id="8" creationId="{C637FFC8-1420-398B-8BC8-BBF27CDF1CB0}"/>
          </ac:spMkLst>
        </pc:spChg>
        <pc:picChg chg="mod ord modCrop">
          <ac:chgData name="Nicholas Pierce" userId="S::npierce@comptia.global::ee89543b-d064-42d7-b9d5-60e771afdcba" providerId="AD" clId="Web-{A557CEC8-6C61-3A12-FF39-801CC2AEC1A1}" dt="2025-06-02T19:25:17.957" v="4209" actId="1076"/>
          <ac:picMkLst>
            <pc:docMk/>
            <pc:sldMk cId="2102346287" sldId="378"/>
            <ac:picMk id="11" creationId="{EE0A2B21-16D5-2A8A-A68F-D963DC80A23B}"/>
          </ac:picMkLst>
        </pc:picChg>
      </pc:sldChg>
      <pc:sldChg chg="del">
        <pc:chgData name="Nicholas Pierce" userId="S::npierce@comptia.global::ee89543b-d064-42d7-b9d5-60e771afdcba" providerId="AD" clId="Web-{A557CEC8-6C61-3A12-FF39-801CC2AEC1A1}" dt="2025-06-02T19:34:06.887" v="4782"/>
        <pc:sldMkLst>
          <pc:docMk/>
          <pc:sldMk cId="706576362" sldId="380"/>
        </pc:sldMkLst>
      </pc:sldChg>
      <pc:sldChg chg="modNotes">
        <pc:chgData name="Nicholas Pierce" userId="S::npierce@comptia.global::ee89543b-d064-42d7-b9d5-60e771afdcba" providerId="AD" clId="Web-{A557CEC8-6C61-3A12-FF39-801CC2AEC1A1}" dt="2025-06-02T19:36:29.909" v="4952"/>
        <pc:sldMkLst>
          <pc:docMk/>
          <pc:sldMk cId="523698823" sldId="381"/>
        </pc:sldMkLst>
      </pc:sld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Jules Mancini" userId="S::jmancini@comptia.global::4ef8f4fd-9280-4856-883a-0ebf05603c1f" providerId="AD" clId="Web-{DF2358A7-1599-0963-D807-20D3283BD972}"/>
    <pc:docChg chg="modSld sldOrd">
      <pc:chgData name="Jules Mancini" userId="S::jmancini@comptia.global::4ef8f4fd-9280-4856-883a-0ebf05603c1f" providerId="AD" clId="Web-{DF2358A7-1599-0963-D807-20D3283BD972}" dt="2025-06-06T23:40:01.436" v="264" actId="20577"/>
      <pc:docMkLst>
        <pc:docMk/>
      </pc:docMkLst>
      <pc:sldChg chg="modSp">
        <pc:chgData name="Jules Mancini" userId="S::jmancini@comptia.global::4ef8f4fd-9280-4856-883a-0ebf05603c1f" providerId="AD" clId="Web-{DF2358A7-1599-0963-D807-20D3283BD972}" dt="2025-06-06T22:58:09.691" v="54" actId="20577"/>
        <pc:sldMkLst>
          <pc:docMk/>
          <pc:sldMk cId="151209867" sldId="303"/>
        </pc:sldMkLst>
        <pc:spChg chg="mod">
          <ac:chgData name="Jules Mancini" userId="S::jmancini@comptia.global::4ef8f4fd-9280-4856-883a-0ebf05603c1f" providerId="AD" clId="Web-{DF2358A7-1599-0963-D807-20D3283BD972}" dt="2025-06-06T22:58:09.691" v="54" actId="20577"/>
          <ac:spMkLst>
            <pc:docMk/>
            <pc:sldMk cId="151209867" sldId="303"/>
            <ac:spMk id="3" creationId="{8F7C9257-937C-566E-95AE-634283098A93}"/>
          </ac:spMkLst>
        </pc:spChg>
        <pc:spChg chg="mod">
          <ac:chgData name="Jules Mancini" userId="S::jmancini@comptia.global::4ef8f4fd-9280-4856-883a-0ebf05603c1f" providerId="AD" clId="Web-{DF2358A7-1599-0963-D807-20D3283BD972}" dt="2025-06-06T22:55:16.622" v="29" actId="20577"/>
          <ac:spMkLst>
            <pc:docMk/>
            <pc:sldMk cId="151209867" sldId="303"/>
            <ac:spMk id="8" creationId="{501CE3C2-0593-BD93-7B6A-6053F7A7BD26}"/>
          </ac:spMkLst>
        </pc:spChg>
      </pc:sldChg>
      <pc:sldChg chg="ord">
        <pc:chgData name="Jules Mancini" userId="S::jmancini@comptia.global::4ef8f4fd-9280-4856-883a-0ebf05603c1f" providerId="AD" clId="Web-{DF2358A7-1599-0963-D807-20D3283BD972}" dt="2025-06-06T16:56:04.236" v="0"/>
        <pc:sldMkLst>
          <pc:docMk/>
          <pc:sldMk cId="1169523784" sldId="310"/>
        </pc:sldMkLst>
      </pc:sldChg>
      <pc:sldChg chg="ord">
        <pc:chgData name="Jules Mancini" userId="S::jmancini@comptia.global::4ef8f4fd-9280-4856-883a-0ebf05603c1f" providerId="AD" clId="Web-{DF2358A7-1599-0963-D807-20D3283BD972}" dt="2025-06-06T16:56:12.142" v="1"/>
        <pc:sldMkLst>
          <pc:docMk/>
          <pc:sldMk cId="3769993045" sldId="317"/>
        </pc:sldMkLst>
      </pc:sldChg>
      <pc:sldChg chg="ord">
        <pc:chgData name="Jules Mancini" userId="S::jmancini@comptia.global::4ef8f4fd-9280-4856-883a-0ebf05603c1f" providerId="AD" clId="Web-{DF2358A7-1599-0963-D807-20D3283BD972}" dt="2025-06-06T16:56:16.127" v="2"/>
        <pc:sldMkLst>
          <pc:docMk/>
          <pc:sldMk cId="2335508615" sldId="319"/>
        </pc:sldMkLst>
      </pc:sldChg>
      <pc:sldChg chg="ord">
        <pc:chgData name="Jules Mancini" userId="S::jmancini@comptia.global::4ef8f4fd-9280-4856-883a-0ebf05603c1f" providerId="AD" clId="Web-{DF2358A7-1599-0963-D807-20D3283BD972}" dt="2025-06-06T16:56:20.518" v="3"/>
        <pc:sldMkLst>
          <pc:docMk/>
          <pc:sldMk cId="267132962" sldId="321"/>
        </pc:sldMkLst>
      </pc:sldChg>
      <pc:sldChg chg="modSp">
        <pc:chgData name="Jules Mancini" userId="S::jmancini@comptia.global::4ef8f4fd-9280-4856-883a-0ebf05603c1f" providerId="AD" clId="Web-{DF2358A7-1599-0963-D807-20D3283BD972}" dt="2025-06-06T23:01:35.089" v="92" actId="20577"/>
        <pc:sldMkLst>
          <pc:docMk/>
          <pc:sldMk cId="2699131684" sldId="322"/>
        </pc:sldMkLst>
        <pc:spChg chg="mod">
          <ac:chgData name="Jules Mancini" userId="S::jmancini@comptia.global::4ef8f4fd-9280-4856-883a-0ebf05603c1f" providerId="AD" clId="Web-{DF2358A7-1599-0963-D807-20D3283BD972}" dt="2025-06-06T23:01:35.089" v="92" actId="20577"/>
          <ac:spMkLst>
            <pc:docMk/>
            <pc:sldMk cId="2699131684" sldId="322"/>
            <ac:spMk id="3" creationId="{AB0257A5-4F95-A433-62D8-6359A12BBD05}"/>
          </ac:spMkLst>
        </pc:spChg>
        <pc:spChg chg="mod">
          <ac:chgData name="Jules Mancini" userId="S::jmancini@comptia.global::4ef8f4fd-9280-4856-883a-0ebf05603c1f" providerId="AD" clId="Web-{DF2358A7-1599-0963-D807-20D3283BD972}" dt="2025-06-06T23:00:49.666" v="89" actId="20577"/>
          <ac:spMkLst>
            <pc:docMk/>
            <pc:sldMk cId="2699131684" sldId="322"/>
            <ac:spMk id="8" creationId="{EBCF40A1-EBDC-C5E2-D105-78614905608E}"/>
          </ac:spMkLst>
        </pc:spChg>
      </pc:sldChg>
      <pc:sldChg chg="modSp">
        <pc:chgData name="Jules Mancini" userId="S::jmancini@comptia.global::4ef8f4fd-9280-4856-883a-0ebf05603c1f" providerId="AD" clId="Web-{DF2358A7-1599-0963-D807-20D3283BD972}" dt="2025-06-06T22:59:27.303" v="72" actId="20577"/>
        <pc:sldMkLst>
          <pc:docMk/>
          <pc:sldMk cId="4071435961" sldId="326"/>
        </pc:sldMkLst>
        <pc:spChg chg="mod">
          <ac:chgData name="Jules Mancini" userId="S::jmancini@comptia.global::4ef8f4fd-9280-4856-883a-0ebf05603c1f" providerId="AD" clId="Web-{DF2358A7-1599-0963-D807-20D3283BD972}" dt="2025-06-06T22:59:27.303" v="72" actId="20577"/>
          <ac:spMkLst>
            <pc:docMk/>
            <pc:sldMk cId="4071435961" sldId="326"/>
            <ac:spMk id="3" creationId="{AEC6F64B-9C4A-E3C7-C179-53E656DAE153}"/>
          </ac:spMkLst>
        </pc:spChg>
        <pc:spChg chg="mod">
          <ac:chgData name="Jules Mancini" userId="S::jmancini@comptia.global::4ef8f4fd-9280-4856-883a-0ebf05603c1f" providerId="AD" clId="Web-{DF2358A7-1599-0963-D807-20D3283BD972}" dt="2025-06-06T22:58:39.536" v="60" actId="20577"/>
          <ac:spMkLst>
            <pc:docMk/>
            <pc:sldMk cId="4071435961" sldId="326"/>
            <ac:spMk id="8" creationId="{2E3A1232-61F0-AC95-9614-83B9DBC63B2E}"/>
          </ac:spMkLst>
        </pc:spChg>
      </pc:sldChg>
      <pc:sldChg chg="modSp">
        <pc:chgData name="Jules Mancini" userId="S::jmancini@comptia.global::4ef8f4fd-9280-4856-883a-0ebf05603c1f" providerId="AD" clId="Web-{DF2358A7-1599-0963-D807-20D3283BD972}" dt="2025-06-06T23:02:43.623" v="106" actId="20577"/>
        <pc:sldMkLst>
          <pc:docMk/>
          <pc:sldMk cId="2225933043" sldId="327"/>
        </pc:sldMkLst>
        <pc:spChg chg="mod">
          <ac:chgData name="Jules Mancini" userId="S::jmancini@comptia.global::4ef8f4fd-9280-4856-883a-0ebf05603c1f" providerId="AD" clId="Web-{DF2358A7-1599-0963-D807-20D3283BD972}" dt="2025-06-06T23:02:43.623" v="106" actId="20577"/>
          <ac:spMkLst>
            <pc:docMk/>
            <pc:sldMk cId="2225933043" sldId="327"/>
            <ac:spMk id="3" creationId="{9F3F1582-0F3B-EBF7-ABAB-8ECDDE19B704}"/>
          </ac:spMkLst>
        </pc:spChg>
        <pc:spChg chg="mod">
          <ac:chgData name="Jules Mancini" userId="S::jmancini@comptia.global::4ef8f4fd-9280-4856-883a-0ebf05603c1f" providerId="AD" clId="Web-{DF2358A7-1599-0963-D807-20D3283BD972}" dt="2025-06-06T23:01:55.106" v="100" actId="20577"/>
          <ac:spMkLst>
            <pc:docMk/>
            <pc:sldMk cId="2225933043" sldId="327"/>
            <ac:spMk id="8" creationId="{522D5EE2-5F4D-2635-6136-AD372AD04CA6}"/>
          </ac:spMkLst>
        </pc:spChg>
      </pc:sldChg>
      <pc:sldChg chg="modSp">
        <pc:chgData name="Jules Mancini" userId="S::jmancini@comptia.global::4ef8f4fd-9280-4856-883a-0ebf05603c1f" providerId="AD" clId="Web-{DF2358A7-1599-0963-D807-20D3283BD972}" dt="2025-06-06T23:09:35.513" v="147" actId="20577"/>
        <pc:sldMkLst>
          <pc:docMk/>
          <pc:sldMk cId="1613896309" sldId="331"/>
        </pc:sldMkLst>
        <pc:spChg chg="mod">
          <ac:chgData name="Jules Mancini" userId="S::jmancini@comptia.global::4ef8f4fd-9280-4856-883a-0ebf05603c1f" providerId="AD" clId="Web-{DF2358A7-1599-0963-D807-20D3283BD972}" dt="2025-06-06T23:09:35.513" v="147" actId="20577"/>
          <ac:spMkLst>
            <pc:docMk/>
            <pc:sldMk cId="1613896309" sldId="331"/>
            <ac:spMk id="3" creationId="{461819AD-746C-8753-6A17-FDF440FAB19C}"/>
          </ac:spMkLst>
        </pc:spChg>
        <pc:spChg chg="mod">
          <ac:chgData name="Jules Mancini" userId="S::jmancini@comptia.global::4ef8f4fd-9280-4856-883a-0ebf05603c1f" providerId="AD" clId="Web-{DF2358A7-1599-0963-D807-20D3283BD972}" dt="2025-06-06T23:07:03.289" v="133" actId="20577"/>
          <ac:spMkLst>
            <pc:docMk/>
            <pc:sldMk cId="1613896309" sldId="331"/>
            <ac:spMk id="8" creationId="{0A627350-AA85-810E-CED3-5E4F5098171E}"/>
          </ac:spMkLst>
        </pc:spChg>
      </pc:sldChg>
      <pc:sldChg chg="modSp">
        <pc:chgData name="Jules Mancini" userId="S::jmancini@comptia.global::4ef8f4fd-9280-4856-883a-0ebf05603c1f" providerId="AD" clId="Web-{DF2358A7-1599-0963-D807-20D3283BD972}" dt="2025-06-06T23:11:29.736" v="177" actId="20577"/>
        <pc:sldMkLst>
          <pc:docMk/>
          <pc:sldMk cId="4174007637" sldId="332"/>
        </pc:sldMkLst>
        <pc:spChg chg="mod">
          <ac:chgData name="Jules Mancini" userId="S::jmancini@comptia.global::4ef8f4fd-9280-4856-883a-0ebf05603c1f" providerId="AD" clId="Web-{DF2358A7-1599-0963-D807-20D3283BD972}" dt="2025-06-06T23:11:29.736" v="177" actId="20577"/>
          <ac:spMkLst>
            <pc:docMk/>
            <pc:sldMk cId="4174007637" sldId="332"/>
            <ac:spMk id="3" creationId="{C1EE6021-62A3-86BD-C13E-9FFF5CD6C88F}"/>
          </ac:spMkLst>
        </pc:spChg>
        <pc:spChg chg="mod">
          <ac:chgData name="Jules Mancini" userId="S::jmancini@comptia.global::4ef8f4fd-9280-4856-883a-0ebf05603c1f" providerId="AD" clId="Web-{DF2358A7-1599-0963-D807-20D3283BD972}" dt="2025-06-06T23:10:05.593" v="159" actId="20577"/>
          <ac:spMkLst>
            <pc:docMk/>
            <pc:sldMk cId="4174007637" sldId="332"/>
            <ac:spMk id="8" creationId="{ADB81CC1-CA2E-B589-4928-7511D47834DA}"/>
          </ac:spMkLst>
        </pc:spChg>
      </pc:sldChg>
      <pc:sldChg chg="modSp">
        <pc:chgData name="Jules Mancini" userId="S::jmancini@comptia.global::4ef8f4fd-9280-4856-883a-0ebf05603c1f" providerId="AD" clId="Web-{DF2358A7-1599-0963-D807-20D3283BD972}" dt="2025-06-06T23:37:56.052" v="220" actId="20577"/>
        <pc:sldMkLst>
          <pc:docMk/>
          <pc:sldMk cId="3213740917" sldId="335"/>
        </pc:sldMkLst>
        <pc:spChg chg="mod">
          <ac:chgData name="Jules Mancini" userId="S::jmancini@comptia.global::4ef8f4fd-9280-4856-883a-0ebf05603c1f" providerId="AD" clId="Web-{DF2358A7-1599-0963-D807-20D3283BD972}" dt="2025-06-06T23:37:35.379" v="216" actId="20577"/>
          <ac:spMkLst>
            <pc:docMk/>
            <pc:sldMk cId="3213740917" sldId="335"/>
            <ac:spMk id="3" creationId="{B64567A1-94F8-551A-E2A4-E1E18E87D19D}"/>
          </ac:spMkLst>
        </pc:spChg>
        <pc:spChg chg="mod">
          <ac:chgData name="Jules Mancini" userId="S::jmancini@comptia.global::4ef8f4fd-9280-4856-883a-0ebf05603c1f" providerId="AD" clId="Web-{DF2358A7-1599-0963-D807-20D3283BD972}" dt="2025-06-06T23:37:56.052" v="220" actId="20577"/>
          <ac:spMkLst>
            <pc:docMk/>
            <pc:sldMk cId="3213740917" sldId="335"/>
            <ac:spMk id="8" creationId="{D90D8253-D867-4F62-6412-BD40B4E4A48F}"/>
          </ac:spMkLst>
        </pc:spChg>
      </pc:sldChg>
      <pc:sldChg chg="modSp">
        <pc:chgData name="Jules Mancini" userId="S::jmancini@comptia.global::4ef8f4fd-9280-4856-883a-0ebf05603c1f" providerId="AD" clId="Web-{DF2358A7-1599-0963-D807-20D3283BD972}" dt="2025-06-06T23:39:05.495" v="249" actId="20577"/>
        <pc:sldMkLst>
          <pc:docMk/>
          <pc:sldMk cId="1542238558" sldId="336"/>
        </pc:sldMkLst>
        <pc:spChg chg="mod">
          <ac:chgData name="Jules Mancini" userId="S::jmancini@comptia.global::4ef8f4fd-9280-4856-883a-0ebf05603c1f" providerId="AD" clId="Web-{DF2358A7-1599-0963-D807-20D3283BD972}" dt="2025-06-06T23:39:05.495" v="249" actId="20577"/>
          <ac:spMkLst>
            <pc:docMk/>
            <pc:sldMk cId="1542238558" sldId="336"/>
            <ac:spMk id="3" creationId="{B874E2C3-AA2A-27DD-05CD-DDDFD444C2B4}"/>
          </ac:spMkLst>
        </pc:spChg>
        <pc:spChg chg="mod">
          <ac:chgData name="Jules Mancini" userId="S::jmancini@comptia.global::4ef8f4fd-9280-4856-883a-0ebf05603c1f" providerId="AD" clId="Web-{DF2358A7-1599-0963-D807-20D3283BD972}" dt="2025-06-06T23:38:21.429" v="229" actId="20577"/>
          <ac:spMkLst>
            <pc:docMk/>
            <pc:sldMk cId="1542238558" sldId="336"/>
            <ac:spMk id="8" creationId="{9E9075F7-E396-BDA5-D5D9-F471488F3BC6}"/>
          </ac:spMkLst>
        </pc:spChg>
      </pc:sldChg>
      <pc:sldChg chg="modSp">
        <pc:chgData name="Jules Mancini" userId="S::jmancini@comptia.global::4ef8f4fd-9280-4856-883a-0ebf05603c1f" providerId="AD" clId="Web-{DF2358A7-1599-0963-D807-20D3283BD972}" dt="2025-06-06T23:40:01.436" v="264" actId="20577"/>
        <pc:sldMkLst>
          <pc:docMk/>
          <pc:sldMk cId="258907175" sldId="337"/>
        </pc:sldMkLst>
        <pc:spChg chg="mod">
          <ac:chgData name="Jules Mancini" userId="S::jmancini@comptia.global::4ef8f4fd-9280-4856-883a-0ebf05603c1f" providerId="AD" clId="Web-{DF2358A7-1599-0963-D807-20D3283BD972}" dt="2025-06-06T23:40:01.436" v="264" actId="20577"/>
          <ac:spMkLst>
            <pc:docMk/>
            <pc:sldMk cId="258907175" sldId="337"/>
            <ac:spMk id="3" creationId="{374DA56F-A6FD-5CE8-37F5-A4BB0E7BFBFF}"/>
          </ac:spMkLst>
        </pc:spChg>
        <pc:spChg chg="mod">
          <ac:chgData name="Jules Mancini" userId="S::jmancini@comptia.global::4ef8f4fd-9280-4856-883a-0ebf05603c1f" providerId="AD" clId="Web-{DF2358A7-1599-0963-D807-20D3283BD972}" dt="2025-06-06T23:39:35.919" v="252" actId="20577"/>
          <ac:spMkLst>
            <pc:docMk/>
            <pc:sldMk cId="258907175" sldId="337"/>
            <ac:spMk id="8" creationId="{89E594B2-A422-5076-8F09-670E5A35D7D6}"/>
          </ac:spMkLst>
        </pc:spChg>
      </pc:sldChg>
      <pc:sldChg chg="modSp">
        <pc:chgData name="Jules Mancini" userId="S::jmancini@comptia.global::4ef8f4fd-9280-4856-883a-0ebf05603c1f" providerId="AD" clId="Web-{DF2358A7-1599-0963-D807-20D3283BD972}" dt="2025-06-06T22:55:19.216" v="30" actId="20577"/>
        <pc:sldMkLst>
          <pc:docMk/>
          <pc:sldMk cId="3436969582" sldId="350"/>
        </pc:sldMkLst>
        <pc:spChg chg="mod">
          <ac:chgData name="Jules Mancini" userId="S::jmancini@comptia.global::4ef8f4fd-9280-4856-883a-0ebf05603c1f" providerId="AD" clId="Web-{DF2358A7-1599-0963-D807-20D3283BD972}" dt="2025-06-06T22:55:19.216" v="30" actId="20577"/>
          <ac:spMkLst>
            <pc:docMk/>
            <pc:sldMk cId="3436969582" sldId="350"/>
            <ac:spMk id="2" creationId="{3AFF6CEB-0459-E5E1-E982-DEE5F9376249}"/>
          </ac:spMkLst>
        </pc:spChg>
      </pc:sldChg>
      <pc:sldChg chg="modSp">
        <pc:chgData name="Jules Mancini" userId="S::jmancini@comptia.global::4ef8f4fd-9280-4856-883a-0ebf05603c1f" providerId="AD" clId="Web-{DF2358A7-1599-0963-D807-20D3283BD972}" dt="2025-06-06T22:58:04.159" v="50" actId="1076"/>
        <pc:sldMkLst>
          <pc:docMk/>
          <pc:sldMk cId="900581045" sldId="351"/>
        </pc:sldMkLst>
        <pc:spChg chg="mod">
          <ac:chgData name="Jules Mancini" userId="S::jmancini@comptia.global::4ef8f4fd-9280-4856-883a-0ebf05603c1f" providerId="AD" clId="Web-{DF2358A7-1599-0963-D807-20D3283BD972}" dt="2025-06-06T22:55:13.012" v="28" actId="20577"/>
          <ac:spMkLst>
            <pc:docMk/>
            <pc:sldMk cId="900581045" sldId="351"/>
            <ac:spMk id="2" creationId="{36DEE2B8-97B0-13B9-55BC-02DBB4B47216}"/>
          </ac:spMkLst>
        </pc:spChg>
        <pc:picChg chg="mod">
          <ac:chgData name="Jules Mancini" userId="S::jmancini@comptia.global::4ef8f4fd-9280-4856-883a-0ebf05603c1f" providerId="AD" clId="Web-{DF2358A7-1599-0963-D807-20D3283BD972}" dt="2025-06-06T22:58:04.159" v="50" actId="1076"/>
          <ac:picMkLst>
            <pc:docMk/>
            <pc:sldMk cId="900581045" sldId="351"/>
            <ac:picMk id="7" creationId="{9D9F99DF-5B86-2D59-C46E-02ED8922FE49}"/>
          </ac:picMkLst>
        </pc:picChg>
      </pc:sldChg>
      <pc:sldChg chg="modSp">
        <pc:chgData name="Jules Mancini" userId="S::jmancini@comptia.global::4ef8f4fd-9280-4856-883a-0ebf05603c1f" providerId="AD" clId="Web-{DF2358A7-1599-0963-D807-20D3283BD972}" dt="2025-06-06T22:59:53.851" v="75" actId="20577"/>
        <pc:sldMkLst>
          <pc:docMk/>
          <pc:sldMk cId="315080989" sldId="352"/>
        </pc:sldMkLst>
        <pc:spChg chg="mod">
          <ac:chgData name="Jules Mancini" userId="S::jmancini@comptia.global::4ef8f4fd-9280-4856-883a-0ebf05603c1f" providerId="AD" clId="Web-{DF2358A7-1599-0963-D807-20D3283BD972}" dt="2025-06-06T22:59:53.851" v="75" actId="20577"/>
          <ac:spMkLst>
            <pc:docMk/>
            <pc:sldMk cId="315080989" sldId="352"/>
            <ac:spMk id="2" creationId="{CA5DA2BA-8750-002A-5705-E42454E5B5E4}"/>
          </ac:spMkLst>
        </pc:spChg>
      </pc:sldChg>
      <pc:sldChg chg="modSp">
        <pc:chgData name="Jules Mancini" userId="S::jmancini@comptia.global::4ef8f4fd-9280-4856-883a-0ebf05603c1f" providerId="AD" clId="Web-{DF2358A7-1599-0963-D807-20D3283BD972}" dt="2025-06-06T23:00:03.336" v="78" actId="20577"/>
        <pc:sldMkLst>
          <pc:docMk/>
          <pc:sldMk cId="2923081865" sldId="353"/>
        </pc:sldMkLst>
        <pc:spChg chg="mod">
          <ac:chgData name="Jules Mancini" userId="S::jmancini@comptia.global::4ef8f4fd-9280-4856-883a-0ebf05603c1f" providerId="AD" clId="Web-{DF2358A7-1599-0963-D807-20D3283BD972}" dt="2025-06-06T23:00:03.336" v="78" actId="20577"/>
          <ac:spMkLst>
            <pc:docMk/>
            <pc:sldMk cId="2923081865" sldId="353"/>
            <ac:spMk id="2" creationId="{87B1465A-2657-C3B0-3AE6-4B4E6B0B820F}"/>
          </ac:spMkLst>
        </pc:spChg>
      </pc:sldChg>
      <pc:sldChg chg="modSp">
        <pc:chgData name="Jules Mancini" userId="S::jmancini@comptia.global::4ef8f4fd-9280-4856-883a-0ebf05603c1f" providerId="AD" clId="Web-{DF2358A7-1599-0963-D807-20D3283BD972}" dt="2025-06-06T23:00:44.572" v="86" actId="20577"/>
        <pc:sldMkLst>
          <pc:docMk/>
          <pc:sldMk cId="16070478" sldId="354"/>
        </pc:sldMkLst>
        <pc:spChg chg="mod">
          <ac:chgData name="Jules Mancini" userId="S::jmancini@comptia.global::4ef8f4fd-9280-4856-883a-0ebf05603c1f" providerId="AD" clId="Web-{DF2358A7-1599-0963-D807-20D3283BD972}" dt="2025-06-06T23:00:44.572" v="86" actId="20577"/>
          <ac:spMkLst>
            <pc:docMk/>
            <pc:sldMk cId="16070478" sldId="354"/>
            <ac:spMk id="2" creationId="{26BFF648-3057-8942-BB91-B15BCF538531}"/>
          </ac:spMkLst>
        </pc:spChg>
      </pc:sldChg>
      <pc:sldChg chg="modSp">
        <pc:chgData name="Jules Mancini" userId="S::jmancini@comptia.global::4ef8f4fd-9280-4856-883a-0ebf05603c1f" providerId="AD" clId="Web-{DF2358A7-1599-0963-D807-20D3283BD972}" dt="2025-06-06T23:00:09.461" v="82" actId="20577"/>
        <pc:sldMkLst>
          <pc:docMk/>
          <pc:sldMk cId="4225568064" sldId="356"/>
        </pc:sldMkLst>
        <pc:spChg chg="mod">
          <ac:chgData name="Jules Mancini" userId="S::jmancini@comptia.global::4ef8f4fd-9280-4856-883a-0ebf05603c1f" providerId="AD" clId="Web-{DF2358A7-1599-0963-D807-20D3283BD972}" dt="2025-06-06T23:00:09.461" v="82" actId="20577"/>
          <ac:spMkLst>
            <pc:docMk/>
            <pc:sldMk cId="4225568064" sldId="356"/>
            <ac:spMk id="2" creationId="{EC4D9AFF-5A75-4B61-8D3E-24C8756F75E7}"/>
          </ac:spMkLst>
        </pc:spChg>
      </pc:sldChg>
      <pc:sldChg chg="modSp">
        <pc:chgData name="Jules Mancini" userId="S::jmancini@comptia.global::4ef8f4fd-9280-4856-883a-0ebf05603c1f" providerId="AD" clId="Web-{DF2358A7-1599-0963-D807-20D3283BD972}" dt="2025-06-06T23:02:02.528" v="103" actId="20577"/>
        <pc:sldMkLst>
          <pc:docMk/>
          <pc:sldMk cId="2299201959" sldId="357"/>
        </pc:sldMkLst>
        <pc:spChg chg="mod">
          <ac:chgData name="Jules Mancini" userId="S::jmancini@comptia.global::4ef8f4fd-9280-4856-883a-0ebf05603c1f" providerId="AD" clId="Web-{DF2358A7-1599-0963-D807-20D3283BD972}" dt="2025-06-06T23:02:02.528" v="103" actId="20577"/>
          <ac:spMkLst>
            <pc:docMk/>
            <pc:sldMk cId="2299201959" sldId="357"/>
            <ac:spMk id="2" creationId="{64393AB4-50C1-B9B8-82FD-D16560C4D6AD}"/>
          </ac:spMkLst>
        </pc:spChg>
      </pc:sldChg>
      <pc:sldChg chg="modSp">
        <pc:chgData name="Jules Mancini" userId="S::jmancini@comptia.global::4ef8f4fd-9280-4856-883a-0ebf05603c1f" providerId="AD" clId="Web-{DF2358A7-1599-0963-D807-20D3283BD972}" dt="2025-06-06T23:04:31.002" v="122" actId="20577"/>
        <pc:sldMkLst>
          <pc:docMk/>
          <pc:sldMk cId="726497564" sldId="358"/>
        </pc:sldMkLst>
        <pc:spChg chg="mod">
          <ac:chgData name="Jules Mancini" userId="S::jmancini@comptia.global::4ef8f4fd-9280-4856-883a-0ebf05603c1f" providerId="AD" clId="Web-{DF2358A7-1599-0963-D807-20D3283BD972}" dt="2025-06-06T23:04:31.002" v="122" actId="20577"/>
          <ac:spMkLst>
            <pc:docMk/>
            <pc:sldMk cId="726497564" sldId="358"/>
            <ac:spMk id="10" creationId="{AC38DCAD-C466-04F0-5417-BA92548FF26A}"/>
          </ac:spMkLst>
        </pc:spChg>
      </pc:sldChg>
      <pc:sldChg chg="modSp">
        <pc:chgData name="Jules Mancini" userId="S::jmancini@comptia.global::4ef8f4fd-9280-4856-883a-0ebf05603c1f" providerId="AD" clId="Web-{DF2358A7-1599-0963-D807-20D3283BD972}" dt="2025-06-06T23:06:28.428" v="127" actId="20577"/>
        <pc:sldMkLst>
          <pc:docMk/>
          <pc:sldMk cId="3407351931" sldId="359"/>
        </pc:sldMkLst>
        <pc:spChg chg="mod">
          <ac:chgData name="Jules Mancini" userId="S::jmancini@comptia.global::4ef8f4fd-9280-4856-883a-0ebf05603c1f" providerId="AD" clId="Web-{DF2358A7-1599-0963-D807-20D3283BD972}" dt="2025-06-06T23:06:28.428" v="127" actId="20577"/>
          <ac:spMkLst>
            <pc:docMk/>
            <pc:sldMk cId="3407351931" sldId="359"/>
            <ac:spMk id="8" creationId="{1DB00CC2-F932-2356-E892-FC9C0EA54E4C}"/>
          </ac:spMkLst>
        </pc:spChg>
      </pc:sldChg>
      <pc:sldChg chg="modSp">
        <pc:chgData name="Jules Mancini" userId="S::jmancini@comptia.global::4ef8f4fd-9280-4856-883a-0ebf05603c1f" providerId="AD" clId="Web-{DF2358A7-1599-0963-D807-20D3283BD972}" dt="2025-06-06T23:09:41.342" v="151" actId="20577"/>
        <pc:sldMkLst>
          <pc:docMk/>
          <pc:sldMk cId="996188462" sldId="360"/>
        </pc:sldMkLst>
        <pc:spChg chg="mod">
          <ac:chgData name="Jules Mancini" userId="S::jmancini@comptia.global::4ef8f4fd-9280-4856-883a-0ebf05603c1f" providerId="AD" clId="Web-{DF2358A7-1599-0963-D807-20D3283BD972}" dt="2025-06-06T23:09:41.342" v="151" actId="20577"/>
          <ac:spMkLst>
            <pc:docMk/>
            <pc:sldMk cId="996188462" sldId="360"/>
            <ac:spMk id="2" creationId="{4310B1CC-D4D5-0DF0-3B89-3D9BC4B1E9B2}"/>
          </ac:spMkLst>
        </pc:spChg>
      </pc:sldChg>
      <pc:sldChg chg="modSp">
        <pc:chgData name="Jules Mancini" userId="S::jmancini@comptia.global::4ef8f4fd-9280-4856-883a-0ebf05603c1f" providerId="AD" clId="Web-{DF2358A7-1599-0963-D807-20D3283BD972}" dt="2025-06-06T23:09:46.326" v="154" actId="20577"/>
        <pc:sldMkLst>
          <pc:docMk/>
          <pc:sldMk cId="3326377561" sldId="361"/>
        </pc:sldMkLst>
        <pc:spChg chg="mod">
          <ac:chgData name="Jules Mancini" userId="S::jmancini@comptia.global::4ef8f4fd-9280-4856-883a-0ebf05603c1f" providerId="AD" clId="Web-{DF2358A7-1599-0963-D807-20D3283BD972}" dt="2025-06-06T23:09:46.326" v="154" actId="20577"/>
          <ac:spMkLst>
            <pc:docMk/>
            <pc:sldMk cId="3326377561" sldId="361"/>
            <ac:spMk id="2" creationId="{3D1BF49C-A62B-2A2A-B79B-A705E500B197}"/>
          </ac:spMkLst>
        </pc:spChg>
      </pc:sldChg>
      <pc:sldChg chg="modSp">
        <pc:chgData name="Jules Mancini" userId="S::jmancini@comptia.global::4ef8f4fd-9280-4856-883a-0ebf05603c1f" providerId="AD" clId="Web-{DF2358A7-1599-0963-D807-20D3283BD972}" dt="2025-06-06T23:11:34.846" v="180" actId="20577"/>
        <pc:sldMkLst>
          <pc:docMk/>
          <pc:sldMk cId="714919135" sldId="362"/>
        </pc:sldMkLst>
        <pc:spChg chg="mod">
          <ac:chgData name="Jules Mancini" userId="S::jmancini@comptia.global::4ef8f4fd-9280-4856-883a-0ebf05603c1f" providerId="AD" clId="Web-{DF2358A7-1599-0963-D807-20D3283BD972}" dt="2025-06-06T23:11:34.846" v="180" actId="20577"/>
          <ac:spMkLst>
            <pc:docMk/>
            <pc:sldMk cId="714919135" sldId="362"/>
            <ac:spMk id="2" creationId="{43D247A4-7141-7AE7-EC75-0C77619A7438}"/>
          </ac:spMkLst>
        </pc:spChg>
      </pc:sldChg>
      <pc:sldChg chg="modSp">
        <pc:chgData name="Jules Mancini" userId="S::jmancini@comptia.global::4ef8f4fd-9280-4856-883a-0ebf05603c1f" providerId="AD" clId="Web-{DF2358A7-1599-0963-D807-20D3283BD972}" dt="2025-06-06T23:13:15.365" v="186" actId="20577"/>
        <pc:sldMkLst>
          <pc:docMk/>
          <pc:sldMk cId="3921387819" sldId="365"/>
        </pc:sldMkLst>
        <pc:spChg chg="mod">
          <ac:chgData name="Jules Mancini" userId="S::jmancini@comptia.global::4ef8f4fd-9280-4856-883a-0ebf05603c1f" providerId="AD" clId="Web-{DF2358A7-1599-0963-D807-20D3283BD972}" dt="2025-06-06T23:13:15.365" v="186" actId="20577"/>
          <ac:spMkLst>
            <pc:docMk/>
            <pc:sldMk cId="3921387819" sldId="365"/>
            <ac:spMk id="4" creationId="{BC9818DF-CB3C-46D1-A9D1-544D7576C072}"/>
          </ac:spMkLst>
        </pc:spChg>
      </pc:sldChg>
      <pc:sldChg chg="modSp">
        <pc:chgData name="Jules Mancini" userId="S::jmancini@comptia.global::4ef8f4fd-9280-4856-883a-0ebf05603c1f" providerId="AD" clId="Web-{DF2358A7-1599-0963-D807-20D3283BD972}" dt="2025-06-06T23:33:41.065" v="192" actId="20577"/>
        <pc:sldMkLst>
          <pc:docMk/>
          <pc:sldMk cId="2050871228" sldId="366"/>
        </pc:sldMkLst>
        <pc:spChg chg="mod">
          <ac:chgData name="Jules Mancini" userId="S::jmancini@comptia.global::4ef8f4fd-9280-4856-883a-0ebf05603c1f" providerId="AD" clId="Web-{DF2358A7-1599-0963-D807-20D3283BD972}" dt="2025-06-06T23:33:41.065" v="192" actId="20577"/>
          <ac:spMkLst>
            <pc:docMk/>
            <pc:sldMk cId="2050871228" sldId="366"/>
            <ac:spMk id="4" creationId="{47812EA3-101B-FCE6-1F57-6BFF221684FB}"/>
          </ac:spMkLst>
        </pc:spChg>
      </pc:sldChg>
      <pc:sldChg chg="modSp">
        <pc:chgData name="Jules Mancini" userId="S::jmancini@comptia.global::4ef8f4fd-9280-4856-883a-0ebf05603c1f" providerId="AD" clId="Web-{DF2358A7-1599-0963-D807-20D3283BD972}" dt="2025-06-06T23:37:59.349" v="221" actId="20577"/>
        <pc:sldMkLst>
          <pc:docMk/>
          <pc:sldMk cId="4004527629" sldId="367"/>
        </pc:sldMkLst>
        <pc:spChg chg="mod">
          <ac:chgData name="Jules Mancini" userId="S::jmancini@comptia.global::4ef8f4fd-9280-4856-883a-0ebf05603c1f" providerId="AD" clId="Web-{DF2358A7-1599-0963-D807-20D3283BD972}" dt="2025-06-06T23:37:59.349" v="221" actId="20577"/>
          <ac:spMkLst>
            <pc:docMk/>
            <pc:sldMk cId="4004527629" sldId="367"/>
            <ac:spMk id="2" creationId="{74FAB4AC-E659-249B-7133-5B5F9B489D07}"/>
          </ac:spMkLst>
        </pc:spChg>
      </pc:sldChg>
      <pc:sldChg chg="modSp">
        <pc:chgData name="Jules Mancini" userId="S::jmancini@comptia.global::4ef8f4fd-9280-4856-883a-0ebf05603c1f" providerId="AD" clId="Web-{DF2358A7-1599-0963-D807-20D3283BD972}" dt="2025-06-06T23:38:03.740" v="226" actId="20577"/>
        <pc:sldMkLst>
          <pc:docMk/>
          <pc:sldMk cId="3196173525" sldId="368"/>
        </pc:sldMkLst>
        <pc:spChg chg="mod">
          <ac:chgData name="Jules Mancini" userId="S::jmancini@comptia.global::4ef8f4fd-9280-4856-883a-0ebf05603c1f" providerId="AD" clId="Web-{DF2358A7-1599-0963-D807-20D3283BD972}" dt="2025-06-06T23:38:03.740" v="226" actId="20577"/>
          <ac:spMkLst>
            <pc:docMk/>
            <pc:sldMk cId="3196173525" sldId="368"/>
            <ac:spMk id="2" creationId="{0D8CC420-35D2-63D7-F10F-E841DB36EE10}"/>
          </ac:spMkLst>
        </pc:spChg>
      </pc:sldChg>
      <pc:sldChg chg="modSp">
        <pc:chgData name="Jules Mancini" userId="S::jmancini@comptia.global::4ef8f4fd-9280-4856-883a-0ebf05603c1f" providerId="AD" clId="Web-{DF2358A7-1599-0963-D807-20D3283BD972}" dt="2025-06-06T23:38:26.820" v="234" actId="20577"/>
        <pc:sldMkLst>
          <pc:docMk/>
          <pc:sldMk cId="3971751050" sldId="369"/>
        </pc:sldMkLst>
        <pc:spChg chg="mod">
          <ac:chgData name="Jules Mancini" userId="S::jmancini@comptia.global::4ef8f4fd-9280-4856-883a-0ebf05603c1f" providerId="AD" clId="Web-{DF2358A7-1599-0963-D807-20D3283BD972}" dt="2025-06-06T23:38:26.820" v="234" actId="20577"/>
          <ac:spMkLst>
            <pc:docMk/>
            <pc:sldMk cId="3971751050" sldId="369"/>
            <ac:spMk id="8" creationId="{5D3CA8D1-6305-938F-8F9E-89E315841CE2}"/>
          </ac:spMkLst>
        </pc:spChg>
      </pc:sldChg>
      <pc:sldChg chg="modSp">
        <pc:chgData name="Jules Mancini" userId="S::jmancini@comptia.global::4ef8f4fd-9280-4856-883a-0ebf05603c1f" providerId="AD" clId="Web-{DF2358A7-1599-0963-D807-20D3283BD972}" dt="2025-06-06T23:39:39.872" v="255" actId="20577"/>
        <pc:sldMkLst>
          <pc:docMk/>
          <pc:sldMk cId="2486620154" sldId="370"/>
        </pc:sldMkLst>
        <pc:spChg chg="mod">
          <ac:chgData name="Jules Mancini" userId="S::jmancini@comptia.global::4ef8f4fd-9280-4856-883a-0ebf05603c1f" providerId="AD" clId="Web-{DF2358A7-1599-0963-D807-20D3283BD972}" dt="2025-06-06T23:39:39.872" v="255" actId="20577"/>
          <ac:spMkLst>
            <pc:docMk/>
            <pc:sldMk cId="2486620154" sldId="370"/>
            <ac:spMk id="8" creationId="{4FAFABDE-0F89-893D-564C-2525A4AA49C3}"/>
          </ac:spMkLst>
        </pc:spChg>
      </pc:sldChg>
    </pc:docChg>
  </pc:docChgLst>
  <pc:docChgLst>
    <pc:chgData name="Jules Mancini" userId="S::jmancini@comptia.global::4ef8f4fd-9280-4856-883a-0ebf05603c1f" providerId="AD" clId="Web-{B98935D7-7166-608D-180D-179DA329256F}"/>
    <pc:docChg chg="modSld">
      <pc:chgData name="Jules Mancini" userId="S::jmancini@comptia.global::4ef8f4fd-9280-4856-883a-0ebf05603c1f" providerId="AD" clId="Web-{B98935D7-7166-608D-180D-179DA329256F}" dt="2025-06-09T23:42:49.847" v="27"/>
      <pc:docMkLst>
        <pc:docMk/>
      </pc:docMkLst>
      <pc:sldChg chg="addSp delSp modSp">
        <pc:chgData name="Jules Mancini" userId="S::jmancini@comptia.global::4ef8f4fd-9280-4856-883a-0ebf05603c1f" providerId="AD" clId="Web-{B98935D7-7166-608D-180D-179DA329256F}" dt="2025-06-09T23:42:49.847" v="27"/>
        <pc:sldMkLst>
          <pc:docMk/>
          <pc:sldMk cId="1169523784" sldId="310"/>
        </pc:sldMkLst>
        <pc:spChg chg="add">
          <ac:chgData name="Jules Mancini" userId="S::jmancini@comptia.global::4ef8f4fd-9280-4856-883a-0ebf05603c1f" providerId="AD" clId="Web-{B98935D7-7166-608D-180D-179DA329256F}" dt="2025-06-09T23:42:48.191" v="26"/>
          <ac:spMkLst>
            <pc:docMk/>
            <pc:sldMk cId="1169523784" sldId="310"/>
            <ac:spMk id="8" creationId="{97B1D7C6-6A50-5E9C-3F50-A9E46AEF1132}"/>
          </ac:spMkLst>
        </pc:spChg>
      </pc:sldChg>
    </pc:docChg>
  </pc:docChgLst>
  <pc:docChgLst>
    <pc:chgData name="Yvette Delim" userId="1eb1221e-2905-468b-b6ca-e1e332e3c4b6" providerId="ADAL" clId="{1082ECF1-0B48-4CA1-A8FA-E74BC150AE5E}"/>
    <pc:docChg chg="undo custSel addSld delSld modSld sldOrd">
      <pc:chgData name="Yvette Delim" userId="1eb1221e-2905-468b-b6ca-e1e332e3c4b6" providerId="ADAL" clId="{1082ECF1-0B48-4CA1-A8FA-E74BC150AE5E}" dt="2025-05-15T20:01:18.497" v="1014" actId="20577"/>
      <pc:docMkLst>
        <pc:docMk/>
      </pc:docMkLst>
      <pc:sldChg chg="modSp mod">
        <pc:chgData name="Yvette Delim" userId="1eb1221e-2905-468b-b6ca-e1e332e3c4b6" providerId="ADAL" clId="{1082ECF1-0B48-4CA1-A8FA-E74BC150AE5E}" dt="2025-05-14T16:25:05.435" v="84" actId="12"/>
        <pc:sldMkLst>
          <pc:docMk/>
          <pc:sldMk cId="2615260713" sldId="297"/>
        </pc:sldMkLst>
        <pc:spChg chg="mod">
          <ac:chgData name="Yvette Delim" userId="1eb1221e-2905-468b-b6ca-e1e332e3c4b6" providerId="ADAL" clId="{1082ECF1-0B48-4CA1-A8FA-E74BC150AE5E}" dt="2025-05-14T16:25:05.435" v="84" actId="12"/>
          <ac:spMkLst>
            <pc:docMk/>
            <pc:sldMk cId="2615260713" sldId="297"/>
            <ac:spMk id="3" creationId="{E02E4B53-B7C6-1D08-F07F-C168A65984CB}"/>
          </ac:spMkLst>
        </pc:spChg>
        <pc:spChg chg="mod">
          <ac:chgData name="Yvette Delim" userId="1eb1221e-2905-468b-b6ca-e1e332e3c4b6" providerId="ADAL" clId="{1082ECF1-0B48-4CA1-A8FA-E74BC150AE5E}" dt="2025-05-14T16:24:42.442" v="78" actId="20577"/>
          <ac:spMkLst>
            <pc:docMk/>
            <pc:sldMk cId="2615260713" sldId="297"/>
            <ac:spMk id="5" creationId="{3F9B06E0-25E2-2207-FA53-43B03A3DD8B6}"/>
          </ac:spMkLst>
        </pc:spChg>
      </pc:sldChg>
      <pc:sldChg chg="modSp mod">
        <pc:chgData name="Yvette Delim" userId="1eb1221e-2905-468b-b6ca-e1e332e3c4b6" providerId="ADAL" clId="{1082ECF1-0B48-4CA1-A8FA-E74BC150AE5E}" dt="2025-05-14T16:22:12.978" v="38" actId="20577"/>
        <pc:sldMkLst>
          <pc:docMk/>
          <pc:sldMk cId="3004902157" sldId="299"/>
        </pc:sldMkLst>
        <pc:spChg chg="mod">
          <ac:chgData name="Yvette Delim" userId="1eb1221e-2905-468b-b6ca-e1e332e3c4b6" providerId="ADAL" clId="{1082ECF1-0B48-4CA1-A8FA-E74BC150AE5E}" dt="2025-05-14T16:22:12.978" v="38" actId="20577"/>
          <ac:spMkLst>
            <pc:docMk/>
            <pc:sldMk cId="3004902157" sldId="299"/>
            <ac:spMk id="2" creationId="{2FDAB52E-2F6A-EB03-94D1-37E5FD183AAB}"/>
          </ac:spMkLst>
        </pc:spChg>
        <pc:spChg chg="mod">
          <ac:chgData name="Yvette Delim" userId="1eb1221e-2905-468b-b6ca-e1e332e3c4b6" providerId="ADAL" clId="{1082ECF1-0B48-4CA1-A8FA-E74BC150AE5E}" dt="2025-05-14T16:21:32.053" v="8" actId="20577"/>
          <ac:spMkLst>
            <pc:docMk/>
            <pc:sldMk cId="3004902157" sldId="299"/>
            <ac:spMk id="3" creationId="{5835EF0E-E3F9-7A6B-621F-48FD547CFEC8}"/>
          </ac:spMkLst>
        </pc:spChg>
      </pc:sldChg>
      <pc:sldChg chg="addSp delSp modSp mod modClrScheme chgLayout">
        <pc:chgData name="Yvette Delim" userId="1eb1221e-2905-468b-b6ca-e1e332e3c4b6" providerId="ADAL" clId="{1082ECF1-0B48-4CA1-A8FA-E74BC150AE5E}" dt="2025-05-14T16:22:49.067" v="61" actId="20577"/>
        <pc:sldMkLst>
          <pc:docMk/>
          <pc:sldMk cId="532328398" sldId="300"/>
        </pc:sldMkLst>
        <pc:spChg chg="mod ord">
          <ac:chgData name="Yvette Delim" userId="1eb1221e-2905-468b-b6ca-e1e332e3c4b6" providerId="ADAL" clId="{1082ECF1-0B48-4CA1-A8FA-E74BC150AE5E}" dt="2025-05-14T16:22:32.483" v="48" actId="700"/>
          <ac:spMkLst>
            <pc:docMk/>
            <pc:sldMk cId="532328398" sldId="300"/>
            <ac:spMk id="3" creationId="{E569A569-A723-ECF9-0EAF-27D5B80372E3}"/>
          </ac:spMkLst>
        </pc:spChg>
        <pc:spChg chg="mod ord">
          <ac:chgData name="Yvette Delim" userId="1eb1221e-2905-468b-b6ca-e1e332e3c4b6" providerId="ADAL" clId="{1082ECF1-0B48-4CA1-A8FA-E74BC150AE5E}" dt="2025-05-14T16:22:32.483" v="48" actId="700"/>
          <ac:spMkLst>
            <pc:docMk/>
            <pc:sldMk cId="532328398" sldId="300"/>
            <ac:spMk id="5" creationId="{F68DF337-9436-1EBD-4A05-78FB55EEF867}"/>
          </ac:spMkLst>
        </pc:spChg>
        <pc:spChg chg="add mod ord">
          <ac:chgData name="Yvette Delim" userId="1eb1221e-2905-468b-b6ca-e1e332e3c4b6" providerId="ADAL" clId="{1082ECF1-0B48-4CA1-A8FA-E74BC150AE5E}" dt="2025-05-14T16:22:38.159" v="50" actId="20577"/>
          <ac:spMkLst>
            <pc:docMk/>
            <pc:sldMk cId="532328398" sldId="300"/>
            <ac:spMk id="6" creationId="{74F8C001-BA3A-9F3F-51B2-535B0E852189}"/>
          </ac:spMkLst>
        </pc:spChg>
        <pc:spChg chg="add mod ord">
          <ac:chgData name="Yvette Delim" userId="1eb1221e-2905-468b-b6ca-e1e332e3c4b6" providerId="ADAL" clId="{1082ECF1-0B48-4CA1-A8FA-E74BC150AE5E}" dt="2025-05-14T16:22:49.067" v="61" actId="20577"/>
          <ac:spMkLst>
            <pc:docMk/>
            <pc:sldMk cId="532328398" sldId="300"/>
            <ac:spMk id="7" creationId="{DB6E2379-3F24-E51C-2FC3-82CD47446C29}"/>
          </ac:spMkLst>
        </pc:spChg>
      </pc:sldChg>
      <pc:sldChg chg="modSp mod modNotesTx">
        <pc:chgData name="Yvette Delim" userId="1eb1221e-2905-468b-b6ca-e1e332e3c4b6" providerId="ADAL" clId="{1082ECF1-0B48-4CA1-A8FA-E74BC150AE5E}" dt="2025-05-14T17:14:15.364" v="390" actId="20577"/>
        <pc:sldMkLst>
          <pc:docMk/>
          <pc:sldMk cId="2349293421" sldId="302"/>
        </pc:sldMkLst>
        <pc:spChg chg="mod">
          <ac:chgData name="Yvette Delim" userId="1eb1221e-2905-468b-b6ca-e1e332e3c4b6" providerId="ADAL" clId="{1082ECF1-0B48-4CA1-A8FA-E74BC150AE5E}" dt="2025-05-14T16:26:00.690" v="100" actId="20577"/>
          <ac:spMkLst>
            <pc:docMk/>
            <pc:sldMk cId="2349293421" sldId="302"/>
            <ac:spMk id="2" creationId="{316B98AA-58EB-DC84-B973-B611891926FE}"/>
          </ac:spMkLst>
        </pc:spChg>
        <pc:spChg chg="mod">
          <ac:chgData name="Yvette Delim" userId="1eb1221e-2905-468b-b6ca-e1e332e3c4b6" providerId="ADAL" clId="{1082ECF1-0B48-4CA1-A8FA-E74BC150AE5E}" dt="2025-05-14T16:25:55.661" v="98" actId="20577"/>
          <ac:spMkLst>
            <pc:docMk/>
            <pc:sldMk cId="2349293421" sldId="302"/>
            <ac:spMk id="3" creationId="{F0B6EAE9-5171-04E7-4F29-4944EFFAE944}"/>
          </ac:spMkLst>
        </pc:spChg>
      </pc:sldChg>
      <pc:sldChg chg="modSp mod">
        <pc:chgData name="Yvette Delim" userId="1eb1221e-2905-468b-b6ca-e1e332e3c4b6" providerId="ADAL" clId="{1082ECF1-0B48-4CA1-A8FA-E74BC150AE5E}" dt="2025-05-14T16:36:42.482" v="199" actId="20577"/>
        <pc:sldMkLst>
          <pc:docMk/>
          <pc:sldMk cId="151209867" sldId="303"/>
        </pc:sldMkLst>
        <pc:spChg chg="mod">
          <ac:chgData name="Yvette Delim" userId="1eb1221e-2905-468b-b6ca-e1e332e3c4b6" providerId="ADAL" clId="{1082ECF1-0B48-4CA1-A8FA-E74BC150AE5E}" dt="2025-05-14T16:36:42.482" v="199" actId="20577"/>
          <ac:spMkLst>
            <pc:docMk/>
            <pc:sldMk cId="151209867" sldId="303"/>
            <ac:spMk id="8" creationId="{501CE3C2-0593-BD93-7B6A-6053F7A7BD26}"/>
          </ac:spMkLst>
        </pc:spChg>
      </pc:sldChg>
      <pc:sldChg chg="del">
        <pc:chgData name="Yvette Delim" userId="1eb1221e-2905-468b-b6ca-e1e332e3c4b6" providerId="ADAL" clId="{1082ECF1-0B48-4CA1-A8FA-E74BC150AE5E}" dt="2025-05-14T16:36:29.611" v="195" actId="47"/>
        <pc:sldMkLst>
          <pc:docMk/>
          <pc:sldMk cId="1142814001" sldId="304"/>
        </pc:sldMkLst>
      </pc:sldChg>
      <pc:sldChg chg="del">
        <pc:chgData name="Yvette Delim" userId="1eb1221e-2905-468b-b6ca-e1e332e3c4b6" providerId="ADAL" clId="{1082ECF1-0B48-4CA1-A8FA-E74BC150AE5E}" dt="2025-05-14T16:36:29.611" v="195" actId="47"/>
        <pc:sldMkLst>
          <pc:docMk/>
          <pc:sldMk cId="730319496" sldId="305"/>
        </pc:sldMkLst>
      </pc:sldChg>
      <pc:sldChg chg="del">
        <pc:chgData name="Yvette Delim" userId="1eb1221e-2905-468b-b6ca-e1e332e3c4b6" providerId="ADAL" clId="{1082ECF1-0B48-4CA1-A8FA-E74BC150AE5E}" dt="2025-05-14T16:36:29.611" v="195" actId="47"/>
        <pc:sldMkLst>
          <pc:docMk/>
          <pc:sldMk cId="2970511930" sldId="306"/>
        </pc:sldMkLst>
      </pc:sldChg>
      <pc:sldChg chg="del">
        <pc:chgData name="Yvette Delim" userId="1eb1221e-2905-468b-b6ca-e1e332e3c4b6" providerId="ADAL" clId="{1082ECF1-0B48-4CA1-A8FA-E74BC150AE5E}" dt="2025-05-14T16:36:29.611" v="195" actId="47"/>
        <pc:sldMkLst>
          <pc:docMk/>
          <pc:sldMk cId="1750846455" sldId="307"/>
        </pc:sldMkLst>
      </pc:sldChg>
      <pc:sldChg chg="del">
        <pc:chgData name="Yvette Delim" userId="1eb1221e-2905-468b-b6ca-e1e332e3c4b6" providerId="ADAL" clId="{1082ECF1-0B48-4CA1-A8FA-E74BC150AE5E}" dt="2025-05-14T16:36:29.611" v="195" actId="47"/>
        <pc:sldMkLst>
          <pc:docMk/>
          <pc:sldMk cId="1096898488" sldId="308"/>
        </pc:sldMkLst>
      </pc:sldChg>
      <pc:sldChg chg="modSp mod">
        <pc:chgData name="Yvette Delim" userId="1eb1221e-2905-468b-b6ca-e1e332e3c4b6" providerId="ADAL" clId="{1082ECF1-0B48-4CA1-A8FA-E74BC150AE5E}" dt="2025-05-14T16:40:03.484" v="225"/>
        <pc:sldMkLst>
          <pc:docMk/>
          <pc:sldMk cId="1878458843" sldId="309"/>
        </pc:sldMkLst>
        <pc:spChg chg="mod">
          <ac:chgData name="Yvette Delim" userId="1eb1221e-2905-468b-b6ca-e1e332e3c4b6" providerId="ADAL" clId="{1082ECF1-0B48-4CA1-A8FA-E74BC150AE5E}" dt="2025-05-14T16:40:03.484" v="225"/>
          <ac:spMkLst>
            <pc:docMk/>
            <pc:sldMk cId="1878458843" sldId="309"/>
            <ac:spMk id="2" creationId="{CC05FF38-6BD6-38E2-A21F-D565CE8948E1}"/>
          </ac:spMkLst>
        </pc:spChg>
        <pc:spChg chg="mod">
          <ac:chgData name="Yvette Delim" userId="1eb1221e-2905-468b-b6ca-e1e332e3c4b6" providerId="ADAL" clId="{1082ECF1-0B48-4CA1-A8FA-E74BC150AE5E}" dt="2025-05-14T16:35:57.561" v="192"/>
          <ac:spMkLst>
            <pc:docMk/>
            <pc:sldMk cId="1878458843" sldId="309"/>
            <ac:spMk id="3" creationId="{39300C6D-BC0D-637A-EE53-7959660BA3DB}"/>
          </ac:spMkLst>
        </pc:spChg>
      </pc:sldChg>
      <pc:sldChg chg="modSp mod">
        <pc:chgData name="Yvette Delim" userId="1eb1221e-2905-468b-b6ca-e1e332e3c4b6" providerId="ADAL" clId="{1082ECF1-0B48-4CA1-A8FA-E74BC150AE5E}" dt="2025-05-15T19:39:08.012" v="961" actId="6549"/>
        <pc:sldMkLst>
          <pc:docMk/>
          <pc:sldMk cId="1169523784" sldId="310"/>
        </pc:sldMkLst>
      </pc:sldChg>
      <pc:sldChg chg="del">
        <pc:chgData name="Yvette Delim" userId="1eb1221e-2905-468b-b6ca-e1e332e3c4b6" providerId="ADAL" clId="{1082ECF1-0B48-4CA1-A8FA-E74BC150AE5E}" dt="2025-05-14T16:36:29.611" v="195" actId="47"/>
        <pc:sldMkLst>
          <pc:docMk/>
          <pc:sldMk cId="2476667439" sldId="311"/>
        </pc:sldMkLst>
      </pc:sldChg>
      <pc:sldChg chg="del">
        <pc:chgData name="Yvette Delim" userId="1eb1221e-2905-468b-b6ca-e1e332e3c4b6" providerId="ADAL" clId="{1082ECF1-0B48-4CA1-A8FA-E74BC150AE5E}" dt="2025-05-14T16:55:05.614" v="382" actId="47"/>
        <pc:sldMkLst>
          <pc:docMk/>
          <pc:sldMk cId="343299899" sldId="312"/>
        </pc:sldMkLst>
      </pc:sldChg>
      <pc:sldChg chg="modSp add mod ord modNotesTx">
        <pc:chgData name="Yvette Delim" userId="1eb1221e-2905-468b-b6ca-e1e332e3c4b6" providerId="ADAL" clId="{1082ECF1-0B48-4CA1-A8FA-E74BC150AE5E}" dt="2025-05-14T17:14:30.825" v="398" actId="20577"/>
        <pc:sldMkLst>
          <pc:docMk/>
          <pc:sldMk cId="596621926" sldId="313"/>
        </pc:sldMkLst>
        <pc:spChg chg="mod">
          <ac:chgData name="Yvette Delim" userId="1eb1221e-2905-468b-b6ca-e1e332e3c4b6" providerId="ADAL" clId="{1082ECF1-0B48-4CA1-A8FA-E74BC150AE5E}" dt="2025-05-14T16:43:27.011" v="269" actId="20577"/>
          <ac:spMkLst>
            <pc:docMk/>
            <pc:sldMk cId="596621926" sldId="313"/>
            <ac:spMk id="2" creationId="{BF96F834-55E9-3317-C3F5-1F601B90B27C}"/>
          </ac:spMkLst>
        </pc:spChg>
        <pc:spChg chg="mod">
          <ac:chgData name="Yvette Delim" userId="1eb1221e-2905-468b-b6ca-e1e332e3c4b6" providerId="ADAL" clId="{1082ECF1-0B48-4CA1-A8FA-E74BC150AE5E}" dt="2025-05-14T16:27:06.986" v="121" actId="20577"/>
          <ac:spMkLst>
            <pc:docMk/>
            <pc:sldMk cId="596621926" sldId="313"/>
            <ac:spMk id="3" creationId="{C3B9F64C-DE69-8C20-F82D-03B5E5A99AF3}"/>
          </ac:spMkLst>
        </pc:spChg>
      </pc:sldChg>
      <pc:sldChg chg="modSp add del mod modNotesTx">
        <pc:chgData name="Yvette Delim" userId="1eb1221e-2905-468b-b6ca-e1e332e3c4b6" providerId="ADAL" clId="{1082ECF1-0B48-4CA1-A8FA-E74BC150AE5E}" dt="2025-05-14T16:34:44.342" v="188" actId="2696"/>
        <pc:sldMkLst>
          <pc:docMk/>
          <pc:sldMk cId="1283003324" sldId="314"/>
        </pc:sldMkLst>
      </pc:sldChg>
      <pc:sldChg chg="add modNotesTx">
        <pc:chgData name="Yvette Delim" userId="1eb1221e-2905-468b-b6ca-e1e332e3c4b6" providerId="ADAL" clId="{1082ECF1-0B48-4CA1-A8FA-E74BC150AE5E}" dt="2025-05-14T17:14:43.886" v="406" actId="20577"/>
        <pc:sldMkLst>
          <pc:docMk/>
          <pc:sldMk cId="3430783995" sldId="314"/>
        </pc:sldMkLst>
      </pc:sldChg>
      <pc:sldChg chg="modSp add mod modNotesTx">
        <pc:chgData name="Yvette Delim" userId="1eb1221e-2905-468b-b6ca-e1e332e3c4b6" providerId="ADAL" clId="{1082ECF1-0B48-4CA1-A8FA-E74BC150AE5E}" dt="2025-05-15T19:57:18.208" v="1005"/>
        <pc:sldMkLst>
          <pc:docMk/>
          <pc:sldMk cId="136980137" sldId="315"/>
        </pc:sldMkLst>
        <pc:spChg chg="mod">
          <ac:chgData name="Yvette Delim" userId="1eb1221e-2905-468b-b6ca-e1e332e3c4b6" providerId="ADAL" clId="{1082ECF1-0B48-4CA1-A8FA-E74BC150AE5E}" dt="2025-05-15T19:57:18.208" v="1005"/>
          <ac:spMkLst>
            <pc:docMk/>
            <pc:sldMk cId="136980137" sldId="315"/>
            <ac:spMk id="2" creationId="{5BB8DAA3-F616-C9D5-29D8-0DCE746859A5}"/>
          </ac:spMkLst>
        </pc:spChg>
      </pc:sldChg>
      <pc:sldChg chg="modSp add del mod modNotesTx">
        <pc:chgData name="Yvette Delim" userId="1eb1221e-2905-468b-b6ca-e1e332e3c4b6" providerId="ADAL" clId="{1082ECF1-0B48-4CA1-A8FA-E74BC150AE5E}" dt="2025-05-14T16:34:44.342" v="188" actId="2696"/>
        <pc:sldMkLst>
          <pc:docMk/>
          <pc:sldMk cId="3156466090" sldId="315"/>
        </pc:sldMkLst>
      </pc:sldChg>
      <pc:sldChg chg="modSp add mod">
        <pc:chgData name="Yvette Delim" userId="1eb1221e-2905-468b-b6ca-e1e332e3c4b6" providerId="ADAL" clId="{1082ECF1-0B48-4CA1-A8FA-E74BC150AE5E}" dt="2025-05-14T16:47:03.579" v="303" actId="27636"/>
        <pc:sldMkLst>
          <pc:docMk/>
          <pc:sldMk cId="3951521677" sldId="316"/>
        </pc:sldMkLst>
        <pc:spChg chg="mod">
          <ac:chgData name="Yvette Delim" userId="1eb1221e-2905-468b-b6ca-e1e332e3c4b6" providerId="ADAL" clId="{1082ECF1-0B48-4CA1-A8FA-E74BC150AE5E}" dt="2025-05-14T16:47:03.579" v="303" actId="27636"/>
          <ac:spMkLst>
            <pc:docMk/>
            <pc:sldMk cId="3951521677" sldId="316"/>
            <ac:spMk id="2" creationId="{1256641D-1E8F-BBBA-9E72-3F7858FA7A2B}"/>
          </ac:spMkLst>
        </pc:spChg>
        <pc:spChg chg="mod">
          <ac:chgData name="Yvette Delim" userId="1eb1221e-2905-468b-b6ca-e1e332e3c4b6" providerId="ADAL" clId="{1082ECF1-0B48-4CA1-A8FA-E74BC150AE5E}" dt="2025-05-14T16:43:15.049" v="261" actId="20577"/>
          <ac:spMkLst>
            <pc:docMk/>
            <pc:sldMk cId="3951521677" sldId="316"/>
            <ac:spMk id="3" creationId="{B57A0B98-CDB5-0695-A3C8-E9C278106716}"/>
          </ac:spMkLst>
        </pc:spChg>
      </pc:sldChg>
      <pc:sldChg chg="modSp add mod">
        <pc:chgData name="Yvette Delim" userId="1eb1221e-2905-468b-b6ca-e1e332e3c4b6" providerId="ADAL" clId="{1082ECF1-0B48-4CA1-A8FA-E74BC150AE5E}" dt="2025-05-15T19:43:44.222" v="975" actId="20577"/>
        <pc:sldMkLst>
          <pc:docMk/>
          <pc:sldMk cId="3769993045" sldId="317"/>
        </pc:sldMkLst>
        <pc:spChg chg="mod">
          <ac:chgData name="Yvette Delim" userId="1eb1221e-2905-468b-b6ca-e1e332e3c4b6" providerId="ADAL" clId="{1082ECF1-0B48-4CA1-A8FA-E74BC150AE5E}" dt="2025-05-15T19:43:44.222" v="975" actId="20577"/>
          <ac:spMkLst>
            <pc:docMk/>
            <pc:sldMk cId="3769993045" sldId="317"/>
            <ac:spMk id="3" creationId="{C27173A6-4C2A-0BA2-4B61-2833758459AA}"/>
          </ac:spMkLst>
        </pc:spChg>
      </pc:sldChg>
      <pc:sldChg chg="modSp add mod">
        <pc:chgData name="Yvette Delim" userId="1eb1221e-2905-468b-b6ca-e1e332e3c4b6" providerId="ADAL" clId="{1082ECF1-0B48-4CA1-A8FA-E74BC150AE5E}" dt="2025-05-14T16:50:50.834" v="336" actId="20577"/>
        <pc:sldMkLst>
          <pc:docMk/>
          <pc:sldMk cId="847759030" sldId="318"/>
        </pc:sldMkLst>
        <pc:spChg chg="mod">
          <ac:chgData name="Yvette Delim" userId="1eb1221e-2905-468b-b6ca-e1e332e3c4b6" providerId="ADAL" clId="{1082ECF1-0B48-4CA1-A8FA-E74BC150AE5E}" dt="2025-05-14T16:50:50.834" v="336" actId="20577"/>
          <ac:spMkLst>
            <pc:docMk/>
            <pc:sldMk cId="847759030" sldId="318"/>
            <ac:spMk id="2" creationId="{2E7E13AE-EE8F-35A0-8FBF-98B0D2C1008A}"/>
          </ac:spMkLst>
        </pc:spChg>
        <pc:spChg chg="mod">
          <ac:chgData name="Yvette Delim" userId="1eb1221e-2905-468b-b6ca-e1e332e3c4b6" providerId="ADAL" clId="{1082ECF1-0B48-4CA1-A8FA-E74BC150AE5E}" dt="2025-05-14T16:49:12.263" v="317"/>
          <ac:spMkLst>
            <pc:docMk/>
            <pc:sldMk cId="847759030" sldId="318"/>
            <ac:spMk id="3" creationId="{3BE1001F-81C6-8F35-7C70-4AB63E73B208}"/>
          </ac:spMkLst>
        </pc:spChg>
      </pc:sldChg>
      <pc:sldChg chg="modSp add mod">
        <pc:chgData name="Yvette Delim" userId="1eb1221e-2905-468b-b6ca-e1e332e3c4b6" providerId="ADAL" clId="{1082ECF1-0B48-4CA1-A8FA-E74BC150AE5E}" dt="2025-05-15T19:44:15.338" v="976" actId="20577"/>
        <pc:sldMkLst>
          <pc:docMk/>
          <pc:sldMk cId="2335508615" sldId="319"/>
        </pc:sldMkLst>
        <pc:spChg chg="mod">
          <ac:chgData name="Yvette Delim" userId="1eb1221e-2905-468b-b6ca-e1e332e3c4b6" providerId="ADAL" clId="{1082ECF1-0B48-4CA1-A8FA-E74BC150AE5E}" dt="2025-05-15T19:44:15.338" v="976" actId="20577"/>
          <ac:spMkLst>
            <pc:docMk/>
            <pc:sldMk cId="2335508615" sldId="319"/>
            <ac:spMk id="3" creationId="{89735578-F1B2-8231-3B78-B9FD99FE927E}"/>
          </ac:spMkLst>
        </pc:spChg>
      </pc:sldChg>
      <pc:sldChg chg="addSp delSp modSp add mod chgLayout">
        <pc:chgData name="Yvette Delim" userId="1eb1221e-2905-468b-b6ca-e1e332e3c4b6" providerId="ADAL" clId="{1082ECF1-0B48-4CA1-A8FA-E74BC150AE5E}" dt="2025-05-15T20:01:18.497" v="1014" actId="20577"/>
        <pc:sldMkLst>
          <pc:docMk/>
          <pc:sldMk cId="1941148905" sldId="320"/>
        </pc:sldMkLst>
        <pc:spChg chg="mod ord">
          <ac:chgData name="Yvette Delim" userId="1eb1221e-2905-468b-b6ca-e1e332e3c4b6" providerId="ADAL" clId="{1082ECF1-0B48-4CA1-A8FA-E74BC150AE5E}" dt="2025-05-15T20:01:13.670" v="1012" actId="6264"/>
          <ac:spMkLst>
            <pc:docMk/>
            <pc:sldMk cId="1941148905" sldId="320"/>
            <ac:spMk id="2" creationId="{A2AF9B71-F588-A75C-81CF-DC525EB9662E}"/>
          </ac:spMkLst>
        </pc:spChg>
        <pc:spChg chg="mod ord">
          <ac:chgData name="Yvette Delim" userId="1eb1221e-2905-468b-b6ca-e1e332e3c4b6" providerId="ADAL" clId="{1082ECF1-0B48-4CA1-A8FA-E74BC150AE5E}" dt="2025-05-15T20:01:13.670" v="1012" actId="6264"/>
          <ac:spMkLst>
            <pc:docMk/>
            <pc:sldMk cId="1941148905" sldId="320"/>
            <ac:spMk id="4" creationId="{02C6525A-FF8E-C637-099F-6861C484A85F}"/>
          </ac:spMkLst>
        </pc:spChg>
        <pc:spChg chg="add mod ord">
          <ac:chgData name="Yvette Delim" userId="1eb1221e-2905-468b-b6ca-e1e332e3c4b6" providerId="ADAL" clId="{1082ECF1-0B48-4CA1-A8FA-E74BC150AE5E}" dt="2025-05-15T20:01:18.497" v="1014" actId="20577"/>
          <ac:spMkLst>
            <pc:docMk/>
            <pc:sldMk cId="1941148905" sldId="320"/>
            <ac:spMk id="7" creationId="{8D54075F-75C3-EEAC-7B73-DB0F2FBA9F8D}"/>
          </ac:spMkLst>
        </pc:spChg>
      </pc:sldChg>
      <pc:sldChg chg="modSp add mod">
        <pc:chgData name="Yvette Delim" userId="1eb1221e-2905-468b-b6ca-e1e332e3c4b6" providerId="ADAL" clId="{1082ECF1-0B48-4CA1-A8FA-E74BC150AE5E}" dt="2025-05-15T19:44:42.559" v="978" actId="6549"/>
        <pc:sldMkLst>
          <pc:docMk/>
          <pc:sldMk cId="267132962" sldId="321"/>
        </pc:sldMkLst>
        <pc:spChg chg="mod">
          <ac:chgData name="Yvette Delim" userId="1eb1221e-2905-468b-b6ca-e1e332e3c4b6" providerId="ADAL" clId="{1082ECF1-0B48-4CA1-A8FA-E74BC150AE5E}" dt="2025-05-15T19:44:42.559" v="978" actId="6549"/>
          <ac:spMkLst>
            <pc:docMk/>
            <pc:sldMk cId="267132962" sldId="321"/>
            <ac:spMk id="3" creationId="{EF6D57CC-EC1F-C600-47A2-193C1669C799}"/>
          </ac:spMkLst>
        </pc:spChg>
      </pc:sldChg>
      <pc:sldChg chg="modSp add mod">
        <pc:chgData name="Yvette Delim" userId="1eb1221e-2905-468b-b6ca-e1e332e3c4b6" providerId="ADAL" clId="{1082ECF1-0B48-4CA1-A8FA-E74BC150AE5E}" dt="2025-05-14T16:37:57.238" v="208" actId="20577"/>
        <pc:sldMkLst>
          <pc:docMk/>
          <pc:sldMk cId="2699131684" sldId="322"/>
        </pc:sldMkLst>
        <pc:spChg chg="mod">
          <ac:chgData name="Yvette Delim" userId="1eb1221e-2905-468b-b6ca-e1e332e3c4b6" providerId="ADAL" clId="{1082ECF1-0B48-4CA1-A8FA-E74BC150AE5E}" dt="2025-05-14T16:37:57.238" v="208" actId="20577"/>
          <ac:spMkLst>
            <pc:docMk/>
            <pc:sldMk cId="2699131684" sldId="322"/>
            <ac:spMk id="8" creationId="{EBCF40A1-EBDC-C5E2-D105-78614905608E}"/>
          </ac:spMkLst>
        </pc:spChg>
      </pc:sldChg>
      <pc:sldChg chg="modSp add mod">
        <pc:chgData name="Yvette Delim" userId="1eb1221e-2905-468b-b6ca-e1e332e3c4b6" providerId="ADAL" clId="{1082ECF1-0B48-4CA1-A8FA-E74BC150AE5E}" dt="2025-05-14T16:42:37.272" v="249" actId="20577"/>
        <pc:sldMkLst>
          <pc:docMk/>
          <pc:sldMk cId="2433287398" sldId="323"/>
        </pc:sldMkLst>
      </pc:sldChg>
      <pc:sldChg chg="modSp add mod">
        <pc:chgData name="Yvette Delim" userId="1eb1221e-2905-468b-b6ca-e1e332e3c4b6" providerId="ADAL" clId="{1082ECF1-0B48-4CA1-A8FA-E74BC150AE5E}" dt="2025-05-14T16:49:47.682" v="323" actId="20577"/>
        <pc:sldMkLst>
          <pc:docMk/>
          <pc:sldMk cId="693663858" sldId="324"/>
        </pc:sldMkLst>
        <pc:spChg chg="mod">
          <ac:chgData name="Yvette Delim" userId="1eb1221e-2905-468b-b6ca-e1e332e3c4b6" providerId="ADAL" clId="{1082ECF1-0B48-4CA1-A8FA-E74BC150AE5E}" dt="2025-05-14T16:49:47.682" v="323" actId="20577"/>
          <ac:spMkLst>
            <pc:docMk/>
            <pc:sldMk cId="693663858" sldId="324"/>
            <ac:spMk id="8" creationId="{F1A1F740-7997-71A7-8943-97B1B0F69296}"/>
          </ac:spMkLst>
        </pc:spChg>
      </pc:sldChg>
      <pc:sldChg chg="modSp add mod">
        <pc:chgData name="Yvette Delim" userId="1eb1221e-2905-468b-b6ca-e1e332e3c4b6" providerId="ADAL" clId="{1082ECF1-0B48-4CA1-A8FA-E74BC150AE5E}" dt="2025-05-14T16:53:02.621" v="362" actId="20577"/>
        <pc:sldMkLst>
          <pc:docMk/>
          <pc:sldMk cId="1490943492" sldId="325"/>
        </pc:sldMkLst>
        <pc:spChg chg="mod">
          <ac:chgData name="Yvette Delim" userId="1eb1221e-2905-468b-b6ca-e1e332e3c4b6" providerId="ADAL" clId="{1082ECF1-0B48-4CA1-A8FA-E74BC150AE5E}" dt="2025-05-14T16:53:02.621" v="362" actId="20577"/>
          <ac:spMkLst>
            <pc:docMk/>
            <pc:sldMk cId="1490943492" sldId="325"/>
            <ac:spMk id="8" creationId="{C0E21FCE-F609-85B7-FF0E-5A4CBF8A9F47}"/>
          </ac:spMkLst>
        </pc:spChg>
      </pc:sldChg>
      <pc:sldChg chg="modSp add mod">
        <pc:chgData name="Yvette Delim" userId="1eb1221e-2905-468b-b6ca-e1e332e3c4b6" providerId="ADAL" clId="{1082ECF1-0B48-4CA1-A8FA-E74BC150AE5E}" dt="2025-05-14T16:37:22.673" v="204"/>
        <pc:sldMkLst>
          <pc:docMk/>
          <pc:sldMk cId="4071435961" sldId="326"/>
        </pc:sldMkLst>
        <pc:spChg chg="mod">
          <ac:chgData name="Yvette Delim" userId="1eb1221e-2905-468b-b6ca-e1e332e3c4b6" providerId="ADAL" clId="{1082ECF1-0B48-4CA1-A8FA-E74BC150AE5E}" dt="2025-05-14T16:37:22.673" v="204"/>
          <ac:spMkLst>
            <pc:docMk/>
            <pc:sldMk cId="4071435961" sldId="326"/>
            <ac:spMk id="8" creationId="{2E3A1232-61F0-AC95-9614-83B9DBC63B2E}"/>
          </ac:spMkLst>
        </pc:spChg>
      </pc:sldChg>
      <pc:sldChg chg="modSp add mod">
        <pc:chgData name="Yvette Delim" userId="1eb1221e-2905-468b-b6ca-e1e332e3c4b6" providerId="ADAL" clId="{1082ECF1-0B48-4CA1-A8FA-E74BC150AE5E}" dt="2025-05-14T16:38:10.494" v="210"/>
        <pc:sldMkLst>
          <pc:docMk/>
          <pc:sldMk cId="2225933043" sldId="327"/>
        </pc:sldMkLst>
        <pc:spChg chg="mod">
          <ac:chgData name="Yvette Delim" userId="1eb1221e-2905-468b-b6ca-e1e332e3c4b6" providerId="ADAL" clId="{1082ECF1-0B48-4CA1-A8FA-E74BC150AE5E}" dt="2025-05-14T16:38:10.494" v="210"/>
          <ac:spMkLst>
            <pc:docMk/>
            <pc:sldMk cId="2225933043" sldId="327"/>
            <ac:spMk id="8" creationId="{522D5EE2-5F4D-2635-6136-AD372AD04CA6}"/>
          </ac:spMkLst>
        </pc:spChg>
      </pc:sldChg>
      <pc:sldChg chg="add del">
        <pc:chgData name="Yvette Delim" userId="1eb1221e-2905-468b-b6ca-e1e332e3c4b6" providerId="ADAL" clId="{1082ECF1-0B48-4CA1-A8FA-E74BC150AE5E}" dt="2025-05-15T16:20:06.634" v="621" actId="47"/>
        <pc:sldMkLst>
          <pc:docMk/>
          <pc:sldMk cId="2850939777" sldId="328"/>
        </pc:sldMkLst>
      </pc:sldChg>
      <pc:sldChg chg="modSp add mod">
        <pc:chgData name="Yvette Delim" userId="1eb1221e-2905-468b-b6ca-e1e332e3c4b6" providerId="ADAL" clId="{1082ECF1-0B48-4CA1-A8FA-E74BC150AE5E}" dt="2025-05-14T16:38:41.687" v="215"/>
        <pc:sldMkLst>
          <pc:docMk/>
          <pc:sldMk cId="165898857" sldId="329"/>
        </pc:sldMkLst>
      </pc:sldChg>
      <pc:sldChg chg="modSp add mod">
        <pc:chgData name="Yvette Delim" userId="1eb1221e-2905-468b-b6ca-e1e332e3c4b6" providerId="ADAL" clId="{1082ECF1-0B48-4CA1-A8FA-E74BC150AE5E}" dt="2025-05-14T16:38:57.922" v="217"/>
        <pc:sldMkLst>
          <pc:docMk/>
          <pc:sldMk cId="3594186509" sldId="330"/>
        </pc:sldMkLst>
      </pc:sldChg>
      <pc:sldChg chg="modSp add mod">
        <pc:chgData name="Yvette Delim" userId="1eb1221e-2905-468b-b6ca-e1e332e3c4b6" providerId="ADAL" clId="{1082ECF1-0B48-4CA1-A8FA-E74BC150AE5E}" dt="2025-05-14T16:39:30.042" v="221"/>
        <pc:sldMkLst>
          <pc:docMk/>
          <pc:sldMk cId="1613896309" sldId="331"/>
        </pc:sldMkLst>
        <pc:spChg chg="mod">
          <ac:chgData name="Yvette Delim" userId="1eb1221e-2905-468b-b6ca-e1e332e3c4b6" providerId="ADAL" clId="{1082ECF1-0B48-4CA1-A8FA-E74BC150AE5E}" dt="2025-05-14T16:39:30.042" v="221"/>
          <ac:spMkLst>
            <pc:docMk/>
            <pc:sldMk cId="1613896309" sldId="331"/>
            <ac:spMk id="8" creationId="{0A627350-AA85-810E-CED3-5E4F5098171E}"/>
          </ac:spMkLst>
        </pc:spChg>
      </pc:sldChg>
      <pc:sldChg chg="modSp add mod">
        <pc:chgData name="Yvette Delim" userId="1eb1221e-2905-468b-b6ca-e1e332e3c4b6" providerId="ADAL" clId="{1082ECF1-0B48-4CA1-A8FA-E74BC150AE5E}" dt="2025-05-14T16:39:46.891" v="223"/>
        <pc:sldMkLst>
          <pc:docMk/>
          <pc:sldMk cId="4174007637" sldId="332"/>
        </pc:sldMkLst>
        <pc:spChg chg="mod">
          <ac:chgData name="Yvette Delim" userId="1eb1221e-2905-468b-b6ca-e1e332e3c4b6" providerId="ADAL" clId="{1082ECF1-0B48-4CA1-A8FA-E74BC150AE5E}" dt="2025-05-14T16:39:46.891" v="223"/>
          <ac:spMkLst>
            <pc:docMk/>
            <pc:sldMk cId="4174007637" sldId="332"/>
            <ac:spMk id="8" creationId="{ADB81CC1-CA2E-B589-4928-7511D47834DA}"/>
          </ac:spMkLst>
        </pc:spChg>
      </pc:sldChg>
      <pc:sldChg chg="modSp add mod">
        <pc:chgData name="Yvette Delim" userId="1eb1221e-2905-468b-b6ca-e1e332e3c4b6" providerId="ADAL" clId="{1082ECF1-0B48-4CA1-A8FA-E74BC150AE5E}" dt="2025-05-14T16:40:16.743" v="227"/>
        <pc:sldMkLst>
          <pc:docMk/>
          <pc:sldMk cId="3694720498" sldId="333"/>
        </pc:sldMkLst>
      </pc:sldChg>
      <pc:sldChg chg="modSp add mod">
        <pc:chgData name="Yvette Delim" userId="1eb1221e-2905-468b-b6ca-e1e332e3c4b6" providerId="ADAL" clId="{1082ECF1-0B48-4CA1-A8FA-E74BC150AE5E}" dt="2025-05-14T16:43:41.352" v="271" actId="20577"/>
        <pc:sldMkLst>
          <pc:docMk/>
          <pc:sldMk cId="2333836677" sldId="334"/>
        </pc:sldMkLst>
      </pc:sldChg>
      <pc:sldChg chg="modSp add mod">
        <pc:chgData name="Yvette Delim" userId="1eb1221e-2905-468b-b6ca-e1e332e3c4b6" providerId="ADAL" clId="{1082ECF1-0B48-4CA1-A8FA-E74BC150AE5E}" dt="2025-05-14T16:44:13.181" v="276"/>
        <pc:sldMkLst>
          <pc:docMk/>
          <pc:sldMk cId="3213740917" sldId="335"/>
        </pc:sldMkLst>
        <pc:spChg chg="mod">
          <ac:chgData name="Yvette Delim" userId="1eb1221e-2905-468b-b6ca-e1e332e3c4b6" providerId="ADAL" clId="{1082ECF1-0B48-4CA1-A8FA-E74BC150AE5E}" dt="2025-05-14T16:44:13.181" v="276"/>
          <ac:spMkLst>
            <pc:docMk/>
            <pc:sldMk cId="3213740917" sldId="335"/>
            <ac:spMk id="8" creationId="{D90D8253-D867-4F62-6412-BD40B4E4A48F}"/>
          </ac:spMkLst>
        </pc:spChg>
      </pc:sldChg>
      <pc:sldChg chg="modSp add mod">
        <pc:chgData name="Yvette Delim" userId="1eb1221e-2905-468b-b6ca-e1e332e3c4b6" providerId="ADAL" clId="{1082ECF1-0B48-4CA1-A8FA-E74BC150AE5E}" dt="2025-05-14T16:44:28.039" v="278"/>
        <pc:sldMkLst>
          <pc:docMk/>
          <pc:sldMk cId="1542238558" sldId="336"/>
        </pc:sldMkLst>
        <pc:spChg chg="mod">
          <ac:chgData name="Yvette Delim" userId="1eb1221e-2905-468b-b6ca-e1e332e3c4b6" providerId="ADAL" clId="{1082ECF1-0B48-4CA1-A8FA-E74BC150AE5E}" dt="2025-05-14T16:44:28.039" v="278"/>
          <ac:spMkLst>
            <pc:docMk/>
            <pc:sldMk cId="1542238558" sldId="336"/>
            <ac:spMk id="8" creationId="{9E9075F7-E396-BDA5-D5D9-F471488F3BC6}"/>
          </ac:spMkLst>
        </pc:spChg>
      </pc:sldChg>
      <pc:sldChg chg="modSp add mod">
        <pc:chgData name="Yvette Delim" userId="1eb1221e-2905-468b-b6ca-e1e332e3c4b6" providerId="ADAL" clId="{1082ECF1-0B48-4CA1-A8FA-E74BC150AE5E}" dt="2025-05-14T16:44:54.198" v="282"/>
        <pc:sldMkLst>
          <pc:docMk/>
          <pc:sldMk cId="258907175" sldId="337"/>
        </pc:sldMkLst>
        <pc:spChg chg="mod">
          <ac:chgData name="Yvette Delim" userId="1eb1221e-2905-468b-b6ca-e1e332e3c4b6" providerId="ADAL" clId="{1082ECF1-0B48-4CA1-A8FA-E74BC150AE5E}" dt="2025-05-14T16:44:54.198" v="282"/>
          <ac:spMkLst>
            <pc:docMk/>
            <pc:sldMk cId="258907175" sldId="337"/>
            <ac:spMk id="8" creationId="{89E594B2-A422-5076-8F09-670E5A35D7D6}"/>
          </ac:spMkLst>
        </pc:spChg>
      </pc:sldChg>
      <pc:sldChg chg="modSp add mod">
        <pc:chgData name="Yvette Delim" userId="1eb1221e-2905-468b-b6ca-e1e332e3c4b6" providerId="ADAL" clId="{1082ECF1-0B48-4CA1-A8FA-E74BC150AE5E}" dt="2025-05-14T16:45:09.437" v="284"/>
        <pc:sldMkLst>
          <pc:docMk/>
          <pc:sldMk cId="2803408046" sldId="338"/>
        </pc:sldMkLst>
        <pc:spChg chg="mod">
          <ac:chgData name="Yvette Delim" userId="1eb1221e-2905-468b-b6ca-e1e332e3c4b6" providerId="ADAL" clId="{1082ECF1-0B48-4CA1-A8FA-E74BC150AE5E}" dt="2025-05-14T16:45:09.437" v="284"/>
          <ac:spMkLst>
            <pc:docMk/>
            <pc:sldMk cId="2803408046" sldId="338"/>
            <ac:spMk id="8" creationId="{F999AEC0-4EB8-7207-1655-6AE5F6F87607}"/>
          </ac:spMkLst>
        </pc:spChg>
      </pc:sldChg>
      <pc:sldChg chg="modSp add mod">
        <pc:chgData name="Yvette Delim" userId="1eb1221e-2905-468b-b6ca-e1e332e3c4b6" providerId="ADAL" clId="{1082ECF1-0B48-4CA1-A8FA-E74BC150AE5E}" dt="2025-05-14T16:45:39.426" v="288"/>
        <pc:sldMkLst>
          <pc:docMk/>
          <pc:sldMk cId="309824262" sldId="339"/>
        </pc:sldMkLst>
        <pc:spChg chg="mod">
          <ac:chgData name="Yvette Delim" userId="1eb1221e-2905-468b-b6ca-e1e332e3c4b6" providerId="ADAL" clId="{1082ECF1-0B48-4CA1-A8FA-E74BC150AE5E}" dt="2025-05-14T16:45:39.426" v="288"/>
          <ac:spMkLst>
            <pc:docMk/>
            <pc:sldMk cId="309824262" sldId="339"/>
            <ac:spMk id="8" creationId="{57128308-CB41-FF9A-1B09-0C2F717ECD34}"/>
          </ac:spMkLst>
        </pc:spChg>
      </pc:sldChg>
      <pc:sldChg chg="modSp add mod">
        <pc:chgData name="Yvette Delim" userId="1eb1221e-2905-468b-b6ca-e1e332e3c4b6" providerId="ADAL" clId="{1082ECF1-0B48-4CA1-A8FA-E74BC150AE5E}" dt="2025-05-14T16:45:52.149" v="290"/>
        <pc:sldMkLst>
          <pc:docMk/>
          <pc:sldMk cId="940798758" sldId="340"/>
        </pc:sldMkLst>
        <pc:spChg chg="mod">
          <ac:chgData name="Yvette Delim" userId="1eb1221e-2905-468b-b6ca-e1e332e3c4b6" providerId="ADAL" clId="{1082ECF1-0B48-4CA1-A8FA-E74BC150AE5E}" dt="2025-05-14T16:45:52.149" v="290"/>
          <ac:spMkLst>
            <pc:docMk/>
            <pc:sldMk cId="940798758" sldId="340"/>
            <ac:spMk id="8" creationId="{58BE858B-A9EF-3666-1073-244AA52D2E29}"/>
          </ac:spMkLst>
        </pc:spChg>
      </pc:sldChg>
      <pc:sldChg chg="modSp add mod">
        <pc:chgData name="Yvette Delim" userId="1eb1221e-2905-468b-b6ca-e1e332e3c4b6" providerId="ADAL" clId="{1082ECF1-0B48-4CA1-A8FA-E74BC150AE5E}" dt="2025-05-14T16:46:22.801" v="294"/>
        <pc:sldMkLst>
          <pc:docMk/>
          <pc:sldMk cId="3874402485" sldId="341"/>
        </pc:sldMkLst>
        <pc:spChg chg="mod">
          <ac:chgData name="Yvette Delim" userId="1eb1221e-2905-468b-b6ca-e1e332e3c4b6" providerId="ADAL" clId="{1082ECF1-0B48-4CA1-A8FA-E74BC150AE5E}" dt="2025-05-14T16:46:22.801" v="294"/>
          <ac:spMkLst>
            <pc:docMk/>
            <pc:sldMk cId="3874402485" sldId="341"/>
            <ac:spMk id="8" creationId="{78FC4270-F6A8-86BC-AAC5-CD39AC1B9ABA}"/>
          </ac:spMkLst>
        </pc:spChg>
      </pc:sldChg>
      <pc:sldChg chg="modSp add mod">
        <pc:chgData name="Yvette Delim" userId="1eb1221e-2905-468b-b6ca-e1e332e3c4b6" providerId="ADAL" clId="{1082ECF1-0B48-4CA1-A8FA-E74BC150AE5E}" dt="2025-05-14T16:46:38.180" v="296"/>
        <pc:sldMkLst>
          <pc:docMk/>
          <pc:sldMk cId="3681991748" sldId="342"/>
        </pc:sldMkLst>
        <pc:spChg chg="mod">
          <ac:chgData name="Yvette Delim" userId="1eb1221e-2905-468b-b6ca-e1e332e3c4b6" providerId="ADAL" clId="{1082ECF1-0B48-4CA1-A8FA-E74BC150AE5E}" dt="2025-05-14T16:46:38.180" v="296"/>
          <ac:spMkLst>
            <pc:docMk/>
            <pc:sldMk cId="3681991748" sldId="342"/>
            <ac:spMk id="8" creationId="{71EF09F2-D75F-86C3-126A-7D9D21E5B42B}"/>
          </ac:spMkLst>
        </pc:spChg>
      </pc:sldChg>
      <pc:sldChg chg="modSp add mod">
        <pc:chgData name="Yvette Delim" userId="1eb1221e-2905-468b-b6ca-e1e332e3c4b6" providerId="ADAL" clId="{1082ECF1-0B48-4CA1-A8FA-E74BC150AE5E}" dt="2025-05-14T16:50:02.230" v="326" actId="20577"/>
        <pc:sldMkLst>
          <pc:docMk/>
          <pc:sldMk cId="199004317" sldId="343"/>
        </pc:sldMkLst>
        <pc:spChg chg="mod">
          <ac:chgData name="Yvette Delim" userId="1eb1221e-2905-468b-b6ca-e1e332e3c4b6" providerId="ADAL" clId="{1082ECF1-0B48-4CA1-A8FA-E74BC150AE5E}" dt="2025-05-14T16:50:02.230" v="326" actId="20577"/>
          <ac:spMkLst>
            <pc:docMk/>
            <pc:sldMk cId="199004317" sldId="343"/>
            <ac:spMk id="8" creationId="{0DEE23E2-26E1-71D8-7DC5-8C6D5E344813}"/>
          </ac:spMkLst>
        </pc:spChg>
      </pc:sldChg>
      <pc:sldChg chg="modSp add mod">
        <pc:chgData name="Yvette Delim" userId="1eb1221e-2905-468b-b6ca-e1e332e3c4b6" providerId="ADAL" clId="{1082ECF1-0B48-4CA1-A8FA-E74BC150AE5E}" dt="2025-05-14T16:50:28.778" v="331" actId="20577"/>
        <pc:sldMkLst>
          <pc:docMk/>
          <pc:sldMk cId="4003563498" sldId="344"/>
        </pc:sldMkLst>
        <pc:spChg chg="mod">
          <ac:chgData name="Yvette Delim" userId="1eb1221e-2905-468b-b6ca-e1e332e3c4b6" providerId="ADAL" clId="{1082ECF1-0B48-4CA1-A8FA-E74BC150AE5E}" dt="2025-05-14T16:50:28.778" v="331" actId="20577"/>
          <ac:spMkLst>
            <pc:docMk/>
            <pc:sldMk cId="4003563498" sldId="344"/>
            <ac:spMk id="8" creationId="{6379A515-1FF1-A602-46A5-673D6032F3AF}"/>
          </ac:spMkLst>
        </pc:spChg>
      </pc:sldChg>
      <pc:sldChg chg="modSp add mod">
        <pc:chgData name="Yvette Delim" userId="1eb1221e-2905-468b-b6ca-e1e332e3c4b6" providerId="ADAL" clId="{1082ECF1-0B48-4CA1-A8FA-E74BC150AE5E}" dt="2025-05-14T16:50:44.502" v="333" actId="20577"/>
        <pc:sldMkLst>
          <pc:docMk/>
          <pc:sldMk cId="560428190" sldId="345"/>
        </pc:sldMkLst>
        <pc:spChg chg="mod">
          <ac:chgData name="Yvette Delim" userId="1eb1221e-2905-468b-b6ca-e1e332e3c4b6" providerId="ADAL" clId="{1082ECF1-0B48-4CA1-A8FA-E74BC150AE5E}" dt="2025-05-14T16:50:44.502" v="333" actId="20577"/>
          <ac:spMkLst>
            <pc:docMk/>
            <pc:sldMk cId="560428190" sldId="345"/>
            <ac:spMk id="8" creationId="{9414E263-6F54-4CEC-3039-8ADB35032A66}"/>
          </ac:spMkLst>
        </pc:spChg>
      </pc:sldChg>
      <pc:sldChg chg="modSp add mod ord">
        <pc:chgData name="Yvette Delim" userId="1eb1221e-2905-468b-b6ca-e1e332e3c4b6" providerId="ADAL" clId="{1082ECF1-0B48-4CA1-A8FA-E74BC150AE5E}" dt="2025-05-14T16:52:54.537" v="359"/>
        <pc:sldMkLst>
          <pc:docMk/>
          <pc:sldMk cId="3073926721" sldId="346"/>
        </pc:sldMkLst>
        <pc:spChg chg="mod">
          <ac:chgData name="Yvette Delim" userId="1eb1221e-2905-468b-b6ca-e1e332e3c4b6" providerId="ADAL" clId="{1082ECF1-0B48-4CA1-A8FA-E74BC150AE5E}" dt="2025-05-14T16:52:41.111" v="357" actId="20577"/>
          <ac:spMkLst>
            <pc:docMk/>
            <pc:sldMk cId="3073926721" sldId="346"/>
            <ac:spMk id="8" creationId="{D1C49656-25E1-9E53-6CD4-1DE4DD5847BC}"/>
          </ac:spMkLst>
        </pc:spChg>
      </pc:sldChg>
      <pc:sldChg chg="modSp add mod">
        <pc:chgData name="Yvette Delim" userId="1eb1221e-2905-468b-b6ca-e1e332e3c4b6" providerId="ADAL" clId="{1082ECF1-0B48-4CA1-A8FA-E74BC150AE5E}" dt="2025-05-14T16:53:27.589" v="366" actId="20577"/>
        <pc:sldMkLst>
          <pc:docMk/>
          <pc:sldMk cId="1880643422" sldId="347"/>
        </pc:sldMkLst>
        <pc:spChg chg="mod">
          <ac:chgData name="Yvette Delim" userId="1eb1221e-2905-468b-b6ca-e1e332e3c4b6" providerId="ADAL" clId="{1082ECF1-0B48-4CA1-A8FA-E74BC150AE5E}" dt="2025-05-14T16:53:27.589" v="366" actId="20577"/>
          <ac:spMkLst>
            <pc:docMk/>
            <pc:sldMk cId="1880643422" sldId="347"/>
            <ac:spMk id="8" creationId="{1D68E3B4-85F4-BAE4-7152-451BA8F296D2}"/>
          </ac:spMkLst>
        </pc:spChg>
      </pc:sldChg>
      <pc:sldChg chg="modSp add mod">
        <pc:chgData name="Yvette Delim" userId="1eb1221e-2905-468b-b6ca-e1e332e3c4b6" providerId="ADAL" clId="{1082ECF1-0B48-4CA1-A8FA-E74BC150AE5E}" dt="2025-05-14T16:53:42.196" v="368"/>
        <pc:sldMkLst>
          <pc:docMk/>
          <pc:sldMk cId="3523353672" sldId="348"/>
        </pc:sldMkLst>
        <pc:spChg chg="mod">
          <ac:chgData name="Yvette Delim" userId="1eb1221e-2905-468b-b6ca-e1e332e3c4b6" providerId="ADAL" clId="{1082ECF1-0B48-4CA1-A8FA-E74BC150AE5E}" dt="2025-05-14T16:53:42.196" v="368"/>
          <ac:spMkLst>
            <pc:docMk/>
            <pc:sldMk cId="3523353672" sldId="348"/>
            <ac:spMk id="8" creationId="{C7625877-4794-7DD0-6D2D-6D7B1F2B5A73}"/>
          </ac:spMkLst>
        </pc:spChg>
      </pc:sldChg>
      <pc:sldChg chg="modSp add mod">
        <pc:chgData name="Yvette Delim" userId="1eb1221e-2905-468b-b6ca-e1e332e3c4b6" providerId="ADAL" clId="{1082ECF1-0B48-4CA1-A8FA-E74BC150AE5E}" dt="2025-05-14T16:54:09.187" v="372"/>
        <pc:sldMkLst>
          <pc:docMk/>
          <pc:sldMk cId="2399199548" sldId="349"/>
        </pc:sldMkLst>
        <pc:spChg chg="mod">
          <ac:chgData name="Yvette Delim" userId="1eb1221e-2905-468b-b6ca-e1e332e3c4b6" providerId="ADAL" clId="{1082ECF1-0B48-4CA1-A8FA-E74BC150AE5E}" dt="2025-05-14T16:54:09.187" v="372"/>
          <ac:spMkLst>
            <pc:docMk/>
            <pc:sldMk cId="2399199548" sldId="349"/>
            <ac:spMk id="8" creationId="{6ED47C1F-00BB-06EE-2312-3BCBDB0674E6}"/>
          </ac:spMkLst>
        </pc:spChg>
      </pc:sldChg>
      <pc:sldChg chg="addSp delSp modSp new mod modNotes modNotesTx">
        <pc:chgData name="Yvette Delim" userId="1eb1221e-2905-468b-b6ca-e1e332e3c4b6" providerId="ADAL" clId="{1082ECF1-0B48-4CA1-A8FA-E74BC150AE5E}" dt="2025-05-14T18:25:57.083" v="431" actId="962"/>
        <pc:sldMkLst>
          <pc:docMk/>
          <pc:sldMk cId="3436969582" sldId="350"/>
        </pc:sldMkLst>
        <pc:spChg chg="mod">
          <ac:chgData name="Yvette Delim" userId="1eb1221e-2905-468b-b6ca-e1e332e3c4b6" providerId="ADAL" clId="{1082ECF1-0B48-4CA1-A8FA-E74BC150AE5E}" dt="2025-05-14T18:25:57.083" v="431" actId="962"/>
          <ac:spMkLst>
            <pc:docMk/>
            <pc:sldMk cId="3436969582" sldId="350"/>
            <ac:spMk id="2" creationId="{3AFF6CEB-0459-E5E1-E982-DEE5F9376249}"/>
          </ac:spMkLst>
        </pc:spChg>
        <pc:spChg chg="mod">
          <ac:chgData name="Yvette Delim" userId="1eb1221e-2905-468b-b6ca-e1e332e3c4b6" providerId="ADAL" clId="{1082ECF1-0B48-4CA1-A8FA-E74BC150AE5E}" dt="2025-05-14T18:24:03.040" v="421" actId="20577"/>
          <ac:spMkLst>
            <pc:docMk/>
            <pc:sldMk cId="3436969582" sldId="350"/>
            <ac:spMk id="4" creationId="{619813FE-E4E5-71E4-07FC-3656FFDB78B5}"/>
          </ac:spMkLst>
        </pc:spChg>
        <pc:picChg chg="add mod">
          <ac:chgData name="Yvette Delim" userId="1eb1221e-2905-468b-b6ca-e1e332e3c4b6" providerId="ADAL" clId="{1082ECF1-0B48-4CA1-A8FA-E74BC150AE5E}" dt="2025-05-14T18:25:57.083" v="431" actId="962"/>
          <ac:picMkLst>
            <pc:docMk/>
            <pc:sldMk cId="3436969582" sldId="350"/>
            <ac:picMk id="7" creationId="{27AD0AA4-657F-05FB-2973-A66CD4AB40F0}"/>
          </ac:picMkLst>
        </pc:picChg>
      </pc:sldChg>
      <pc:sldChg chg="addSp delSp modSp add mod">
        <pc:chgData name="Yvette Delim" userId="1eb1221e-2905-468b-b6ca-e1e332e3c4b6" providerId="ADAL" clId="{1082ECF1-0B48-4CA1-A8FA-E74BC150AE5E}" dt="2025-05-14T18:27:39.658" v="443"/>
        <pc:sldMkLst>
          <pc:docMk/>
          <pc:sldMk cId="900581045" sldId="351"/>
        </pc:sldMkLst>
        <pc:spChg chg="mod">
          <ac:chgData name="Yvette Delim" userId="1eb1221e-2905-468b-b6ca-e1e332e3c4b6" providerId="ADAL" clId="{1082ECF1-0B48-4CA1-A8FA-E74BC150AE5E}" dt="2025-05-14T18:26:22.043" v="433"/>
          <ac:spMkLst>
            <pc:docMk/>
            <pc:sldMk cId="900581045" sldId="351"/>
            <ac:spMk id="2" creationId="{36DEE2B8-97B0-13B9-55BC-02DBB4B47216}"/>
          </ac:spMkLst>
        </pc:spChg>
        <pc:spChg chg="mod">
          <ac:chgData name="Yvette Delim" userId="1eb1221e-2905-468b-b6ca-e1e332e3c4b6" providerId="ADAL" clId="{1082ECF1-0B48-4CA1-A8FA-E74BC150AE5E}" dt="2025-05-14T18:27:39.658" v="443"/>
          <ac:spMkLst>
            <pc:docMk/>
            <pc:sldMk cId="900581045" sldId="351"/>
            <ac:spMk id="4" creationId="{869BF73F-2310-DDFD-8514-70C84A5DB93F}"/>
          </ac:spMkLst>
        </pc:spChg>
        <pc:picChg chg="add mod">
          <ac:chgData name="Yvette Delim" userId="1eb1221e-2905-468b-b6ca-e1e332e3c4b6" providerId="ADAL" clId="{1082ECF1-0B48-4CA1-A8FA-E74BC150AE5E}" dt="2025-05-14T18:27:19.212" v="442" actId="962"/>
          <ac:picMkLst>
            <pc:docMk/>
            <pc:sldMk cId="900581045" sldId="351"/>
            <ac:picMk id="7" creationId="{9D9F99DF-5B86-2D59-C46E-02ED8922FE49}"/>
          </ac:picMkLst>
        </pc:picChg>
      </pc:sldChg>
      <pc:sldChg chg="addSp delSp modSp add mod ord">
        <pc:chgData name="Yvette Delim" userId="1eb1221e-2905-468b-b6ca-e1e332e3c4b6" providerId="ADAL" clId="{1082ECF1-0B48-4CA1-A8FA-E74BC150AE5E}" dt="2025-05-14T18:29:28.471" v="462" actId="962"/>
        <pc:sldMkLst>
          <pc:docMk/>
          <pc:sldMk cId="315080989" sldId="352"/>
        </pc:sldMkLst>
        <pc:spChg chg="mod">
          <ac:chgData name="Yvette Delim" userId="1eb1221e-2905-468b-b6ca-e1e332e3c4b6" providerId="ADAL" clId="{1082ECF1-0B48-4CA1-A8FA-E74BC150AE5E}" dt="2025-05-14T18:28:17.941" v="449" actId="20577"/>
          <ac:spMkLst>
            <pc:docMk/>
            <pc:sldMk cId="315080989" sldId="352"/>
            <ac:spMk id="2" creationId="{CA5DA2BA-8750-002A-5705-E42454E5B5E4}"/>
          </ac:spMkLst>
        </pc:spChg>
        <pc:spChg chg="mod">
          <ac:chgData name="Yvette Delim" userId="1eb1221e-2905-468b-b6ca-e1e332e3c4b6" providerId="ADAL" clId="{1082ECF1-0B48-4CA1-A8FA-E74BC150AE5E}" dt="2025-05-14T18:29:28.471" v="462" actId="962"/>
          <ac:spMkLst>
            <pc:docMk/>
            <pc:sldMk cId="315080989" sldId="352"/>
            <ac:spMk id="4" creationId="{93E54B2F-194F-A086-35E1-0D9B6F4B6916}"/>
          </ac:spMkLst>
        </pc:spChg>
        <pc:picChg chg="add mod">
          <ac:chgData name="Yvette Delim" userId="1eb1221e-2905-468b-b6ca-e1e332e3c4b6" providerId="ADAL" clId="{1082ECF1-0B48-4CA1-A8FA-E74BC150AE5E}" dt="2025-05-14T18:29:28.471" v="462" actId="962"/>
          <ac:picMkLst>
            <pc:docMk/>
            <pc:sldMk cId="315080989" sldId="352"/>
            <ac:picMk id="7" creationId="{776D219F-8AAB-A4BE-4AAC-F095A25D0768}"/>
          </ac:picMkLst>
        </pc:picChg>
      </pc:sldChg>
      <pc:sldChg chg="addSp delSp modSp add mod ord">
        <pc:chgData name="Yvette Delim" userId="1eb1221e-2905-468b-b6ca-e1e332e3c4b6" providerId="ADAL" clId="{1082ECF1-0B48-4CA1-A8FA-E74BC150AE5E}" dt="2025-05-14T18:32:37.337" v="482" actId="20577"/>
        <pc:sldMkLst>
          <pc:docMk/>
          <pc:sldMk cId="2923081865" sldId="353"/>
        </pc:sldMkLst>
        <pc:spChg chg="mod">
          <ac:chgData name="Yvette Delim" userId="1eb1221e-2905-468b-b6ca-e1e332e3c4b6" providerId="ADAL" clId="{1082ECF1-0B48-4CA1-A8FA-E74BC150AE5E}" dt="2025-05-14T18:29:55.841" v="464"/>
          <ac:spMkLst>
            <pc:docMk/>
            <pc:sldMk cId="2923081865" sldId="353"/>
            <ac:spMk id="2" creationId="{87B1465A-2657-C3B0-3AE6-4B4E6B0B820F}"/>
          </ac:spMkLst>
        </pc:spChg>
        <pc:spChg chg="mod">
          <ac:chgData name="Yvette Delim" userId="1eb1221e-2905-468b-b6ca-e1e332e3c4b6" providerId="ADAL" clId="{1082ECF1-0B48-4CA1-A8FA-E74BC150AE5E}" dt="2025-05-14T18:32:37.337" v="482" actId="20577"/>
          <ac:spMkLst>
            <pc:docMk/>
            <pc:sldMk cId="2923081865" sldId="353"/>
            <ac:spMk id="4" creationId="{515F655C-020B-50E7-5202-28C3D517CB78}"/>
          </ac:spMkLst>
        </pc:spChg>
      </pc:sldChg>
      <pc:sldChg chg="addSp delSp modSp add mod">
        <pc:chgData name="Yvette Delim" userId="1eb1221e-2905-468b-b6ca-e1e332e3c4b6" providerId="ADAL" clId="{1082ECF1-0B48-4CA1-A8FA-E74BC150AE5E}" dt="2025-05-14T18:38:26.310" v="511" actId="962"/>
        <pc:sldMkLst>
          <pc:docMk/>
          <pc:sldMk cId="16070478" sldId="354"/>
        </pc:sldMkLst>
        <pc:spChg chg="mod">
          <ac:chgData name="Yvette Delim" userId="1eb1221e-2905-468b-b6ca-e1e332e3c4b6" providerId="ADAL" clId="{1082ECF1-0B48-4CA1-A8FA-E74BC150AE5E}" dt="2025-05-14T18:37:18.510" v="498"/>
          <ac:spMkLst>
            <pc:docMk/>
            <pc:sldMk cId="16070478" sldId="354"/>
            <ac:spMk id="2" creationId="{26BFF648-3057-8942-BB91-B15BCF538531}"/>
          </ac:spMkLst>
        </pc:spChg>
        <pc:spChg chg="mod">
          <ac:chgData name="Yvette Delim" userId="1eb1221e-2905-468b-b6ca-e1e332e3c4b6" providerId="ADAL" clId="{1082ECF1-0B48-4CA1-A8FA-E74BC150AE5E}" dt="2025-05-14T18:37:28.951" v="502" actId="20577"/>
          <ac:spMkLst>
            <pc:docMk/>
            <pc:sldMk cId="16070478" sldId="354"/>
            <ac:spMk id="4" creationId="{C088E665-9634-E8FF-D34A-035BCF088674}"/>
          </ac:spMkLst>
        </pc:spChg>
        <pc:picChg chg="add mod">
          <ac:chgData name="Yvette Delim" userId="1eb1221e-2905-468b-b6ca-e1e332e3c4b6" providerId="ADAL" clId="{1082ECF1-0B48-4CA1-A8FA-E74BC150AE5E}" dt="2025-05-14T18:38:26.310" v="511" actId="962"/>
          <ac:picMkLst>
            <pc:docMk/>
            <pc:sldMk cId="16070478" sldId="354"/>
            <ac:picMk id="7" creationId="{66A63DDC-0EA5-C6F9-9F55-8C83FC15A976}"/>
          </ac:picMkLst>
        </pc:picChg>
      </pc:sldChg>
      <pc:sldChg chg="add del ord">
        <pc:chgData name="Yvette Delim" userId="1eb1221e-2905-468b-b6ca-e1e332e3c4b6" providerId="ADAL" clId="{1082ECF1-0B48-4CA1-A8FA-E74BC150AE5E}" dt="2025-05-15T16:20:06.634" v="621" actId="47"/>
        <pc:sldMkLst>
          <pc:docMk/>
          <pc:sldMk cId="2336580168" sldId="355"/>
        </pc:sldMkLst>
      </pc:sldChg>
      <pc:sldChg chg="addSp delSp modSp add mod">
        <pc:chgData name="Yvette Delim" userId="1eb1221e-2905-468b-b6ca-e1e332e3c4b6" providerId="ADAL" clId="{1082ECF1-0B48-4CA1-A8FA-E74BC150AE5E}" dt="2025-05-15T16:17:59.880" v="618" actId="962"/>
        <pc:sldMkLst>
          <pc:docMk/>
          <pc:sldMk cId="4225568064" sldId="356"/>
        </pc:sldMkLst>
        <pc:spChg chg="mod">
          <ac:chgData name="Yvette Delim" userId="1eb1221e-2905-468b-b6ca-e1e332e3c4b6" providerId="ADAL" clId="{1082ECF1-0B48-4CA1-A8FA-E74BC150AE5E}" dt="2025-05-14T18:32:48.808" v="483"/>
          <ac:spMkLst>
            <pc:docMk/>
            <pc:sldMk cId="4225568064" sldId="356"/>
            <ac:spMk id="2" creationId="{EC4D9AFF-5A75-4B61-8D3E-24C8756F75E7}"/>
          </ac:spMkLst>
        </pc:spChg>
        <pc:spChg chg="mod">
          <ac:chgData name="Yvette Delim" userId="1eb1221e-2905-468b-b6ca-e1e332e3c4b6" providerId="ADAL" clId="{1082ECF1-0B48-4CA1-A8FA-E74BC150AE5E}" dt="2025-05-14T18:34:02.903" v="497" actId="962"/>
          <ac:spMkLst>
            <pc:docMk/>
            <pc:sldMk cId="4225568064" sldId="356"/>
            <ac:spMk id="4" creationId="{44F44454-2E10-B617-6B03-900E3DB0903B}"/>
          </ac:spMkLst>
        </pc:spChg>
        <pc:picChg chg="add mod">
          <ac:chgData name="Yvette Delim" userId="1eb1221e-2905-468b-b6ca-e1e332e3c4b6" providerId="ADAL" clId="{1082ECF1-0B48-4CA1-A8FA-E74BC150AE5E}" dt="2025-05-15T16:17:59.880" v="618" actId="962"/>
          <ac:picMkLst>
            <pc:docMk/>
            <pc:sldMk cId="4225568064" sldId="356"/>
            <ac:picMk id="7" creationId="{8623EE58-7A4D-3CC5-F59C-8F664EF450FD}"/>
          </ac:picMkLst>
        </pc:picChg>
      </pc:sldChg>
      <pc:sldChg chg="addSp delSp modSp add mod ord">
        <pc:chgData name="Yvette Delim" userId="1eb1221e-2905-468b-b6ca-e1e332e3c4b6" providerId="ADAL" clId="{1082ECF1-0B48-4CA1-A8FA-E74BC150AE5E}" dt="2025-05-15T16:18:35.083" v="620"/>
        <pc:sldMkLst>
          <pc:docMk/>
          <pc:sldMk cId="2299201959" sldId="357"/>
        </pc:sldMkLst>
        <pc:spChg chg="mod">
          <ac:chgData name="Yvette Delim" userId="1eb1221e-2905-468b-b6ca-e1e332e3c4b6" providerId="ADAL" clId="{1082ECF1-0B48-4CA1-A8FA-E74BC150AE5E}" dt="2025-05-14T18:39:22.828" v="518" actId="20577"/>
          <ac:spMkLst>
            <pc:docMk/>
            <pc:sldMk cId="2299201959" sldId="357"/>
            <ac:spMk id="2" creationId="{64393AB4-50C1-B9B8-82FD-D16560C4D6AD}"/>
          </ac:spMkLst>
        </pc:spChg>
        <pc:spChg chg="mod">
          <ac:chgData name="Yvette Delim" userId="1eb1221e-2905-468b-b6ca-e1e332e3c4b6" providerId="ADAL" clId="{1082ECF1-0B48-4CA1-A8FA-E74BC150AE5E}" dt="2025-05-14T18:42:15.930" v="531" actId="20577"/>
          <ac:spMkLst>
            <pc:docMk/>
            <pc:sldMk cId="2299201959" sldId="357"/>
            <ac:spMk id="4" creationId="{A4483576-B152-F7ED-BC47-C94E4A95D034}"/>
          </ac:spMkLst>
        </pc:spChg>
        <pc:picChg chg="add mod">
          <ac:chgData name="Yvette Delim" userId="1eb1221e-2905-468b-b6ca-e1e332e3c4b6" providerId="ADAL" clId="{1082ECF1-0B48-4CA1-A8FA-E74BC150AE5E}" dt="2025-05-14T18:41:59.490" v="527" actId="962"/>
          <ac:picMkLst>
            <pc:docMk/>
            <pc:sldMk cId="2299201959" sldId="357"/>
            <ac:picMk id="7" creationId="{CFFCF41F-A06C-7940-117A-B05719A2855F}"/>
          </ac:picMkLst>
        </pc:picChg>
      </pc:sldChg>
      <pc:sldChg chg="addSp delSp modSp add mod modClrScheme chgLayout">
        <pc:chgData name="Yvette Delim" userId="1eb1221e-2905-468b-b6ca-e1e332e3c4b6" providerId="ADAL" clId="{1082ECF1-0B48-4CA1-A8FA-E74BC150AE5E}" dt="2025-05-15T19:48:04.671" v="982" actId="208"/>
        <pc:sldMkLst>
          <pc:docMk/>
          <pc:sldMk cId="726497564" sldId="358"/>
        </pc:sldMkLst>
        <pc:spChg chg="mod ord">
          <ac:chgData name="Yvette Delim" userId="1eb1221e-2905-468b-b6ca-e1e332e3c4b6" providerId="ADAL" clId="{1082ECF1-0B48-4CA1-A8FA-E74BC150AE5E}" dt="2025-05-14T18:44:14.804" v="547" actId="962"/>
          <ac:spMkLst>
            <pc:docMk/>
            <pc:sldMk cId="726497564" sldId="358"/>
            <ac:spMk id="2" creationId="{39842468-8BB9-ECE8-9984-4A494B04E1CB}"/>
          </ac:spMkLst>
        </pc:spChg>
        <pc:spChg chg="mod ord">
          <ac:chgData name="Yvette Delim" userId="1eb1221e-2905-468b-b6ca-e1e332e3c4b6" providerId="ADAL" clId="{1082ECF1-0B48-4CA1-A8FA-E74BC150AE5E}" dt="2025-05-14T18:43:56.734" v="545" actId="700"/>
          <ac:spMkLst>
            <pc:docMk/>
            <pc:sldMk cId="726497564" sldId="358"/>
            <ac:spMk id="3" creationId="{356E18A7-71A3-7943-03D9-C56B4D3F5909}"/>
          </ac:spMkLst>
        </pc:spChg>
        <pc:spChg chg="mod ord">
          <ac:chgData name="Yvette Delim" userId="1eb1221e-2905-468b-b6ca-e1e332e3c4b6" providerId="ADAL" clId="{1082ECF1-0B48-4CA1-A8FA-E74BC150AE5E}" dt="2025-05-14T18:43:56.734" v="545" actId="700"/>
          <ac:spMkLst>
            <pc:docMk/>
            <pc:sldMk cId="726497564" sldId="358"/>
            <ac:spMk id="4" creationId="{90C74A04-028C-7552-E40F-D422ECA47D2D}"/>
          </ac:spMkLst>
        </pc:spChg>
        <pc:spChg chg="add mod ord">
          <ac:chgData name="Yvette Delim" userId="1eb1221e-2905-468b-b6ca-e1e332e3c4b6" providerId="ADAL" clId="{1082ECF1-0B48-4CA1-A8FA-E74BC150AE5E}" dt="2025-05-14T18:43:56.734" v="545" actId="700"/>
          <ac:spMkLst>
            <pc:docMk/>
            <pc:sldMk cId="726497564" sldId="358"/>
            <ac:spMk id="10" creationId="{AC38DCAD-C466-04F0-5417-BA92548FF26A}"/>
          </ac:spMkLst>
        </pc:spChg>
        <pc:picChg chg="add mod ord">
          <ac:chgData name="Yvette Delim" userId="1eb1221e-2905-468b-b6ca-e1e332e3c4b6" providerId="ADAL" clId="{1082ECF1-0B48-4CA1-A8FA-E74BC150AE5E}" dt="2025-05-15T19:48:04.671" v="982" actId="208"/>
          <ac:picMkLst>
            <pc:docMk/>
            <pc:sldMk cId="726497564" sldId="358"/>
            <ac:picMk id="9" creationId="{F2FDF489-A1B0-6610-B7A3-6D88C352072A}"/>
          </ac:picMkLst>
        </pc:picChg>
      </pc:sldChg>
      <pc:sldChg chg="addSp delSp modSp add mod modClrScheme chgLayout">
        <pc:chgData name="Yvette Delim" userId="1eb1221e-2905-468b-b6ca-e1e332e3c4b6" providerId="ADAL" clId="{1082ECF1-0B48-4CA1-A8FA-E74BC150AE5E}" dt="2025-05-14T18:46:45.485" v="563" actId="962"/>
        <pc:sldMkLst>
          <pc:docMk/>
          <pc:sldMk cId="3407351931" sldId="359"/>
        </pc:sldMkLst>
        <pc:spChg chg="mod ord">
          <ac:chgData name="Yvette Delim" userId="1eb1221e-2905-468b-b6ca-e1e332e3c4b6" providerId="ADAL" clId="{1082ECF1-0B48-4CA1-A8FA-E74BC150AE5E}" dt="2025-05-14T18:45:50.439" v="561" actId="700"/>
          <ac:spMkLst>
            <pc:docMk/>
            <pc:sldMk cId="3407351931" sldId="359"/>
            <ac:spMk id="2" creationId="{E4845905-BC25-E31B-FCA6-3C59B8F003D3}"/>
          </ac:spMkLst>
        </pc:spChg>
        <pc:spChg chg="mod ord">
          <ac:chgData name="Yvette Delim" userId="1eb1221e-2905-468b-b6ca-e1e332e3c4b6" providerId="ADAL" clId="{1082ECF1-0B48-4CA1-A8FA-E74BC150AE5E}" dt="2025-05-14T18:45:50.439" v="561" actId="700"/>
          <ac:spMkLst>
            <pc:docMk/>
            <pc:sldMk cId="3407351931" sldId="359"/>
            <ac:spMk id="3" creationId="{597ECB69-AC00-E8FE-4FA2-485526D7E5D3}"/>
          </ac:spMkLst>
        </pc:spChg>
        <pc:spChg chg="mod ord">
          <ac:chgData name="Yvette Delim" userId="1eb1221e-2905-468b-b6ca-e1e332e3c4b6" providerId="ADAL" clId="{1082ECF1-0B48-4CA1-A8FA-E74BC150AE5E}" dt="2025-05-14T18:45:50.439" v="561" actId="700"/>
          <ac:spMkLst>
            <pc:docMk/>
            <pc:sldMk cId="3407351931" sldId="359"/>
            <ac:spMk id="4" creationId="{FC013DFD-F3E5-0C93-6F64-DF5EC1FD826E}"/>
          </ac:spMkLst>
        </pc:spChg>
        <pc:spChg chg="add mod ord">
          <ac:chgData name="Yvette Delim" userId="1eb1221e-2905-468b-b6ca-e1e332e3c4b6" providerId="ADAL" clId="{1082ECF1-0B48-4CA1-A8FA-E74BC150AE5E}" dt="2025-05-14T18:45:50.439" v="561" actId="700"/>
          <ac:spMkLst>
            <pc:docMk/>
            <pc:sldMk cId="3407351931" sldId="359"/>
            <ac:spMk id="8" creationId="{1DB00CC2-F932-2356-E892-FC9C0EA54E4C}"/>
          </ac:spMkLst>
        </pc:spChg>
        <pc:picChg chg="add mod ord">
          <ac:chgData name="Yvette Delim" userId="1eb1221e-2905-468b-b6ca-e1e332e3c4b6" providerId="ADAL" clId="{1082ECF1-0B48-4CA1-A8FA-E74BC150AE5E}" dt="2025-05-14T18:46:45.485" v="563" actId="962"/>
          <ac:picMkLst>
            <pc:docMk/>
            <pc:sldMk cId="3407351931" sldId="359"/>
            <ac:picMk id="7" creationId="{17B77DFC-27A7-6F76-445C-7A2C041EE974}"/>
          </ac:picMkLst>
        </pc:picChg>
      </pc:sldChg>
      <pc:sldChg chg="delSp modSp add mod ord modClrScheme chgLayout">
        <pc:chgData name="Yvette Delim" userId="1eb1221e-2905-468b-b6ca-e1e332e3c4b6" providerId="ADAL" clId="{1082ECF1-0B48-4CA1-A8FA-E74BC150AE5E}" dt="2025-05-14T18:48:56.672" v="576" actId="962"/>
        <pc:sldMkLst>
          <pc:docMk/>
          <pc:sldMk cId="996188462" sldId="360"/>
        </pc:sldMkLst>
        <pc:spChg chg="mod ord">
          <ac:chgData name="Yvette Delim" userId="1eb1221e-2905-468b-b6ca-e1e332e3c4b6" providerId="ADAL" clId="{1082ECF1-0B48-4CA1-A8FA-E74BC150AE5E}" dt="2025-05-14T18:48:06.469" v="571" actId="700"/>
          <ac:spMkLst>
            <pc:docMk/>
            <pc:sldMk cId="996188462" sldId="360"/>
            <ac:spMk id="2" creationId="{4310B1CC-D4D5-0DF0-3B89-3D9BC4B1E9B2}"/>
          </ac:spMkLst>
        </pc:spChg>
        <pc:spChg chg="mod ord">
          <ac:chgData name="Yvette Delim" userId="1eb1221e-2905-468b-b6ca-e1e332e3c4b6" providerId="ADAL" clId="{1082ECF1-0B48-4CA1-A8FA-E74BC150AE5E}" dt="2025-05-14T18:48:06.469" v="571" actId="700"/>
          <ac:spMkLst>
            <pc:docMk/>
            <pc:sldMk cId="996188462" sldId="360"/>
            <ac:spMk id="3" creationId="{4D2F6861-5DD7-C3C4-9631-B075B694C33A}"/>
          </ac:spMkLst>
        </pc:spChg>
        <pc:spChg chg="mod ord">
          <ac:chgData name="Yvette Delim" userId="1eb1221e-2905-468b-b6ca-e1e332e3c4b6" providerId="ADAL" clId="{1082ECF1-0B48-4CA1-A8FA-E74BC150AE5E}" dt="2025-05-14T18:48:06.469" v="571" actId="700"/>
          <ac:spMkLst>
            <pc:docMk/>
            <pc:sldMk cId="996188462" sldId="360"/>
            <ac:spMk id="4" creationId="{42ADF59E-C2CE-DDB1-21D4-B2A2D04A652D}"/>
          </ac:spMkLst>
        </pc:spChg>
        <pc:picChg chg="mod ord">
          <ac:chgData name="Yvette Delim" userId="1eb1221e-2905-468b-b6ca-e1e332e3c4b6" providerId="ADAL" clId="{1082ECF1-0B48-4CA1-A8FA-E74BC150AE5E}" dt="2025-05-14T18:48:56.672" v="576" actId="962"/>
          <ac:picMkLst>
            <pc:docMk/>
            <pc:sldMk cId="996188462" sldId="360"/>
            <ac:picMk id="7" creationId="{3AFD4690-9C1E-6564-85B1-2246C6C742DE}"/>
          </ac:picMkLst>
        </pc:picChg>
      </pc:sldChg>
      <pc:sldChg chg="addSp delSp modSp add mod modClrScheme chgLayout">
        <pc:chgData name="Yvette Delim" userId="1eb1221e-2905-468b-b6ca-e1e332e3c4b6" providerId="ADAL" clId="{1082ECF1-0B48-4CA1-A8FA-E74BC150AE5E}" dt="2025-05-15T19:50:21.895" v="994" actId="12789"/>
        <pc:sldMkLst>
          <pc:docMk/>
          <pc:sldMk cId="3326377561" sldId="361"/>
        </pc:sldMkLst>
        <pc:spChg chg="mod ord">
          <ac:chgData name="Yvette Delim" userId="1eb1221e-2905-468b-b6ca-e1e332e3c4b6" providerId="ADAL" clId="{1082ECF1-0B48-4CA1-A8FA-E74BC150AE5E}" dt="2025-05-15T19:49:16.867" v="983" actId="700"/>
          <ac:spMkLst>
            <pc:docMk/>
            <pc:sldMk cId="3326377561" sldId="361"/>
            <ac:spMk id="2" creationId="{3D1BF49C-A62B-2A2A-B79B-A705E500B197}"/>
          </ac:spMkLst>
        </pc:spChg>
        <pc:spChg chg="mod ord">
          <ac:chgData name="Yvette Delim" userId="1eb1221e-2905-468b-b6ca-e1e332e3c4b6" providerId="ADAL" clId="{1082ECF1-0B48-4CA1-A8FA-E74BC150AE5E}" dt="2025-05-15T19:49:16.867" v="983" actId="700"/>
          <ac:spMkLst>
            <pc:docMk/>
            <pc:sldMk cId="3326377561" sldId="361"/>
            <ac:spMk id="3" creationId="{434242E2-3E83-7576-6CA8-FACC830C1C79}"/>
          </ac:spMkLst>
        </pc:spChg>
        <pc:picChg chg="add mod">
          <ac:chgData name="Yvette Delim" userId="1eb1221e-2905-468b-b6ca-e1e332e3c4b6" providerId="ADAL" clId="{1082ECF1-0B48-4CA1-A8FA-E74BC150AE5E}" dt="2025-05-15T19:50:21.895" v="994" actId="12789"/>
          <ac:picMkLst>
            <pc:docMk/>
            <pc:sldMk cId="3326377561" sldId="361"/>
            <ac:picMk id="6" creationId="{5B6BAC8D-3E6C-027C-A4A6-22AFFC5A7DBF}"/>
          </ac:picMkLst>
        </pc:picChg>
      </pc:sldChg>
      <pc:sldChg chg="addSp delSp modSp new mod modNotes modNotesTx">
        <pc:chgData name="Yvette Delim" userId="1eb1221e-2905-468b-b6ca-e1e332e3c4b6" providerId="ADAL" clId="{1082ECF1-0B48-4CA1-A8FA-E74BC150AE5E}" dt="2025-05-14T18:53:21.723" v="604"/>
        <pc:sldMkLst>
          <pc:docMk/>
          <pc:sldMk cId="714919135" sldId="362"/>
        </pc:sldMkLst>
        <pc:spChg chg="mod">
          <ac:chgData name="Yvette Delim" userId="1eb1221e-2905-468b-b6ca-e1e332e3c4b6" providerId="ADAL" clId="{1082ECF1-0B48-4CA1-A8FA-E74BC150AE5E}" dt="2025-05-14T18:51:10.687" v="590" actId="20577"/>
          <ac:spMkLst>
            <pc:docMk/>
            <pc:sldMk cId="714919135" sldId="362"/>
            <ac:spMk id="2" creationId="{43D247A4-7141-7AE7-EC75-0C77619A7438}"/>
          </ac:spMkLst>
        </pc:spChg>
        <pc:spChg chg="mod">
          <ac:chgData name="Yvette Delim" userId="1eb1221e-2905-468b-b6ca-e1e332e3c4b6" providerId="ADAL" clId="{1082ECF1-0B48-4CA1-A8FA-E74BC150AE5E}" dt="2025-05-14T18:51:27.463" v="594" actId="20577"/>
          <ac:spMkLst>
            <pc:docMk/>
            <pc:sldMk cId="714919135" sldId="362"/>
            <ac:spMk id="4" creationId="{E9023D32-3521-B45A-A2D1-4D192FA8CBF7}"/>
          </ac:spMkLst>
        </pc:spChg>
        <pc:picChg chg="add mod">
          <ac:chgData name="Yvette Delim" userId="1eb1221e-2905-468b-b6ca-e1e332e3c4b6" providerId="ADAL" clId="{1082ECF1-0B48-4CA1-A8FA-E74BC150AE5E}" dt="2025-05-14T18:52:49.589" v="602" actId="962"/>
          <ac:picMkLst>
            <pc:docMk/>
            <pc:sldMk cId="714919135" sldId="362"/>
            <ac:picMk id="7" creationId="{6005AEAD-325C-D71A-B20F-BD8BCFBC8F3F}"/>
          </ac:picMkLst>
        </pc:picChg>
      </pc:sldChg>
      <pc:sldChg chg="addSp modSp add mod modClrScheme chgLayout">
        <pc:chgData name="Yvette Delim" userId="1eb1221e-2905-468b-b6ca-e1e332e3c4b6" providerId="ADAL" clId="{1082ECF1-0B48-4CA1-A8FA-E74BC150AE5E}" dt="2025-05-15T19:51:14.228" v="995" actId="2085"/>
        <pc:sldMkLst>
          <pc:docMk/>
          <pc:sldMk cId="1473635391" sldId="363"/>
        </pc:sldMkLst>
        <pc:spChg chg="mod ord">
          <ac:chgData name="Yvette Delim" userId="1eb1221e-2905-468b-b6ca-e1e332e3c4b6" providerId="ADAL" clId="{1082ECF1-0B48-4CA1-A8FA-E74BC150AE5E}" dt="2025-05-14T18:54:24.130" v="610" actId="700"/>
          <ac:spMkLst>
            <pc:docMk/>
            <pc:sldMk cId="1473635391" sldId="363"/>
            <ac:spMk id="2" creationId="{C2B0BDBD-31BE-A80E-56B4-C8C95BA472A1}"/>
          </ac:spMkLst>
        </pc:spChg>
        <pc:spChg chg="mod ord">
          <ac:chgData name="Yvette Delim" userId="1eb1221e-2905-468b-b6ca-e1e332e3c4b6" providerId="ADAL" clId="{1082ECF1-0B48-4CA1-A8FA-E74BC150AE5E}" dt="2025-05-14T18:54:24.130" v="610" actId="700"/>
          <ac:spMkLst>
            <pc:docMk/>
            <pc:sldMk cId="1473635391" sldId="363"/>
            <ac:spMk id="3" creationId="{BD7E8CD5-2B1D-7A59-67BF-38DB771FDE9E}"/>
          </ac:spMkLst>
        </pc:spChg>
        <pc:spChg chg="mod ord">
          <ac:chgData name="Yvette Delim" userId="1eb1221e-2905-468b-b6ca-e1e332e3c4b6" providerId="ADAL" clId="{1082ECF1-0B48-4CA1-A8FA-E74BC150AE5E}" dt="2025-05-14T18:54:24.130" v="610" actId="700"/>
          <ac:spMkLst>
            <pc:docMk/>
            <pc:sldMk cId="1473635391" sldId="363"/>
            <ac:spMk id="4" creationId="{BC6C37E0-D952-E52B-2336-FC48B4EF781A}"/>
          </ac:spMkLst>
        </pc:spChg>
        <pc:spChg chg="add mod ord">
          <ac:chgData name="Yvette Delim" userId="1eb1221e-2905-468b-b6ca-e1e332e3c4b6" providerId="ADAL" clId="{1082ECF1-0B48-4CA1-A8FA-E74BC150AE5E}" dt="2025-05-14T18:54:24.130" v="610" actId="700"/>
          <ac:spMkLst>
            <pc:docMk/>
            <pc:sldMk cId="1473635391" sldId="363"/>
            <ac:spMk id="5" creationId="{3058EA2C-FDAF-E9FC-6572-E9561302E124}"/>
          </ac:spMkLst>
        </pc:spChg>
        <pc:picChg chg="mod ord">
          <ac:chgData name="Yvette Delim" userId="1eb1221e-2905-468b-b6ca-e1e332e3c4b6" providerId="ADAL" clId="{1082ECF1-0B48-4CA1-A8FA-E74BC150AE5E}" dt="2025-05-15T19:51:14.228" v="995" actId="2085"/>
          <ac:picMkLst>
            <pc:docMk/>
            <pc:sldMk cId="1473635391" sldId="363"/>
            <ac:picMk id="7" creationId="{04C3EFF8-6C3D-AB83-59E7-B1C0D69417F9}"/>
          </ac:picMkLst>
        </pc:picChg>
      </pc:sldChg>
      <pc:sldChg chg="add del">
        <pc:chgData name="Yvette Delim" userId="1eb1221e-2905-468b-b6ca-e1e332e3c4b6" providerId="ADAL" clId="{1082ECF1-0B48-4CA1-A8FA-E74BC150AE5E}" dt="2025-05-15T16:44:09.505" v="658" actId="47"/>
        <pc:sldMkLst>
          <pc:docMk/>
          <pc:sldMk cId="2784378207" sldId="364"/>
        </pc:sldMkLst>
      </pc:sldChg>
      <pc:sldChg chg="addSp delSp modSp new mod modClrScheme chgLayout modNotes modNotesTx">
        <pc:chgData name="Yvette Delim" userId="1eb1221e-2905-468b-b6ca-e1e332e3c4b6" providerId="ADAL" clId="{1082ECF1-0B48-4CA1-A8FA-E74BC150AE5E}" dt="2025-05-15T16:44:01.330" v="657" actId="20577"/>
        <pc:sldMkLst>
          <pc:docMk/>
          <pc:sldMk cId="3921387819" sldId="365"/>
        </pc:sldMkLst>
        <pc:spChg chg="add del mod">
          <ac:chgData name="Yvette Delim" userId="1eb1221e-2905-468b-b6ca-e1e332e3c4b6" providerId="ADAL" clId="{1082ECF1-0B48-4CA1-A8FA-E74BC150AE5E}" dt="2025-05-15T16:43:49.866" v="655"/>
          <ac:spMkLst>
            <pc:docMk/>
            <pc:sldMk cId="3921387819" sldId="365"/>
            <ac:spMk id="2" creationId="{C4F1E841-1783-26B8-5BBD-86F3A3AAE3DF}"/>
          </ac:spMkLst>
        </pc:spChg>
        <pc:spChg chg="add del mod">
          <ac:chgData name="Yvette Delim" userId="1eb1221e-2905-468b-b6ca-e1e332e3c4b6" providerId="ADAL" clId="{1082ECF1-0B48-4CA1-A8FA-E74BC150AE5E}" dt="2025-05-15T16:43:11.966" v="654" actId="20577"/>
          <ac:spMkLst>
            <pc:docMk/>
            <pc:sldMk cId="3921387819" sldId="365"/>
            <ac:spMk id="3" creationId="{A7522B2F-7E35-1986-7858-7ECBE2750739}"/>
          </ac:spMkLst>
        </pc:spChg>
        <pc:spChg chg="add del">
          <ac:chgData name="Yvette Delim" userId="1eb1221e-2905-468b-b6ca-e1e332e3c4b6" providerId="ADAL" clId="{1082ECF1-0B48-4CA1-A8FA-E74BC150AE5E}" dt="2025-05-15T16:42:04.986" v="645" actId="26606"/>
          <ac:spMkLst>
            <pc:docMk/>
            <pc:sldMk cId="3921387819" sldId="365"/>
            <ac:spMk id="4" creationId="{BC9818DF-CB3C-46D1-A9D1-544D7576C072}"/>
          </ac:spMkLst>
        </pc:spChg>
        <pc:spChg chg="mod ord">
          <ac:chgData name="Yvette Delim" userId="1eb1221e-2905-468b-b6ca-e1e332e3c4b6" providerId="ADAL" clId="{1082ECF1-0B48-4CA1-A8FA-E74BC150AE5E}" dt="2025-05-15T16:42:04.986" v="645" actId="26606"/>
          <ac:spMkLst>
            <pc:docMk/>
            <pc:sldMk cId="3921387819" sldId="365"/>
            <ac:spMk id="5" creationId="{34F3019A-0970-4AE5-B087-5C6ACA12606A}"/>
          </ac:spMkLst>
        </pc:spChg>
      </pc:sldChg>
      <pc:sldChg chg="modSp add mod ord">
        <pc:chgData name="Yvette Delim" userId="1eb1221e-2905-468b-b6ca-e1e332e3c4b6" providerId="ADAL" clId="{1082ECF1-0B48-4CA1-A8FA-E74BC150AE5E}" dt="2025-05-15T16:53:03.322" v="672" actId="962"/>
        <pc:sldMkLst>
          <pc:docMk/>
          <pc:sldMk cId="2050871228" sldId="366"/>
        </pc:sldMkLst>
        <pc:spChg chg="mod">
          <ac:chgData name="Yvette Delim" userId="1eb1221e-2905-468b-b6ca-e1e332e3c4b6" providerId="ADAL" clId="{1082ECF1-0B48-4CA1-A8FA-E74BC150AE5E}" dt="2025-05-15T16:45:29.515" v="662"/>
          <ac:spMkLst>
            <pc:docMk/>
            <pc:sldMk cId="2050871228" sldId="366"/>
            <ac:spMk id="2" creationId="{3DADFC1E-45ED-B767-8945-EB9D842FA026}"/>
          </ac:spMkLst>
        </pc:spChg>
        <pc:spChg chg="mod">
          <ac:chgData name="Yvette Delim" userId="1eb1221e-2905-468b-b6ca-e1e332e3c4b6" providerId="ADAL" clId="{1082ECF1-0B48-4CA1-A8FA-E74BC150AE5E}" dt="2025-05-15T16:53:03.322" v="672" actId="962"/>
          <ac:spMkLst>
            <pc:docMk/>
            <pc:sldMk cId="2050871228" sldId="366"/>
            <ac:spMk id="4" creationId="{47812EA3-101B-FCE6-1F57-6BFF221684FB}"/>
          </ac:spMkLst>
        </pc:spChg>
      </pc:sldChg>
      <pc:sldChg chg="addSp delSp modSp add mod ord modClrScheme chgLayout">
        <pc:chgData name="Yvette Delim" userId="1eb1221e-2905-468b-b6ca-e1e332e3c4b6" providerId="ADAL" clId="{1082ECF1-0B48-4CA1-A8FA-E74BC150AE5E}" dt="2025-05-15T17:01:16.097" v="710" actId="208"/>
        <pc:sldMkLst>
          <pc:docMk/>
          <pc:sldMk cId="4004527629" sldId="367"/>
        </pc:sldMkLst>
        <pc:spChg chg="mod ord">
          <ac:chgData name="Yvette Delim" userId="1eb1221e-2905-468b-b6ca-e1e332e3c4b6" providerId="ADAL" clId="{1082ECF1-0B48-4CA1-A8FA-E74BC150AE5E}" dt="2025-05-15T16:57:39.510" v="692" actId="700"/>
          <ac:spMkLst>
            <pc:docMk/>
            <pc:sldMk cId="4004527629" sldId="367"/>
            <ac:spMk id="2" creationId="{74FAB4AC-E659-249B-7133-5B5F9B489D07}"/>
          </ac:spMkLst>
        </pc:spChg>
        <pc:spChg chg="mod ord">
          <ac:chgData name="Yvette Delim" userId="1eb1221e-2905-468b-b6ca-e1e332e3c4b6" providerId="ADAL" clId="{1082ECF1-0B48-4CA1-A8FA-E74BC150AE5E}" dt="2025-05-15T16:57:39.510" v="692" actId="700"/>
          <ac:spMkLst>
            <pc:docMk/>
            <pc:sldMk cId="4004527629" sldId="367"/>
            <ac:spMk id="3" creationId="{BB4589E5-57D9-115D-E4FF-8916E4B6459F}"/>
          </ac:spMkLst>
        </pc:spChg>
        <pc:spChg chg="mod ord">
          <ac:chgData name="Yvette Delim" userId="1eb1221e-2905-468b-b6ca-e1e332e3c4b6" providerId="ADAL" clId="{1082ECF1-0B48-4CA1-A8FA-E74BC150AE5E}" dt="2025-05-15T16:57:39.510" v="692" actId="700"/>
          <ac:spMkLst>
            <pc:docMk/>
            <pc:sldMk cId="4004527629" sldId="367"/>
            <ac:spMk id="5" creationId="{76EA2C88-22BD-C4B0-BD8C-B0EC775ED59C}"/>
          </ac:spMkLst>
        </pc:spChg>
      </pc:sldChg>
      <pc:sldChg chg="new del">
        <pc:chgData name="Yvette Delim" userId="1eb1221e-2905-468b-b6ca-e1e332e3c4b6" providerId="ADAL" clId="{1082ECF1-0B48-4CA1-A8FA-E74BC150AE5E}" dt="2025-05-15T16:55:21.449" v="682" actId="47"/>
        <pc:sldMkLst>
          <pc:docMk/>
          <pc:sldMk cId="340061020" sldId="368"/>
        </pc:sldMkLst>
      </pc:sldChg>
      <pc:sldChg chg="addSp delSp modSp add mod modClrScheme chgLayout">
        <pc:chgData name="Yvette Delim" userId="1eb1221e-2905-468b-b6ca-e1e332e3c4b6" providerId="ADAL" clId="{1082ECF1-0B48-4CA1-A8FA-E74BC150AE5E}" dt="2025-05-15T17:22:13.727" v="712" actId="962"/>
        <pc:sldMkLst>
          <pc:docMk/>
          <pc:sldMk cId="3196173525" sldId="368"/>
        </pc:sldMkLst>
        <pc:spChg chg="mod ord">
          <ac:chgData name="Yvette Delim" userId="1eb1221e-2905-468b-b6ca-e1e332e3c4b6" providerId="ADAL" clId="{1082ECF1-0B48-4CA1-A8FA-E74BC150AE5E}" dt="2025-05-15T17:00:12.710" v="701" actId="700"/>
          <ac:spMkLst>
            <pc:docMk/>
            <pc:sldMk cId="3196173525" sldId="368"/>
            <ac:spMk id="2" creationId="{0D8CC420-35D2-63D7-F10F-E841DB36EE10}"/>
          </ac:spMkLst>
        </pc:spChg>
        <pc:spChg chg="mod ord">
          <ac:chgData name="Yvette Delim" userId="1eb1221e-2905-468b-b6ca-e1e332e3c4b6" providerId="ADAL" clId="{1082ECF1-0B48-4CA1-A8FA-E74BC150AE5E}" dt="2025-05-15T17:00:12.710" v="701" actId="700"/>
          <ac:spMkLst>
            <pc:docMk/>
            <pc:sldMk cId="3196173525" sldId="368"/>
            <ac:spMk id="3" creationId="{0CF1849C-B23F-3D37-7DBA-A5DD23F243C7}"/>
          </ac:spMkLst>
        </pc:spChg>
        <pc:spChg chg="mod ord">
          <ac:chgData name="Yvette Delim" userId="1eb1221e-2905-468b-b6ca-e1e332e3c4b6" providerId="ADAL" clId="{1082ECF1-0B48-4CA1-A8FA-E74BC150AE5E}" dt="2025-05-15T17:00:12.710" v="701" actId="700"/>
          <ac:spMkLst>
            <pc:docMk/>
            <pc:sldMk cId="3196173525" sldId="368"/>
            <ac:spMk id="5" creationId="{E5C50328-BA06-19B0-7120-AFCCD7464DB6}"/>
          </ac:spMkLst>
        </pc:spChg>
      </pc:sldChg>
      <pc:sldChg chg="addSp delSp modSp add mod modClrScheme chgLayout">
        <pc:chgData name="Yvette Delim" userId="1eb1221e-2905-468b-b6ca-e1e332e3c4b6" providerId="ADAL" clId="{1082ECF1-0B48-4CA1-A8FA-E74BC150AE5E}" dt="2025-05-15T19:53:13.980" v="999" actId="962"/>
        <pc:sldMkLst>
          <pc:docMk/>
          <pc:sldMk cId="3971751050" sldId="369"/>
        </pc:sldMkLst>
        <pc:spChg chg="mod ord">
          <ac:chgData name="Yvette Delim" userId="1eb1221e-2905-468b-b6ca-e1e332e3c4b6" providerId="ADAL" clId="{1082ECF1-0B48-4CA1-A8FA-E74BC150AE5E}" dt="2025-05-15T18:10:33.163" v="718" actId="700"/>
          <ac:spMkLst>
            <pc:docMk/>
            <pc:sldMk cId="3971751050" sldId="369"/>
            <ac:spMk id="4" creationId="{42CE7D2A-56C1-589C-A2FC-90D7ACD0F9BA}"/>
          </ac:spMkLst>
        </pc:spChg>
        <pc:spChg chg="add mod ord">
          <ac:chgData name="Yvette Delim" userId="1eb1221e-2905-468b-b6ca-e1e332e3c4b6" providerId="ADAL" clId="{1082ECF1-0B48-4CA1-A8FA-E74BC150AE5E}" dt="2025-05-15T18:12:50.086" v="731" actId="962"/>
          <ac:spMkLst>
            <pc:docMk/>
            <pc:sldMk cId="3971751050" sldId="369"/>
            <ac:spMk id="7" creationId="{04BF43E2-E1B8-BE23-9267-EEBDA2E7CF38}"/>
          </ac:spMkLst>
        </pc:spChg>
        <pc:spChg chg="mod ord">
          <ac:chgData name="Yvette Delim" userId="1eb1221e-2905-468b-b6ca-e1e332e3c4b6" providerId="ADAL" clId="{1082ECF1-0B48-4CA1-A8FA-E74BC150AE5E}" dt="2025-05-15T18:10:33.163" v="718" actId="700"/>
          <ac:spMkLst>
            <pc:docMk/>
            <pc:sldMk cId="3971751050" sldId="369"/>
            <ac:spMk id="8" creationId="{5D3CA8D1-6305-938F-8F9E-89E315841CE2}"/>
          </ac:spMkLst>
        </pc:spChg>
      </pc:sldChg>
      <pc:sldChg chg="addSp delSp modSp add mod ord">
        <pc:chgData name="Yvette Delim" userId="1eb1221e-2905-468b-b6ca-e1e332e3c4b6" providerId="ADAL" clId="{1082ECF1-0B48-4CA1-A8FA-E74BC150AE5E}" dt="2025-05-15T18:16:01.649" v="746" actId="962"/>
        <pc:sldMkLst>
          <pc:docMk/>
          <pc:sldMk cId="2486620154" sldId="370"/>
        </pc:sldMkLst>
        <pc:spChg chg="mod">
          <ac:chgData name="Yvette Delim" userId="1eb1221e-2905-468b-b6ca-e1e332e3c4b6" providerId="ADAL" clId="{1082ECF1-0B48-4CA1-A8FA-E74BC150AE5E}" dt="2025-05-15T18:13:56.616" v="735"/>
          <ac:spMkLst>
            <pc:docMk/>
            <pc:sldMk cId="2486620154" sldId="370"/>
            <ac:spMk id="8" creationId="{4FAFABDE-0F89-893D-564C-2525A4AA49C3}"/>
          </ac:spMkLst>
        </pc:spChg>
      </pc:sldChg>
      <pc:sldChg chg="addSp delSp modSp add mod ord">
        <pc:chgData name="Yvette Delim" userId="1eb1221e-2905-468b-b6ca-e1e332e3c4b6" providerId="ADAL" clId="{1082ECF1-0B48-4CA1-A8FA-E74BC150AE5E}" dt="2025-05-15T19:42:43.171" v="971" actId="208"/>
        <pc:sldMkLst>
          <pc:docMk/>
          <pc:sldMk cId="3266190919" sldId="371"/>
        </pc:sldMkLst>
        <pc:spChg chg="mod">
          <ac:chgData name="Yvette Delim" userId="1eb1221e-2905-468b-b6ca-e1e332e3c4b6" providerId="ADAL" clId="{1082ECF1-0B48-4CA1-A8FA-E74BC150AE5E}" dt="2025-05-15T18:17:16.692" v="750"/>
          <ac:spMkLst>
            <pc:docMk/>
            <pc:sldMk cId="3266190919" sldId="371"/>
            <ac:spMk id="8" creationId="{DC4AF6DB-C273-4BD1-E1C4-201349A50F45}"/>
          </ac:spMkLst>
        </pc:spChg>
      </pc:sldChg>
      <pc:sldChg chg="addSp delSp modSp add mod ord modClrScheme chgLayout">
        <pc:chgData name="Yvette Delim" userId="1eb1221e-2905-468b-b6ca-e1e332e3c4b6" providerId="ADAL" clId="{1082ECF1-0B48-4CA1-A8FA-E74BC150AE5E}" dt="2025-05-15T19:54:39.257" v="1000" actId="208"/>
        <pc:sldMkLst>
          <pc:docMk/>
          <pc:sldMk cId="1755324911" sldId="372"/>
        </pc:sldMkLst>
        <pc:spChg chg="mod ord">
          <ac:chgData name="Yvette Delim" userId="1eb1221e-2905-468b-b6ca-e1e332e3c4b6" providerId="ADAL" clId="{1082ECF1-0B48-4CA1-A8FA-E74BC150AE5E}" dt="2025-05-15T18:22:11.342" v="776" actId="700"/>
          <ac:spMkLst>
            <pc:docMk/>
            <pc:sldMk cId="1755324911" sldId="372"/>
            <ac:spMk id="4" creationId="{25A6B860-F780-DA66-EFDB-33AF80F1108A}"/>
          </ac:spMkLst>
        </pc:spChg>
        <pc:spChg chg="mod ord">
          <ac:chgData name="Yvette Delim" userId="1eb1221e-2905-468b-b6ca-e1e332e3c4b6" providerId="ADAL" clId="{1082ECF1-0B48-4CA1-A8FA-E74BC150AE5E}" dt="2025-05-15T18:22:11.342" v="776" actId="700"/>
          <ac:spMkLst>
            <pc:docMk/>
            <pc:sldMk cId="1755324911" sldId="372"/>
            <ac:spMk id="7" creationId="{3BCE4AAA-AE5C-CC07-4899-78574F4EDFEA}"/>
          </ac:spMkLst>
        </pc:spChg>
        <pc:spChg chg="mod ord">
          <ac:chgData name="Yvette Delim" userId="1eb1221e-2905-468b-b6ca-e1e332e3c4b6" providerId="ADAL" clId="{1082ECF1-0B48-4CA1-A8FA-E74BC150AE5E}" dt="2025-05-15T18:23:29.487" v="785"/>
          <ac:spMkLst>
            <pc:docMk/>
            <pc:sldMk cId="1755324911" sldId="372"/>
            <ac:spMk id="8" creationId="{6D5110D8-B432-92B4-67BF-000BF59D7A26}"/>
          </ac:spMkLst>
        </pc:spChg>
      </pc:sldChg>
      <pc:sldChg chg="addSp delSp modSp add mod modClrScheme chgLayout">
        <pc:chgData name="Yvette Delim" userId="1eb1221e-2905-468b-b6ca-e1e332e3c4b6" providerId="ADAL" clId="{1082ECF1-0B48-4CA1-A8FA-E74BC150AE5E}" dt="2025-05-15T19:42:29.520" v="970" actId="962"/>
        <pc:sldMkLst>
          <pc:docMk/>
          <pc:sldMk cId="2003804950" sldId="373"/>
        </pc:sldMkLst>
      </pc:sldChg>
      <pc:sldChg chg="addSp delSp modSp add mod">
        <pc:chgData name="Yvette Delim" userId="1eb1221e-2905-468b-b6ca-e1e332e3c4b6" providerId="ADAL" clId="{1082ECF1-0B48-4CA1-A8FA-E74BC150AE5E}" dt="2025-05-15T18:25:30.699" v="798" actId="962"/>
        <pc:sldMkLst>
          <pc:docMk/>
          <pc:sldMk cId="2153357583" sldId="374"/>
        </pc:sldMkLst>
        <pc:picChg chg="add mod">
          <ac:chgData name="Yvette Delim" userId="1eb1221e-2905-468b-b6ca-e1e332e3c4b6" providerId="ADAL" clId="{1082ECF1-0B48-4CA1-A8FA-E74BC150AE5E}" dt="2025-05-15T18:25:30.699" v="798" actId="962"/>
          <ac:picMkLst>
            <pc:docMk/>
            <pc:sldMk cId="2153357583" sldId="374"/>
            <ac:picMk id="6" creationId="{F462D53E-BF05-FA91-E647-679A04BAE648}"/>
          </ac:picMkLst>
        </pc:picChg>
      </pc:sldChg>
      <pc:sldChg chg="addSp delSp modSp new mod modClrScheme chgLayout modNotes modNotesTx">
        <pc:chgData name="Yvette Delim" userId="1eb1221e-2905-468b-b6ca-e1e332e3c4b6" providerId="ADAL" clId="{1082ECF1-0B48-4CA1-A8FA-E74BC150AE5E}" dt="2025-05-15T18:30:29.595" v="829" actId="962"/>
        <pc:sldMkLst>
          <pc:docMk/>
          <pc:sldMk cId="48754552" sldId="375"/>
        </pc:sldMkLst>
        <pc:spChg chg="mod ord">
          <ac:chgData name="Yvette Delim" userId="1eb1221e-2905-468b-b6ca-e1e332e3c4b6" providerId="ADAL" clId="{1082ECF1-0B48-4CA1-A8FA-E74BC150AE5E}" dt="2025-05-15T18:27:43.549" v="811" actId="700"/>
          <ac:spMkLst>
            <pc:docMk/>
            <pc:sldMk cId="48754552" sldId="375"/>
            <ac:spMk id="2" creationId="{DFF5929D-78D8-7B86-F61E-C8F4B2B0DC99}"/>
          </ac:spMkLst>
        </pc:spChg>
        <pc:spChg chg="mod ord">
          <ac:chgData name="Yvette Delim" userId="1eb1221e-2905-468b-b6ca-e1e332e3c4b6" providerId="ADAL" clId="{1082ECF1-0B48-4CA1-A8FA-E74BC150AE5E}" dt="2025-05-15T18:27:43.549" v="811" actId="700"/>
          <ac:spMkLst>
            <pc:docMk/>
            <pc:sldMk cId="48754552" sldId="375"/>
            <ac:spMk id="3" creationId="{7BD64495-2CB0-D443-981E-E9D587D2756F}"/>
          </ac:spMkLst>
        </pc:spChg>
        <pc:spChg chg="mod ord">
          <ac:chgData name="Yvette Delim" userId="1eb1221e-2905-468b-b6ca-e1e332e3c4b6" providerId="ADAL" clId="{1082ECF1-0B48-4CA1-A8FA-E74BC150AE5E}" dt="2025-05-15T18:27:43.549" v="811" actId="700"/>
          <ac:spMkLst>
            <pc:docMk/>
            <pc:sldMk cId="48754552" sldId="375"/>
            <ac:spMk id="5" creationId="{8A3883D9-3406-05D5-1A7D-06F6313C2BBE}"/>
          </ac:spMkLst>
        </pc:spChg>
      </pc:sldChg>
      <pc:sldChg chg="addSp delSp modSp add mod">
        <pc:chgData name="Yvette Delim" userId="1eb1221e-2905-468b-b6ca-e1e332e3c4b6" providerId="ADAL" clId="{1082ECF1-0B48-4CA1-A8FA-E74BC150AE5E}" dt="2025-05-15T18:30:54.822" v="831" actId="962"/>
        <pc:sldMkLst>
          <pc:docMk/>
          <pc:sldMk cId="2657114328" sldId="376"/>
        </pc:sldMkLst>
        <pc:picChg chg="add mod">
          <ac:chgData name="Yvette Delim" userId="1eb1221e-2905-468b-b6ca-e1e332e3c4b6" providerId="ADAL" clId="{1082ECF1-0B48-4CA1-A8FA-E74BC150AE5E}" dt="2025-05-15T18:30:54.822" v="831" actId="962"/>
          <ac:picMkLst>
            <pc:docMk/>
            <pc:sldMk cId="2657114328" sldId="376"/>
            <ac:picMk id="9" creationId="{072B0780-FC15-1482-47DD-31CD0AF07503}"/>
          </ac:picMkLst>
        </pc:picChg>
      </pc:sldChg>
      <pc:sldChg chg="addSp delSp modSp add mod modClrScheme chgLayout">
        <pc:chgData name="Yvette Delim" userId="1eb1221e-2905-468b-b6ca-e1e332e3c4b6" providerId="ADAL" clId="{1082ECF1-0B48-4CA1-A8FA-E74BC150AE5E}" dt="2025-05-15T18:34:18.693" v="852" actId="962"/>
        <pc:sldMkLst>
          <pc:docMk/>
          <pc:sldMk cId="1518278133" sldId="377"/>
        </pc:sldMkLst>
        <pc:spChg chg="mod ord">
          <ac:chgData name="Yvette Delim" userId="1eb1221e-2905-468b-b6ca-e1e332e3c4b6" providerId="ADAL" clId="{1082ECF1-0B48-4CA1-A8FA-E74BC150AE5E}" dt="2025-05-15T18:32:13.465" v="837" actId="700"/>
          <ac:spMkLst>
            <pc:docMk/>
            <pc:sldMk cId="1518278133" sldId="377"/>
            <ac:spMk id="4" creationId="{DAEE78D4-B4A6-FD56-6848-7D399030B69D}"/>
          </ac:spMkLst>
        </pc:spChg>
        <pc:spChg chg="add mod ord">
          <ac:chgData name="Yvette Delim" userId="1eb1221e-2905-468b-b6ca-e1e332e3c4b6" providerId="ADAL" clId="{1082ECF1-0B48-4CA1-A8FA-E74BC150AE5E}" dt="2025-05-15T18:33:53.351" v="849" actId="962"/>
          <ac:spMkLst>
            <pc:docMk/>
            <pc:sldMk cId="1518278133" sldId="377"/>
            <ac:spMk id="7" creationId="{C6A5C235-4343-D2A1-663F-913B04B19E5A}"/>
          </ac:spMkLst>
        </pc:spChg>
        <pc:spChg chg="mod ord">
          <ac:chgData name="Yvette Delim" userId="1eb1221e-2905-468b-b6ca-e1e332e3c4b6" providerId="ADAL" clId="{1082ECF1-0B48-4CA1-A8FA-E74BC150AE5E}" dt="2025-05-15T18:32:13.465" v="837" actId="700"/>
          <ac:spMkLst>
            <pc:docMk/>
            <pc:sldMk cId="1518278133" sldId="377"/>
            <ac:spMk id="8" creationId="{0AA89706-208C-1644-6BD1-2C4DA02E1F35}"/>
          </ac:spMkLst>
        </pc:spChg>
        <pc:picChg chg="add mod">
          <ac:chgData name="Yvette Delim" userId="1eb1221e-2905-468b-b6ca-e1e332e3c4b6" providerId="ADAL" clId="{1082ECF1-0B48-4CA1-A8FA-E74BC150AE5E}" dt="2025-05-15T18:34:18.693" v="852" actId="962"/>
          <ac:picMkLst>
            <pc:docMk/>
            <pc:sldMk cId="1518278133" sldId="377"/>
            <ac:picMk id="11" creationId="{F0FD1007-0AAA-7EB0-48C6-03E166E43D1E}"/>
          </ac:picMkLst>
        </pc:picChg>
      </pc:sldChg>
      <pc:sldChg chg="addSp delSp modSp add mod modClrScheme chgLayout">
        <pc:chgData name="Yvette Delim" userId="1eb1221e-2905-468b-b6ca-e1e332e3c4b6" providerId="ADAL" clId="{1082ECF1-0B48-4CA1-A8FA-E74BC150AE5E}" dt="2025-05-15T19:56:33.803" v="1004" actId="962"/>
        <pc:sldMkLst>
          <pc:docMk/>
          <pc:sldMk cId="2102346287" sldId="378"/>
        </pc:sldMkLst>
        <pc:spChg chg="mod ord">
          <ac:chgData name="Yvette Delim" userId="1eb1221e-2905-468b-b6ca-e1e332e3c4b6" providerId="ADAL" clId="{1082ECF1-0B48-4CA1-A8FA-E74BC150AE5E}" dt="2025-05-15T19:10:23.366" v="855" actId="700"/>
          <ac:spMkLst>
            <pc:docMk/>
            <pc:sldMk cId="2102346287" sldId="378"/>
            <ac:spMk id="4" creationId="{25CFE228-7FAC-F8C4-44C6-DEE2C0E819CD}"/>
          </ac:spMkLst>
        </pc:spChg>
        <pc:spChg chg="add mod ord">
          <ac:chgData name="Yvette Delim" userId="1eb1221e-2905-468b-b6ca-e1e332e3c4b6" providerId="ADAL" clId="{1082ECF1-0B48-4CA1-A8FA-E74BC150AE5E}" dt="2025-05-15T19:12:51.825" v="864" actId="962"/>
          <ac:spMkLst>
            <pc:docMk/>
            <pc:sldMk cId="2102346287" sldId="378"/>
            <ac:spMk id="6" creationId="{5BEE6374-BF38-0009-C5C5-2E5A1F0CFC91}"/>
          </ac:spMkLst>
        </pc:spChg>
        <pc:spChg chg="mod ord">
          <ac:chgData name="Yvette Delim" userId="1eb1221e-2905-468b-b6ca-e1e332e3c4b6" providerId="ADAL" clId="{1082ECF1-0B48-4CA1-A8FA-E74BC150AE5E}" dt="2025-05-15T19:10:23.366" v="855" actId="700"/>
          <ac:spMkLst>
            <pc:docMk/>
            <pc:sldMk cId="2102346287" sldId="378"/>
            <ac:spMk id="8" creationId="{C637FFC8-1420-398B-8BC8-BBF27CDF1CB0}"/>
          </ac:spMkLst>
        </pc:spChg>
        <pc:picChg chg="add mod">
          <ac:chgData name="Yvette Delim" userId="1eb1221e-2905-468b-b6ca-e1e332e3c4b6" providerId="ADAL" clId="{1082ECF1-0B48-4CA1-A8FA-E74BC150AE5E}" dt="2025-05-15T19:56:33.803" v="1004" actId="962"/>
          <ac:picMkLst>
            <pc:docMk/>
            <pc:sldMk cId="2102346287" sldId="378"/>
            <ac:picMk id="11" creationId="{EE0A2B21-16D5-2A8A-A68F-D963DC80A23B}"/>
          </ac:picMkLst>
        </pc:picChg>
      </pc:sldChg>
      <pc:sldChg chg="addSp delSp modSp add mod modClrScheme chgLayout">
        <pc:chgData name="Yvette Delim" userId="1eb1221e-2905-468b-b6ca-e1e332e3c4b6" providerId="ADAL" clId="{1082ECF1-0B48-4CA1-A8FA-E74BC150AE5E}" dt="2025-05-15T19:58:29.120" v="1007" actId="962"/>
        <pc:sldMkLst>
          <pc:docMk/>
          <pc:sldMk cId="2928149971" sldId="379"/>
        </pc:sldMkLst>
        <pc:spChg chg="mod ord">
          <ac:chgData name="Yvette Delim" userId="1eb1221e-2905-468b-b6ca-e1e332e3c4b6" providerId="ADAL" clId="{1082ECF1-0B48-4CA1-A8FA-E74BC150AE5E}" dt="2025-05-15T19:15:37.251" v="867" actId="700"/>
          <ac:spMkLst>
            <pc:docMk/>
            <pc:sldMk cId="2928149971" sldId="379"/>
            <ac:spMk id="4" creationId="{AAC4846F-667A-33A9-C388-9BB78BDF22E4}"/>
          </ac:spMkLst>
        </pc:spChg>
        <pc:spChg chg="add mod ord">
          <ac:chgData name="Yvette Delim" userId="1eb1221e-2905-468b-b6ca-e1e332e3c4b6" providerId="ADAL" clId="{1082ECF1-0B48-4CA1-A8FA-E74BC150AE5E}" dt="2025-05-15T19:16:52.871" v="879" actId="962"/>
          <ac:spMkLst>
            <pc:docMk/>
            <pc:sldMk cId="2928149971" sldId="379"/>
            <ac:spMk id="6" creationId="{9C2D9ED4-9F30-93A0-2F79-0328081B0370}"/>
          </ac:spMkLst>
        </pc:spChg>
        <pc:spChg chg="mod ord">
          <ac:chgData name="Yvette Delim" userId="1eb1221e-2905-468b-b6ca-e1e332e3c4b6" providerId="ADAL" clId="{1082ECF1-0B48-4CA1-A8FA-E74BC150AE5E}" dt="2025-05-15T19:15:37.251" v="867" actId="700"/>
          <ac:spMkLst>
            <pc:docMk/>
            <pc:sldMk cId="2928149971" sldId="379"/>
            <ac:spMk id="8" creationId="{5F484977-08E2-7D61-B9D8-34BD4963DDD1}"/>
          </ac:spMkLst>
        </pc:spChg>
        <pc:picChg chg="add mod">
          <ac:chgData name="Yvette Delim" userId="1eb1221e-2905-468b-b6ca-e1e332e3c4b6" providerId="ADAL" clId="{1082ECF1-0B48-4CA1-A8FA-E74BC150AE5E}" dt="2025-05-15T19:58:29.120" v="1007" actId="962"/>
          <ac:picMkLst>
            <pc:docMk/>
            <pc:sldMk cId="2928149971" sldId="379"/>
            <ac:picMk id="10" creationId="{78BB300C-6959-A3BC-91FF-307458AF3F74}"/>
          </ac:picMkLst>
        </pc:picChg>
      </pc:sldChg>
      <pc:sldChg chg="addSp delSp modSp add mod modClrScheme chgLayout">
        <pc:chgData name="Yvette Delim" userId="1eb1221e-2905-468b-b6ca-e1e332e3c4b6" providerId="ADAL" clId="{1082ECF1-0B48-4CA1-A8FA-E74BC150AE5E}" dt="2025-05-15T19:58:52.355" v="1008" actId="6549"/>
        <pc:sldMkLst>
          <pc:docMk/>
          <pc:sldMk cId="706576362" sldId="380"/>
        </pc:sldMkLst>
      </pc:sldChg>
      <pc:sldChg chg="addSp delSp modSp add mod modClrScheme chgLayout">
        <pc:chgData name="Yvette Delim" userId="1eb1221e-2905-468b-b6ca-e1e332e3c4b6" providerId="ADAL" clId="{1082ECF1-0B48-4CA1-A8FA-E74BC150AE5E}" dt="2025-05-15T19:25:08.068" v="939" actId="962"/>
        <pc:sldMkLst>
          <pc:docMk/>
          <pc:sldMk cId="523698823" sldId="381"/>
        </pc:sldMkLst>
        <pc:spChg chg="mod ord">
          <ac:chgData name="Yvette Delim" userId="1eb1221e-2905-468b-b6ca-e1e332e3c4b6" providerId="ADAL" clId="{1082ECF1-0B48-4CA1-A8FA-E74BC150AE5E}" dt="2025-05-15T19:22:33.453" v="913" actId="700"/>
          <ac:spMkLst>
            <pc:docMk/>
            <pc:sldMk cId="523698823" sldId="381"/>
            <ac:spMk id="4" creationId="{DF89FF7F-128C-3C00-FD2C-4A45FF62A942}"/>
          </ac:spMkLst>
        </pc:spChg>
        <pc:spChg chg="add del mod ord">
          <ac:chgData name="Yvette Delim" userId="1eb1221e-2905-468b-b6ca-e1e332e3c4b6" providerId="ADAL" clId="{1082ECF1-0B48-4CA1-A8FA-E74BC150AE5E}" dt="2025-05-15T19:23:26.442" v="925" actId="20577"/>
          <ac:spMkLst>
            <pc:docMk/>
            <pc:sldMk cId="523698823" sldId="381"/>
            <ac:spMk id="6" creationId="{C3686423-23D5-2CD0-4EF6-B36CD1FF8FE3}"/>
          </ac:spMkLst>
        </pc:spChg>
        <pc:spChg chg="mod ord">
          <ac:chgData name="Yvette Delim" userId="1eb1221e-2905-468b-b6ca-e1e332e3c4b6" providerId="ADAL" clId="{1082ECF1-0B48-4CA1-A8FA-E74BC150AE5E}" dt="2025-05-15T19:22:33.453" v="913" actId="700"/>
          <ac:spMkLst>
            <pc:docMk/>
            <pc:sldMk cId="523698823" sldId="381"/>
            <ac:spMk id="8" creationId="{CE800F6E-87DF-3FA9-3E93-204DDC0D2DC1}"/>
          </ac:spMkLst>
        </pc:spChg>
        <pc:picChg chg="add mod">
          <ac:chgData name="Yvette Delim" userId="1eb1221e-2905-468b-b6ca-e1e332e3c4b6" providerId="ADAL" clId="{1082ECF1-0B48-4CA1-A8FA-E74BC150AE5E}" dt="2025-05-15T19:25:08.068" v="939" actId="962"/>
          <ac:picMkLst>
            <pc:docMk/>
            <pc:sldMk cId="523698823" sldId="381"/>
            <ac:picMk id="10" creationId="{5CEF4ED4-5BCE-0F8C-C7A8-80D81AA78E1A}"/>
          </ac:picMkLst>
        </pc:picChg>
      </pc:sldChg>
      <pc:sldChg chg="addSp delSp modSp add mod modClrScheme chgLayout">
        <pc:chgData name="Yvette Delim" userId="1eb1221e-2905-468b-b6ca-e1e332e3c4b6" providerId="ADAL" clId="{1082ECF1-0B48-4CA1-A8FA-E74BC150AE5E}" dt="2025-05-15T20:00:10.007" v="1010" actId="6264"/>
        <pc:sldMkLst>
          <pc:docMk/>
          <pc:sldMk cId="2515059146" sldId="382"/>
        </pc:sldMkLst>
        <pc:spChg chg="add mod ord">
          <ac:chgData name="Yvette Delim" userId="1eb1221e-2905-468b-b6ca-e1e332e3c4b6" providerId="ADAL" clId="{1082ECF1-0B48-4CA1-A8FA-E74BC150AE5E}" dt="2025-05-15T20:00:10.007" v="1010" actId="6264"/>
          <ac:spMkLst>
            <pc:docMk/>
            <pc:sldMk cId="2515059146" sldId="382"/>
            <ac:spMk id="2" creationId="{E0DAC624-80EB-A061-3F35-556C6B283ED7}"/>
          </ac:spMkLst>
        </pc:spChg>
        <pc:spChg chg="mod ord">
          <ac:chgData name="Yvette Delim" userId="1eb1221e-2905-468b-b6ca-e1e332e3c4b6" providerId="ADAL" clId="{1082ECF1-0B48-4CA1-A8FA-E74BC150AE5E}" dt="2025-05-15T20:00:10.007" v="1010" actId="6264"/>
          <ac:spMkLst>
            <pc:docMk/>
            <pc:sldMk cId="2515059146" sldId="382"/>
            <ac:spMk id="4" creationId="{69B68B04-A9C4-226F-5565-E41DD638DE05}"/>
          </ac:spMkLst>
        </pc:spChg>
        <pc:spChg chg="mod ord">
          <ac:chgData name="Yvette Delim" userId="1eb1221e-2905-468b-b6ca-e1e332e3c4b6" providerId="ADAL" clId="{1082ECF1-0B48-4CA1-A8FA-E74BC150AE5E}" dt="2025-05-15T20:00:10.007" v="1010" actId="6264"/>
          <ac:spMkLst>
            <pc:docMk/>
            <pc:sldMk cId="2515059146" sldId="382"/>
            <ac:spMk id="8" creationId="{2DE3209D-039F-1C4C-834F-A163A2397729}"/>
          </ac:spMkLst>
        </pc:spChg>
        <pc:picChg chg="add mod ord">
          <ac:chgData name="Yvette Delim" userId="1eb1221e-2905-468b-b6ca-e1e332e3c4b6" providerId="ADAL" clId="{1082ECF1-0B48-4CA1-A8FA-E74BC150AE5E}" dt="2025-05-15T20:00:10.007" v="1010" actId="6264"/>
          <ac:picMkLst>
            <pc:docMk/>
            <pc:sldMk cId="2515059146" sldId="382"/>
            <ac:picMk id="7" creationId="{E7D1242A-DBF6-4E8F-9983-E5741ED4F112}"/>
          </ac:picMkLst>
        </pc:picChg>
      </pc:sldChg>
    </pc:docChg>
  </pc:docChgLst>
  <pc:docChgLst>
    <pc:chgData name="Jules Mancini" userId="S::jmancini@comptia.global::4ef8f4fd-9280-4856-883a-0ebf05603c1f" providerId="AD" clId="Web-{9155EDB8-E568-1E34-CC3E-1EC5640028B1}"/>
    <pc:docChg chg="modSld">
      <pc:chgData name="Jules Mancini" userId="S::jmancini@comptia.global::4ef8f4fd-9280-4856-883a-0ebf05603c1f" providerId="AD" clId="Web-{9155EDB8-E568-1E34-CC3E-1EC5640028B1}" dt="2025-06-09T23:33:24.442" v="1" actId="14100"/>
      <pc:docMkLst>
        <pc:docMk/>
      </pc:docMkLst>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pChg chg="mod ord">
          <ac:chgData name="Yvette Delim" userId="1eb1221e-2905-468b-b6ca-e1e332e3c4b6" providerId="ADAL" clId="{D6B9B1E0-642D-4D7B-AFA0-008ADE2C67F0}" dt="2025-05-09T17:18:13.676" v="3158" actId="27636"/>
          <ac:spMkLst>
            <pc:docMk/>
            <pc:sldMk cId="151209867" sldId="303"/>
            <ac:spMk id="3" creationId="{8F7C9257-937C-566E-95AE-634283098A93}"/>
          </ac:spMkLst>
        </pc:spChg>
        <pc:spChg chg="mod ord">
          <ac:chgData name="Yvette Delim" userId="1eb1221e-2905-468b-b6ca-e1e332e3c4b6" providerId="ADAL" clId="{D6B9B1E0-642D-4D7B-AFA0-008ADE2C67F0}" dt="2025-05-07T15:34:59.448" v="1340" actId="700"/>
          <ac:spMkLst>
            <pc:docMk/>
            <pc:sldMk cId="151209867" sldId="303"/>
            <ac:spMk id="4" creationId="{630DE62F-26D1-41C8-B0B4-F23A4F8ACF2A}"/>
          </ac:spMkLst>
        </pc:spChg>
        <pc:spChg chg="add mod ord">
          <ac:chgData name="Yvette Delim" userId="1eb1221e-2905-468b-b6ca-e1e332e3c4b6" providerId="ADAL" clId="{D6B9B1E0-642D-4D7B-AFA0-008ADE2C67F0}" dt="2025-05-07T15:34:59.448" v="1340" actId="700"/>
          <ac:spMkLst>
            <pc:docMk/>
            <pc:sldMk cId="151209867" sldId="303"/>
            <ac:spMk id="8" creationId="{501CE3C2-0593-BD93-7B6A-6053F7A7BD26}"/>
          </ac:spMkLst>
        </pc:spChg>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y Glidewell" userId="095a4851-014c-47ed-bf1b-0c4b57406e94" providerId="ADAL" clId="{8B15B040-A8CA-4F85-80FF-BD4CA4FCFBDC}"/>
    <pc:docChg chg="custSel addSld modSld">
      <pc:chgData name="Amy Glidewell" userId="095a4851-014c-47ed-bf1b-0c4b57406e94" providerId="ADAL" clId="{8B15B040-A8CA-4F85-80FF-BD4CA4FCFBDC}" dt="2025-06-16T21:18:49.879" v="620" actId="20577"/>
      <pc:docMkLst>
        <pc:docMk/>
      </pc:docMkLst>
      <pc:sldChg chg="modNotesTx">
        <pc:chgData name="Amy Glidewell" userId="095a4851-014c-47ed-bf1b-0c4b57406e94" providerId="ADAL" clId="{8B15B040-A8CA-4F85-80FF-BD4CA4FCFBDC}" dt="2025-06-16T20:10:53.930" v="0" actId="2711"/>
        <pc:sldMkLst>
          <pc:docMk/>
          <pc:sldMk cId="2349293421" sldId="302"/>
        </pc:sldMkLst>
      </pc:sldChg>
      <pc:sldChg chg="modSp mod">
        <pc:chgData name="Amy Glidewell" userId="095a4851-014c-47ed-bf1b-0c4b57406e94" providerId="ADAL" clId="{8B15B040-A8CA-4F85-80FF-BD4CA4FCFBDC}" dt="2025-06-16T20:11:36.386" v="1" actId="207"/>
        <pc:sldMkLst>
          <pc:docMk/>
          <pc:sldMk cId="151209867" sldId="303"/>
        </pc:sldMkLst>
        <pc:spChg chg="mod">
          <ac:chgData name="Amy Glidewell" userId="095a4851-014c-47ed-bf1b-0c4b57406e94" providerId="ADAL" clId="{8B15B040-A8CA-4F85-80FF-BD4CA4FCFBDC}" dt="2025-06-16T20:11:36.386" v="1" actId="207"/>
          <ac:spMkLst>
            <pc:docMk/>
            <pc:sldMk cId="151209867" sldId="303"/>
            <ac:spMk id="8" creationId="{501CE3C2-0593-BD93-7B6A-6053F7A7BD26}"/>
          </ac:spMkLst>
        </pc:spChg>
      </pc:sldChg>
      <pc:sldChg chg="modSp mod modNotesTx">
        <pc:chgData name="Amy Glidewell" userId="095a4851-014c-47ed-bf1b-0c4b57406e94" providerId="ADAL" clId="{8B15B040-A8CA-4F85-80FF-BD4CA4FCFBDC}" dt="2025-06-16T21:18:20.668" v="616" actId="313"/>
        <pc:sldMkLst>
          <pc:docMk/>
          <pc:sldMk cId="1878458843" sldId="309"/>
        </pc:sldMkLst>
        <pc:spChg chg="mod">
          <ac:chgData name="Amy Glidewell" userId="095a4851-014c-47ed-bf1b-0c4b57406e94" providerId="ADAL" clId="{8B15B040-A8CA-4F85-80FF-BD4CA4FCFBDC}" dt="2025-06-16T20:48:46.908" v="223" actId="14100"/>
          <ac:spMkLst>
            <pc:docMk/>
            <pc:sldMk cId="1878458843" sldId="309"/>
            <ac:spMk id="2" creationId="{CC05FF38-6BD6-38E2-A21F-D565CE8948E1}"/>
          </ac:spMkLst>
        </pc:spChg>
      </pc:sldChg>
      <pc:sldChg chg="delSp modSp mod">
        <pc:chgData name="Amy Glidewell" userId="095a4851-014c-47ed-bf1b-0c4b57406e94" providerId="ADAL" clId="{8B15B040-A8CA-4F85-80FF-BD4CA4FCFBDC}" dt="2025-06-16T21:07:59.146" v="537" actId="478"/>
        <pc:sldMkLst>
          <pc:docMk/>
          <pc:sldMk cId="1169523784" sldId="310"/>
        </pc:sldMkLst>
        <pc:spChg chg="del">
          <ac:chgData name="Amy Glidewell" userId="095a4851-014c-47ed-bf1b-0c4b57406e94" providerId="ADAL" clId="{8B15B040-A8CA-4F85-80FF-BD4CA4FCFBDC}" dt="2025-06-16T21:07:59.146" v="537" actId="478"/>
          <ac:spMkLst>
            <pc:docMk/>
            <pc:sldMk cId="1169523784" sldId="310"/>
            <ac:spMk id="6" creationId="{3C0612D9-C194-4AAA-77F9-DEFDA67D5BA4}"/>
          </ac:spMkLst>
        </pc:spChg>
        <pc:spChg chg="mod">
          <ac:chgData name="Amy Glidewell" userId="095a4851-014c-47ed-bf1b-0c4b57406e94" providerId="ADAL" clId="{8B15B040-A8CA-4F85-80FF-BD4CA4FCFBDC}" dt="2025-06-16T20:46:55.943" v="199" actId="20577"/>
          <ac:spMkLst>
            <pc:docMk/>
            <pc:sldMk cId="1169523784" sldId="310"/>
            <ac:spMk id="8" creationId="{97B1D7C6-6A50-5E9C-3F50-A9E46AEF1132}"/>
          </ac:spMkLst>
        </pc:spChg>
      </pc:sldChg>
      <pc:sldChg chg="modNotesTx">
        <pc:chgData name="Amy Glidewell" userId="095a4851-014c-47ed-bf1b-0c4b57406e94" providerId="ADAL" clId="{8B15B040-A8CA-4F85-80FF-BD4CA4FCFBDC}" dt="2025-06-16T21:09:12.112" v="538" actId="2711"/>
        <pc:sldMkLst>
          <pc:docMk/>
          <pc:sldMk cId="3430783995" sldId="314"/>
        </pc:sldMkLst>
      </pc:sldChg>
      <pc:sldChg chg="modNotesTx">
        <pc:chgData name="Amy Glidewell" userId="095a4851-014c-47ed-bf1b-0c4b57406e94" providerId="ADAL" clId="{8B15B040-A8CA-4F85-80FF-BD4CA4FCFBDC}" dt="2025-06-16T21:18:24.107" v="618" actId="313"/>
        <pc:sldMkLst>
          <pc:docMk/>
          <pc:sldMk cId="3951521677" sldId="316"/>
        </pc:sldMkLst>
      </pc:sldChg>
      <pc:sldChg chg="delSp mod">
        <pc:chgData name="Amy Glidewell" userId="095a4851-014c-47ed-bf1b-0c4b57406e94" providerId="ADAL" clId="{8B15B040-A8CA-4F85-80FF-BD4CA4FCFBDC}" dt="2025-06-16T21:07:49.455" v="536" actId="478"/>
        <pc:sldMkLst>
          <pc:docMk/>
          <pc:sldMk cId="3769993045" sldId="317"/>
        </pc:sldMkLst>
        <pc:spChg chg="del">
          <ac:chgData name="Amy Glidewell" userId="095a4851-014c-47ed-bf1b-0c4b57406e94" providerId="ADAL" clId="{8B15B040-A8CA-4F85-80FF-BD4CA4FCFBDC}" dt="2025-06-16T21:07:49.455" v="536" actId="478"/>
          <ac:spMkLst>
            <pc:docMk/>
            <pc:sldMk cId="3769993045" sldId="317"/>
            <ac:spMk id="6" creationId="{7008706F-1520-ED24-8782-81EE90A55587}"/>
          </ac:spMkLst>
        </pc:spChg>
      </pc:sldChg>
      <pc:sldChg chg="modNotesTx">
        <pc:chgData name="Amy Glidewell" userId="095a4851-014c-47ed-bf1b-0c4b57406e94" providerId="ADAL" clId="{8B15B040-A8CA-4F85-80FF-BD4CA4FCFBDC}" dt="2025-06-16T21:18:25.287" v="619" actId="313"/>
        <pc:sldMkLst>
          <pc:docMk/>
          <pc:sldMk cId="847759030" sldId="318"/>
        </pc:sldMkLst>
      </pc:sldChg>
      <pc:sldChg chg="delSp modSp mod">
        <pc:chgData name="Amy Glidewell" userId="095a4851-014c-47ed-bf1b-0c4b57406e94" providerId="ADAL" clId="{8B15B040-A8CA-4F85-80FF-BD4CA4FCFBDC}" dt="2025-06-16T21:11:12.115" v="568" actId="20577"/>
        <pc:sldMkLst>
          <pc:docMk/>
          <pc:sldMk cId="2335508615" sldId="319"/>
        </pc:sldMkLst>
        <pc:spChg chg="mod">
          <ac:chgData name="Amy Glidewell" userId="095a4851-014c-47ed-bf1b-0c4b57406e94" providerId="ADAL" clId="{8B15B040-A8CA-4F85-80FF-BD4CA4FCFBDC}" dt="2025-06-16T21:11:12.115" v="568" actId="20577"/>
          <ac:spMkLst>
            <pc:docMk/>
            <pc:sldMk cId="2335508615" sldId="319"/>
            <ac:spMk id="3" creationId="{89735578-F1B2-8231-3B78-B9FD99FE927E}"/>
          </ac:spMkLst>
        </pc:spChg>
        <pc:spChg chg="del">
          <ac:chgData name="Amy Glidewell" userId="095a4851-014c-47ed-bf1b-0c4b57406e94" providerId="ADAL" clId="{8B15B040-A8CA-4F85-80FF-BD4CA4FCFBDC}" dt="2025-06-16T21:10:48.067" v="548" actId="478"/>
          <ac:spMkLst>
            <pc:docMk/>
            <pc:sldMk cId="2335508615" sldId="319"/>
            <ac:spMk id="5" creationId="{93678B84-50C8-EFE7-6C84-EAAD1ED02C45}"/>
          </ac:spMkLst>
        </pc:spChg>
      </pc:sldChg>
      <pc:sldChg chg="modNotesTx">
        <pc:chgData name="Amy Glidewell" userId="095a4851-014c-47ed-bf1b-0c4b57406e94" providerId="ADAL" clId="{8B15B040-A8CA-4F85-80FF-BD4CA4FCFBDC}" dt="2025-06-16T21:18:19.195" v="615" actId="313"/>
        <pc:sldMkLst>
          <pc:docMk/>
          <pc:sldMk cId="1941148905" sldId="320"/>
        </pc:sldMkLst>
      </pc:sldChg>
      <pc:sldChg chg="delSp mod">
        <pc:chgData name="Amy Glidewell" userId="095a4851-014c-47ed-bf1b-0c4b57406e94" providerId="ADAL" clId="{8B15B040-A8CA-4F85-80FF-BD4CA4FCFBDC}" dt="2025-06-16T21:17:43.274" v="614" actId="478"/>
        <pc:sldMkLst>
          <pc:docMk/>
          <pc:sldMk cId="267132962" sldId="321"/>
        </pc:sldMkLst>
        <pc:spChg chg="del">
          <ac:chgData name="Amy Glidewell" userId="095a4851-014c-47ed-bf1b-0c4b57406e94" providerId="ADAL" clId="{8B15B040-A8CA-4F85-80FF-BD4CA4FCFBDC}" dt="2025-06-16T21:17:43.274" v="614" actId="478"/>
          <ac:spMkLst>
            <pc:docMk/>
            <pc:sldMk cId="267132962" sldId="321"/>
            <ac:spMk id="5" creationId="{F116653E-7D56-2C33-0C88-AF772B58394B}"/>
          </ac:spMkLst>
        </pc:spChg>
      </pc:sldChg>
      <pc:sldChg chg="modSp mod modNotesTx">
        <pc:chgData name="Amy Glidewell" userId="095a4851-014c-47ed-bf1b-0c4b57406e94" providerId="ADAL" clId="{8B15B040-A8CA-4F85-80FF-BD4CA4FCFBDC}" dt="2025-06-16T20:44:00.692" v="165" actId="20577"/>
        <pc:sldMkLst>
          <pc:docMk/>
          <pc:sldMk cId="2699131684" sldId="322"/>
        </pc:sldMkLst>
        <pc:spChg chg="mod">
          <ac:chgData name="Amy Glidewell" userId="095a4851-014c-47ed-bf1b-0c4b57406e94" providerId="ADAL" clId="{8B15B040-A8CA-4F85-80FF-BD4CA4FCFBDC}" dt="2025-06-16T20:27:45.777" v="4" actId="20577"/>
          <ac:spMkLst>
            <pc:docMk/>
            <pc:sldMk cId="2699131684" sldId="322"/>
            <ac:spMk id="3" creationId="{AB0257A5-4F95-A433-62D8-6359A12BBD05}"/>
          </ac:spMkLst>
        </pc:spChg>
      </pc:sldChg>
      <pc:sldChg chg="modSp mod">
        <pc:chgData name="Amy Glidewell" userId="095a4851-014c-47ed-bf1b-0c4b57406e94" providerId="ADAL" clId="{8B15B040-A8CA-4F85-80FF-BD4CA4FCFBDC}" dt="2025-06-16T20:12:43.290" v="2" actId="207"/>
        <pc:sldMkLst>
          <pc:docMk/>
          <pc:sldMk cId="4071435961" sldId="326"/>
        </pc:sldMkLst>
        <pc:spChg chg="mod">
          <ac:chgData name="Amy Glidewell" userId="095a4851-014c-47ed-bf1b-0c4b57406e94" providerId="ADAL" clId="{8B15B040-A8CA-4F85-80FF-BD4CA4FCFBDC}" dt="2025-06-16T20:12:43.290" v="2" actId="207"/>
          <ac:spMkLst>
            <pc:docMk/>
            <pc:sldMk cId="4071435961" sldId="326"/>
            <ac:spMk id="8" creationId="{2E3A1232-61F0-AC95-9614-83B9DBC63B2E}"/>
          </ac:spMkLst>
        </pc:spChg>
      </pc:sldChg>
      <pc:sldChg chg="modSp mod">
        <pc:chgData name="Amy Glidewell" userId="095a4851-014c-47ed-bf1b-0c4b57406e94" providerId="ADAL" clId="{8B15B040-A8CA-4F85-80FF-BD4CA4FCFBDC}" dt="2025-06-16T20:38:17.693" v="7" actId="1036"/>
        <pc:sldMkLst>
          <pc:docMk/>
          <pc:sldMk cId="2225933043" sldId="327"/>
        </pc:sldMkLst>
        <pc:spChg chg="mod">
          <ac:chgData name="Amy Glidewell" userId="095a4851-014c-47ed-bf1b-0c4b57406e94" providerId="ADAL" clId="{8B15B040-A8CA-4F85-80FF-BD4CA4FCFBDC}" dt="2025-06-16T20:38:17.693" v="7" actId="1036"/>
          <ac:spMkLst>
            <pc:docMk/>
            <pc:sldMk cId="2225933043" sldId="327"/>
            <ac:spMk id="3" creationId="{9F3F1582-0F3B-EBF7-ABAB-8ECDDE19B704}"/>
          </ac:spMkLst>
        </pc:spChg>
      </pc:sldChg>
      <pc:sldChg chg="modSp mod">
        <pc:chgData name="Amy Glidewell" userId="095a4851-014c-47ed-bf1b-0c4b57406e94" providerId="ADAL" clId="{8B15B040-A8CA-4F85-80FF-BD4CA4FCFBDC}" dt="2025-06-16T20:42:05.486" v="41" actId="20577"/>
        <pc:sldMkLst>
          <pc:docMk/>
          <pc:sldMk cId="4174007637" sldId="332"/>
        </pc:sldMkLst>
        <pc:spChg chg="mod">
          <ac:chgData name="Amy Glidewell" userId="095a4851-014c-47ed-bf1b-0c4b57406e94" providerId="ADAL" clId="{8B15B040-A8CA-4F85-80FF-BD4CA4FCFBDC}" dt="2025-06-16T20:42:05.486" v="41" actId="20577"/>
          <ac:spMkLst>
            <pc:docMk/>
            <pc:sldMk cId="4174007637" sldId="332"/>
            <ac:spMk id="3" creationId="{C1EE6021-62A3-86BD-C13E-9FFF5CD6C88F}"/>
          </ac:spMkLst>
        </pc:spChg>
      </pc:sldChg>
      <pc:sldChg chg="modNotesTx">
        <pc:chgData name="Amy Glidewell" userId="095a4851-014c-47ed-bf1b-0c4b57406e94" providerId="ADAL" clId="{8B15B040-A8CA-4F85-80FF-BD4CA4FCFBDC}" dt="2025-06-16T20:49:58.484" v="224" actId="20577"/>
        <pc:sldMkLst>
          <pc:docMk/>
          <pc:sldMk cId="3213740917" sldId="335"/>
        </pc:sldMkLst>
      </pc:sldChg>
      <pc:sldChg chg="modSp mod">
        <pc:chgData name="Amy Glidewell" userId="095a4851-014c-47ed-bf1b-0c4b57406e94" providerId="ADAL" clId="{8B15B040-A8CA-4F85-80FF-BD4CA4FCFBDC}" dt="2025-06-16T20:55:58.910" v="281" actId="27636"/>
        <pc:sldMkLst>
          <pc:docMk/>
          <pc:sldMk cId="1542238558" sldId="336"/>
        </pc:sldMkLst>
        <pc:spChg chg="mod">
          <ac:chgData name="Amy Glidewell" userId="095a4851-014c-47ed-bf1b-0c4b57406e94" providerId="ADAL" clId="{8B15B040-A8CA-4F85-80FF-BD4CA4FCFBDC}" dt="2025-06-16T20:55:58.910" v="281" actId="27636"/>
          <ac:spMkLst>
            <pc:docMk/>
            <pc:sldMk cId="1542238558" sldId="336"/>
            <ac:spMk id="3" creationId="{B874E2C3-AA2A-27DD-05CD-DDDFD444C2B4}"/>
          </ac:spMkLst>
        </pc:spChg>
        <pc:spChg chg="mod">
          <ac:chgData name="Amy Glidewell" userId="095a4851-014c-47ed-bf1b-0c4b57406e94" providerId="ADAL" clId="{8B15B040-A8CA-4F85-80FF-BD4CA4FCFBDC}" dt="2025-06-16T20:55:46.697" v="279" actId="20577"/>
          <ac:spMkLst>
            <pc:docMk/>
            <pc:sldMk cId="1542238558" sldId="336"/>
            <ac:spMk id="8" creationId="{9E9075F7-E396-BDA5-D5D9-F471488F3BC6}"/>
          </ac:spMkLst>
        </pc:spChg>
      </pc:sldChg>
      <pc:sldChg chg="modSp mod">
        <pc:chgData name="Amy Glidewell" userId="095a4851-014c-47ed-bf1b-0c4b57406e94" providerId="ADAL" clId="{8B15B040-A8CA-4F85-80FF-BD4CA4FCFBDC}" dt="2025-06-16T21:02:19.922" v="480" actId="20577"/>
        <pc:sldMkLst>
          <pc:docMk/>
          <pc:sldMk cId="2803408046" sldId="338"/>
        </pc:sldMkLst>
        <pc:spChg chg="mod">
          <ac:chgData name="Amy Glidewell" userId="095a4851-014c-47ed-bf1b-0c4b57406e94" providerId="ADAL" clId="{8B15B040-A8CA-4F85-80FF-BD4CA4FCFBDC}" dt="2025-06-16T21:02:19.922" v="480" actId="20577"/>
          <ac:spMkLst>
            <pc:docMk/>
            <pc:sldMk cId="2803408046" sldId="338"/>
            <ac:spMk id="3" creationId="{841F5AA0-D055-1DB3-1AB4-484FFD56D1B4}"/>
          </ac:spMkLst>
        </pc:spChg>
      </pc:sldChg>
      <pc:sldChg chg="modSp mod">
        <pc:chgData name="Amy Glidewell" userId="095a4851-014c-47ed-bf1b-0c4b57406e94" providerId="ADAL" clId="{8B15B040-A8CA-4F85-80FF-BD4CA4FCFBDC}" dt="2025-06-16T21:02:54.473" v="484" actId="20577"/>
        <pc:sldMkLst>
          <pc:docMk/>
          <pc:sldMk cId="309824262" sldId="339"/>
        </pc:sldMkLst>
        <pc:spChg chg="mod">
          <ac:chgData name="Amy Glidewell" userId="095a4851-014c-47ed-bf1b-0c4b57406e94" providerId="ADAL" clId="{8B15B040-A8CA-4F85-80FF-BD4CA4FCFBDC}" dt="2025-06-16T21:02:54.473" v="484" actId="20577"/>
          <ac:spMkLst>
            <pc:docMk/>
            <pc:sldMk cId="309824262" sldId="339"/>
            <ac:spMk id="3" creationId="{C43A0715-8D7E-183B-6CD3-245C8B64310A}"/>
          </ac:spMkLst>
        </pc:spChg>
      </pc:sldChg>
      <pc:sldChg chg="modNotesTx">
        <pc:chgData name="Amy Glidewell" userId="095a4851-014c-47ed-bf1b-0c4b57406e94" providerId="ADAL" clId="{8B15B040-A8CA-4F85-80FF-BD4CA4FCFBDC}" dt="2025-06-16T21:18:22.657" v="617" actId="313"/>
        <pc:sldMkLst>
          <pc:docMk/>
          <pc:sldMk cId="3681991748" sldId="342"/>
        </pc:sldMkLst>
      </pc:sldChg>
      <pc:sldChg chg="modSp mod">
        <pc:chgData name="Amy Glidewell" userId="095a4851-014c-47ed-bf1b-0c4b57406e94" providerId="ADAL" clId="{8B15B040-A8CA-4F85-80FF-BD4CA4FCFBDC}" dt="2025-06-16T21:18:49.879" v="620" actId="20577"/>
        <pc:sldMkLst>
          <pc:docMk/>
          <pc:sldMk cId="199004317" sldId="343"/>
        </pc:sldMkLst>
        <pc:spChg chg="mod">
          <ac:chgData name="Amy Glidewell" userId="095a4851-014c-47ed-bf1b-0c4b57406e94" providerId="ADAL" clId="{8B15B040-A8CA-4F85-80FF-BD4CA4FCFBDC}" dt="2025-06-16T21:18:49.879" v="620" actId="20577"/>
          <ac:spMkLst>
            <pc:docMk/>
            <pc:sldMk cId="199004317" sldId="343"/>
            <ac:spMk id="3" creationId="{092200D6-FEE3-2D03-7D93-EC95B496F60B}"/>
          </ac:spMkLst>
        </pc:spChg>
      </pc:sldChg>
      <pc:sldChg chg="addSp modSp mod">
        <pc:chgData name="Amy Glidewell" userId="095a4851-014c-47ed-bf1b-0c4b57406e94" providerId="ADAL" clId="{8B15B040-A8CA-4F85-80FF-BD4CA4FCFBDC}" dt="2025-06-16T21:15:30.761" v="591" actId="14100"/>
        <pc:sldMkLst>
          <pc:docMk/>
          <pc:sldMk cId="1880643422" sldId="347"/>
        </pc:sldMkLst>
        <pc:spChg chg="mod">
          <ac:chgData name="Amy Glidewell" userId="095a4851-014c-47ed-bf1b-0c4b57406e94" providerId="ADAL" clId="{8B15B040-A8CA-4F85-80FF-BD4CA4FCFBDC}" dt="2025-06-16T21:14:35.923" v="577" actId="14100"/>
          <ac:spMkLst>
            <pc:docMk/>
            <pc:sldMk cId="1880643422" sldId="347"/>
            <ac:spMk id="3" creationId="{38F639D1-4060-DD3B-9A66-FC0C0D028C3D}"/>
          </ac:spMkLst>
        </pc:spChg>
        <pc:spChg chg="add mod">
          <ac:chgData name="Amy Glidewell" userId="095a4851-014c-47ed-bf1b-0c4b57406e94" providerId="ADAL" clId="{8B15B040-A8CA-4F85-80FF-BD4CA4FCFBDC}" dt="2025-06-16T21:15:30.761" v="591" actId="14100"/>
          <ac:spMkLst>
            <pc:docMk/>
            <pc:sldMk cId="1880643422" sldId="347"/>
            <ac:spMk id="6" creationId="{E313ED7B-39B0-63E9-3F66-353F1F7B30B6}"/>
          </ac:spMkLst>
        </pc:spChg>
        <pc:picChg chg="add mod">
          <ac:chgData name="Amy Glidewell" userId="095a4851-014c-47ed-bf1b-0c4b57406e94" providerId="ADAL" clId="{8B15B040-A8CA-4F85-80FF-BD4CA4FCFBDC}" dt="2025-06-16T21:14:58.084" v="580" actId="962"/>
          <ac:picMkLst>
            <pc:docMk/>
            <pc:sldMk cId="1880643422" sldId="347"/>
            <ac:picMk id="5" creationId="{51C23D5B-5D6D-B07D-670C-48F4BDBD9C83}"/>
          </ac:picMkLst>
        </pc:picChg>
      </pc:sldChg>
      <pc:sldChg chg="modSp mod">
        <pc:chgData name="Amy Glidewell" userId="095a4851-014c-47ed-bf1b-0c4b57406e94" providerId="ADAL" clId="{8B15B040-A8CA-4F85-80FF-BD4CA4FCFBDC}" dt="2025-06-16T21:15:57.427" v="592" actId="20577"/>
        <pc:sldMkLst>
          <pc:docMk/>
          <pc:sldMk cId="3523353672" sldId="348"/>
        </pc:sldMkLst>
        <pc:spChg chg="mod">
          <ac:chgData name="Amy Glidewell" userId="095a4851-014c-47ed-bf1b-0c4b57406e94" providerId="ADAL" clId="{8B15B040-A8CA-4F85-80FF-BD4CA4FCFBDC}" dt="2025-06-16T21:15:57.427" v="592" actId="20577"/>
          <ac:spMkLst>
            <pc:docMk/>
            <pc:sldMk cId="3523353672" sldId="348"/>
            <ac:spMk id="3" creationId="{484280AD-087C-9588-18F2-D7FB933BCCBC}"/>
          </ac:spMkLst>
        </pc:spChg>
      </pc:sldChg>
      <pc:sldChg chg="modSp mod">
        <pc:chgData name="Amy Glidewell" userId="095a4851-014c-47ed-bf1b-0c4b57406e94" providerId="ADAL" clId="{8B15B040-A8CA-4F85-80FF-BD4CA4FCFBDC}" dt="2025-06-16T20:25:52.184" v="3" actId="1076"/>
        <pc:sldMkLst>
          <pc:docMk/>
          <pc:sldMk cId="16070478" sldId="354"/>
        </pc:sldMkLst>
        <pc:spChg chg="mod">
          <ac:chgData name="Amy Glidewell" userId="095a4851-014c-47ed-bf1b-0c4b57406e94" providerId="ADAL" clId="{8B15B040-A8CA-4F85-80FF-BD4CA4FCFBDC}" dt="2025-06-16T20:25:52.184" v="3" actId="1076"/>
          <ac:spMkLst>
            <pc:docMk/>
            <pc:sldMk cId="16070478" sldId="354"/>
            <ac:spMk id="4" creationId="{C088E665-9634-E8FF-D34A-035BCF088674}"/>
          </ac:spMkLst>
        </pc:spChg>
      </pc:sldChg>
      <pc:sldChg chg="modSp mod">
        <pc:chgData name="Amy Glidewell" userId="095a4851-014c-47ed-bf1b-0c4b57406e94" providerId="ADAL" clId="{8B15B040-A8CA-4F85-80FF-BD4CA4FCFBDC}" dt="2025-06-16T20:39:28.819" v="14" actId="2085"/>
        <pc:sldMkLst>
          <pc:docMk/>
          <pc:sldMk cId="2299201959" sldId="357"/>
        </pc:sldMkLst>
        <pc:picChg chg="mod">
          <ac:chgData name="Amy Glidewell" userId="095a4851-014c-47ed-bf1b-0c4b57406e94" providerId="ADAL" clId="{8B15B040-A8CA-4F85-80FF-BD4CA4FCFBDC}" dt="2025-06-16T20:39:28.819" v="14" actId="2085"/>
          <ac:picMkLst>
            <pc:docMk/>
            <pc:sldMk cId="2299201959" sldId="357"/>
            <ac:picMk id="7" creationId="{CFFCF41F-A06C-7940-117A-B05719A2855F}"/>
          </ac:picMkLst>
        </pc:picChg>
      </pc:sldChg>
      <pc:sldChg chg="modSp mod">
        <pc:chgData name="Amy Glidewell" userId="095a4851-014c-47ed-bf1b-0c4b57406e94" providerId="ADAL" clId="{8B15B040-A8CA-4F85-80FF-BD4CA4FCFBDC}" dt="2025-06-16T20:39:48.344" v="19" actId="14100"/>
        <pc:sldMkLst>
          <pc:docMk/>
          <pc:sldMk cId="726497564" sldId="358"/>
        </pc:sldMkLst>
        <pc:spChg chg="mod">
          <ac:chgData name="Amy Glidewell" userId="095a4851-014c-47ed-bf1b-0c4b57406e94" providerId="ADAL" clId="{8B15B040-A8CA-4F85-80FF-BD4CA4FCFBDC}" dt="2025-06-16T20:39:48.344" v="19" actId="14100"/>
          <ac:spMkLst>
            <pc:docMk/>
            <pc:sldMk cId="726497564" sldId="358"/>
            <ac:spMk id="4" creationId="{90C74A04-028C-7552-E40F-D422ECA47D2D}"/>
          </ac:spMkLst>
        </pc:spChg>
      </pc:sldChg>
      <pc:sldChg chg="modSp mod modNotesTx">
        <pc:chgData name="Amy Glidewell" userId="095a4851-014c-47ed-bf1b-0c4b57406e94" providerId="ADAL" clId="{8B15B040-A8CA-4F85-80FF-BD4CA4FCFBDC}" dt="2025-06-16T20:40:50.989" v="31" actId="20577"/>
        <pc:sldMkLst>
          <pc:docMk/>
          <pc:sldMk cId="3407351931" sldId="359"/>
        </pc:sldMkLst>
        <pc:spChg chg="mod">
          <ac:chgData name="Amy Glidewell" userId="095a4851-014c-47ed-bf1b-0c4b57406e94" providerId="ADAL" clId="{8B15B040-A8CA-4F85-80FF-BD4CA4FCFBDC}" dt="2025-06-16T20:40:40.759" v="28" actId="1035"/>
          <ac:spMkLst>
            <pc:docMk/>
            <pc:sldMk cId="3407351931" sldId="359"/>
            <ac:spMk id="4" creationId="{FC013DFD-F3E5-0C93-6F64-DF5EC1FD826E}"/>
          </ac:spMkLst>
        </pc:spChg>
      </pc:sldChg>
      <pc:sldChg chg="modSp mod">
        <pc:chgData name="Amy Glidewell" userId="095a4851-014c-47ed-bf1b-0c4b57406e94" providerId="ADAL" clId="{8B15B040-A8CA-4F85-80FF-BD4CA4FCFBDC}" dt="2025-06-16T20:41:35.208" v="38" actId="1035"/>
        <pc:sldMkLst>
          <pc:docMk/>
          <pc:sldMk cId="996188462" sldId="360"/>
        </pc:sldMkLst>
        <pc:spChg chg="mod">
          <ac:chgData name="Amy Glidewell" userId="095a4851-014c-47ed-bf1b-0c4b57406e94" providerId="ADAL" clId="{8B15B040-A8CA-4F85-80FF-BD4CA4FCFBDC}" dt="2025-06-16T20:41:35.208" v="38" actId="1035"/>
          <ac:spMkLst>
            <pc:docMk/>
            <pc:sldMk cId="996188462" sldId="360"/>
            <ac:spMk id="4" creationId="{42ADF59E-C2CE-DDB1-21D4-B2A2D04A652D}"/>
          </ac:spMkLst>
        </pc:spChg>
        <pc:picChg chg="mod">
          <ac:chgData name="Amy Glidewell" userId="095a4851-014c-47ed-bf1b-0c4b57406e94" providerId="ADAL" clId="{8B15B040-A8CA-4F85-80FF-BD4CA4FCFBDC}" dt="2025-06-16T20:41:29.330" v="33" actId="207"/>
          <ac:picMkLst>
            <pc:docMk/>
            <pc:sldMk cId="996188462" sldId="360"/>
            <ac:picMk id="7" creationId="{3AFD4690-9C1E-6564-85B1-2246C6C742DE}"/>
          </ac:picMkLst>
        </pc:picChg>
      </pc:sldChg>
      <pc:sldChg chg="modSp mod">
        <pc:chgData name="Amy Glidewell" userId="095a4851-014c-47ed-bf1b-0c4b57406e94" providerId="ADAL" clId="{8B15B040-A8CA-4F85-80FF-BD4CA4FCFBDC}" dt="2025-06-16T20:41:39.857" v="40" actId="207"/>
        <pc:sldMkLst>
          <pc:docMk/>
          <pc:sldMk cId="3326377561" sldId="361"/>
        </pc:sldMkLst>
        <pc:picChg chg="mod">
          <ac:chgData name="Amy Glidewell" userId="095a4851-014c-47ed-bf1b-0c4b57406e94" providerId="ADAL" clId="{8B15B040-A8CA-4F85-80FF-BD4CA4FCFBDC}" dt="2025-06-16T20:41:39.857" v="40" actId="207"/>
          <ac:picMkLst>
            <pc:docMk/>
            <pc:sldMk cId="3326377561" sldId="361"/>
            <ac:picMk id="6" creationId="{5B6BAC8D-3E6C-027C-A4A6-22AFFC5A7DBF}"/>
          </ac:picMkLst>
        </pc:picChg>
      </pc:sldChg>
      <pc:sldChg chg="modSp mod">
        <pc:chgData name="Amy Glidewell" userId="095a4851-014c-47ed-bf1b-0c4b57406e94" providerId="ADAL" clId="{8B15B040-A8CA-4F85-80FF-BD4CA4FCFBDC}" dt="2025-06-16T20:44:22.536" v="167" actId="2085"/>
        <pc:sldMkLst>
          <pc:docMk/>
          <pc:sldMk cId="714919135" sldId="362"/>
        </pc:sldMkLst>
        <pc:spChg chg="mod">
          <ac:chgData name="Amy Glidewell" userId="095a4851-014c-47ed-bf1b-0c4b57406e94" providerId="ADAL" clId="{8B15B040-A8CA-4F85-80FF-BD4CA4FCFBDC}" dt="2025-06-16T20:42:38.602" v="42" actId="207"/>
          <ac:spMkLst>
            <pc:docMk/>
            <pc:sldMk cId="714919135" sldId="362"/>
            <ac:spMk id="2" creationId="{43D247A4-7141-7AE7-EC75-0C77619A7438}"/>
          </ac:spMkLst>
        </pc:spChg>
        <pc:picChg chg="mod">
          <ac:chgData name="Amy Glidewell" userId="095a4851-014c-47ed-bf1b-0c4b57406e94" providerId="ADAL" clId="{8B15B040-A8CA-4F85-80FF-BD4CA4FCFBDC}" dt="2025-06-16T20:44:22.536" v="167" actId="2085"/>
          <ac:picMkLst>
            <pc:docMk/>
            <pc:sldMk cId="714919135" sldId="362"/>
            <ac:picMk id="7" creationId="{6005AEAD-325C-D71A-B20F-BD8BCFBC8F3F}"/>
          </ac:picMkLst>
        </pc:picChg>
      </pc:sldChg>
      <pc:sldChg chg="modSp mod">
        <pc:chgData name="Amy Glidewell" userId="095a4851-014c-47ed-bf1b-0c4b57406e94" providerId="ADAL" clId="{8B15B040-A8CA-4F85-80FF-BD4CA4FCFBDC}" dt="2025-06-16T20:44:34.417" v="169" actId="207"/>
        <pc:sldMkLst>
          <pc:docMk/>
          <pc:sldMk cId="1473635391" sldId="363"/>
        </pc:sldMkLst>
        <pc:spChg chg="mod">
          <ac:chgData name="Amy Glidewell" userId="095a4851-014c-47ed-bf1b-0c4b57406e94" providerId="ADAL" clId="{8B15B040-A8CA-4F85-80FF-BD4CA4FCFBDC}" dt="2025-06-16T20:42:44.445" v="43" actId="207"/>
          <ac:spMkLst>
            <pc:docMk/>
            <pc:sldMk cId="1473635391" sldId="363"/>
            <ac:spMk id="2" creationId="{C2B0BDBD-31BE-A80E-56B4-C8C95BA472A1}"/>
          </ac:spMkLst>
        </pc:spChg>
        <pc:picChg chg="mod">
          <ac:chgData name="Amy Glidewell" userId="095a4851-014c-47ed-bf1b-0c4b57406e94" providerId="ADAL" clId="{8B15B040-A8CA-4F85-80FF-BD4CA4FCFBDC}" dt="2025-06-16T20:44:34.417" v="169" actId="207"/>
          <ac:picMkLst>
            <pc:docMk/>
            <pc:sldMk cId="1473635391" sldId="363"/>
            <ac:picMk id="7" creationId="{04C3EFF8-6C3D-AB83-59E7-B1C0D69417F9}"/>
          </ac:picMkLst>
        </pc:picChg>
      </pc:sldChg>
      <pc:sldChg chg="modSp mod">
        <pc:chgData name="Amy Glidewell" userId="095a4851-014c-47ed-bf1b-0c4b57406e94" providerId="ADAL" clId="{8B15B040-A8CA-4F85-80FF-BD4CA4FCFBDC}" dt="2025-06-16T20:48:34.571" v="222" actId="1035"/>
        <pc:sldMkLst>
          <pc:docMk/>
          <pc:sldMk cId="3921387819" sldId="365"/>
        </pc:sldMkLst>
        <pc:spChg chg="mod">
          <ac:chgData name="Amy Glidewell" userId="095a4851-014c-47ed-bf1b-0c4b57406e94" providerId="ADAL" clId="{8B15B040-A8CA-4F85-80FF-BD4CA4FCFBDC}" dt="2025-06-16T20:48:34.571" v="222" actId="1035"/>
          <ac:spMkLst>
            <pc:docMk/>
            <pc:sldMk cId="3921387819" sldId="365"/>
            <ac:spMk id="3" creationId="{A7522B2F-7E35-1986-7858-7ECBE2750739}"/>
          </ac:spMkLst>
        </pc:spChg>
        <pc:picChg chg="mod">
          <ac:chgData name="Amy Glidewell" userId="095a4851-014c-47ed-bf1b-0c4b57406e94" providerId="ADAL" clId="{8B15B040-A8CA-4F85-80FF-BD4CA4FCFBDC}" dt="2025-06-16T20:48:21.934" v="216" actId="1076"/>
          <ac:picMkLst>
            <pc:docMk/>
            <pc:sldMk cId="3921387819" sldId="365"/>
            <ac:picMk id="7" creationId="{776A36E7-FC47-87DB-2F3A-92E5A4A01EF8}"/>
          </ac:picMkLst>
        </pc:picChg>
      </pc:sldChg>
      <pc:sldChg chg="modSp mod">
        <pc:chgData name="Amy Glidewell" userId="095a4851-014c-47ed-bf1b-0c4b57406e94" providerId="ADAL" clId="{8B15B040-A8CA-4F85-80FF-BD4CA4FCFBDC}" dt="2025-06-16T20:48:12.330" v="215" actId="14100"/>
        <pc:sldMkLst>
          <pc:docMk/>
          <pc:sldMk cId="2050871228" sldId="366"/>
        </pc:sldMkLst>
        <pc:spChg chg="mod">
          <ac:chgData name="Amy Glidewell" userId="095a4851-014c-47ed-bf1b-0c4b57406e94" providerId="ADAL" clId="{8B15B040-A8CA-4F85-80FF-BD4CA4FCFBDC}" dt="2025-06-16T20:48:12.330" v="215" actId="14100"/>
          <ac:spMkLst>
            <pc:docMk/>
            <pc:sldMk cId="2050871228" sldId="366"/>
            <ac:spMk id="3" creationId="{5F8EBD8D-D981-A568-584A-3927BCA47DF5}"/>
          </ac:spMkLst>
        </pc:spChg>
        <pc:spChg chg="mod">
          <ac:chgData name="Amy Glidewell" userId="095a4851-014c-47ed-bf1b-0c4b57406e94" providerId="ADAL" clId="{8B15B040-A8CA-4F85-80FF-BD4CA4FCFBDC}" dt="2025-06-16T20:47:58.637" v="212" actId="255"/>
          <ac:spMkLst>
            <pc:docMk/>
            <pc:sldMk cId="2050871228" sldId="366"/>
            <ac:spMk id="4" creationId="{47812EA3-101B-FCE6-1F57-6BFF221684FB}"/>
          </ac:spMkLst>
        </pc:spChg>
        <pc:picChg chg="mod">
          <ac:chgData name="Amy Glidewell" userId="095a4851-014c-47ed-bf1b-0c4b57406e94" providerId="ADAL" clId="{8B15B040-A8CA-4F85-80FF-BD4CA4FCFBDC}" dt="2025-06-16T20:48:05.623" v="213" actId="1076"/>
          <ac:picMkLst>
            <pc:docMk/>
            <pc:sldMk cId="2050871228" sldId="366"/>
            <ac:picMk id="7" creationId="{F4E0DE3D-B362-0034-1D55-FD2D3DDC0425}"/>
          </ac:picMkLst>
        </pc:picChg>
      </pc:sldChg>
      <pc:sldChg chg="addSp delSp modSp mod">
        <pc:chgData name="Amy Glidewell" userId="095a4851-014c-47ed-bf1b-0c4b57406e94" providerId="ADAL" clId="{8B15B040-A8CA-4F85-80FF-BD4CA4FCFBDC}" dt="2025-06-16T20:53:22.106" v="250" actId="1035"/>
        <pc:sldMkLst>
          <pc:docMk/>
          <pc:sldMk cId="4004527629" sldId="367"/>
        </pc:sldMkLst>
        <pc:spChg chg="mod">
          <ac:chgData name="Amy Glidewell" userId="095a4851-014c-47ed-bf1b-0c4b57406e94" providerId="ADAL" clId="{8B15B040-A8CA-4F85-80FF-BD4CA4FCFBDC}" dt="2025-06-16T20:52:53.511" v="247" actId="1076"/>
          <ac:spMkLst>
            <pc:docMk/>
            <pc:sldMk cId="4004527629" sldId="367"/>
            <ac:spMk id="3" creationId="{BB4589E5-57D9-115D-E4FF-8916E4B6459F}"/>
          </ac:spMkLst>
        </pc:spChg>
        <pc:spChg chg="add del mod">
          <ac:chgData name="Amy Glidewell" userId="095a4851-014c-47ed-bf1b-0c4b57406e94" providerId="ADAL" clId="{8B15B040-A8CA-4F85-80FF-BD4CA4FCFBDC}" dt="2025-06-16T20:51:42.458" v="229" actId="478"/>
          <ac:spMkLst>
            <pc:docMk/>
            <pc:sldMk cId="4004527629" sldId="367"/>
            <ac:spMk id="6" creationId="{451B1BCA-B605-CC04-1907-C01A18CF92C3}"/>
          </ac:spMkLst>
        </pc:spChg>
        <pc:picChg chg="add mod modCrop">
          <ac:chgData name="Amy Glidewell" userId="095a4851-014c-47ed-bf1b-0c4b57406e94" providerId="ADAL" clId="{8B15B040-A8CA-4F85-80FF-BD4CA4FCFBDC}" dt="2025-06-16T20:53:22.106" v="250" actId="1035"/>
          <ac:picMkLst>
            <pc:docMk/>
            <pc:sldMk cId="4004527629" sldId="367"/>
            <ac:picMk id="8" creationId="{0705FAF3-1A68-04D1-C42D-9BD08E12B2BD}"/>
          </ac:picMkLst>
        </pc:picChg>
        <pc:picChg chg="del mod">
          <ac:chgData name="Amy Glidewell" userId="095a4851-014c-47ed-bf1b-0c4b57406e94" providerId="ADAL" clId="{8B15B040-A8CA-4F85-80FF-BD4CA4FCFBDC}" dt="2025-06-16T20:51:40.184" v="228" actId="478"/>
          <ac:picMkLst>
            <pc:docMk/>
            <pc:sldMk cId="4004527629" sldId="367"/>
            <ac:picMk id="17" creationId="{E3A56D77-D399-A480-A37E-96403B6C7759}"/>
          </ac:picMkLst>
        </pc:picChg>
      </pc:sldChg>
      <pc:sldChg chg="addSp delSp modSp mod">
        <pc:chgData name="Amy Glidewell" userId="095a4851-014c-47ed-bf1b-0c4b57406e94" providerId="ADAL" clId="{8B15B040-A8CA-4F85-80FF-BD4CA4FCFBDC}" dt="2025-06-16T20:55:24.760" v="276" actId="1035"/>
        <pc:sldMkLst>
          <pc:docMk/>
          <pc:sldMk cId="3196173525" sldId="368"/>
        </pc:sldMkLst>
        <pc:spChg chg="mod">
          <ac:chgData name="Amy Glidewell" userId="095a4851-014c-47ed-bf1b-0c4b57406e94" providerId="ADAL" clId="{8B15B040-A8CA-4F85-80FF-BD4CA4FCFBDC}" dt="2025-06-16T20:54:44.880" v="268" actId="14100"/>
          <ac:spMkLst>
            <pc:docMk/>
            <pc:sldMk cId="3196173525" sldId="368"/>
            <ac:spMk id="3" creationId="{0CF1849C-B23F-3D37-7DBA-A5DD23F243C7}"/>
          </ac:spMkLst>
        </pc:spChg>
        <pc:spChg chg="add del mod">
          <ac:chgData name="Amy Glidewell" userId="095a4851-014c-47ed-bf1b-0c4b57406e94" providerId="ADAL" clId="{8B15B040-A8CA-4F85-80FF-BD4CA4FCFBDC}" dt="2025-06-16T20:53:58.577" v="252" actId="478"/>
          <ac:spMkLst>
            <pc:docMk/>
            <pc:sldMk cId="3196173525" sldId="368"/>
            <ac:spMk id="6" creationId="{BC6FC149-F510-62E8-DDEE-B88046E7DD19}"/>
          </ac:spMkLst>
        </pc:spChg>
        <pc:picChg chg="add mod">
          <ac:chgData name="Amy Glidewell" userId="095a4851-014c-47ed-bf1b-0c4b57406e94" providerId="ADAL" clId="{8B15B040-A8CA-4F85-80FF-BD4CA4FCFBDC}" dt="2025-06-16T20:55:24.760" v="276" actId="1035"/>
          <ac:picMkLst>
            <pc:docMk/>
            <pc:sldMk cId="3196173525" sldId="368"/>
            <ac:picMk id="8" creationId="{1ECD885F-6CBE-C344-A8F0-F52F8CB4E6EF}"/>
          </ac:picMkLst>
        </pc:picChg>
        <pc:picChg chg="del">
          <ac:chgData name="Amy Glidewell" userId="095a4851-014c-47ed-bf1b-0c4b57406e94" providerId="ADAL" clId="{8B15B040-A8CA-4F85-80FF-BD4CA4FCFBDC}" dt="2025-06-16T20:53:56.657" v="251" actId="478"/>
          <ac:picMkLst>
            <pc:docMk/>
            <pc:sldMk cId="3196173525" sldId="368"/>
            <ac:picMk id="10" creationId="{303598CB-8440-7767-CC96-BC53D4A4CFE2}"/>
          </ac:picMkLst>
        </pc:picChg>
      </pc:sldChg>
      <pc:sldChg chg="addSp delSp modSp mod modNotesTx">
        <pc:chgData name="Amy Glidewell" userId="095a4851-014c-47ed-bf1b-0c4b57406e94" providerId="ADAL" clId="{8B15B040-A8CA-4F85-80FF-BD4CA4FCFBDC}" dt="2025-06-16T21:00:42.640" v="468" actId="20577"/>
        <pc:sldMkLst>
          <pc:docMk/>
          <pc:sldMk cId="3971751050" sldId="369"/>
        </pc:sldMkLst>
        <pc:spChg chg="add del mod">
          <ac:chgData name="Amy Glidewell" userId="095a4851-014c-47ed-bf1b-0c4b57406e94" providerId="ADAL" clId="{8B15B040-A8CA-4F85-80FF-BD4CA4FCFBDC}" dt="2025-06-16T20:57:06.399" v="293" actId="478"/>
          <ac:spMkLst>
            <pc:docMk/>
            <pc:sldMk cId="3971751050" sldId="369"/>
            <ac:spMk id="3" creationId="{A1F8A471-6C6D-6BF5-B92D-88EF84C1359E}"/>
          </ac:spMkLst>
        </pc:spChg>
        <pc:spChg chg="mod">
          <ac:chgData name="Amy Glidewell" userId="095a4851-014c-47ed-bf1b-0c4b57406e94" providerId="ADAL" clId="{8B15B040-A8CA-4F85-80FF-BD4CA4FCFBDC}" dt="2025-06-16T20:57:43.780" v="305" actId="1076"/>
          <ac:spMkLst>
            <pc:docMk/>
            <pc:sldMk cId="3971751050" sldId="369"/>
            <ac:spMk id="7" creationId="{04BF43E2-E1B8-BE23-9267-EEBDA2E7CF38}"/>
          </ac:spMkLst>
        </pc:spChg>
        <pc:spChg chg="mod">
          <ac:chgData name="Amy Glidewell" userId="095a4851-014c-47ed-bf1b-0c4b57406e94" providerId="ADAL" clId="{8B15B040-A8CA-4F85-80FF-BD4CA4FCFBDC}" dt="2025-06-16T20:56:43.768" v="291" actId="20577"/>
          <ac:spMkLst>
            <pc:docMk/>
            <pc:sldMk cId="3971751050" sldId="369"/>
            <ac:spMk id="8" creationId="{5D3CA8D1-6305-938F-8F9E-89E315841CE2}"/>
          </ac:spMkLst>
        </pc:spChg>
        <pc:picChg chg="add mod">
          <ac:chgData name="Amy Glidewell" userId="095a4851-014c-47ed-bf1b-0c4b57406e94" providerId="ADAL" clId="{8B15B040-A8CA-4F85-80FF-BD4CA4FCFBDC}" dt="2025-06-16T20:59:05.277" v="309" actId="962"/>
          <ac:picMkLst>
            <pc:docMk/>
            <pc:sldMk cId="3971751050" sldId="369"/>
            <ac:picMk id="6" creationId="{5E846A2B-72DE-09D2-A087-042292A82A1A}"/>
          </ac:picMkLst>
        </pc:picChg>
        <pc:picChg chg="del">
          <ac:chgData name="Amy Glidewell" userId="095a4851-014c-47ed-bf1b-0c4b57406e94" providerId="ADAL" clId="{8B15B040-A8CA-4F85-80FF-BD4CA4FCFBDC}" dt="2025-06-16T20:57:04.461" v="292" actId="478"/>
          <ac:picMkLst>
            <pc:docMk/>
            <pc:sldMk cId="3971751050" sldId="369"/>
            <ac:picMk id="11" creationId="{DB721603-EB41-A641-B3E7-7530155F9BF7}"/>
          </ac:picMkLst>
        </pc:picChg>
      </pc:sldChg>
      <pc:sldChg chg="modSp mod">
        <pc:chgData name="Amy Glidewell" userId="095a4851-014c-47ed-bf1b-0c4b57406e94" providerId="ADAL" clId="{8B15B040-A8CA-4F85-80FF-BD4CA4FCFBDC}" dt="2025-06-16T21:01:48.314" v="477" actId="1076"/>
        <pc:sldMkLst>
          <pc:docMk/>
          <pc:sldMk cId="2486620154" sldId="370"/>
        </pc:sldMkLst>
        <pc:spChg chg="mod">
          <ac:chgData name="Amy Glidewell" userId="095a4851-014c-47ed-bf1b-0c4b57406e94" providerId="ADAL" clId="{8B15B040-A8CA-4F85-80FF-BD4CA4FCFBDC}" dt="2025-06-16T21:01:48.314" v="477" actId="1076"/>
          <ac:spMkLst>
            <pc:docMk/>
            <pc:sldMk cId="2486620154" sldId="370"/>
            <ac:spMk id="7" creationId="{DFCF1F95-0C9A-7507-C6DB-E9928BF88C7C}"/>
          </ac:spMkLst>
        </pc:spChg>
        <pc:picChg chg="mod">
          <ac:chgData name="Amy Glidewell" userId="095a4851-014c-47ed-bf1b-0c4b57406e94" providerId="ADAL" clId="{8B15B040-A8CA-4F85-80FF-BD4CA4FCFBDC}" dt="2025-06-16T21:01:43.506" v="476" actId="1036"/>
          <ac:picMkLst>
            <pc:docMk/>
            <pc:sldMk cId="2486620154" sldId="370"/>
            <ac:picMk id="17" creationId="{93F0D117-709C-4838-D112-62EEB728AB2F}"/>
          </ac:picMkLst>
        </pc:picChg>
      </pc:sldChg>
      <pc:sldChg chg="addSp modSp mod">
        <pc:chgData name="Amy Glidewell" userId="095a4851-014c-47ed-bf1b-0c4b57406e94" providerId="ADAL" clId="{8B15B040-A8CA-4F85-80FF-BD4CA4FCFBDC}" dt="2025-06-16T21:04:35.093" v="504" actId="1035"/>
        <pc:sldMkLst>
          <pc:docMk/>
          <pc:sldMk cId="3266190919" sldId="371"/>
        </pc:sldMkLst>
        <pc:spChg chg="add mod">
          <ac:chgData name="Amy Glidewell" userId="095a4851-014c-47ed-bf1b-0c4b57406e94" providerId="ADAL" clId="{8B15B040-A8CA-4F85-80FF-BD4CA4FCFBDC}" dt="2025-06-16T21:04:05.269" v="488" actId="14100"/>
          <ac:spMkLst>
            <pc:docMk/>
            <pc:sldMk cId="3266190919" sldId="371"/>
            <ac:spMk id="2" creationId="{617008F1-E0BE-A37C-2ED0-3216ABB39256}"/>
          </ac:spMkLst>
        </pc:spChg>
        <pc:spChg chg="mod">
          <ac:chgData name="Amy Glidewell" userId="095a4851-014c-47ed-bf1b-0c4b57406e94" providerId="ADAL" clId="{8B15B040-A8CA-4F85-80FF-BD4CA4FCFBDC}" dt="2025-06-16T21:04:35.093" v="504" actId="1035"/>
          <ac:spMkLst>
            <pc:docMk/>
            <pc:sldMk cId="3266190919" sldId="371"/>
            <ac:spMk id="13" creationId="{4C87DBD5-50F2-B260-A866-11DDDCACC68C}"/>
          </ac:spMkLst>
        </pc:spChg>
        <pc:picChg chg="mod">
          <ac:chgData name="Amy Glidewell" userId="095a4851-014c-47ed-bf1b-0c4b57406e94" providerId="ADAL" clId="{8B15B040-A8CA-4F85-80FF-BD4CA4FCFBDC}" dt="2025-06-16T21:04:19.862" v="494" actId="1036"/>
          <ac:picMkLst>
            <pc:docMk/>
            <pc:sldMk cId="3266190919" sldId="371"/>
            <ac:picMk id="6" creationId="{B2C3E673-CC6B-F2CB-9D3E-EF9B56FD14B5}"/>
          </ac:picMkLst>
        </pc:picChg>
        <pc:picChg chg="mod">
          <ac:chgData name="Amy Glidewell" userId="095a4851-014c-47ed-bf1b-0c4b57406e94" providerId="ADAL" clId="{8B15B040-A8CA-4F85-80FF-BD4CA4FCFBDC}" dt="2025-06-16T21:04:28.285" v="499" actId="1036"/>
          <ac:picMkLst>
            <pc:docMk/>
            <pc:sldMk cId="3266190919" sldId="371"/>
            <ac:picMk id="10" creationId="{309ECF2B-624B-9DDB-3F97-F41A5346ADFE}"/>
          </ac:picMkLst>
        </pc:picChg>
      </pc:sldChg>
      <pc:sldChg chg="modSp mod">
        <pc:chgData name="Amy Glidewell" userId="095a4851-014c-47ed-bf1b-0c4b57406e94" providerId="ADAL" clId="{8B15B040-A8CA-4F85-80FF-BD4CA4FCFBDC}" dt="2025-06-16T21:06:13.857" v="515" actId="207"/>
        <pc:sldMkLst>
          <pc:docMk/>
          <pc:sldMk cId="1755324911" sldId="372"/>
        </pc:sldMkLst>
        <pc:picChg chg="mod">
          <ac:chgData name="Amy Glidewell" userId="095a4851-014c-47ed-bf1b-0c4b57406e94" providerId="ADAL" clId="{8B15B040-A8CA-4F85-80FF-BD4CA4FCFBDC}" dt="2025-06-16T21:06:13.857" v="515" actId="207"/>
          <ac:picMkLst>
            <pc:docMk/>
            <pc:sldMk cId="1755324911" sldId="372"/>
            <ac:picMk id="12" creationId="{5194FAF3-3F01-0C35-E0F0-8ECFDE49D4C6}"/>
          </ac:picMkLst>
        </pc:picChg>
      </pc:sldChg>
      <pc:sldChg chg="modSp mod">
        <pc:chgData name="Amy Glidewell" userId="095a4851-014c-47ed-bf1b-0c4b57406e94" providerId="ADAL" clId="{8B15B040-A8CA-4F85-80FF-BD4CA4FCFBDC}" dt="2025-06-16T21:07:00.481" v="531" actId="1076"/>
        <pc:sldMkLst>
          <pc:docMk/>
          <pc:sldMk cId="48754552" sldId="375"/>
        </pc:sldMkLst>
        <pc:spChg chg="mod">
          <ac:chgData name="Amy Glidewell" userId="095a4851-014c-47ed-bf1b-0c4b57406e94" providerId="ADAL" clId="{8B15B040-A8CA-4F85-80FF-BD4CA4FCFBDC}" dt="2025-06-16T21:07:00.481" v="531" actId="1076"/>
          <ac:spMkLst>
            <pc:docMk/>
            <pc:sldMk cId="48754552" sldId="375"/>
            <ac:spMk id="3" creationId="{7BD64495-2CB0-D443-981E-E9D587D2756F}"/>
          </ac:spMkLst>
        </pc:spChg>
        <pc:picChg chg="mod">
          <ac:chgData name="Amy Glidewell" userId="095a4851-014c-47ed-bf1b-0c4b57406e94" providerId="ADAL" clId="{8B15B040-A8CA-4F85-80FF-BD4CA4FCFBDC}" dt="2025-06-16T21:06:56.896" v="530" actId="1076"/>
          <ac:picMkLst>
            <pc:docMk/>
            <pc:sldMk cId="48754552" sldId="375"/>
            <ac:picMk id="6" creationId="{036DE155-0FB3-03C4-E43D-1AD25B9EC4AB}"/>
          </ac:picMkLst>
        </pc:picChg>
      </pc:sldChg>
      <pc:sldChg chg="modSp mod">
        <pc:chgData name="Amy Glidewell" userId="095a4851-014c-47ed-bf1b-0c4b57406e94" providerId="ADAL" clId="{8B15B040-A8CA-4F85-80FF-BD4CA4FCFBDC}" dt="2025-06-16T21:07:29.820" v="535" actId="1076"/>
        <pc:sldMkLst>
          <pc:docMk/>
          <pc:sldMk cId="2657114328" sldId="376"/>
        </pc:sldMkLst>
        <pc:spChg chg="mod">
          <ac:chgData name="Amy Glidewell" userId="095a4851-014c-47ed-bf1b-0c4b57406e94" providerId="ADAL" clId="{8B15B040-A8CA-4F85-80FF-BD4CA4FCFBDC}" dt="2025-06-16T21:07:29.820" v="535" actId="1076"/>
          <ac:spMkLst>
            <pc:docMk/>
            <pc:sldMk cId="2657114328" sldId="376"/>
            <ac:spMk id="3" creationId="{0C6D09D9-4506-A449-36DC-6A8A2E946786}"/>
          </ac:spMkLst>
        </pc:spChg>
        <pc:picChg chg="mod">
          <ac:chgData name="Amy Glidewell" userId="095a4851-014c-47ed-bf1b-0c4b57406e94" providerId="ADAL" clId="{8B15B040-A8CA-4F85-80FF-BD4CA4FCFBDC}" dt="2025-06-16T21:07:25.024" v="534" actId="1076"/>
          <ac:picMkLst>
            <pc:docMk/>
            <pc:sldMk cId="2657114328" sldId="376"/>
            <ac:picMk id="9" creationId="{072B0780-FC15-1482-47DD-31CD0AF07503}"/>
          </ac:picMkLst>
        </pc:picChg>
      </pc:sldChg>
      <pc:sldChg chg="modSp mod">
        <pc:chgData name="Amy Glidewell" userId="095a4851-014c-47ed-bf1b-0c4b57406e94" providerId="ADAL" clId="{8B15B040-A8CA-4F85-80FF-BD4CA4FCFBDC}" dt="2025-06-16T21:09:44.630" v="544" actId="1036"/>
        <pc:sldMkLst>
          <pc:docMk/>
          <pc:sldMk cId="1518278133" sldId="377"/>
        </pc:sldMkLst>
        <pc:picChg chg="mod">
          <ac:chgData name="Amy Glidewell" userId="095a4851-014c-47ed-bf1b-0c4b57406e94" providerId="ADAL" clId="{8B15B040-A8CA-4F85-80FF-BD4CA4FCFBDC}" dt="2025-06-16T21:09:44.630" v="544" actId="1036"/>
          <ac:picMkLst>
            <pc:docMk/>
            <pc:sldMk cId="1518278133" sldId="377"/>
            <ac:picMk id="11" creationId="{F0FD1007-0AAA-7EB0-48C6-03E166E43D1E}"/>
          </ac:picMkLst>
        </pc:picChg>
      </pc:sldChg>
      <pc:sldChg chg="modSp mod">
        <pc:chgData name="Amy Glidewell" userId="095a4851-014c-47ed-bf1b-0c4b57406e94" providerId="ADAL" clId="{8B15B040-A8CA-4F85-80FF-BD4CA4FCFBDC}" dt="2025-06-16T21:10:26.734" v="547" actId="1076"/>
        <pc:sldMkLst>
          <pc:docMk/>
          <pc:sldMk cId="2102346287" sldId="378"/>
        </pc:sldMkLst>
        <pc:spChg chg="mod">
          <ac:chgData name="Amy Glidewell" userId="095a4851-014c-47ed-bf1b-0c4b57406e94" providerId="ADAL" clId="{8B15B040-A8CA-4F85-80FF-BD4CA4FCFBDC}" dt="2025-06-16T21:10:26.734" v="547" actId="1076"/>
          <ac:spMkLst>
            <pc:docMk/>
            <pc:sldMk cId="2102346287" sldId="378"/>
            <ac:spMk id="6" creationId="{5BEE6374-BF38-0009-C5C5-2E5A1F0CFC91}"/>
          </ac:spMkLst>
        </pc:spChg>
        <pc:picChg chg="mod">
          <ac:chgData name="Amy Glidewell" userId="095a4851-014c-47ed-bf1b-0c4b57406e94" providerId="ADAL" clId="{8B15B040-A8CA-4F85-80FF-BD4CA4FCFBDC}" dt="2025-06-16T21:10:21.229" v="546" actId="207"/>
          <ac:picMkLst>
            <pc:docMk/>
            <pc:sldMk cId="2102346287" sldId="378"/>
            <ac:picMk id="11" creationId="{EE0A2B21-16D5-2A8A-A68F-D963DC80A23B}"/>
          </ac:picMkLst>
        </pc:picChg>
      </pc:sldChg>
      <pc:sldChg chg="modSp mod">
        <pc:chgData name="Amy Glidewell" userId="095a4851-014c-47ed-bf1b-0c4b57406e94" providerId="ADAL" clId="{8B15B040-A8CA-4F85-80FF-BD4CA4FCFBDC}" dt="2025-06-16T21:12:35.953" v="572" actId="1076"/>
        <pc:sldMkLst>
          <pc:docMk/>
          <pc:sldMk cId="2928149971" sldId="379"/>
        </pc:sldMkLst>
        <pc:spChg chg="mod">
          <ac:chgData name="Amy Glidewell" userId="095a4851-014c-47ed-bf1b-0c4b57406e94" providerId="ADAL" clId="{8B15B040-A8CA-4F85-80FF-BD4CA4FCFBDC}" dt="2025-06-16T21:12:35.953" v="572" actId="1076"/>
          <ac:spMkLst>
            <pc:docMk/>
            <pc:sldMk cId="2928149971" sldId="379"/>
            <ac:spMk id="6" creationId="{9C2D9ED4-9F30-93A0-2F79-0328081B0370}"/>
          </ac:spMkLst>
        </pc:spChg>
        <pc:picChg chg="mod">
          <ac:chgData name="Amy Glidewell" userId="095a4851-014c-47ed-bf1b-0c4b57406e94" providerId="ADAL" clId="{8B15B040-A8CA-4F85-80FF-BD4CA4FCFBDC}" dt="2025-06-16T21:12:33.191" v="571" actId="1076"/>
          <ac:picMkLst>
            <pc:docMk/>
            <pc:sldMk cId="2928149971" sldId="379"/>
            <ac:picMk id="10" creationId="{78BB300C-6959-A3BC-91FF-307458AF3F74}"/>
          </ac:picMkLst>
        </pc:picChg>
      </pc:sldChg>
      <pc:sldChg chg="modSp mod">
        <pc:chgData name="Amy Glidewell" userId="095a4851-014c-47ed-bf1b-0c4b57406e94" providerId="ADAL" clId="{8B15B040-A8CA-4F85-80FF-BD4CA4FCFBDC}" dt="2025-06-16T21:16:25.888" v="605" actId="1035"/>
        <pc:sldMkLst>
          <pc:docMk/>
          <pc:sldMk cId="523698823" sldId="381"/>
        </pc:sldMkLst>
        <pc:spChg chg="mod">
          <ac:chgData name="Amy Glidewell" userId="095a4851-014c-47ed-bf1b-0c4b57406e94" providerId="ADAL" clId="{8B15B040-A8CA-4F85-80FF-BD4CA4FCFBDC}" dt="2025-06-16T21:16:25.888" v="605" actId="1035"/>
          <ac:spMkLst>
            <pc:docMk/>
            <pc:sldMk cId="523698823" sldId="381"/>
            <ac:spMk id="6" creationId="{C3686423-23D5-2CD0-4EF6-B36CD1FF8FE3}"/>
          </ac:spMkLst>
        </pc:spChg>
        <pc:picChg chg="mod">
          <ac:chgData name="Amy Glidewell" userId="095a4851-014c-47ed-bf1b-0c4b57406e94" providerId="ADAL" clId="{8B15B040-A8CA-4F85-80FF-BD4CA4FCFBDC}" dt="2025-06-16T21:16:20.739" v="601" actId="1035"/>
          <ac:picMkLst>
            <pc:docMk/>
            <pc:sldMk cId="523698823" sldId="381"/>
            <ac:picMk id="10" creationId="{5CEF4ED4-5BCE-0F8C-C7A8-80D81AA78E1A}"/>
          </ac:picMkLst>
        </pc:picChg>
      </pc:sldChg>
      <pc:sldChg chg="modSp mod">
        <pc:chgData name="Amy Glidewell" userId="095a4851-014c-47ed-bf1b-0c4b57406e94" providerId="ADAL" clId="{8B15B040-A8CA-4F85-80FF-BD4CA4FCFBDC}" dt="2025-06-16T21:17:32.527" v="613" actId="1076"/>
        <pc:sldMkLst>
          <pc:docMk/>
          <pc:sldMk cId="2515059146" sldId="382"/>
        </pc:sldMkLst>
        <pc:spChg chg="mod">
          <ac:chgData name="Amy Glidewell" userId="095a4851-014c-47ed-bf1b-0c4b57406e94" providerId="ADAL" clId="{8B15B040-A8CA-4F85-80FF-BD4CA4FCFBDC}" dt="2025-06-16T21:17:32.527" v="613" actId="1076"/>
          <ac:spMkLst>
            <pc:docMk/>
            <pc:sldMk cId="2515059146" sldId="382"/>
            <ac:spMk id="2" creationId="{E0DAC624-80EB-A061-3F35-556C6B283ED7}"/>
          </ac:spMkLst>
        </pc:spChg>
        <pc:picChg chg="mod">
          <ac:chgData name="Amy Glidewell" userId="095a4851-014c-47ed-bf1b-0c4b57406e94" providerId="ADAL" clId="{8B15B040-A8CA-4F85-80FF-BD4CA4FCFBDC}" dt="2025-06-16T21:17:24.770" v="612" actId="1076"/>
          <ac:picMkLst>
            <pc:docMk/>
            <pc:sldMk cId="2515059146" sldId="382"/>
            <ac:picMk id="7" creationId="{E7D1242A-DBF6-4E8F-9983-E5741ED4F112}"/>
          </ac:picMkLst>
        </pc:picChg>
      </pc:sldChg>
      <pc:sldChg chg="modSp add mod">
        <pc:chgData name="Amy Glidewell" userId="095a4851-014c-47ed-bf1b-0c4b57406e94" providerId="ADAL" clId="{8B15B040-A8CA-4F85-80FF-BD4CA4FCFBDC}" dt="2025-06-16T20:56:35.699" v="287" actId="20577"/>
        <pc:sldMkLst>
          <pc:docMk/>
          <pc:sldMk cId="3103726537" sldId="385"/>
        </pc:sldMkLst>
        <pc:spChg chg="mod">
          <ac:chgData name="Amy Glidewell" userId="095a4851-014c-47ed-bf1b-0c4b57406e94" providerId="ADAL" clId="{8B15B040-A8CA-4F85-80FF-BD4CA4FCFBDC}" dt="2025-06-16T20:56:09.055" v="283" actId="27636"/>
          <ac:spMkLst>
            <pc:docMk/>
            <pc:sldMk cId="3103726537" sldId="385"/>
            <ac:spMk id="3" creationId="{E2C0688D-8DE4-B1B8-67D5-FAABF334886C}"/>
          </ac:spMkLst>
        </pc:spChg>
        <pc:spChg chg="mod">
          <ac:chgData name="Amy Glidewell" userId="095a4851-014c-47ed-bf1b-0c4b57406e94" providerId="ADAL" clId="{8B15B040-A8CA-4F85-80FF-BD4CA4FCFBDC}" dt="2025-06-16T20:56:35.699" v="287" actId="20577"/>
          <ac:spMkLst>
            <pc:docMk/>
            <pc:sldMk cId="3103726537" sldId="385"/>
            <ac:spMk id="8" creationId="{56AC2288-D656-EF27-C528-12282E8B357A}"/>
          </ac:spMkLst>
        </pc:spChg>
      </pc:sld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Jules Mancini" userId="S::jmancini@comptia.global::4ef8f4fd-9280-4856-883a-0ebf05603c1f" providerId="AD" clId="Web-{B474F804-4C50-DB93-5F0B-7AA85ED9ECA3}"/>
    <pc:docChg chg="modSld">
      <pc:chgData name="Jules Mancini" userId="S::jmancini@comptia.global::4ef8f4fd-9280-4856-883a-0ebf05603c1f" providerId="AD" clId="Web-{B474F804-4C50-DB93-5F0B-7AA85ED9ECA3}" dt="2025-06-09T23:36:54.619" v="1"/>
      <pc:docMkLst>
        <pc:docMk/>
      </pc:docMkLst>
      <pc:sldChg chg="modSp">
        <pc:chgData name="Jules Mancini" userId="S::jmancini@comptia.global::4ef8f4fd-9280-4856-883a-0ebf05603c1f" providerId="AD" clId="Web-{B474F804-4C50-DB93-5F0B-7AA85ED9ECA3}" dt="2025-06-09T23:36:54.619" v="1"/>
        <pc:sldMkLst>
          <pc:docMk/>
          <pc:sldMk cId="1169523784" sldId="310"/>
        </pc:sldMkLst>
      </pc:sldChg>
    </pc:docChg>
  </pc:docChgLst>
  <pc:docChgLst>
    <pc:chgData name="Yvette Delim" userId="1eb1221e-2905-468b-b6ca-e1e332e3c4b6" providerId="ADAL" clId="{041F9497-8A68-4738-B015-3C4087D1C395}"/>
    <pc:docChg chg="modSld">
      <pc:chgData name="Yvette Delim" userId="1eb1221e-2905-468b-b6ca-e1e332e3c4b6" providerId="ADAL" clId="{041F9497-8A68-4738-B015-3C4087D1C395}" dt="2025-06-17T21:09:56.379" v="0"/>
      <pc:docMkLst>
        <pc:docMk/>
      </pc:docMkLst>
      <pc:sldChg chg="modSp mod">
        <pc:chgData name="Yvette Delim" userId="1eb1221e-2905-468b-b6ca-e1e332e3c4b6" providerId="ADAL" clId="{041F9497-8A68-4738-B015-3C4087D1C395}" dt="2025-06-17T21:09:56.379" v="0"/>
        <pc:sldMkLst>
          <pc:docMk/>
          <pc:sldMk cId="2615260713" sldId="297"/>
        </pc:sldMkLst>
        <pc:spChg chg="mod">
          <ac:chgData name="Yvette Delim" userId="1eb1221e-2905-468b-b6ca-e1e332e3c4b6" providerId="ADAL" clId="{041F9497-8A68-4738-B015-3C4087D1C395}" dt="2025-06-17T21:09:56.379" v="0"/>
          <ac:spMkLst>
            <pc:docMk/>
            <pc:sldMk cId="2615260713" sldId="297"/>
            <ac:spMk id="5" creationId="{3F9B06E0-25E2-2207-FA53-43B03A3DD8B6}"/>
          </ac:spMkLst>
        </pc:spChg>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Danielle Andries" userId="93d179e4-3c18-40f7-920e-ae80b202540d" providerId="ADAL" clId="{FFCCBB51-CF64-4C04-9A0D-CF7AC5C4A988}"/>
    <pc:docChg chg="undo custSel modMainMaster">
      <pc:chgData name="Danielle Andries" userId="93d179e4-3c18-40f7-920e-ae80b202540d" providerId="ADAL" clId="{FFCCBB51-CF64-4C04-9A0D-CF7AC5C4A988}" dt="2025-06-09T13:52:54.295" v="11" actId="20577"/>
      <pc:docMkLst>
        <pc:docMk/>
      </pc:docMkLst>
      <pc:sldMasterChg chg="modSldLayout sldLayoutOrd">
        <pc:chgData name="Danielle Andries" userId="93d179e4-3c18-40f7-920e-ae80b202540d" providerId="ADAL" clId="{FFCCBB51-CF64-4C04-9A0D-CF7AC5C4A988}" dt="2025-06-09T13:52:54.295" v="11" actId="20577"/>
        <pc:sldMasterMkLst>
          <pc:docMk/>
          <pc:sldMasterMk cId="58932730" sldId="2147483910"/>
        </pc:sldMasterMkLst>
        <pc:sldLayoutChg chg="modSp mod ord">
          <pc:chgData name="Danielle Andries" userId="93d179e4-3c18-40f7-920e-ae80b202540d" providerId="ADAL" clId="{FFCCBB51-CF64-4C04-9A0D-CF7AC5C4A988}" dt="2025-06-09T13:52:54.295" v="11" actId="20577"/>
          <pc:sldLayoutMkLst>
            <pc:docMk/>
            <pc:sldMasterMk cId="58932730" sldId="2147483910"/>
            <pc:sldLayoutMk cId="3198385692" sldId="2147483922"/>
          </pc:sldLayoutMkLst>
          <pc:spChg chg="mod">
            <ac:chgData name="Danielle Andries" userId="93d179e4-3c18-40f7-920e-ae80b202540d" providerId="ADAL" clId="{FFCCBB51-CF64-4C04-9A0D-CF7AC5C4A988}" dt="2025-06-09T13:52:54.295" v="11" actId="20577"/>
            <ac:spMkLst>
              <pc:docMk/>
              <pc:sldMasterMk cId="58932730" sldId="2147483910"/>
              <pc:sldLayoutMk cId="3198385692" sldId="2147483922"/>
              <ac:spMk id="4" creationId="{48DA206A-2516-457B-9C8F-9BDD445DD373}"/>
            </ac:spMkLst>
          </pc:spChg>
        </pc:sldLayoutChg>
      </pc:sldMasterChg>
    </pc:docChg>
  </pc:docChgLst>
  <pc:docChgLst>
    <pc:chgData name="Elaine Gustafson" userId="8e9fbddc-088d-4145-9000-dcad1c3d1481" providerId="ADAL" clId="{00F9A9FF-FBD2-4271-B74E-D7442FC205F4}"/>
    <pc:docChg chg="undo custSel addSld modSld modMainMaster">
      <pc:chgData name="Elaine Gustafson" userId="8e9fbddc-088d-4145-9000-dcad1c3d1481" providerId="ADAL" clId="{00F9A9FF-FBD2-4271-B74E-D7442FC205F4}" dt="2025-06-11T14:58:38.809" v="1763" actId="20577"/>
      <pc:docMkLst>
        <pc:docMk/>
      </pc:docMkLst>
      <pc:sldChg chg="modSp">
        <pc:chgData name="Elaine Gustafson" userId="8e9fbddc-088d-4145-9000-dcad1c3d1481" providerId="ADAL" clId="{00F9A9FF-FBD2-4271-B74E-D7442FC205F4}" dt="2025-06-09T19:50:30.672" v="1303" actId="6549"/>
        <pc:sldMkLst>
          <pc:docMk/>
          <pc:sldMk cId="151209867" sldId="303"/>
        </pc:sldMkLst>
        <pc:spChg chg="mod">
          <ac:chgData name="Elaine Gustafson" userId="8e9fbddc-088d-4145-9000-dcad1c3d1481" providerId="ADAL" clId="{00F9A9FF-FBD2-4271-B74E-D7442FC205F4}" dt="2025-06-09T19:50:30.672" v="1303" actId="6549"/>
          <ac:spMkLst>
            <pc:docMk/>
            <pc:sldMk cId="151209867" sldId="303"/>
            <ac:spMk id="3" creationId="{8F7C9257-937C-566E-95AE-634283098A93}"/>
          </ac:spMkLst>
        </pc:spChg>
      </pc:sldChg>
      <pc:sldChg chg="addSp modSp mod">
        <pc:chgData name="Elaine Gustafson" userId="8e9fbddc-088d-4145-9000-dcad1c3d1481" providerId="ADAL" clId="{00F9A9FF-FBD2-4271-B74E-D7442FC205F4}" dt="2025-06-09T16:18:13.284" v="980" actId="20577"/>
        <pc:sldMkLst>
          <pc:docMk/>
          <pc:sldMk cId="1169523784" sldId="310"/>
        </pc:sldMkLst>
      </pc:sldChg>
      <pc:sldChg chg="modSp">
        <pc:chgData name="Elaine Gustafson" userId="8e9fbddc-088d-4145-9000-dcad1c3d1481" providerId="ADAL" clId="{00F9A9FF-FBD2-4271-B74E-D7442FC205F4}" dt="2025-06-09T16:17:32.112" v="961" actId="20577"/>
        <pc:sldMkLst>
          <pc:docMk/>
          <pc:sldMk cId="3951521677" sldId="316"/>
        </pc:sldMkLst>
        <pc:spChg chg="mod">
          <ac:chgData name="Elaine Gustafson" userId="8e9fbddc-088d-4145-9000-dcad1c3d1481" providerId="ADAL" clId="{00F9A9FF-FBD2-4271-B74E-D7442FC205F4}" dt="2025-06-09T16:17:32.112" v="961" actId="20577"/>
          <ac:spMkLst>
            <pc:docMk/>
            <pc:sldMk cId="3951521677" sldId="316"/>
            <ac:spMk id="2" creationId="{1256641D-1E8F-BBBA-9E72-3F7858FA7A2B}"/>
          </ac:spMkLst>
        </pc:spChg>
      </pc:sldChg>
      <pc:sldChg chg="addSp modSp mod">
        <pc:chgData name="Elaine Gustafson" userId="8e9fbddc-088d-4145-9000-dcad1c3d1481" providerId="ADAL" clId="{00F9A9FF-FBD2-4271-B74E-D7442FC205F4}" dt="2025-06-09T19:30:38.443" v="1150" actId="20577"/>
        <pc:sldMkLst>
          <pc:docMk/>
          <pc:sldMk cId="3769993045" sldId="317"/>
        </pc:sldMkLst>
        <pc:spChg chg="mod">
          <ac:chgData name="Elaine Gustafson" userId="8e9fbddc-088d-4145-9000-dcad1c3d1481" providerId="ADAL" clId="{00F9A9FF-FBD2-4271-B74E-D7442FC205F4}" dt="2025-06-09T16:19:22.296" v="1021"/>
          <ac:spMkLst>
            <pc:docMk/>
            <pc:sldMk cId="3769993045" sldId="317"/>
            <ac:spMk id="2" creationId="{CC341D49-FCEB-0963-182B-A42D2F787C20}"/>
          </ac:spMkLst>
        </pc:spChg>
      </pc:sldChg>
      <pc:sldChg chg="addSp modSp mod">
        <pc:chgData name="Elaine Gustafson" userId="8e9fbddc-088d-4145-9000-dcad1c3d1481" providerId="ADAL" clId="{00F9A9FF-FBD2-4271-B74E-D7442FC205F4}" dt="2025-06-09T19:30:45.530" v="1163" actId="20577"/>
        <pc:sldMkLst>
          <pc:docMk/>
          <pc:sldMk cId="2335508615" sldId="319"/>
        </pc:sldMkLst>
        <pc:spChg chg="mod">
          <ac:chgData name="Elaine Gustafson" userId="8e9fbddc-088d-4145-9000-dcad1c3d1481" providerId="ADAL" clId="{00F9A9FF-FBD2-4271-B74E-D7442FC205F4}" dt="2025-06-09T16:19:37.700" v="1025"/>
          <ac:spMkLst>
            <pc:docMk/>
            <pc:sldMk cId="2335508615" sldId="319"/>
            <ac:spMk id="2" creationId="{3E039088-2D93-BCE4-7CDE-AE92859A5A10}"/>
          </ac:spMkLst>
        </pc:spChg>
      </pc:sldChg>
      <pc:sldChg chg="modSp">
        <pc:chgData name="Elaine Gustafson" userId="8e9fbddc-088d-4145-9000-dcad1c3d1481" providerId="ADAL" clId="{00F9A9FF-FBD2-4271-B74E-D7442FC205F4}" dt="2025-06-09T16:28:26.646" v="1099"/>
        <pc:sldMkLst>
          <pc:docMk/>
          <pc:sldMk cId="1941148905" sldId="320"/>
        </pc:sldMkLst>
        <pc:spChg chg="mod">
          <ac:chgData name="Elaine Gustafson" userId="8e9fbddc-088d-4145-9000-dcad1c3d1481" providerId="ADAL" clId="{00F9A9FF-FBD2-4271-B74E-D7442FC205F4}" dt="2025-06-09T16:28:26.646" v="1099"/>
          <ac:spMkLst>
            <pc:docMk/>
            <pc:sldMk cId="1941148905" sldId="320"/>
            <ac:spMk id="7" creationId="{8D54075F-75C3-EEAC-7B73-DB0F2FBA9F8D}"/>
          </ac:spMkLst>
        </pc:spChg>
      </pc:sldChg>
      <pc:sldChg chg="addSp modSp mod">
        <pc:chgData name="Elaine Gustafson" userId="8e9fbddc-088d-4145-9000-dcad1c3d1481" providerId="ADAL" clId="{00F9A9FF-FBD2-4271-B74E-D7442FC205F4}" dt="2025-06-09T19:30:51.682" v="1176" actId="20577"/>
        <pc:sldMkLst>
          <pc:docMk/>
          <pc:sldMk cId="267132962" sldId="321"/>
        </pc:sldMkLst>
        <pc:spChg chg="mod">
          <ac:chgData name="Elaine Gustafson" userId="8e9fbddc-088d-4145-9000-dcad1c3d1481" providerId="ADAL" clId="{00F9A9FF-FBD2-4271-B74E-D7442FC205F4}" dt="2025-06-09T16:19:45.870" v="1027"/>
          <ac:spMkLst>
            <pc:docMk/>
            <pc:sldMk cId="267132962" sldId="321"/>
            <ac:spMk id="2" creationId="{C7BD4DDC-0FAB-BC0E-D4F2-5CB39ED48561}"/>
          </ac:spMkLst>
        </pc:spChg>
      </pc:sldChg>
      <pc:sldChg chg="modSp">
        <pc:chgData name="Elaine Gustafson" userId="8e9fbddc-088d-4145-9000-dcad1c3d1481" providerId="ADAL" clId="{00F9A9FF-FBD2-4271-B74E-D7442FC205F4}" dt="2025-06-09T19:51:23.760" v="1324" actId="20577"/>
        <pc:sldMkLst>
          <pc:docMk/>
          <pc:sldMk cId="2699131684" sldId="322"/>
        </pc:sldMkLst>
        <pc:spChg chg="mod">
          <ac:chgData name="Elaine Gustafson" userId="8e9fbddc-088d-4145-9000-dcad1c3d1481" providerId="ADAL" clId="{00F9A9FF-FBD2-4271-B74E-D7442FC205F4}" dt="2025-06-09T19:51:23.760" v="1324" actId="20577"/>
          <ac:spMkLst>
            <pc:docMk/>
            <pc:sldMk cId="2699131684" sldId="322"/>
            <ac:spMk id="3" creationId="{AB0257A5-4F95-A433-62D8-6359A12BBD05}"/>
          </ac:spMkLst>
        </pc:spChg>
      </pc:sldChg>
      <pc:sldChg chg="modSp">
        <pc:chgData name="Elaine Gustafson" userId="8e9fbddc-088d-4145-9000-dcad1c3d1481" providerId="ADAL" clId="{00F9A9FF-FBD2-4271-B74E-D7442FC205F4}" dt="2025-06-09T16:17:41.189" v="965" actId="20577"/>
        <pc:sldMkLst>
          <pc:docMk/>
          <pc:sldMk cId="1490943492" sldId="325"/>
        </pc:sldMkLst>
        <pc:spChg chg="mod">
          <ac:chgData name="Elaine Gustafson" userId="8e9fbddc-088d-4145-9000-dcad1c3d1481" providerId="ADAL" clId="{00F9A9FF-FBD2-4271-B74E-D7442FC205F4}" dt="2025-06-09T16:17:41.189" v="965" actId="20577"/>
          <ac:spMkLst>
            <pc:docMk/>
            <pc:sldMk cId="1490943492" sldId="325"/>
            <ac:spMk id="3" creationId="{428EB646-9BFC-30FF-9B42-094A2BF4EA4F}"/>
          </ac:spMkLst>
        </pc:spChg>
      </pc:sldChg>
      <pc:sldChg chg="modSp">
        <pc:chgData name="Elaine Gustafson" userId="8e9fbddc-088d-4145-9000-dcad1c3d1481" providerId="ADAL" clId="{00F9A9FF-FBD2-4271-B74E-D7442FC205F4}" dt="2025-06-09T19:50:53.023" v="1315" actId="20577"/>
        <pc:sldMkLst>
          <pc:docMk/>
          <pc:sldMk cId="4071435961" sldId="326"/>
        </pc:sldMkLst>
        <pc:spChg chg="mod">
          <ac:chgData name="Elaine Gustafson" userId="8e9fbddc-088d-4145-9000-dcad1c3d1481" providerId="ADAL" clId="{00F9A9FF-FBD2-4271-B74E-D7442FC205F4}" dt="2025-06-09T19:50:53.023" v="1315" actId="20577"/>
          <ac:spMkLst>
            <pc:docMk/>
            <pc:sldMk cId="4071435961" sldId="326"/>
            <ac:spMk id="3" creationId="{AEC6F64B-9C4A-E3C7-C179-53E656DAE153}"/>
          </ac:spMkLst>
        </pc:spChg>
      </pc:sldChg>
      <pc:sldChg chg="modSp">
        <pc:chgData name="Elaine Gustafson" userId="8e9fbddc-088d-4145-9000-dcad1c3d1481" providerId="ADAL" clId="{00F9A9FF-FBD2-4271-B74E-D7442FC205F4}" dt="2025-06-09T20:07:25.798" v="1661" actId="20577"/>
        <pc:sldMkLst>
          <pc:docMk/>
          <pc:sldMk cId="2225933043" sldId="327"/>
        </pc:sldMkLst>
        <pc:spChg chg="mod">
          <ac:chgData name="Elaine Gustafson" userId="8e9fbddc-088d-4145-9000-dcad1c3d1481" providerId="ADAL" clId="{00F9A9FF-FBD2-4271-B74E-D7442FC205F4}" dt="2025-06-09T20:07:25.798" v="1661" actId="20577"/>
          <ac:spMkLst>
            <pc:docMk/>
            <pc:sldMk cId="2225933043" sldId="327"/>
            <ac:spMk id="3" creationId="{9F3F1582-0F3B-EBF7-ABAB-8ECDDE19B704}"/>
          </ac:spMkLst>
        </pc:spChg>
      </pc:sldChg>
      <pc:sldChg chg="modSp">
        <pc:chgData name="Elaine Gustafson" userId="8e9fbddc-088d-4145-9000-dcad1c3d1481" providerId="ADAL" clId="{00F9A9FF-FBD2-4271-B74E-D7442FC205F4}" dt="2025-06-09T19:55:23.400" v="1363" actId="20577"/>
        <pc:sldMkLst>
          <pc:docMk/>
          <pc:sldMk cId="1613896309" sldId="331"/>
        </pc:sldMkLst>
        <pc:spChg chg="mod">
          <ac:chgData name="Elaine Gustafson" userId="8e9fbddc-088d-4145-9000-dcad1c3d1481" providerId="ADAL" clId="{00F9A9FF-FBD2-4271-B74E-D7442FC205F4}" dt="2025-06-09T19:55:23.400" v="1363" actId="20577"/>
          <ac:spMkLst>
            <pc:docMk/>
            <pc:sldMk cId="1613896309" sldId="331"/>
            <ac:spMk id="3" creationId="{461819AD-746C-8753-6A17-FDF440FAB19C}"/>
          </ac:spMkLst>
        </pc:spChg>
      </pc:sldChg>
      <pc:sldChg chg="modSp mod">
        <pc:chgData name="Elaine Gustafson" userId="8e9fbddc-088d-4145-9000-dcad1c3d1481" providerId="ADAL" clId="{00F9A9FF-FBD2-4271-B74E-D7442FC205F4}" dt="2025-06-09T15:02:18.939" v="43" actId="20577"/>
        <pc:sldMkLst>
          <pc:docMk/>
          <pc:sldMk cId="4174007637" sldId="332"/>
        </pc:sldMkLst>
        <pc:spChg chg="mod">
          <ac:chgData name="Elaine Gustafson" userId="8e9fbddc-088d-4145-9000-dcad1c3d1481" providerId="ADAL" clId="{00F9A9FF-FBD2-4271-B74E-D7442FC205F4}" dt="2025-06-09T15:02:18.939" v="43" actId="20577"/>
          <ac:spMkLst>
            <pc:docMk/>
            <pc:sldMk cId="4174007637" sldId="332"/>
            <ac:spMk id="3" creationId="{C1EE6021-62A3-86BD-C13E-9FFF5CD6C88F}"/>
          </ac:spMkLst>
        </pc:spChg>
      </pc:sldChg>
      <pc:sldChg chg="modSp mod">
        <pc:chgData name="Elaine Gustafson" userId="8e9fbddc-088d-4145-9000-dcad1c3d1481" providerId="ADAL" clId="{00F9A9FF-FBD2-4271-B74E-D7442FC205F4}" dt="2025-06-09T15:06:55.928" v="146" actId="20577"/>
        <pc:sldMkLst>
          <pc:docMk/>
          <pc:sldMk cId="3213740917" sldId="335"/>
        </pc:sldMkLst>
        <pc:spChg chg="mod">
          <ac:chgData name="Elaine Gustafson" userId="8e9fbddc-088d-4145-9000-dcad1c3d1481" providerId="ADAL" clId="{00F9A9FF-FBD2-4271-B74E-D7442FC205F4}" dt="2025-06-09T15:06:55.928" v="146" actId="20577"/>
          <ac:spMkLst>
            <pc:docMk/>
            <pc:sldMk cId="3213740917" sldId="335"/>
            <ac:spMk id="3" creationId="{B64567A1-94F8-551A-E2A4-E1E18E87D19D}"/>
          </ac:spMkLst>
        </pc:spChg>
      </pc:sldChg>
      <pc:sldChg chg="modSp mod">
        <pc:chgData name="Elaine Gustafson" userId="8e9fbddc-088d-4145-9000-dcad1c3d1481" providerId="ADAL" clId="{00F9A9FF-FBD2-4271-B74E-D7442FC205F4}" dt="2025-06-09T21:26:41.847" v="1756" actId="20577"/>
        <pc:sldMkLst>
          <pc:docMk/>
          <pc:sldMk cId="1542238558" sldId="336"/>
        </pc:sldMkLst>
        <pc:spChg chg="mod">
          <ac:chgData name="Elaine Gustafson" userId="8e9fbddc-088d-4145-9000-dcad1c3d1481" providerId="ADAL" clId="{00F9A9FF-FBD2-4271-B74E-D7442FC205F4}" dt="2025-06-09T21:26:41.847" v="1756" actId="20577"/>
          <ac:spMkLst>
            <pc:docMk/>
            <pc:sldMk cId="1542238558" sldId="336"/>
            <ac:spMk id="3" creationId="{B874E2C3-AA2A-27DD-05CD-DDDFD444C2B4}"/>
          </ac:spMkLst>
        </pc:spChg>
      </pc:sldChg>
      <pc:sldChg chg="modSp mod">
        <pc:chgData name="Elaine Gustafson" userId="8e9fbddc-088d-4145-9000-dcad1c3d1481" providerId="ADAL" clId="{00F9A9FF-FBD2-4271-B74E-D7442FC205F4}" dt="2025-06-09T21:24:49.622" v="1718" actId="20577"/>
        <pc:sldMkLst>
          <pc:docMk/>
          <pc:sldMk cId="258907175" sldId="337"/>
        </pc:sldMkLst>
        <pc:spChg chg="mod">
          <ac:chgData name="Elaine Gustafson" userId="8e9fbddc-088d-4145-9000-dcad1c3d1481" providerId="ADAL" clId="{00F9A9FF-FBD2-4271-B74E-D7442FC205F4}" dt="2025-06-09T21:24:49.622" v="1718" actId="20577"/>
          <ac:spMkLst>
            <pc:docMk/>
            <pc:sldMk cId="258907175" sldId="337"/>
            <ac:spMk id="3" creationId="{374DA56F-A6FD-5CE8-37F5-A4BB0E7BFBFF}"/>
          </ac:spMkLst>
        </pc:spChg>
      </pc:sldChg>
      <pc:sldChg chg="modSp mod">
        <pc:chgData name="Elaine Gustafson" userId="8e9fbddc-088d-4145-9000-dcad1c3d1481" providerId="ADAL" clId="{00F9A9FF-FBD2-4271-B74E-D7442FC205F4}" dt="2025-06-09T21:22:36.713" v="1682" actId="20577"/>
        <pc:sldMkLst>
          <pc:docMk/>
          <pc:sldMk cId="2803408046" sldId="338"/>
        </pc:sldMkLst>
        <pc:spChg chg="mod">
          <ac:chgData name="Elaine Gustafson" userId="8e9fbddc-088d-4145-9000-dcad1c3d1481" providerId="ADAL" clId="{00F9A9FF-FBD2-4271-B74E-D7442FC205F4}" dt="2025-06-09T21:22:36.713" v="1682" actId="20577"/>
          <ac:spMkLst>
            <pc:docMk/>
            <pc:sldMk cId="2803408046" sldId="338"/>
            <ac:spMk id="3" creationId="{841F5AA0-D055-1DB3-1AB4-484FFD56D1B4}"/>
          </ac:spMkLst>
        </pc:spChg>
      </pc:sldChg>
      <pc:sldChg chg="modSp mod">
        <pc:chgData name="Elaine Gustafson" userId="8e9fbddc-088d-4145-9000-dcad1c3d1481" providerId="ADAL" clId="{00F9A9FF-FBD2-4271-B74E-D7442FC205F4}" dt="2025-06-09T20:08:55.128" v="1674" actId="20577"/>
        <pc:sldMkLst>
          <pc:docMk/>
          <pc:sldMk cId="309824262" sldId="339"/>
        </pc:sldMkLst>
        <pc:spChg chg="mod">
          <ac:chgData name="Elaine Gustafson" userId="8e9fbddc-088d-4145-9000-dcad1c3d1481" providerId="ADAL" clId="{00F9A9FF-FBD2-4271-B74E-D7442FC205F4}" dt="2025-06-09T20:08:55.128" v="1674" actId="20577"/>
          <ac:spMkLst>
            <pc:docMk/>
            <pc:sldMk cId="309824262" sldId="339"/>
            <ac:spMk id="3" creationId="{C43A0715-8D7E-183B-6CD3-245C8B64310A}"/>
          </ac:spMkLst>
        </pc:spChg>
      </pc:sldChg>
      <pc:sldChg chg="modSp mod modNotesTx">
        <pc:chgData name="Elaine Gustafson" userId="8e9fbddc-088d-4145-9000-dcad1c3d1481" providerId="ADAL" clId="{00F9A9FF-FBD2-4271-B74E-D7442FC205F4}" dt="2025-06-09T20:04:46.549" v="1619" actId="21"/>
        <pc:sldMkLst>
          <pc:docMk/>
          <pc:sldMk cId="940798758" sldId="340"/>
        </pc:sldMkLst>
        <pc:spChg chg="mod">
          <ac:chgData name="Elaine Gustafson" userId="8e9fbddc-088d-4145-9000-dcad1c3d1481" providerId="ADAL" clId="{00F9A9FF-FBD2-4271-B74E-D7442FC205F4}" dt="2025-06-09T20:04:46.549" v="1619" actId="21"/>
          <ac:spMkLst>
            <pc:docMk/>
            <pc:sldMk cId="940798758" sldId="340"/>
            <ac:spMk id="3" creationId="{83568FDD-7A8B-7671-A568-0548B9A0C686}"/>
          </ac:spMkLst>
        </pc:spChg>
        <pc:spChg chg="mod">
          <ac:chgData name="Elaine Gustafson" userId="8e9fbddc-088d-4145-9000-dcad1c3d1481" providerId="ADAL" clId="{00F9A9FF-FBD2-4271-B74E-D7442FC205F4}" dt="2025-06-09T20:03:51.921" v="1595" actId="403"/>
          <ac:spMkLst>
            <pc:docMk/>
            <pc:sldMk cId="940798758" sldId="340"/>
            <ac:spMk id="8" creationId="{58BE858B-A9EF-3666-1073-244AA52D2E29}"/>
          </ac:spMkLst>
        </pc:spChg>
      </pc:sldChg>
      <pc:sldChg chg="modSp mod modNotesTx">
        <pc:chgData name="Elaine Gustafson" userId="8e9fbddc-088d-4145-9000-dcad1c3d1481" providerId="ADAL" clId="{00F9A9FF-FBD2-4271-B74E-D7442FC205F4}" dt="2025-06-09T15:46:34.157" v="671" actId="20577"/>
        <pc:sldMkLst>
          <pc:docMk/>
          <pc:sldMk cId="3874402485" sldId="341"/>
        </pc:sldMkLst>
        <pc:spChg chg="mod">
          <ac:chgData name="Elaine Gustafson" userId="8e9fbddc-088d-4145-9000-dcad1c3d1481" providerId="ADAL" clId="{00F9A9FF-FBD2-4271-B74E-D7442FC205F4}" dt="2025-06-09T15:45:40.274" v="655" actId="27636"/>
          <ac:spMkLst>
            <pc:docMk/>
            <pc:sldMk cId="3874402485" sldId="341"/>
            <ac:spMk id="3" creationId="{055AD076-E38C-5D29-56ED-0B0BCF35E87F}"/>
          </ac:spMkLst>
        </pc:spChg>
        <pc:spChg chg="mod">
          <ac:chgData name="Elaine Gustafson" userId="8e9fbddc-088d-4145-9000-dcad1c3d1481" providerId="ADAL" clId="{00F9A9FF-FBD2-4271-B74E-D7442FC205F4}" dt="2025-06-09T15:45:53.834" v="659" actId="20577"/>
          <ac:spMkLst>
            <pc:docMk/>
            <pc:sldMk cId="3874402485" sldId="341"/>
            <ac:spMk id="8" creationId="{78FC4270-F6A8-86BC-AAC5-CD39AC1B9ABA}"/>
          </ac:spMkLst>
        </pc:spChg>
      </pc:sldChg>
      <pc:sldChg chg="modSp mod">
        <pc:chgData name="Elaine Gustafson" userId="8e9fbddc-088d-4145-9000-dcad1c3d1481" providerId="ADAL" clId="{00F9A9FF-FBD2-4271-B74E-D7442FC205F4}" dt="2025-06-09T16:04:22.605" v="878" actId="20577"/>
        <pc:sldMkLst>
          <pc:docMk/>
          <pc:sldMk cId="3681991748" sldId="342"/>
        </pc:sldMkLst>
        <pc:spChg chg="mod">
          <ac:chgData name="Elaine Gustafson" userId="8e9fbddc-088d-4145-9000-dcad1c3d1481" providerId="ADAL" clId="{00F9A9FF-FBD2-4271-B74E-D7442FC205F4}" dt="2025-06-09T16:04:22.605" v="878" actId="20577"/>
          <ac:spMkLst>
            <pc:docMk/>
            <pc:sldMk cId="3681991748" sldId="342"/>
            <ac:spMk id="3" creationId="{940DB6BC-A34C-3B57-2D79-5B0A22B7FCE7}"/>
          </ac:spMkLst>
        </pc:spChg>
      </pc:sldChg>
      <pc:sldChg chg="modSp">
        <pc:chgData name="Elaine Gustafson" userId="8e9fbddc-088d-4145-9000-dcad1c3d1481" providerId="ADAL" clId="{00F9A9FF-FBD2-4271-B74E-D7442FC205F4}" dt="2025-06-09T19:41:59.932" v="1229" actId="20577"/>
        <pc:sldMkLst>
          <pc:docMk/>
          <pc:sldMk cId="4003563498" sldId="344"/>
        </pc:sldMkLst>
        <pc:spChg chg="mod">
          <ac:chgData name="Elaine Gustafson" userId="8e9fbddc-088d-4145-9000-dcad1c3d1481" providerId="ADAL" clId="{00F9A9FF-FBD2-4271-B74E-D7442FC205F4}" dt="2025-06-09T19:41:59.932" v="1229" actId="20577"/>
          <ac:spMkLst>
            <pc:docMk/>
            <pc:sldMk cId="4003563498" sldId="344"/>
            <ac:spMk id="3" creationId="{2419EC52-D214-6C28-FAF0-1DC32C42CA07}"/>
          </ac:spMkLst>
        </pc:spChg>
      </pc:sldChg>
      <pc:sldChg chg="modSp">
        <pc:chgData name="Elaine Gustafson" userId="8e9fbddc-088d-4145-9000-dcad1c3d1481" providerId="ADAL" clId="{00F9A9FF-FBD2-4271-B74E-D7442FC205F4}" dt="2025-06-09T19:43:58.382" v="1264" actId="20577"/>
        <pc:sldMkLst>
          <pc:docMk/>
          <pc:sldMk cId="560428190" sldId="345"/>
        </pc:sldMkLst>
        <pc:spChg chg="mod">
          <ac:chgData name="Elaine Gustafson" userId="8e9fbddc-088d-4145-9000-dcad1c3d1481" providerId="ADAL" clId="{00F9A9FF-FBD2-4271-B74E-D7442FC205F4}" dt="2025-06-09T19:43:58.382" v="1264" actId="20577"/>
          <ac:spMkLst>
            <pc:docMk/>
            <pc:sldMk cId="560428190" sldId="345"/>
            <ac:spMk id="3" creationId="{5FD12DA6-A7B0-D5FC-AC15-498654E73752}"/>
          </ac:spMkLst>
        </pc:spChg>
      </pc:sldChg>
      <pc:sldChg chg="modSp">
        <pc:chgData name="Elaine Gustafson" userId="8e9fbddc-088d-4145-9000-dcad1c3d1481" providerId="ADAL" clId="{00F9A9FF-FBD2-4271-B74E-D7442FC205F4}" dt="2025-06-09T19:47:42.654" v="1282" actId="20577"/>
        <pc:sldMkLst>
          <pc:docMk/>
          <pc:sldMk cId="3073926721" sldId="346"/>
        </pc:sldMkLst>
        <pc:spChg chg="mod">
          <ac:chgData name="Elaine Gustafson" userId="8e9fbddc-088d-4145-9000-dcad1c3d1481" providerId="ADAL" clId="{00F9A9FF-FBD2-4271-B74E-D7442FC205F4}" dt="2025-06-09T19:47:42.654" v="1282" actId="20577"/>
          <ac:spMkLst>
            <pc:docMk/>
            <pc:sldMk cId="3073926721" sldId="346"/>
            <ac:spMk id="3" creationId="{111938E7-B23F-FBF6-5CD7-2F2AF0920A42}"/>
          </ac:spMkLst>
        </pc:spChg>
      </pc:sldChg>
      <pc:sldChg chg="modSp">
        <pc:chgData name="Elaine Gustafson" userId="8e9fbddc-088d-4145-9000-dcad1c3d1481" providerId="ADAL" clId="{00F9A9FF-FBD2-4271-B74E-D7442FC205F4}" dt="2025-06-09T16:24:47.653" v="1084" actId="20577"/>
        <pc:sldMkLst>
          <pc:docMk/>
          <pc:sldMk cId="1880643422" sldId="347"/>
        </pc:sldMkLst>
        <pc:spChg chg="mod">
          <ac:chgData name="Elaine Gustafson" userId="8e9fbddc-088d-4145-9000-dcad1c3d1481" providerId="ADAL" clId="{00F9A9FF-FBD2-4271-B74E-D7442FC205F4}" dt="2025-06-09T16:24:47.653" v="1084" actId="20577"/>
          <ac:spMkLst>
            <pc:docMk/>
            <pc:sldMk cId="1880643422" sldId="347"/>
            <ac:spMk id="3" creationId="{38F639D1-4060-DD3B-9A66-FC0C0D028C3D}"/>
          </ac:spMkLst>
        </pc:spChg>
      </pc:sldChg>
      <pc:sldChg chg="modSp">
        <pc:chgData name="Elaine Gustafson" userId="8e9fbddc-088d-4145-9000-dcad1c3d1481" providerId="ADAL" clId="{00F9A9FF-FBD2-4271-B74E-D7442FC205F4}" dt="2025-06-09T16:27:01.846" v="1086" actId="20577"/>
        <pc:sldMkLst>
          <pc:docMk/>
          <pc:sldMk cId="3523353672" sldId="348"/>
        </pc:sldMkLst>
        <pc:spChg chg="mod">
          <ac:chgData name="Elaine Gustafson" userId="8e9fbddc-088d-4145-9000-dcad1c3d1481" providerId="ADAL" clId="{00F9A9FF-FBD2-4271-B74E-D7442FC205F4}" dt="2025-06-09T16:27:01.846" v="1086" actId="20577"/>
          <ac:spMkLst>
            <pc:docMk/>
            <pc:sldMk cId="3523353672" sldId="348"/>
            <ac:spMk id="3" creationId="{484280AD-087C-9588-18F2-D7FB933BCCBC}"/>
          </ac:spMkLst>
        </pc:spChg>
      </pc:sldChg>
      <pc:sldChg chg="modSp">
        <pc:chgData name="Elaine Gustafson" userId="8e9fbddc-088d-4145-9000-dcad1c3d1481" providerId="ADAL" clId="{00F9A9FF-FBD2-4271-B74E-D7442FC205F4}" dt="2025-06-09T21:23:49.834" v="1711" actId="20577"/>
        <pc:sldMkLst>
          <pc:docMk/>
          <pc:sldMk cId="2399199548" sldId="349"/>
        </pc:sldMkLst>
        <pc:spChg chg="mod">
          <ac:chgData name="Elaine Gustafson" userId="8e9fbddc-088d-4145-9000-dcad1c3d1481" providerId="ADAL" clId="{00F9A9FF-FBD2-4271-B74E-D7442FC205F4}" dt="2025-06-09T21:23:49.834" v="1711" actId="20577"/>
          <ac:spMkLst>
            <pc:docMk/>
            <pc:sldMk cId="2399199548" sldId="349"/>
            <ac:spMk id="3" creationId="{AA40B868-0644-4475-4B69-9779B8CCDC6C}"/>
          </ac:spMkLst>
        </pc:spChg>
      </pc:sldChg>
      <pc:sldChg chg="modSp">
        <pc:chgData name="Elaine Gustafson" userId="8e9fbddc-088d-4145-9000-dcad1c3d1481" providerId="ADAL" clId="{00F9A9FF-FBD2-4271-B74E-D7442FC205F4}" dt="2025-06-09T16:20:41.416" v="1038"/>
        <pc:sldMkLst>
          <pc:docMk/>
          <pc:sldMk cId="3436969582" sldId="350"/>
        </pc:sldMkLst>
        <pc:spChg chg="mod">
          <ac:chgData name="Elaine Gustafson" userId="8e9fbddc-088d-4145-9000-dcad1c3d1481" providerId="ADAL" clId="{00F9A9FF-FBD2-4271-B74E-D7442FC205F4}" dt="2025-06-09T16:20:41.416" v="1038"/>
          <ac:spMkLst>
            <pc:docMk/>
            <pc:sldMk cId="3436969582" sldId="350"/>
            <ac:spMk id="3" creationId="{852B4E14-8390-723D-C664-2024C7A9F0FD}"/>
          </ac:spMkLst>
        </pc:spChg>
      </pc:sldChg>
      <pc:sldChg chg="modSp">
        <pc:chgData name="Elaine Gustafson" userId="8e9fbddc-088d-4145-9000-dcad1c3d1481" providerId="ADAL" clId="{00F9A9FF-FBD2-4271-B74E-D7442FC205F4}" dt="2025-06-09T16:20:37.204" v="1036"/>
        <pc:sldMkLst>
          <pc:docMk/>
          <pc:sldMk cId="900581045" sldId="351"/>
        </pc:sldMkLst>
        <pc:spChg chg="mod">
          <ac:chgData name="Elaine Gustafson" userId="8e9fbddc-088d-4145-9000-dcad1c3d1481" providerId="ADAL" clId="{00F9A9FF-FBD2-4271-B74E-D7442FC205F4}" dt="2025-06-09T16:20:37.204" v="1036"/>
          <ac:spMkLst>
            <pc:docMk/>
            <pc:sldMk cId="900581045" sldId="351"/>
            <ac:spMk id="3" creationId="{BA100081-52BB-B998-FE7C-35C1A9E80022}"/>
          </ac:spMkLst>
        </pc:spChg>
      </pc:sldChg>
      <pc:sldChg chg="modSp">
        <pc:chgData name="Elaine Gustafson" userId="8e9fbddc-088d-4145-9000-dcad1c3d1481" providerId="ADAL" clId="{00F9A9FF-FBD2-4271-B74E-D7442FC205F4}" dt="2025-06-09T16:20:23.737" v="1034"/>
        <pc:sldMkLst>
          <pc:docMk/>
          <pc:sldMk cId="315080989" sldId="352"/>
        </pc:sldMkLst>
        <pc:spChg chg="mod">
          <ac:chgData name="Elaine Gustafson" userId="8e9fbddc-088d-4145-9000-dcad1c3d1481" providerId="ADAL" clId="{00F9A9FF-FBD2-4271-B74E-D7442FC205F4}" dt="2025-06-09T16:20:23.737" v="1034"/>
          <ac:spMkLst>
            <pc:docMk/>
            <pc:sldMk cId="315080989" sldId="352"/>
            <ac:spMk id="3" creationId="{1739B880-F239-CBA0-250D-A3E5666A18B5}"/>
          </ac:spMkLst>
        </pc:spChg>
      </pc:sldChg>
      <pc:sldChg chg="addSp delSp modSp mod">
        <pc:chgData name="Elaine Gustafson" userId="8e9fbddc-088d-4145-9000-dcad1c3d1481" providerId="ADAL" clId="{00F9A9FF-FBD2-4271-B74E-D7442FC205F4}" dt="2025-06-09T16:15:33.934" v="955"/>
        <pc:sldMkLst>
          <pc:docMk/>
          <pc:sldMk cId="2923081865" sldId="353"/>
        </pc:sldMkLst>
        <pc:spChg chg="ord">
          <ac:chgData name="Elaine Gustafson" userId="8e9fbddc-088d-4145-9000-dcad1c3d1481" providerId="ADAL" clId="{00F9A9FF-FBD2-4271-B74E-D7442FC205F4}" dt="2025-06-09T16:15:32.508" v="954"/>
          <ac:spMkLst>
            <pc:docMk/>
            <pc:sldMk cId="2923081865" sldId="353"/>
            <ac:spMk id="3" creationId="{F7B4F172-237D-2A52-A2AD-E1A397999B85}"/>
          </ac:spMkLst>
        </pc:spChg>
        <pc:spChg chg="ord">
          <ac:chgData name="Elaine Gustafson" userId="8e9fbddc-088d-4145-9000-dcad1c3d1481" providerId="ADAL" clId="{00F9A9FF-FBD2-4271-B74E-D7442FC205F4}" dt="2025-06-09T16:15:33.934" v="955"/>
          <ac:spMkLst>
            <pc:docMk/>
            <pc:sldMk cId="2923081865" sldId="353"/>
            <ac:spMk id="4" creationId="{515F655C-020B-50E7-5202-28C3D517CB78}"/>
          </ac:spMkLst>
        </pc:spChg>
        <pc:picChg chg="add mod">
          <ac:chgData name="Elaine Gustafson" userId="8e9fbddc-088d-4145-9000-dcad1c3d1481" providerId="ADAL" clId="{00F9A9FF-FBD2-4271-B74E-D7442FC205F4}" dt="2025-06-09T16:15:26.294" v="953" actId="1076"/>
          <ac:picMkLst>
            <pc:docMk/>
            <pc:sldMk cId="2923081865" sldId="353"/>
            <ac:picMk id="6" creationId="{193EC371-F3C6-0F42-40C3-D8934D9064E1}"/>
          </ac:picMkLst>
        </pc:picChg>
      </pc:sldChg>
      <pc:sldChg chg="modSp">
        <pc:chgData name="Elaine Gustafson" userId="8e9fbddc-088d-4145-9000-dcad1c3d1481" providerId="ADAL" clId="{00F9A9FF-FBD2-4271-B74E-D7442FC205F4}" dt="2025-06-09T16:20:05.598" v="1030"/>
        <pc:sldMkLst>
          <pc:docMk/>
          <pc:sldMk cId="16070478" sldId="354"/>
        </pc:sldMkLst>
        <pc:spChg chg="mod">
          <ac:chgData name="Elaine Gustafson" userId="8e9fbddc-088d-4145-9000-dcad1c3d1481" providerId="ADAL" clId="{00F9A9FF-FBD2-4271-B74E-D7442FC205F4}" dt="2025-06-09T16:20:05.598" v="1030"/>
          <ac:spMkLst>
            <pc:docMk/>
            <pc:sldMk cId="16070478" sldId="354"/>
            <ac:spMk id="3" creationId="{1BACF10D-1883-12AD-50FB-E729622F823D}"/>
          </ac:spMkLst>
        </pc:spChg>
      </pc:sldChg>
      <pc:sldChg chg="modSp">
        <pc:chgData name="Elaine Gustafson" userId="8e9fbddc-088d-4145-9000-dcad1c3d1481" providerId="ADAL" clId="{00F9A9FF-FBD2-4271-B74E-D7442FC205F4}" dt="2025-06-09T16:20:15.530" v="1032"/>
        <pc:sldMkLst>
          <pc:docMk/>
          <pc:sldMk cId="4225568064" sldId="356"/>
        </pc:sldMkLst>
        <pc:spChg chg="mod">
          <ac:chgData name="Elaine Gustafson" userId="8e9fbddc-088d-4145-9000-dcad1c3d1481" providerId="ADAL" clId="{00F9A9FF-FBD2-4271-B74E-D7442FC205F4}" dt="2025-06-09T16:20:15.530" v="1032"/>
          <ac:spMkLst>
            <pc:docMk/>
            <pc:sldMk cId="4225568064" sldId="356"/>
            <ac:spMk id="3" creationId="{EBDC7409-FB81-E8B1-39FD-E9B66FB5F1F0}"/>
          </ac:spMkLst>
        </pc:spChg>
      </pc:sldChg>
      <pc:sldChg chg="modSp">
        <pc:chgData name="Elaine Gustafson" userId="8e9fbddc-088d-4145-9000-dcad1c3d1481" providerId="ADAL" clId="{00F9A9FF-FBD2-4271-B74E-D7442FC205F4}" dt="2025-06-09T19:33:02.682" v="1187"/>
        <pc:sldMkLst>
          <pc:docMk/>
          <pc:sldMk cId="2299201959" sldId="357"/>
        </pc:sldMkLst>
        <pc:spChg chg="mod">
          <ac:chgData name="Elaine Gustafson" userId="8e9fbddc-088d-4145-9000-dcad1c3d1481" providerId="ADAL" clId="{00F9A9FF-FBD2-4271-B74E-D7442FC205F4}" dt="2025-06-09T19:32:59.949" v="1186"/>
          <ac:spMkLst>
            <pc:docMk/>
            <pc:sldMk cId="2299201959" sldId="357"/>
            <ac:spMk id="3" creationId="{AE94F3B9-B22B-ACD3-D513-1F99A01B45B4}"/>
          </ac:spMkLst>
        </pc:spChg>
        <pc:picChg chg="mod">
          <ac:chgData name="Elaine Gustafson" userId="8e9fbddc-088d-4145-9000-dcad1c3d1481" providerId="ADAL" clId="{00F9A9FF-FBD2-4271-B74E-D7442FC205F4}" dt="2025-06-09T19:33:02.682" v="1187"/>
          <ac:picMkLst>
            <pc:docMk/>
            <pc:sldMk cId="2299201959" sldId="357"/>
            <ac:picMk id="7" creationId="{CFFCF41F-A06C-7940-117A-B05719A2855F}"/>
          </ac:picMkLst>
        </pc:picChg>
      </pc:sldChg>
      <pc:sldChg chg="modSp mod">
        <pc:chgData name="Elaine Gustafson" userId="8e9fbddc-088d-4145-9000-dcad1c3d1481" providerId="ADAL" clId="{00F9A9FF-FBD2-4271-B74E-D7442FC205F4}" dt="2025-06-09T16:14:10.828" v="939"/>
        <pc:sldMkLst>
          <pc:docMk/>
          <pc:sldMk cId="726497564" sldId="358"/>
        </pc:sldMkLst>
        <pc:spChg chg="ord">
          <ac:chgData name="Elaine Gustafson" userId="8e9fbddc-088d-4145-9000-dcad1c3d1481" providerId="ADAL" clId="{00F9A9FF-FBD2-4271-B74E-D7442FC205F4}" dt="2025-06-09T16:14:06.413" v="937"/>
          <ac:spMkLst>
            <pc:docMk/>
            <pc:sldMk cId="726497564" sldId="358"/>
            <ac:spMk id="3" creationId="{356E18A7-71A3-7943-03D9-C56B4D3F5909}"/>
          </ac:spMkLst>
        </pc:spChg>
        <pc:spChg chg="ord">
          <ac:chgData name="Elaine Gustafson" userId="8e9fbddc-088d-4145-9000-dcad1c3d1481" providerId="ADAL" clId="{00F9A9FF-FBD2-4271-B74E-D7442FC205F4}" dt="2025-06-09T16:14:10.828" v="939"/>
          <ac:spMkLst>
            <pc:docMk/>
            <pc:sldMk cId="726497564" sldId="358"/>
            <ac:spMk id="4" creationId="{90C74A04-028C-7552-E40F-D422ECA47D2D}"/>
          </ac:spMkLst>
        </pc:spChg>
      </pc:sldChg>
      <pc:sldChg chg="modSp mod">
        <pc:chgData name="Elaine Gustafson" userId="8e9fbddc-088d-4145-9000-dcad1c3d1481" providerId="ADAL" clId="{00F9A9FF-FBD2-4271-B74E-D7442FC205F4}" dt="2025-06-09T19:33:56.202" v="1199" actId="20577"/>
        <pc:sldMkLst>
          <pc:docMk/>
          <pc:sldMk cId="3407351931" sldId="359"/>
        </pc:sldMkLst>
        <pc:spChg chg="mod">
          <ac:chgData name="Elaine Gustafson" userId="8e9fbddc-088d-4145-9000-dcad1c3d1481" providerId="ADAL" clId="{00F9A9FF-FBD2-4271-B74E-D7442FC205F4}" dt="2025-06-09T16:29:26.793" v="1102"/>
          <ac:spMkLst>
            <pc:docMk/>
            <pc:sldMk cId="3407351931" sldId="359"/>
            <ac:spMk id="4" creationId="{FC013DFD-F3E5-0C93-6F64-DF5EC1FD826E}"/>
          </ac:spMkLst>
        </pc:spChg>
        <pc:spChg chg="mod">
          <ac:chgData name="Elaine Gustafson" userId="8e9fbddc-088d-4145-9000-dcad1c3d1481" providerId="ADAL" clId="{00F9A9FF-FBD2-4271-B74E-D7442FC205F4}" dt="2025-06-09T19:33:56.202" v="1199" actId="20577"/>
          <ac:spMkLst>
            <pc:docMk/>
            <pc:sldMk cId="3407351931" sldId="359"/>
            <ac:spMk id="8" creationId="{1DB00CC2-F932-2356-E892-FC9C0EA54E4C}"/>
          </ac:spMkLst>
        </pc:spChg>
        <pc:picChg chg="ord">
          <ac:chgData name="Elaine Gustafson" userId="8e9fbddc-088d-4145-9000-dcad1c3d1481" providerId="ADAL" clId="{00F9A9FF-FBD2-4271-B74E-D7442FC205F4}" dt="2025-06-09T16:16:02.868" v="957"/>
          <ac:picMkLst>
            <pc:docMk/>
            <pc:sldMk cId="3407351931" sldId="359"/>
            <ac:picMk id="7" creationId="{17B77DFC-27A7-6F76-445C-7A2C041EE974}"/>
          </ac:picMkLst>
        </pc:picChg>
      </pc:sldChg>
      <pc:sldChg chg="modSp modNotesTx">
        <pc:chgData name="Elaine Gustafson" userId="8e9fbddc-088d-4145-9000-dcad1c3d1481" providerId="ADAL" clId="{00F9A9FF-FBD2-4271-B74E-D7442FC205F4}" dt="2025-06-09T19:55:40.680" v="1366"/>
        <pc:sldMkLst>
          <pc:docMk/>
          <pc:sldMk cId="996188462" sldId="360"/>
        </pc:sldMkLst>
        <pc:spChg chg="mod">
          <ac:chgData name="Elaine Gustafson" userId="8e9fbddc-088d-4145-9000-dcad1c3d1481" providerId="ADAL" clId="{00F9A9FF-FBD2-4271-B74E-D7442FC205F4}" dt="2025-06-09T19:55:38.780" v="1365"/>
          <ac:spMkLst>
            <pc:docMk/>
            <pc:sldMk cId="996188462" sldId="360"/>
            <ac:spMk id="3" creationId="{4D2F6861-5DD7-C3C4-9631-B075B694C33A}"/>
          </ac:spMkLst>
        </pc:spChg>
        <pc:picChg chg="mod">
          <ac:chgData name="Elaine Gustafson" userId="8e9fbddc-088d-4145-9000-dcad1c3d1481" providerId="ADAL" clId="{00F9A9FF-FBD2-4271-B74E-D7442FC205F4}" dt="2025-06-09T19:55:40.680" v="1366"/>
          <ac:picMkLst>
            <pc:docMk/>
            <pc:sldMk cId="996188462" sldId="360"/>
            <ac:picMk id="7" creationId="{3AFD4690-9C1E-6564-85B1-2246C6C742DE}"/>
          </ac:picMkLst>
        </pc:picChg>
      </pc:sldChg>
      <pc:sldChg chg="modNotesTx">
        <pc:chgData name="Elaine Gustafson" userId="8e9fbddc-088d-4145-9000-dcad1c3d1481" providerId="ADAL" clId="{00F9A9FF-FBD2-4271-B74E-D7442FC205F4}" dt="2025-06-09T15:00:14.015" v="12" actId="20577"/>
        <pc:sldMkLst>
          <pc:docMk/>
          <pc:sldMk cId="3326377561" sldId="361"/>
        </pc:sldMkLst>
      </pc:sldChg>
      <pc:sldChg chg="modNotesTx">
        <pc:chgData name="Elaine Gustafson" userId="8e9fbddc-088d-4145-9000-dcad1c3d1481" providerId="ADAL" clId="{00F9A9FF-FBD2-4271-B74E-D7442FC205F4}" dt="2025-06-09T15:01:49.180" v="41"/>
        <pc:sldMkLst>
          <pc:docMk/>
          <pc:sldMk cId="714919135" sldId="362"/>
        </pc:sldMkLst>
      </pc:sldChg>
      <pc:sldChg chg="modSp mod modNotesTx">
        <pc:chgData name="Elaine Gustafson" userId="8e9fbddc-088d-4145-9000-dcad1c3d1481" providerId="ADAL" clId="{00F9A9FF-FBD2-4271-B74E-D7442FC205F4}" dt="2025-06-09T19:56:28.018" v="1385"/>
        <pc:sldMkLst>
          <pc:docMk/>
          <pc:sldMk cId="1473635391" sldId="363"/>
        </pc:sldMkLst>
        <pc:spChg chg="mod">
          <ac:chgData name="Elaine Gustafson" userId="8e9fbddc-088d-4145-9000-dcad1c3d1481" providerId="ADAL" clId="{00F9A9FF-FBD2-4271-B74E-D7442FC205F4}" dt="2025-06-09T16:21:33.889" v="1039"/>
          <ac:spMkLst>
            <pc:docMk/>
            <pc:sldMk cId="1473635391" sldId="363"/>
            <ac:spMk id="3" creationId="{BD7E8CD5-2B1D-7A59-67BF-38DB771FDE9E}"/>
          </ac:spMkLst>
        </pc:spChg>
        <pc:spChg chg="mod">
          <ac:chgData name="Elaine Gustafson" userId="8e9fbddc-088d-4145-9000-dcad1c3d1481" providerId="ADAL" clId="{00F9A9FF-FBD2-4271-B74E-D7442FC205F4}" dt="2025-06-09T19:56:28.018" v="1385"/>
          <ac:spMkLst>
            <pc:docMk/>
            <pc:sldMk cId="1473635391" sldId="363"/>
            <ac:spMk id="4" creationId="{BC6C37E0-D952-E52B-2336-FC48B4EF781A}"/>
          </ac:spMkLst>
        </pc:spChg>
        <pc:spChg chg="mod">
          <ac:chgData name="Elaine Gustafson" userId="8e9fbddc-088d-4145-9000-dcad1c3d1481" providerId="ADAL" clId="{00F9A9FF-FBD2-4271-B74E-D7442FC205F4}" dt="2025-06-09T19:56:18.007" v="1383" actId="20577"/>
          <ac:spMkLst>
            <pc:docMk/>
            <pc:sldMk cId="1473635391" sldId="363"/>
            <ac:spMk id="5" creationId="{3058EA2C-FDAF-E9FC-6572-E9561302E124}"/>
          </ac:spMkLst>
        </pc:spChg>
      </pc:sldChg>
      <pc:sldChg chg="addSp delSp modSp mod modNotesTx">
        <pc:chgData name="Elaine Gustafson" userId="8e9fbddc-088d-4145-9000-dcad1c3d1481" providerId="ADAL" clId="{00F9A9FF-FBD2-4271-B74E-D7442FC205F4}" dt="2025-06-09T16:11:31.052" v="912" actId="1076"/>
        <pc:sldMkLst>
          <pc:docMk/>
          <pc:sldMk cId="3921387819" sldId="365"/>
        </pc:sldMkLst>
        <pc:picChg chg="add mod">
          <ac:chgData name="Elaine Gustafson" userId="8e9fbddc-088d-4145-9000-dcad1c3d1481" providerId="ADAL" clId="{00F9A9FF-FBD2-4271-B74E-D7442FC205F4}" dt="2025-06-09T16:11:31.052" v="912" actId="1076"/>
          <ac:picMkLst>
            <pc:docMk/>
            <pc:sldMk cId="3921387819" sldId="365"/>
            <ac:picMk id="7" creationId="{776A36E7-FC47-87DB-2F3A-92E5A4A01EF8}"/>
          </ac:picMkLst>
        </pc:picChg>
      </pc:sldChg>
      <pc:sldChg chg="addSp delSp modSp mod modNotesTx">
        <pc:chgData name="Elaine Gustafson" userId="8e9fbddc-088d-4145-9000-dcad1c3d1481" providerId="ADAL" clId="{00F9A9FF-FBD2-4271-B74E-D7442FC205F4}" dt="2025-06-09T21:25:47.003" v="1732" actId="20577"/>
        <pc:sldMkLst>
          <pc:docMk/>
          <pc:sldMk cId="2050871228" sldId="366"/>
        </pc:sldMkLst>
        <pc:spChg chg="ord">
          <ac:chgData name="Elaine Gustafson" userId="8e9fbddc-088d-4145-9000-dcad1c3d1481" providerId="ADAL" clId="{00F9A9FF-FBD2-4271-B74E-D7442FC205F4}" dt="2025-06-09T16:12:59.769" v="934"/>
          <ac:spMkLst>
            <pc:docMk/>
            <pc:sldMk cId="2050871228" sldId="366"/>
            <ac:spMk id="3" creationId="{5F8EBD8D-D981-A568-584A-3927BCA47DF5}"/>
          </ac:spMkLst>
        </pc:spChg>
        <pc:spChg chg="mod ord">
          <ac:chgData name="Elaine Gustafson" userId="8e9fbddc-088d-4145-9000-dcad1c3d1481" providerId="ADAL" clId="{00F9A9FF-FBD2-4271-B74E-D7442FC205F4}" dt="2025-06-09T21:25:47.003" v="1732" actId="20577"/>
          <ac:spMkLst>
            <pc:docMk/>
            <pc:sldMk cId="2050871228" sldId="366"/>
            <ac:spMk id="4" creationId="{47812EA3-101B-FCE6-1F57-6BFF221684FB}"/>
          </ac:spMkLst>
        </pc:spChg>
        <pc:picChg chg="add mod ord">
          <ac:chgData name="Elaine Gustafson" userId="8e9fbddc-088d-4145-9000-dcad1c3d1481" providerId="ADAL" clId="{00F9A9FF-FBD2-4271-B74E-D7442FC205F4}" dt="2025-06-09T16:12:53.043" v="929"/>
          <ac:picMkLst>
            <pc:docMk/>
            <pc:sldMk cId="2050871228" sldId="366"/>
            <ac:picMk id="7" creationId="{F4E0DE3D-B362-0034-1D55-FD2D3DDC0425}"/>
          </ac:picMkLst>
        </pc:picChg>
      </pc:sldChg>
      <pc:sldChg chg="modNotesTx">
        <pc:chgData name="Elaine Gustafson" userId="8e9fbddc-088d-4145-9000-dcad1c3d1481" providerId="ADAL" clId="{00F9A9FF-FBD2-4271-B74E-D7442FC205F4}" dt="2025-06-09T15:07:31.481" v="147"/>
        <pc:sldMkLst>
          <pc:docMk/>
          <pc:sldMk cId="4004527629" sldId="367"/>
        </pc:sldMkLst>
      </pc:sldChg>
      <pc:sldChg chg="addSp delSp modSp mod modNotesTx">
        <pc:chgData name="Elaine Gustafson" userId="8e9fbddc-088d-4145-9000-dcad1c3d1481" providerId="ADAL" clId="{00F9A9FF-FBD2-4271-B74E-D7442FC205F4}" dt="2025-06-09T15:09:10.481" v="157" actId="962"/>
        <pc:sldMkLst>
          <pc:docMk/>
          <pc:sldMk cId="3196173525" sldId="368"/>
        </pc:sldMkLst>
      </pc:sldChg>
      <pc:sldChg chg="addSp delSp modSp mod modNotesTx">
        <pc:chgData name="Elaine Gustafson" userId="8e9fbddc-088d-4145-9000-dcad1c3d1481" providerId="ADAL" clId="{00F9A9FF-FBD2-4271-B74E-D7442FC205F4}" dt="2025-06-09T15:16:54.984" v="265" actId="478"/>
        <pc:sldMkLst>
          <pc:docMk/>
          <pc:sldMk cId="3971751050" sldId="369"/>
        </pc:sldMkLst>
      </pc:sldChg>
      <pc:sldChg chg="addSp delSp modSp mod modNotesTx">
        <pc:chgData name="Elaine Gustafson" userId="8e9fbddc-088d-4145-9000-dcad1c3d1481" providerId="ADAL" clId="{00F9A9FF-FBD2-4271-B74E-D7442FC205F4}" dt="2025-06-09T15:17:15.954" v="268"/>
        <pc:sldMkLst>
          <pc:docMk/>
          <pc:sldMk cId="2486620154" sldId="370"/>
        </pc:sldMkLst>
        <pc:spChg chg="ord">
          <ac:chgData name="Elaine Gustafson" userId="8e9fbddc-088d-4145-9000-dcad1c3d1481" providerId="ADAL" clId="{00F9A9FF-FBD2-4271-B74E-D7442FC205F4}" dt="2025-06-09T15:17:15.954" v="268"/>
          <ac:spMkLst>
            <pc:docMk/>
            <pc:sldMk cId="2486620154" sldId="370"/>
            <ac:spMk id="4" creationId="{968054C8-8F47-B132-4198-8390A6B8E264}"/>
          </ac:spMkLst>
        </pc:spChg>
        <pc:picChg chg="add mod ord">
          <ac:chgData name="Elaine Gustafson" userId="8e9fbddc-088d-4145-9000-dcad1c3d1481" providerId="ADAL" clId="{00F9A9FF-FBD2-4271-B74E-D7442FC205F4}" dt="2025-06-09T15:17:14.439" v="267"/>
          <ac:picMkLst>
            <pc:docMk/>
            <pc:sldMk cId="2486620154" sldId="370"/>
            <ac:picMk id="17" creationId="{93F0D117-709C-4838-D112-62EEB728AB2F}"/>
          </ac:picMkLst>
        </pc:picChg>
      </pc:sldChg>
      <pc:sldChg chg="addSp delSp modSp mod modNotesTx">
        <pc:chgData name="Elaine Gustafson" userId="8e9fbddc-088d-4145-9000-dcad1c3d1481" providerId="ADAL" clId="{00F9A9FF-FBD2-4271-B74E-D7442FC205F4}" dt="2025-06-09T15:31:07.582" v="412" actId="962"/>
        <pc:sldMkLst>
          <pc:docMk/>
          <pc:sldMk cId="3266190919" sldId="371"/>
        </pc:sldMkLst>
        <pc:spChg chg="ord">
          <ac:chgData name="Elaine Gustafson" userId="8e9fbddc-088d-4145-9000-dcad1c3d1481" providerId="ADAL" clId="{00F9A9FF-FBD2-4271-B74E-D7442FC205F4}" dt="2025-06-09T15:20:50.139" v="361"/>
          <ac:spMkLst>
            <pc:docMk/>
            <pc:sldMk cId="3266190919" sldId="371"/>
            <ac:spMk id="4" creationId="{F5159B59-BCF8-EA53-8ADA-D22F6804D562}"/>
          </ac:spMkLst>
        </pc:spChg>
        <pc:picChg chg="add mod ord modCrop">
          <ac:chgData name="Elaine Gustafson" userId="8e9fbddc-088d-4145-9000-dcad1c3d1481" providerId="ADAL" clId="{00F9A9FF-FBD2-4271-B74E-D7442FC205F4}" dt="2025-06-09T15:31:07.582" v="412" actId="962"/>
          <ac:picMkLst>
            <pc:docMk/>
            <pc:sldMk cId="3266190919" sldId="371"/>
            <ac:picMk id="10" creationId="{309ECF2B-624B-9DDB-3F97-F41A5346ADFE}"/>
          </ac:picMkLst>
        </pc:picChg>
      </pc:sldChg>
      <pc:sldChg chg="addSp delSp modSp mod modNotesTx">
        <pc:chgData name="Elaine Gustafson" userId="8e9fbddc-088d-4145-9000-dcad1c3d1481" providerId="ADAL" clId="{00F9A9FF-FBD2-4271-B74E-D7442FC205F4}" dt="2025-06-09T15:49:07.094" v="697"/>
        <pc:sldMkLst>
          <pc:docMk/>
          <pc:sldMk cId="1755324911" sldId="372"/>
        </pc:sldMkLst>
        <pc:spChg chg="ord">
          <ac:chgData name="Elaine Gustafson" userId="8e9fbddc-088d-4145-9000-dcad1c3d1481" providerId="ADAL" clId="{00F9A9FF-FBD2-4271-B74E-D7442FC205F4}" dt="2025-06-09T15:49:07.094" v="697"/>
          <ac:spMkLst>
            <pc:docMk/>
            <pc:sldMk cId="1755324911" sldId="372"/>
            <ac:spMk id="4" creationId="{25A6B860-F780-DA66-EFDB-33AF80F1108A}"/>
          </ac:spMkLst>
        </pc:spChg>
        <pc:spChg chg="mod">
          <ac:chgData name="Elaine Gustafson" userId="8e9fbddc-088d-4145-9000-dcad1c3d1481" providerId="ADAL" clId="{00F9A9FF-FBD2-4271-B74E-D7442FC205F4}" dt="2025-06-09T15:47:25.781" v="675" actId="20577"/>
          <ac:spMkLst>
            <pc:docMk/>
            <pc:sldMk cId="1755324911" sldId="372"/>
            <ac:spMk id="8" creationId="{6D5110D8-B432-92B4-67BF-000BF59D7A26}"/>
          </ac:spMkLst>
        </pc:spChg>
        <pc:picChg chg="add mod ord">
          <ac:chgData name="Elaine Gustafson" userId="8e9fbddc-088d-4145-9000-dcad1c3d1481" providerId="ADAL" clId="{00F9A9FF-FBD2-4271-B74E-D7442FC205F4}" dt="2025-06-09T15:49:05.224" v="696"/>
          <ac:picMkLst>
            <pc:docMk/>
            <pc:sldMk cId="1755324911" sldId="372"/>
            <ac:picMk id="12" creationId="{5194FAF3-3F01-0C35-E0F0-8ECFDE49D4C6}"/>
          </ac:picMkLst>
        </pc:picChg>
      </pc:sldChg>
      <pc:sldChg chg="modSp mod modNotesTx">
        <pc:chgData name="Elaine Gustafson" userId="8e9fbddc-088d-4145-9000-dcad1c3d1481" providerId="ADAL" clId="{00F9A9FF-FBD2-4271-B74E-D7442FC205F4}" dt="2025-06-09T16:03:26.073" v="864" actId="20577"/>
        <pc:sldMkLst>
          <pc:docMk/>
          <pc:sldMk cId="2153357583" sldId="374"/>
        </pc:sldMkLst>
        <pc:spChg chg="ord">
          <ac:chgData name="Elaine Gustafson" userId="8e9fbddc-088d-4145-9000-dcad1c3d1481" providerId="ADAL" clId="{00F9A9FF-FBD2-4271-B74E-D7442FC205F4}" dt="2025-06-09T15:49:45.670" v="699"/>
          <ac:spMkLst>
            <pc:docMk/>
            <pc:sldMk cId="2153357583" sldId="374"/>
            <ac:spMk id="4" creationId="{556D7192-4E25-DA57-5919-5A64FCA3AC8B}"/>
          </ac:spMkLst>
        </pc:spChg>
        <pc:spChg chg="ord">
          <ac:chgData name="Elaine Gustafson" userId="8e9fbddc-088d-4145-9000-dcad1c3d1481" providerId="ADAL" clId="{00F9A9FF-FBD2-4271-B74E-D7442FC205F4}" dt="2025-06-09T15:49:49.782" v="700"/>
          <ac:spMkLst>
            <pc:docMk/>
            <pc:sldMk cId="2153357583" sldId="374"/>
            <ac:spMk id="7" creationId="{6403A375-551D-148C-106F-D3FB6F342B05}"/>
          </ac:spMkLst>
        </pc:spChg>
        <pc:spChg chg="mod">
          <ac:chgData name="Elaine Gustafson" userId="8e9fbddc-088d-4145-9000-dcad1c3d1481" providerId="ADAL" clId="{00F9A9FF-FBD2-4271-B74E-D7442FC205F4}" dt="2025-06-09T16:03:26.073" v="864" actId="20577"/>
          <ac:spMkLst>
            <pc:docMk/>
            <pc:sldMk cId="2153357583" sldId="374"/>
            <ac:spMk id="8" creationId="{367D5515-67F6-048F-611A-DC88BC6277E2}"/>
          </ac:spMkLst>
        </pc:spChg>
      </pc:sldChg>
      <pc:sldChg chg="addSp delSp modSp mod modNotesTx">
        <pc:chgData name="Elaine Gustafson" userId="8e9fbddc-088d-4145-9000-dcad1c3d1481" providerId="ADAL" clId="{00F9A9FF-FBD2-4271-B74E-D7442FC205F4}" dt="2025-06-09T16:09:30.342" v="902" actId="1076"/>
        <pc:sldMkLst>
          <pc:docMk/>
          <pc:sldMk cId="48754552" sldId="375"/>
        </pc:sldMkLst>
        <pc:spChg chg="ord">
          <ac:chgData name="Elaine Gustafson" userId="8e9fbddc-088d-4145-9000-dcad1c3d1481" providerId="ADAL" clId="{00F9A9FF-FBD2-4271-B74E-D7442FC205F4}" dt="2025-06-09T16:08:19.846" v="892"/>
          <ac:spMkLst>
            <pc:docMk/>
            <pc:sldMk cId="48754552" sldId="375"/>
            <ac:spMk id="5" creationId="{8A3883D9-3406-05D5-1A7D-06F6313C2BBE}"/>
          </ac:spMkLst>
        </pc:spChg>
        <pc:picChg chg="add mod ord">
          <ac:chgData name="Elaine Gustafson" userId="8e9fbddc-088d-4145-9000-dcad1c3d1481" providerId="ADAL" clId="{00F9A9FF-FBD2-4271-B74E-D7442FC205F4}" dt="2025-06-09T16:09:30.342" v="902" actId="1076"/>
          <ac:picMkLst>
            <pc:docMk/>
            <pc:sldMk cId="48754552" sldId="375"/>
            <ac:picMk id="6" creationId="{036DE155-0FB3-03C4-E43D-1AD25B9EC4AB}"/>
          </ac:picMkLst>
        </pc:picChg>
      </pc:sldChg>
      <pc:sldChg chg="modSp mod modNotesTx">
        <pc:chgData name="Elaine Gustafson" userId="8e9fbddc-088d-4145-9000-dcad1c3d1481" providerId="ADAL" clId="{00F9A9FF-FBD2-4271-B74E-D7442FC205F4}" dt="2025-06-09T16:09:14.915" v="901" actId="20577"/>
        <pc:sldMkLst>
          <pc:docMk/>
          <pc:sldMk cId="2657114328" sldId="376"/>
        </pc:sldMkLst>
        <pc:spChg chg="ord">
          <ac:chgData name="Elaine Gustafson" userId="8e9fbddc-088d-4145-9000-dcad1c3d1481" providerId="ADAL" clId="{00F9A9FF-FBD2-4271-B74E-D7442FC205F4}" dt="2025-06-09T16:08:48.923" v="896"/>
          <ac:spMkLst>
            <pc:docMk/>
            <pc:sldMk cId="2657114328" sldId="376"/>
            <ac:spMk id="3" creationId="{0C6D09D9-4506-A449-36DC-6A8A2E946786}"/>
          </ac:spMkLst>
        </pc:spChg>
        <pc:spChg chg="ord">
          <ac:chgData name="Elaine Gustafson" userId="8e9fbddc-088d-4145-9000-dcad1c3d1481" providerId="ADAL" clId="{00F9A9FF-FBD2-4271-B74E-D7442FC205F4}" dt="2025-06-09T16:08:46.112" v="895"/>
          <ac:spMkLst>
            <pc:docMk/>
            <pc:sldMk cId="2657114328" sldId="376"/>
            <ac:spMk id="5" creationId="{A8836877-0BA9-8B18-FFB1-58F69F434EEA}"/>
          </ac:spMkLst>
        </pc:spChg>
        <pc:picChg chg="mod">
          <ac:chgData name="Elaine Gustafson" userId="8e9fbddc-088d-4145-9000-dcad1c3d1481" providerId="ADAL" clId="{00F9A9FF-FBD2-4271-B74E-D7442FC205F4}" dt="2025-06-09T16:09:03.329" v="898" actId="1076"/>
          <ac:picMkLst>
            <pc:docMk/>
            <pc:sldMk cId="2657114328" sldId="376"/>
            <ac:picMk id="9" creationId="{072B0780-FC15-1482-47DD-31CD0AF07503}"/>
          </ac:picMkLst>
        </pc:picChg>
      </pc:sldChg>
      <pc:sldChg chg="modSp mod modNotesTx">
        <pc:chgData name="Elaine Gustafson" userId="8e9fbddc-088d-4145-9000-dcad1c3d1481" providerId="ADAL" clId="{00F9A9FF-FBD2-4271-B74E-D7442FC205F4}" dt="2025-06-11T14:58:38.809" v="1763" actId="20577"/>
        <pc:sldMkLst>
          <pc:docMk/>
          <pc:sldMk cId="2102346287" sldId="378"/>
        </pc:sldMkLst>
        <pc:picChg chg="mod">
          <ac:chgData name="Elaine Gustafson" userId="8e9fbddc-088d-4145-9000-dcad1c3d1481" providerId="ADAL" clId="{00F9A9FF-FBD2-4271-B74E-D7442FC205F4}" dt="2025-06-11T14:57:52.490" v="1760" actId="962"/>
          <ac:picMkLst>
            <pc:docMk/>
            <pc:sldMk cId="2102346287" sldId="378"/>
            <ac:picMk id="11" creationId="{EE0A2B21-16D5-2A8A-A68F-D963DC80A23B}"/>
          </ac:picMkLst>
        </pc:picChg>
      </pc:sldChg>
      <pc:sldChg chg="modSp">
        <pc:chgData name="Elaine Gustafson" userId="8e9fbddc-088d-4145-9000-dcad1c3d1481" providerId="ADAL" clId="{00F9A9FF-FBD2-4271-B74E-D7442FC205F4}" dt="2025-06-09T16:24:19.821" v="1068"/>
        <pc:sldMkLst>
          <pc:docMk/>
          <pc:sldMk cId="2928149971" sldId="379"/>
        </pc:sldMkLst>
        <pc:spChg chg="mod">
          <ac:chgData name="Elaine Gustafson" userId="8e9fbddc-088d-4145-9000-dcad1c3d1481" providerId="ADAL" clId="{00F9A9FF-FBD2-4271-B74E-D7442FC205F4}" dt="2025-06-09T16:24:19.821" v="1068"/>
          <ac:spMkLst>
            <pc:docMk/>
            <pc:sldMk cId="2928149971" sldId="379"/>
            <ac:spMk id="4" creationId="{AAC4846F-667A-33A9-C388-9BB78BDF22E4}"/>
          </ac:spMkLst>
        </pc:spChg>
      </pc:sldChg>
      <pc:sldChg chg="modSp">
        <pc:chgData name="Elaine Gustafson" userId="8e9fbddc-088d-4145-9000-dcad1c3d1481" providerId="ADAL" clId="{00F9A9FF-FBD2-4271-B74E-D7442FC205F4}" dt="2025-06-09T16:27:20.219" v="1088"/>
        <pc:sldMkLst>
          <pc:docMk/>
          <pc:sldMk cId="523698823" sldId="381"/>
        </pc:sldMkLst>
        <pc:spChg chg="mod">
          <ac:chgData name="Elaine Gustafson" userId="8e9fbddc-088d-4145-9000-dcad1c3d1481" providerId="ADAL" clId="{00F9A9FF-FBD2-4271-B74E-D7442FC205F4}" dt="2025-06-09T16:27:20.219" v="1088"/>
          <ac:spMkLst>
            <pc:docMk/>
            <pc:sldMk cId="523698823" sldId="381"/>
            <ac:spMk id="4" creationId="{DF89FF7F-128C-3C00-FD2C-4A45FF62A942}"/>
          </ac:spMkLst>
        </pc:spChg>
      </pc:sldChg>
      <pc:sldChg chg="modSp mod">
        <pc:chgData name="Elaine Gustafson" userId="8e9fbddc-088d-4145-9000-dcad1c3d1481" providerId="ADAL" clId="{00F9A9FF-FBD2-4271-B74E-D7442FC205F4}" dt="2025-06-11T14:58:08.706" v="1762" actId="1076"/>
        <pc:sldMkLst>
          <pc:docMk/>
          <pc:sldMk cId="2515059146" sldId="382"/>
        </pc:sldMkLst>
        <pc:spChg chg="mod">
          <ac:chgData name="Elaine Gustafson" userId="8e9fbddc-088d-4145-9000-dcad1c3d1481" providerId="ADAL" clId="{00F9A9FF-FBD2-4271-B74E-D7442FC205F4}" dt="2025-06-09T16:28:13.312" v="1098"/>
          <ac:spMkLst>
            <pc:docMk/>
            <pc:sldMk cId="2515059146" sldId="382"/>
            <ac:spMk id="4" creationId="{69B68B04-A9C4-226F-5565-E41DD638DE05}"/>
          </ac:spMkLst>
        </pc:spChg>
        <pc:picChg chg="mod">
          <ac:chgData name="Elaine Gustafson" userId="8e9fbddc-088d-4145-9000-dcad1c3d1481" providerId="ADAL" clId="{00F9A9FF-FBD2-4271-B74E-D7442FC205F4}" dt="2025-06-11T14:58:08.706" v="1762" actId="1076"/>
          <ac:picMkLst>
            <pc:docMk/>
            <pc:sldMk cId="2515059146" sldId="382"/>
            <ac:picMk id="7" creationId="{E7D1242A-DBF6-4E8F-9983-E5741ED4F112}"/>
          </ac:picMkLst>
        </pc:picChg>
      </pc:sldChg>
      <pc:sldChg chg="modSp add mod modNotesTx">
        <pc:chgData name="Elaine Gustafson" userId="8e9fbddc-088d-4145-9000-dcad1c3d1481" providerId="ADAL" clId="{00F9A9FF-FBD2-4271-B74E-D7442FC205F4}" dt="2025-06-09T16:02:34.485" v="860" actId="6549"/>
        <pc:sldMkLst>
          <pc:docMk/>
          <pc:sldMk cId="1467099300" sldId="383"/>
        </pc:sldMkLst>
        <pc:spChg chg="mod">
          <ac:chgData name="Elaine Gustafson" userId="8e9fbddc-088d-4145-9000-dcad1c3d1481" providerId="ADAL" clId="{00F9A9FF-FBD2-4271-B74E-D7442FC205F4}" dt="2025-06-09T15:46:11.864" v="669" actId="20577"/>
          <ac:spMkLst>
            <pc:docMk/>
            <pc:sldMk cId="1467099300" sldId="383"/>
            <ac:spMk id="3" creationId="{034F9D18-7C73-4FEC-9351-09AE0F72DB45}"/>
          </ac:spMkLst>
        </pc:spChg>
        <pc:spChg chg="mod">
          <ac:chgData name="Elaine Gustafson" userId="8e9fbddc-088d-4145-9000-dcad1c3d1481" providerId="ADAL" clId="{00F9A9FF-FBD2-4271-B74E-D7442FC205F4}" dt="2025-06-09T15:45:59.007" v="661" actId="20577"/>
          <ac:spMkLst>
            <pc:docMk/>
            <pc:sldMk cId="1467099300" sldId="383"/>
            <ac:spMk id="8" creationId="{97DA3BD9-FB1B-DCD6-2353-8E3E0E9CA6ED}"/>
          </ac:spMkLst>
        </pc:spChg>
      </pc:sldChg>
      <pc:sldChg chg="modSp add">
        <pc:chgData name="Elaine Gustafson" userId="8e9fbddc-088d-4145-9000-dcad1c3d1481" providerId="ADAL" clId="{00F9A9FF-FBD2-4271-B74E-D7442FC205F4}" dt="2025-06-09T20:05:04.467" v="1627" actId="20577"/>
        <pc:sldMkLst>
          <pc:docMk/>
          <pc:sldMk cId="3817359081" sldId="384"/>
        </pc:sldMkLst>
        <pc:spChg chg="mod">
          <ac:chgData name="Elaine Gustafson" userId="8e9fbddc-088d-4145-9000-dcad1c3d1481" providerId="ADAL" clId="{00F9A9FF-FBD2-4271-B74E-D7442FC205F4}" dt="2025-06-09T20:05:04.467" v="1627" actId="20577"/>
          <ac:spMkLst>
            <pc:docMk/>
            <pc:sldMk cId="3817359081" sldId="384"/>
            <ac:spMk id="3" creationId="{7BF69591-F9FE-40EC-71ED-BDB44AD9C6D6}"/>
          </ac:spMkLst>
        </pc:spChg>
        <pc:spChg chg="mod">
          <ac:chgData name="Elaine Gustafson" userId="8e9fbddc-088d-4145-9000-dcad1c3d1481" providerId="ADAL" clId="{00F9A9FF-FBD2-4271-B74E-D7442FC205F4}" dt="2025-06-09T20:04:08.032" v="1614" actId="404"/>
          <ac:spMkLst>
            <pc:docMk/>
            <pc:sldMk cId="3817359081" sldId="384"/>
            <ac:spMk id="8" creationId="{08AC9B1E-EE61-C846-DD5B-40C10E268D44}"/>
          </ac:spMkLst>
        </pc:spChg>
      </pc:sldChg>
      <pc:sldMasterChg chg="modSp mod modSldLayout">
        <pc:chgData name="Elaine Gustafson" userId="8e9fbddc-088d-4145-9000-dcad1c3d1481" providerId="ADAL" clId="{00F9A9FF-FBD2-4271-B74E-D7442FC205F4}" dt="2025-06-09T20:11:49.862" v="1676"/>
        <pc:sldMasterMkLst>
          <pc:docMk/>
          <pc:sldMasterMk cId="58932730" sldId="2147483910"/>
        </pc:sldMasterMkLst>
        <pc:spChg chg="ord">
          <ac:chgData name="Elaine Gustafson" userId="8e9fbddc-088d-4145-9000-dcad1c3d1481" providerId="ADAL" clId="{00F9A9FF-FBD2-4271-B74E-D7442FC205F4}" dt="2025-06-09T20:11:49.862" v="1676"/>
          <ac:spMkLst>
            <pc:docMk/>
            <pc:sldMasterMk cId="58932730" sldId="2147483910"/>
            <ac:spMk id="7" creationId="{6ABFF679-40BB-4275-8271-2872CFC1BDB4}"/>
          </ac:spMkLst>
        </pc:spChg>
        <pc:sldLayoutChg chg="modSp mod">
          <pc:chgData name="Elaine Gustafson" userId="8e9fbddc-088d-4145-9000-dcad1c3d1481" providerId="ADAL" clId="{00F9A9FF-FBD2-4271-B74E-D7442FC205F4}" dt="2025-06-09T20:11:40.564" v="1675"/>
          <pc:sldLayoutMkLst>
            <pc:docMk/>
            <pc:sldMasterMk cId="58932730" sldId="2147483910"/>
            <pc:sldLayoutMk cId="956967912" sldId="2147483940"/>
          </pc:sldLayoutMkLst>
          <pc:spChg chg="ord">
            <ac:chgData name="Elaine Gustafson" userId="8e9fbddc-088d-4145-9000-dcad1c3d1481" providerId="ADAL" clId="{00F9A9FF-FBD2-4271-B74E-D7442FC205F4}" dt="2025-06-09T20:11:40.564" v="1675"/>
            <ac:spMkLst>
              <pc:docMk/>
              <pc:sldMasterMk cId="58932730" sldId="2147483910"/>
              <pc:sldLayoutMk cId="956967912" sldId="2147483940"/>
              <ac:spMk id="2" creationId="{56B2E2FA-09DF-4717-B99F-F1A240733DAC}"/>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Jules Mancini" userId="S::jmancini@comptia.global::4ef8f4fd-9280-4856-883a-0ebf05603c1f" providerId="AD" clId="Web-{D82B66E4-D68C-7010-AC3C-C6992E9C3B23}"/>
    <pc:docChg chg="modSld">
      <pc:chgData name="Jules Mancini" userId="S::jmancini@comptia.global::4ef8f4fd-9280-4856-883a-0ebf05603c1f" providerId="AD" clId="Web-{D82B66E4-D68C-7010-AC3C-C6992E9C3B23}" dt="2025-06-09T23:45:42.357" v="20"/>
      <pc:docMkLst>
        <pc:docMk/>
      </pc:docMkLst>
      <pc:sldChg chg="modSp">
        <pc:chgData name="Jules Mancini" userId="S::jmancini@comptia.global::4ef8f4fd-9280-4856-883a-0ebf05603c1f" providerId="AD" clId="Web-{D82B66E4-D68C-7010-AC3C-C6992E9C3B23}" dt="2025-06-09T23:44:30.008" v="16" actId="20577"/>
        <pc:sldMkLst>
          <pc:docMk/>
          <pc:sldMk cId="847759030" sldId="318"/>
        </pc:sldMkLst>
        <pc:spChg chg="mod">
          <ac:chgData name="Jules Mancini" userId="S::jmancini@comptia.global::4ef8f4fd-9280-4856-883a-0ebf05603c1f" providerId="AD" clId="Web-{D82B66E4-D68C-7010-AC3C-C6992E9C3B23}" dt="2025-06-09T23:44:30.008" v="16" actId="20577"/>
          <ac:spMkLst>
            <pc:docMk/>
            <pc:sldMk cId="847759030" sldId="318"/>
            <ac:spMk id="2" creationId="{2E7E13AE-EE8F-35A0-8FBF-98B0D2C1008A}"/>
          </ac:spMkLst>
        </pc:spChg>
      </pc:sldChg>
      <pc:sldChg chg="modNotes">
        <pc:chgData name="Jules Mancini" userId="S::jmancini@comptia.global::4ef8f4fd-9280-4856-883a-0ebf05603c1f" providerId="AD" clId="Web-{D82B66E4-D68C-7010-AC3C-C6992E9C3B23}" dt="2025-06-09T23:44:53.510" v="18"/>
        <pc:sldMkLst>
          <pc:docMk/>
          <pc:sldMk cId="2928149971" sldId="379"/>
        </pc:sldMkLst>
      </pc:sldChg>
      <pc:sldChg chg="modNotes">
        <pc:chgData name="Jules Mancini" userId="S::jmancini@comptia.global::4ef8f4fd-9280-4856-883a-0ebf05603c1f" providerId="AD" clId="Web-{D82B66E4-D68C-7010-AC3C-C6992E9C3B23}" dt="2025-06-09T23:45:23.606" v="19"/>
        <pc:sldMkLst>
          <pc:docMk/>
          <pc:sldMk cId="523698823" sldId="381"/>
        </pc:sldMkLst>
      </pc:sldChg>
      <pc:sldChg chg="modNotes">
        <pc:chgData name="Jules Mancini" userId="S::jmancini@comptia.global::4ef8f4fd-9280-4856-883a-0ebf05603c1f" providerId="AD" clId="Web-{D82B66E4-D68C-7010-AC3C-C6992E9C3B23}" dt="2025-06-09T23:45:42.357" v="20"/>
        <pc:sldMkLst>
          <pc:docMk/>
          <pc:sldMk cId="2515059146" sldId="382"/>
        </pc:sldMkLst>
      </pc:sldChg>
    </pc:docChg>
  </pc:docChgLst>
  <pc:docChgLst>
    <pc:chgData name="Jules Mancini" userId="S::jmancini@comptia.global::4ef8f4fd-9280-4856-883a-0ebf05603c1f" providerId="AD" clId="Web-{372A790D-98F6-BA9D-EB30-94872B454A2C}"/>
    <pc:docChg chg="modSld">
      <pc:chgData name="Jules Mancini" userId="S::jmancini@comptia.global::4ef8f4fd-9280-4856-883a-0ebf05603c1f" providerId="AD" clId="Web-{372A790D-98F6-BA9D-EB30-94872B454A2C}" dt="2025-06-09T23:23:03.236" v="44" actId="20577"/>
      <pc:docMkLst>
        <pc:docMk/>
      </pc:docMkLst>
      <pc:sldChg chg="modSp">
        <pc:chgData name="Jules Mancini" userId="S::jmancini@comptia.global::4ef8f4fd-9280-4856-883a-0ebf05603c1f" providerId="AD" clId="Web-{372A790D-98F6-BA9D-EB30-94872B454A2C}" dt="2025-06-09T23:09:31.379" v="0" actId="20577"/>
        <pc:sldMkLst>
          <pc:docMk/>
          <pc:sldMk cId="151209867" sldId="303"/>
        </pc:sldMkLst>
        <pc:spChg chg="mod">
          <ac:chgData name="Jules Mancini" userId="S::jmancini@comptia.global::4ef8f4fd-9280-4856-883a-0ebf05603c1f" providerId="AD" clId="Web-{372A790D-98F6-BA9D-EB30-94872B454A2C}" dt="2025-06-09T23:09:31.379" v="0" actId="20577"/>
          <ac:spMkLst>
            <pc:docMk/>
            <pc:sldMk cId="151209867" sldId="303"/>
            <ac:spMk id="3" creationId="{8F7C9257-937C-566E-95AE-634283098A93}"/>
          </ac:spMkLst>
        </pc:spChg>
      </pc:sldChg>
      <pc:sldChg chg="delSp modSp">
        <pc:chgData name="Jules Mancini" userId="S::jmancini@comptia.global::4ef8f4fd-9280-4856-883a-0ebf05603c1f" providerId="AD" clId="Web-{372A790D-98F6-BA9D-EB30-94872B454A2C}" dt="2025-06-09T23:22:04.452" v="22"/>
        <pc:sldMkLst>
          <pc:docMk/>
          <pc:sldMk cId="1169523784" sldId="310"/>
        </pc:sldMkLst>
      </pc:sldChg>
      <pc:sldChg chg="addSp delSp modSp">
        <pc:chgData name="Jules Mancini" userId="S::jmancini@comptia.global::4ef8f4fd-9280-4856-883a-0ebf05603c1f" providerId="AD" clId="Web-{372A790D-98F6-BA9D-EB30-94872B454A2C}" dt="2025-06-09T23:23:03.236" v="44" actId="20577"/>
        <pc:sldMkLst>
          <pc:docMk/>
          <pc:sldMk cId="3769993045" sldId="317"/>
        </pc:sldMkLst>
      </pc:sldChg>
      <pc:sldChg chg="modSp">
        <pc:chgData name="Jules Mancini" userId="S::jmancini@comptia.global::4ef8f4fd-9280-4856-883a-0ebf05603c1f" providerId="AD" clId="Web-{372A790D-98F6-BA9D-EB30-94872B454A2C}" dt="2025-06-09T23:10:17.350" v="4" actId="20577"/>
        <pc:sldMkLst>
          <pc:docMk/>
          <pc:sldMk cId="2699131684" sldId="322"/>
        </pc:sldMkLst>
        <pc:spChg chg="mod">
          <ac:chgData name="Jules Mancini" userId="S::jmancini@comptia.global::4ef8f4fd-9280-4856-883a-0ebf05603c1f" providerId="AD" clId="Web-{372A790D-98F6-BA9D-EB30-94872B454A2C}" dt="2025-06-09T23:10:17.350" v="4" actId="20577"/>
          <ac:spMkLst>
            <pc:docMk/>
            <pc:sldMk cId="2699131684" sldId="322"/>
            <ac:spMk id="3" creationId="{AB0257A5-4F95-A433-62D8-6359A12BBD05}"/>
          </ac:spMkLst>
        </pc:spChg>
      </pc:sldChg>
      <pc:sldChg chg="modSp">
        <pc:chgData name="Jules Mancini" userId="S::jmancini@comptia.global::4ef8f4fd-9280-4856-883a-0ebf05603c1f" providerId="AD" clId="Web-{372A790D-98F6-BA9D-EB30-94872B454A2C}" dt="2025-06-09T23:09:59.036" v="2" actId="20577"/>
        <pc:sldMkLst>
          <pc:docMk/>
          <pc:sldMk cId="4071435961" sldId="326"/>
        </pc:sldMkLst>
        <pc:spChg chg="mod">
          <ac:chgData name="Jules Mancini" userId="S::jmancini@comptia.global::4ef8f4fd-9280-4856-883a-0ebf05603c1f" providerId="AD" clId="Web-{372A790D-98F6-BA9D-EB30-94872B454A2C}" dt="2025-06-09T23:09:59.036" v="2" actId="20577"/>
          <ac:spMkLst>
            <pc:docMk/>
            <pc:sldMk cId="4071435961" sldId="326"/>
            <ac:spMk id="3" creationId="{AEC6F64B-9C4A-E3C7-C179-53E656DAE153}"/>
          </ac:spMkLst>
        </pc:spChg>
      </pc:sldChg>
      <pc:sldChg chg="modNotes">
        <pc:chgData name="Jules Mancini" userId="S::jmancini@comptia.global::4ef8f4fd-9280-4856-883a-0ebf05603c1f" providerId="AD" clId="Web-{372A790D-98F6-BA9D-EB30-94872B454A2C}" dt="2025-06-09T23:11:47.009" v="6"/>
        <pc:sldMkLst>
          <pc:docMk/>
          <pc:sldMk cId="4174007637" sldId="332"/>
        </pc:sldMkLst>
      </pc:sldChg>
      <pc:sldChg chg="modNotes">
        <pc:chgData name="Jules Mancini" userId="S::jmancini@comptia.global::4ef8f4fd-9280-4856-883a-0ebf05603c1f" providerId="AD" clId="Web-{372A790D-98F6-BA9D-EB30-94872B454A2C}" dt="2025-06-09T23:14:32.702" v="14"/>
        <pc:sldMkLst>
          <pc:docMk/>
          <pc:sldMk cId="1542238558" sldId="336"/>
        </pc:sldMkLst>
      </pc:sldChg>
      <pc:sldChg chg="modSp">
        <pc:chgData name="Jules Mancini" userId="S::jmancini@comptia.global::4ef8f4fd-9280-4856-883a-0ebf05603c1f" providerId="AD" clId="Web-{372A790D-98F6-BA9D-EB30-94872B454A2C}" dt="2025-06-09T23:15:21.235" v="17" actId="20577"/>
        <pc:sldMkLst>
          <pc:docMk/>
          <pc:sldMk cId="309824262" sldId="339"/>
        </pc:sldMkLst>
        <pc:spChg chg="mod">
          <ac:chgData name="Jules Mancini" userId="S::jmancini@comptia.global::4ef8f4fd-9280-4856-883a-0ebf05603c1f" providerId="AD" clId="Web-{372A790D-98F6-BA9D-EB30-94872B454A2C}" dt="2025-06-09T23:15:21.235" v="17" actId="20577"/>
          <ac:spMkLst>
            <pc:docMk/>
            <pc:sldMk cId="309824262" sldId="339"/>
            <ac:spMk id="3" creationId="{C43A0715-8D7E-183B-6CD3-245C8B64310A}"/>
          </ac:spMkLst>
        </pc:spChg>
      </pc:sldChg>
      <pc:sldChg chg="modNotes">
        <pc:chgData name="Jules Mancini" userId="S::jmancini@comptia.global::4ef8f4fd-9280-4856-883a-0ebf05603c1f" providerId="AD" clId="Web-{372A790D-98F6-BA9D-EB30-94872B454A2C}" dt="2025-06-09T23:12:02.603" v="9"/>
        <pc:sldMkLst>
          <pc:docMk/>
          <pc:sldMk cId="714919135" sldId="362"/>
        </pc:sldMkLst>
      </pc:sldChg>
      <pc:sldChg chg="modNotes">
        <pc:chgData name="Jules Mancini" userId="S::jmancini@comptia.global::4ef8f4fd-9280-4856-883a-0ebf05603c1f" providerId="AD" clId="Web-{372A790D-98F6-BA9D-EB30-94872B454A2C}" dt="2025-06-09T23:14:01.654" v="12"/>
        <pc:sldMkLst>
          <pc:docMk/>
          <pc:sldMk cId="4004527629" sldId="367"/>
        </pc:sldMkLst>
      </pc:sldChg>
      <pc:sldChg chg="modNotes">
        <pc:chgData name="Jules Mancini" userId="S::jmancini@comptia.global::4ef8f4fd-9280-4856-883a-0ebf05603c1f" providerId="AD" clId="Web-{372A790D-98F6-BA9D-EB30-94872B454A2C}" dt="2025-06-09T23:18:06.819" v="21"/>
        <pc:sldMkLst>
          <pc:docMk/>
          <pc:sldMk cId="1518278133" sldId="377"/>
        </pc:sldMkLst>
      </pc:sld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Jules Mancini" userId="S::jmancini@comptia.global::4ef8f4fd-9280-4856-883a-0ebf05603c1f" providerId="AD" clId="Web-{3511197F-67F9-0548-C81D-479C2DCC77AC}"/>
    <pc:docChg chg="modSld">
      <pc:chgData name="Jules Mancini" userId="S::jmancini@comptia.global::4ef8f4fd-9280-4856-883a-0ebf05603c1f" providerId="AD" clId="Web-{3511197F-67F9-0548-C81D-479C2DCC77AC}" dt="2025-06-06T23:57:23.731" v="126" actId="20577"/>
      <pc:docMkLst>
        <pc:docMk/>
      </pc:docMkLst>
      <pc:sldChg chg="modSp">
        <pc:chgData name="Jules Mancini" userId="S::jmancini@comptia.global::4ef8f4fd-9280-4856-883a-0ebf05603c1f" providerId="AD" clId="Web-{3511197F-67F9-0548-C81D-479C2DCC77AC}" dt="2025-06-06T23:51:32.999" v="77" actId="20577"/>
        <pc:sldMkLst>
          <pc:docMk/>
          <pc:sldMk cId="693663858" sldId="324"/>
        </pc:sldMkLst>
        <pc:spChg chg="mod">
          <ac:chgData name="Jules Mancini" userId="S::jmancini@comptia.global::4ef8f4fd-9280-4856-883a-0ebf05603c1f" providerId="AD" clId="Web-{3511197F-67F9-0548-C81D-479C2DCC77AC}" dt="2025-06-06T23:51:32.999" v="77" actId="20577"/>
          <ac:spMkLst>
            <pc:docMk/>
            <pc:sldMk cId="693663858" sldId="324"/>
            <ac:spMk id="8" creationId="{F1A1F740-7997-71A7-8943-97B1B0F69296}"/>
          </ac:spMkLst>
        </pc:spChg>
      </pc:sldChg>
      <pc:sldChg chg="modSp">
        <pc:chgData name="Jules Mancini" userId="S::jmancini@comptia.global::4ef8f4fd-9280-4856-883a-0ebf05603c1f" providerId="AD" clId="Web-{3511197F-67F9-0548-C81D-479C2DCC77AC}" dt="2025-06-06T23:54:42.631" v="103" actId="20577"/>
        <pc:sldMkLst>
          <pc:docMk/>
          <pc:sldMk cId="1490943492" sldId="325"/>
        </pc:sldMkLst>
        <pc:spChg chg="mod">
          <ac:chgData name="Jules Mancini" userId="S::jmancini@comptia.global::4ef8f4fd-9280-4856-883a-0ebf05603c1f" providerId="AD" clId="Web-{3511197F-67F9-0548-C81D-479C2DCC77AC}" dt="2025-06-06T23:54:42.631" v="103" actId="20577"/>
          <ac:spMkLst>
            <pc:docMk/>
            <pc:sldMk cId="1490943492" sldId="325"/>
            <ac:spMk id="8" creationId="{C0E21FCE-F609-85B7-FF0E-5A4CBF8A9F47}"/>
          </ac:spMkLst>
        </pc:spChg>
      </pc:sldChg>
      <pc:sldChg chg="modSp">
        <pc:chgData name="Jules Mancini" userId="S::jmancini@comptia.global::4ef8f4fd-9280-4856-883a-0ebf05603c1f" providerId="AD" clId="Web-{3511197F-67F9-0548-C81D-479C2DCC77AC}" dt="2025-06-06T23:57:23.731" v="126" actId="20577"/>
        <pc:sldMkLst>
          <pc:docMk/>
          <pc:sldMk cId="1613896309" sldId="331"/>
        </pc:sldMkLst>
        <pc:spChg chg="mod">
          <ac:chgData name="Jules Mancini" userId="S::jmancini@comptia.global::4ef8f4fd-9280-4856-883a-0ebf05603c1f" providerId="AD" clId="Web-{3511197F-67F9-0548-C81D-479C2DCC77AC}" dt="2025-06-06T23:57:23.731" v="126" actId="20577"/>
          <ac:spMkLst>
            <pc:docMk/>
            <pc:sldMk cId="1613896309" sldId="331"/>
            <ac:spMk id="3" creationId="{461819AD-746C-8753-6A17-FDF440FAB19C}"/>
          </ac:spMkLst>
        </pc:spChg>
      </pc:sldChg>
      <pc:sldChg chg="modSp">
        <pc:chgData name="Jules Mancini" userId="S::jmancini@comptia.global::4ef8f4fd-9280-4856-883a-0ebf05603c1f" providerId="AD" clId="Web-{3511197F-67F9-0548-C81D-479C2DCC77AC}" dt="2025-06-06T23:41:16.040" v="5" actId="20577"/>
        <pc:sldMkLst>
          <pc:docMk/>
          <pc:sldMk cId="258907175" sldId="337"/>
        </pc:sldMkLst>
        <pc:spChg chg="mod">
          <ac:chgData name="Jules Mancini" userId="S::jmancini@comptia.global::4ef8f4fd-9280-4856-883a-0ebf05603c1f" providerId="AD" clId="Web-{3511197F-67F9-0548-C81D-479C2DCC77AC}" dt="2025-06-06T23:41:16.040" v="5" actId="20577"/>
          <ac:spMkLst>
            <pc:docMk/>
            <pc:sldMk cId="258907175" sldId="337"/>
            <ac:spMk id="3" creationId="{374DA56F-A6FD-5CE8-37F5-A4BB0E7BFBFF}"/>
          </ac:spMkLst>
        </pc:spChg>
      </pc:sldChg>
      <pc:sldChg chg="modSp">
        <pc:chgData name="Jules Mancini" userId="S::jmancini@comptia.global::4ef8f4fd-9280-4856-883a-0ebf05603c1f" providerId="AD" clId="Web-{3511197F-67F9-0548-C81D-479C2DCC77AC}" dt="2025-06-06T23:42:18.089" v="11" actId="20577"/>
        <pc:sldMkLst>
          <pc:docMk/>
          <pc:sldMk cId="2803408046" sldId="338"/>
        </pc:sldMkLst>
        <pc:spChg chg="mod">
          <ac:chgData name="Jules Mancini" userId="S::jmancini@comptia.global::4ef8f4fd-9280-4856-883a-0ebf05603c1f" providerId="AD" clId="Web-{3511197F-67F9-0548-C81D-479C2DCC77AC}" dt="2025-06-06T23:42:18.089" v="11" actId="20577"/>
          <ac:spMkLst>
            <pc:docMk/>
            <pc:sldMk cId="2803408046" sldId="338"/>
            <ac:spMk id="3" creationId="{841F5AA0-D055-1DB3-1AB4-484FFD56D1B4}"/>
          </ac:spMkLst>
        </pc:spChg>
      </pc:sldChg>
      <pc:sldChg chg="modSp">
        <pc:chgData name="Jules Mancini" userId="S::jmancini@comptia.global::4ef8f4fd-9280-4856-883a-0ebf05603c1f" providerId="AD" clId="Web-{3511197F-67F9-0548-C81D-479C2DCC77AC}" dt="2025-06-06T23:43:46.779" v="26" actId="20577"/>
        <pc:sldMkLst>
          <pc:docMk/>
          <pc:sldMk cId="309824262" sldId="339"/>
        </pc:sldMkLst>
        <pc:spChg chg="mod">
          <ac:chgData name="Jules Mancini" userId="S::jmancini@comptia.global::4ef8f4fd-9280-4856-883a-0ebf05603c1f" providerId="AD" clId="Web-{3511197F-67F9-0548-C81D-479C2DCC77AC}" dt="2025-06-06T23:43:46.779" v="26" actId="20577"/>
          <ac:spMkLst>
            <pc:docMk/>
            <pc:sldMk cId="309824262" sldId="339"/>
            <ac:spMk id="3" creationId="{C43A0715-8D7E-183B-6CD3-245C8B64310A}"/>
          </ac:spMkLst>
        </pc:spChg>
        <pc:spChg chg="mod">
          <ac:chgData name="Jules Mancini" userId="S::jmancini@comptia.global::4ef8f4fd-9280-4856-883a-0ebf05603c1f" providerId="AD" clId="Web-{3511197F-67F9-0548-C81D-479C2DCC77AC}" dt="2025-06-06T23:42:46.543" v="14" actId="20577"/>
          <ac:spMkLst>
            <pc:docMk/>
            <pc:sldMk cId="309824262" sldId="339"/>
            <ac:spMk id="8" creationId="{57128308-CB41-FF9A-1B09-0C2F717ECD34}"/>
          </ac:spMkLst>
        </pc:spChg>
      </pc:sldChg>
      <pc:sldChg chg="modSp">
        <pc:chgData name="Jules Mancini" userId="S::jmancini@comptia.global::4ef8f4fd-9280-4856-883a-0ebf05603c1f" providerId="AD" clId="Web-{3511197F-67F9-0548-C81D-479C2DCC77AC}" dt="2025-06-06T23:45:50.862" v="44" actId="20577"/>
        <pc:sldMkLst>
          <pc:docMk/>
          <pc:sldMk cId="940798758" sldId="340"/>
        </pc:sldMkLst>
        <pc:spChg chg="mod">
          <ac:chgData name="Jules Mancini" userId="S::jmancini@comptia.global::4ef8f4fd-9280-4856-883a-0ebf05603c1f" providerId="AD" clId="Web-{3511197F-67F9-0548-C81D-479C2DCC77AC}" dt="2025-06-06T23:45:50.862" v="44" actId="20577"/>
          <ac:spMkLst>
            <pc:docMk/>
            <pc:sldMk cId="940798758" sldId="340"/>
            <ac:spMk id="3" creationId="{83568FDD-7A8B-7671-A568-0548B9A0C686}"/>
          </ac:spMkLst>
        </pc:spChg>
      </pc:sldChg>
      <pc:sldChg chg="modSp">
        <pc:chgData name="Jules Mancini" userId="S::jmancini@comptia.global::4ef8f4fd-9280-4856-883a-0ebf05603c1f" providerId="AD" clId="Web-{3511197F-67F9-0548-C81D-479C2DCC77AC}" dt="2025-06-06T23:47:49.585" v="53" actId="20577"/>
        <pc:sldMkLst>
          <pc:docMk/>
          <pc:sldMk cId="3874402485" sldId="341"/>
        </pc:sldMkLst>
        <pc:spChg chg="mod">
          <ac:chgData name="Jules Mancini" userId="S::jmancini@comptia.global::4ef8f4fd-9280-4856-883a-0ebf05603c1f" providerId="AD" clId="Web-{3511197F-67F9-0548-C81D-479C2DCC77AC}" dt="2025-06-06T23:47:49.585" v="53" actId="20577"/>
          <ac:spMkLst>
            <pc:docMk/>
            <pc:sldMk cId="3874402485" sldId="341"/>
            <ac:spMk id="8" creationId="{78FC4270-F6A8-86BC-AAC5-CD39AC1B9ABA}"/>
          </ac:spMkLst>
        </pc:spChg>
      </pc:sldChg>
      <pc:sldChg chg="modSp">
        <pc:chgData name="Jules Mancini" userId="S::jmancini@comptia.global::4ef8f4fd-9280-4856-883a-0ebf05603c1f" providerId="AD" clId="Web-{3511197F-67F9-0548-C81D-479C2DCC77AC}" dt="2025-06-06T23:49:06.619" v="66" actId="20577"/>
        <pc:sldMkLst>
          <pc:docMk/>
          <pc:sldMk cId="3681991748" sldId="342"/>
        </pc:sldMkLst>
        <pc:spChg chg="mod">
          <ac:chgData name="Jules Mancini" userId="S::jmancini@comptia.global::4ef8f4fd-9280-4856-883a-0ebf05603c1f" providerId="AD" clId="Web-{3511197F-67F9-0548-C81D-479C2DCC77AC}" dt="2025-06-06T23:49:06.619" v="66" actId="20577"/>
          <ac:spMkLst>
            <pc:docMk/>
            <pc:sldMk cId="3681991748" sldId="342"/>
            <ac:spMk id="3" creationId="{940DB6BC-A34C-3B57-2D79-5B0A22B7FCE7}"/>
          </ac:spMkLst>
        </pc:spChg>
        <pc:spChg chg="mod">
          <ac:chgData name="Jules Mancini" userId="S::jmancini@comptia.global::4ef8f4fd-9280-4856-883a-0ebf05603c1f" providerId="AD" clId="Web-{3511197F-67F9-0548-C81D-479C2DCC77AC}" dt="2025-06-06T23:48:16.586" v="61" actId="20577"/>
          <ac:spMkLst>
            <pc:docMk/>
            <pc:sldMk cId="3681991748" sldId="342"/>
            <ac:spMk id="8" creationId="{71EF09F2-D75F-86C3-126A-7D9D21E5B42B}"/>
          </ac:spMkLst>
        </pc:spChg>
      </pc:sldChg>
      <pc:sldChg chg="modSp">
        <pc:chgData name="Jules Mancini" userId="S::jmancini@comptia.global::4ef8f4fd-9280-4856-883a-0ebf05603c1f" providerId="AD" clId="Web-{3511197F-67F9-0548-C81D-479C2DCC77AC}" dt="2025-06-06T23:52:04.235" v="85" actId="20577"/>
        <pc:sldMkLst>
          <pc:docMk/>
          <pc:sldMk cId="4003563498" sldId="344"/>
        </pc:sldMkLst>
        <pc:spChg chg="mod">
          <ac:chgData name="Jules Mancini" userId="S::jmancini@comptia.global::4ef8f4fd-9280-4856-883a-0ebf05603c1f" providerId="AD" clId="Web-{3511197F-67F9-0548-C81D-479C2DCC77AC}" dt="2025-06-06T23:52:04.235" v="85" actId="20577"/>
          <ac:spMkLst>
            <pc:docMk/>
            <pc:sldMk cId="4003563498" sldId="344"/>
            <ac:spMk id="8" creationId="{6379A515-1FF1-A602-46A5-673D6032F3AF}"/>
          </ac:spMkLst>
        </pc:spChg>
      </pc:sldChg>
      <pc:sldChg chg="modSp">
        <pc:chgData name="Jules Mancini" userId="S::jmancini@comptia.global::4ef8f4fd-9280-4856-883a-0ebf05603c1f" providerId="AD" clId="Web-{3511197F-67F9-0548-C81D-479C2DCC77AC}" dt="2025-06-06T23:52:46.283" v="95" actId="20577"/>
        <pc:sldMkLst>
          <pc:docMk/>
          <pc:sldMk cId="560428190" sldId="345"/>
        </pc:sldMkLst>
        <pc:spChg chg="mod">
          <ac:chgData name="Jules Mancini" userId="S::jmancini@comptia.global::4ef8f4fd-9280-4856-883a-0ebf05603c1f" providerId="AD" clId="Web-{3511197F-67F9-0548-C81D-479C2DCC77AC}" dt="2025-06-06T23:52:46.283" v="95" actId="20577"/>
          <ac:spMkLst>
            <pc:docMk/>
            <pc:sldMk cId="560428190" sldId="345"/>
            <ac:spMk id="3" creationId="{5FD12DA6-A7B0-D5FC-AC15-498654E73752}"/>
          </ac:spMkLst>
        </pc:spChg>
      </pc:sldChg>
      <pc:sldChg chg="modSp">
        <pc:chgData name="Jules Mancini" userId="S::jmancini@comptia.global::4ef8f4fd-9280-4856-883a-0ebf05603c1f" providerId="AD" clId="Web-{3511197F-67F9-0548-C81D-479C2DCC77AC}" dt="2025-06-06T23:53:55.739" v="99" actId="20577"/>
        <pc:sldMkLst>
          <pc:docMk/>
          <pc:sldMk cId="3073926721" sldId="346"/>
        </pc:sldMkLst>
        <pc:spChg chg="mod">
          <ac:chgData name="Jules Mancini" userId="S::jmancini@comptia.global::4ef8f4fd-9280-4856-883a-0ebf05603c1f" providerId="AD" clId="Web-{3511197F-67F9-0548-C81D-479C2DCC77AC}" dt="2025-06-06T23:53:55.739" v="99" actId="20577"/>
          <ac:spMkLst>
            <pc:docMk/>
            <pc:sldMk cId="3073926721" sldId="346"/>
            <ac:spMk id="3" creationId="{111938E7-B23F-FBF6-5CD7-2F2AF0920A42}"/>
          </ac:spMkLst>
        </pc:spChg>
      </pc:sldChg>
      <pc:sldChg chg="modSp">
        <pc:chgData name="Jules Mancini" userId="S::jmancini@comptia.global::4ef8f4fd-9280-4856-883a-0ebf05603c1f" providerId="AD" clId="Web-{3511197F-67F9-0548-C81D-479C2DCC77AC}" dt="2025-06-06T23:56:01.306" v="114" actId="20577"/>
        <pc:sldMkLst>
          <pc:docMk/>
          <pc:sldMk cId="3523353672" sldId="348"/>
        </pc:sldMkLst>
        <pc:spChg chg="mod">
          <ac:chgData name="Jules Mancini" userId="S::jmancini@comptia.global::4ef8f4fd-9280-4856-883a-0ebf05603c1f" providerId="AD" clId="Web-{3511197F-67F9-0548-C81D-479C2DCC77AC}" dt="2025-06-06T23:56:01.306" v="114" actId="20577"/>
          <ac:spMkLst>
            <pc:docMk/>
            <pc:sldMk cId="3523353672" sldId="348"/>
            <ac:spMk id="3" creationId="{484280AD-087C-9588-18F2-D7FB933BCCBC}"/>
          </ac:spMkLst>
        </pc:spChg>
        <pc:spChg chg="mod">
          <ac:chgData name="Jules Mancini" userId="S::jmancini@comptia.global::4ef8f4fd-9280-4856-883a-0ebf05603c1f" providerId="AD" clId="Web-{3511197F-67F9-0548-C81D-479C2DCC77AC}" dt="2025-06-06T23:55:37.446" v="109" actId="20577"/>
          <ac:spMkLst>
            <pc:docMk/>
            <pc:sldMk cId="3523353672" sldId="348"/>
            <ac:spMk id="8" creationId="{C7625877-4794-7DD0-6D2D-6D7B1F2B5A73}"/>
          </ac:spMkLst>
        </pc:spChg>
      </pc:sldChg>
      <pc:sldChg chg="modSp">
        <pc:chgData name="Jules Mancini" userId="S::jmancini@comptia.global::4ef8f4fd-9280-4856-883a-0ebf05603c1f" providerId="AD" clId="Web-{3511197F-67F9-0548-C81D-479C2DCC77AC}" dt="2025-06-06T23:56:46.323" v="125" actId="20577"/>
        <pc:sldMkLst>
          <pc:docMk/>
          <pc:sldMk cId="2399199548" sldId="349"/>
        </pc:sldMkLst>
        <pc:spChg chg="mod">
          <ac:chgData name="Jules Mancini" userId="S::jmancini@comptia.global::4ef8f4fd-9280-4856-883a-0ebf05603c1f" providerId="AD" clId="Web-{3511197F-67F9-0548-C81D-479C2DCC77AC}" dt="2025-06-06T23:56:46.323" v="125" actId="20577"/>
          <ac:spMkLst>
            <pc:docMk/>
            <pc:sldMk cId="2399199548" sldId="349"/>
            <ac:spMk id="3" creationId="{AA40B868-0644-4475-4B69-9779B8CCDC6C}"/>
          </ac:spMkLst>
        </pc:spChg>
        <pc:spChg chg="mod">
          <ac:chgData name="Jules Mancini" userId="S::jmancini@comptia.global::4ef8f4fd-9280-4856-883a-0ebf05603c1f" providerId="AD" clId="Web-{3511197F-67F9-0548-C81D-479C2DCC77AC}" dt="2025-06-06T23:56:18.072" v="121" actId="20577"/>
          <ac:spMkLst>
            <pc:docMk/>
            <pc:sldMk cId="2399199548" sldId="349"/>
            <ac:spMk id="8" creationId="{6ED47C1F-00BB-06EE-2312-3BCBDB0674E6}"/>
          </ac:spMkLst>
        </pc:spChg>
      </pc:sldChg>
      <pc:sldChg chg="modSp">
        <pc:chgData name="Jules Mancini" userId="S::jmancini@comptia.global::4ef8f4fd-9280-4856-883a-0ebf05603c1f" providerId="AD" clId="Web-{3511197F-67F9-0548-C81D-479C2DCC77AC}" dt="2025-06-06T23:42:49.684" v="17" actId="20577"/>
        <pc:sldMkLst>
          <pc:docMk/>
          <pc:sldMk cId="3266190919" sldId="371"/>
        </pc:sldMkLst>
        <pc:spChg chg="mod">
          <ac:chgData name="Jules Mancini" userId="S::jmancini@comptia.global::4ef8f4fd-9280-4856-883a-0ebf05603c1f" providerId="AD" clId="Web-{3511197F-67F9-0548-C81D-479C2DCC77AC}" dt="2025-06-06T23:42:49.684" v="17" actId="20577"/>
          <ac:spMkLst>
            <pc:docMk/>
            <pc:sldMk cId="3266190919" sldId="371"/>
            <ac:spMk id="8" creationId="{DC4AF6DB-C273-4BD1-E1C4-201349A50F45}"/>
          </ac:spMkLst>
        </pc:spChg>
      </pc:sldChg>
      <pc:sldChg chg="modSp">
        <pc:chgData name="Jules Mancini" userId="S::jmancini@comptia.global::4ef8f4fd-9280-4856-883a-0ebf05603c1f" providerId="AD" clId="Web-{3511197F-67F9-0548-C81D-479C2DCC77AC}" dt="2025-06-06T23:47:52.304" v="54" actId="20577"/>
        <pc:sldMkLst>
          <pc:docMk/>
          <pc:sldMk cId="1755324911" sldId="372"/>
        </pc:sldMkLst>
        <pc:spChg chg="mod">
          <ac:chgData name="Jules Mancini" userId="S::jmancini@comptia.global::4ef8f4fd-9280-4856-883a-0ebf05603c1f" providerId="AD" clId="Web-{3511197F-67F9-0548-C81D-479C2DCC77AC}" dt="2025-06-06T23:47:52.304" v="54" actId="20577"/>
          <ac:spMkLst>
            <pc:docMk/>
            <pc:sldMk cId="1755324911" sldId="372"/>
            <ac:spMk id="8" creationId="{6D5110D8-B432-92B4-67BF-000BF59D7A26}"/>
          </ac:spMkLst>
        </pc:spChg>
      </pc:sldChg>
      <pc:sldChg chg="modSp">
        <pc:chgData name="Jules Mancini" userId="S::jmancini@comptia.global::4ef8f4fd-9280-4856-883a-0ebf05603c1f" providerId="AD" clId="Web-{3511197F-67F9-0548-C81D-479C2DCC77AC}" dt="2025-06-06T23:48:03.273" v="58" actId="20577"/>
        <pc:sldMkLst>
          <pc:docMk/>
          <pc:sldMk cId="2153357583" sldId="374"/>
        </pc:sldMkLst>
        <pc:spChg chg="mod">
          <ac:chgData name="Jules Mancini" userId="S::jmancini@comptia.global::4ef8f4fd-9280-4856-883a-0ebf05603c1f" providerId="AD" clId="Web-{3511197F-67F9-0548-C81D-479C2DCC77AC}" dt="2025-06-06T23:48:03.273" v="58" actId="20577"/>
          <ac:spMkLst>
            <pc:docMk/>
            <pc:sldMk cId="2153357583" sldId="374"/>
            <ac:spMk id="8" creationId="{367D5515-67F6-048F-611A-DC88BC6277E2}"/>
          </ac:spMkLst>
        </pc:spChg>
      </pc:sldChg>
      <pc:sldChg chg="modSp">
        <pc:chgData name="Jules Mancini" userId="S::jmancini@comptia.global::4ef8f4fd-9280-4856-883a-0ebf05603c1f" providerId="AD" clId="Web-{3511197F-67F9-0548-C81D-479C2DCC77AC}" dt="2025-06-06T23:49:21.635" v="69" actId="20577"/>
        <pc:sldMkLst>
          <pc:docMk/>
          <pc:sldMk cId="48754552" sldId="375"/>
        </pc:sldMkLst>
        <pc:spChg chg="mod">
          <ac:chgData name="Jules Mancini" userId="S::jmancini@comptia.global::4ef8f4fd-9280-4856-883a-0ebf05603c1f" providerId="AD" clId="Web-{3511197F-67F9-0548-C81D-479C2DCC77AC}" dt="2025-06-06T23:49:21.635" v="69" actId="20577"/>
          <ac:spMkLst>
            <pc:docMk/>
            <pc:sldMk cId="48754552" sldId="375"/>
            <ac:spMk id="2" creationId="{DFF5929D-78D8-7B86-F61E-C8F4B2B0DC99}"/>
          </ac:spMkLst>
        </pc:spChg>
      </pc:sldChg>
      <pc:sldChg chg="modSp">
        <pc:chgData name="Jules Mancini" userId="S::jmancini@comptia.global::4ef8f4fd-9280-4856-883a-0ebf05603c1f" providerId="AD" clId="Web-{3511197F-67F9-0548-C81D-479C2DCC77AC}" dt="2025-06-06T23:49:25.854" v="72" actId="20577"/>
        <pc:sldMkLst>
          <pc:docMk/>
          <pc:sldMk cId="2657114328" sldId="376"/>
        </pc:sldMkLst>
        <pc:spChg chg="mod">
          <ac:chgData name="Jules Mancini" userId="S::jmancini@comptia.global::4ef8f4fd-9280-4856-883a-0ebf05603c1f" providerId="AD" clId="Web-{3511197F-67F9-0548-C81D-479C2DCC77AC}" dt="2025-06-06T23:49:25.854" v="72" actId="20577"/>
          <ac:spMkLst>
            <pc:docMk/>
            <pc:sldMk cId="2657114328" sldId="376"/>
            <ac:spMk id="2" creationId="{D03966E2-D666-9630-D821-B71958286FBD}"/>
          </ac:spMkLst>
        </pc:spChg>
      </pc:sldChg>
      <pc:sldChg chg="modSp">
        <pc:chgData name="Jules Mancini" userId="S::jmancini@comptia.global::4ef8f4fd-9280-4856-883a-0ebf05603c1f" providerId="AD" clId="Web-{3511197F-67F9-0548-C81D-479C2DCC77AC}" dt="2025-06-06T23:51:41.984" v="81" actId="20577"/>
        <pc:sldMkLst>
          <pc:docMk/>
          <pc:sldMk cId="1518278133" sldId="377"/>
        </pc:sldMkLst>
        <pc:spChg chg="mod">
          <ac:chgData name="Jules Mancini" userId="S::jmancini@comptia.global::4ef8f4fd-9280-4856-883a-0ebf05603c1f" providerId="AD" clId="Web-{3511197F-67F9-0548-C81D-479C2DCC77AC}" dt="2025-06-06T23:51:41.984" v="81" actId="20577"/>
          <ac:spMkLst>
            <pc:docMk/>
            <pc:sldMk cId="1518278133" sldId="377"/>
            <ac:spMk id="8" creationId="{0AA89706-208C-1644-6BD1-2C4DA02E1F35}"/>
          </ac:spMkLst>
        </pc:spChg>
      </pc:sldChg>
      <pc:sldChg chg="modSp">
        <pc:chgData name="Jules Mancini" userId="S::jmancini@comptia.global::4ef8f4fd-9280-4856-883a-0ebf05603c1f" providerId="AD" clId="Web-{3511197F-67F9-0548-C81D-479C2DCC77AC}" dt="2025-06-06T23:52:09.719" v="88" actId="20577"/>
        <pc:sldMkLst>
          <pc:docMk/>
          <pc:sldMk cId="2102346287" sldId="378"/>
        </pc:sldMkLst>
        <pc:spChg chg="mod">
          <ac:chgData name="Jules Mancini" userId="S::jmancini@comptia.global::4ef8f4fd-9280-4856-883a-0ebf05603c1f" providerId="AD" clId="Web-{3511197F-67F9-0548-C81D-479C2DCC77AC}" dt="2025-06-06T23:52:09.719" v="88" actId="20577"/>
          <ac:spMkLst>
            <pc:docMk/>
            <pc:sldMk cId="2102346287" sldId="378"/>
            <ac:spMk id="8" creationId="{C637FFC8-1420-398B-8BC8-BBF27CDF1CB0}"/>
          </ac:spMkLst>
        </pc:spChg>
      </pc:sldChg>
      <pc:sldChg chg="modSp">
        <pc:chgData name="Jules Mancini" userId="S::jmancini@comptia.global::4ef8f4fd-9280-4856-883a-0ebf05603c1f" providerId="AD" clId="Web-{3511197F-67F9-0548-C81D-479C2DCC77AC}" dt="2025-06-06T23:54:46.412" v="105" actId="20577"/>
        <pc:sldMkLst>
          <pc:docMk/>
          <pc:sldMk cId="2928149971" sldId="379"/>
        </pc:sldMkLst>
        <pc:spChg chg="mod">
          <ac:chgData name="Jules Mancini" userId="S::jmancini@comptia.global::4ef8f4fd-9280-4856-883a-0ebf05603c1f" providerId="AD" clId="Web-{3511197F-67F9-0548-C81D-479C2DCC77AC}" dt="2025-06-06T23:54:46.412" v="105" actId="20577"/>
          <ac:spMkLst>
            <pc:docMk/>
            <pc:sldMk cId="2928149971" sldId="379"/>
            <ac:spMk id="8" creationId="{5F484977-08E2-7D61-B9D8-34BD4963DDD1}"/>
          </ac:spMkLst>
        </pc:spChg>
      </pc:sldChg>
      <pc:sldChg chg="modSp">
        <pc:chgData name="Jules Mancini" userId="S::jmancini@comptia.global::4ef8f4fd-9280-4856-883a-0ebf05603c1f" providerId="AD" clId="Web-{3511197F-67F9-0548-C81D-479C2DCC77AC}" dt="2025-06-06T23:56:05.947" v="117" actId="20577"/>
        <pc:sldMkLst>
          <pc:docMk/>
          <pc:sldMk cId="523698823" sldId="381"/>
        </pc:sldMkLst>
        <pc:spChg chg="mod">
          <ac:chgData name="Jules Mancini" userId="S::jmancini@comptia.global::4ef8f4fd-9280-4856-883a-0ebf05603c1f" providerId="AD" clId="Web-{3511197F-67F9-0548-C81D-479C2DCC77AC}" dt="2025-06-06T23:56:05.947" v="117" actId="20577"/>
          <ac:spMkLst>
            <pc:docMk/>
            <pc:sldMk cId="523698823" sldId="381"/>
            <ac:spMk id="8" creationId="{CE800F6E-87DF-3FA9-3E93-204DDC0D2DC1}"/>
          </ac:spMkLst>
        </pc:spChg>
      </pc:sldChg>
      <pc:sldChg chg="modSp">
        <pc:chgData name="Jules Mancini" userId="S::jmancini@comptia.global::4ef8f4fd-9280-4856-883a-0ebf05603c1f" providerId="AD" clId="Web-{3511197F-67F9-0548-C81D-479C2DCC77AC}" dt="2025-06-06T23:56:35.463" v="123" actId="20577"/>
        <pc:sldMkLst>
          <pc:docMk/>
          <pc:sldMk cId="2515059146" sldId="382"/>
        </pc:sldMkLst>
        <pc:spChg chg="mod">
          <ac:chgData name="Jules Mancini" userId="S::jmancini@comptia.global::4ef8f4fd-9280-4856-883a-0ebf05603c1f" providerId="AD" clId="Web-{3511197F-67F9-0548-C81D-479C2DCC77AC}" dt="2025-06-06T23:56:35.463" v="123" actId="20577"/>
          <ac:spMkLst>
            <pc:docMk/>
            <pc:sldMk cId="2515059146" sldId="382"/>
            <ac:spMk id="8" creationId="{2DE3209D-039F-1C4C-834F-A163A2397729}"/>
          </ac:spMkLst>
        </pc:spChg>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Elaine Gustafson" userId="S::egustafson@comptia.org::8e9fbddc-088d-4145-9000-dcad1c3d1481" providerId="AD" clId="Web-{97C94257-4258-924C-3873-538899C4CD46}"/>
    <pc:docChg chg="modSld">
      <pc:chgData name="Elaine Gustafson" userId="S::egustafson@comptia.org::8e9fbddc-088d-4145-9000-dcad1c3d1481" providerId="AD" clId="Web-{97C94257-4258-924C-3873-538899C4CD46}" dt="2025-06-09T14:55:58.732" v="165" actId="20577"/>
      <pc:docMkLst>
        <pc:docMk/>
      </pc:docMkLst>
      <pc:sldChg chg="modSp">
        <pc:chgData name="Elaine Gustafson" userId="S::egustafson@comptia.org::8e9fbddc-088d-4145-9000-dcad1c3d1481" providerId="AD" clId="Web-{97C94257-4258-924C-3873-538899C4CD46}" dt="2025-06-09T14:50:12.969" v="120" actId="20577"/>
        <pc:sldMkLst>
          <pc:docMk/>
          <pc:sldMk cId="151209867" sldId="303"/>
        </pc:sldMkLst>
        <pc:spChg chg="mod">
          <ac:chgData name="Elaine Gustafson" userId="S::egustafson@comptia.org::8e9fbddc-088d-4145-9000-dcad1c3d1481" providerId="AD" clId="Web-{97C94257-4258-924C-3873-538899C4CD46}" dt="2025-06-09T14:50:12.969" v="120" actId="20577"/>
          <ac:spMkLst>
            <pc:docMk/>
            <pc:sldMk cId="151209867" sldId="303"/>
            <ac:spMk id="3" creationId="{8F7C9257-937C-566E-95AE-634283098A93}"/>
          </ac:spMkLst>
        </pc:spChg>
      </pc:sldChg>
      <pc:sldChg chg="modSp">
        <pc:chgData name="Elaine Gustafson" userId="S::egustafson@comptia.org::8e9fbddc-088d-4145-9000-dcad1c3d1481" providerId="AD" clId="Web-{97C94257-4258-924C-3873-538899C4CD46}" dt="2025-06-09T14:51:06.909" v="124" actId="20577"/>
        <pc:sldMkLst>
          <pc:docMk/>
          <pc:sldMk cId="2699131684" sldId="322"/>
        </pc:sldMkLst>
        <pc:spChg chg="mod">
          <ac:chgData name="Elaine Gustafson" userId="S::egustafson@comptia.org::8e9fbddc-088d-4145-9000-dcad1c3d1481" providerId="AD" clId="Web-{97C94257-4258-924C-3873-538899C4CD46}" dt="2025-06-09T14:51:06.909" v="124" actId="20577"/>
          <ac:spMkLst>
            <pc:docMk/>
            <pc:sldMk cId="2699131684" sldId="322"/>
            <ac:spMk id="3" creationId="{AB0257A5-4F95-A433-62D8-6359A12BBD05}"/>
          </ac:spMkLst>
        </pc:spChg>
      </pc:sldChg>
      <pc:sldChg chg="modSp">
        <pc:chgData name="Elaine Gustafson" userId="S::egustafson@comptia.org::8e9fbddc-088d-4145-9000-dcad1c3d1481" providerId="AD" clId="Web-{97C94257-4258-924C-3873-538899C4CD46}" dt="2025-06-09T14:33:53.730" v="82" actId="20577"/>
        <pc:sldMkLst>
          <pc:docMk/>
          <pc:sldMk cId="4071435961" sldId="326"/>
        </pc:sldMkLst>
        <pc:spChg chg="mod">
          <ac:chgData name="Elaine Gustafson" userId="S::egustafson@comptia.org::8e9fbddc-088d-4145-9000-dcad1c3d1481" providerId="AD" clId="Web-{97C94257-4258-924C-3873-538899C4CD46}" dt="2025-06-09T14:33:53.730" v="82" actId="20577"/>
          <ac:spMkLst>
            <pc:docMk/>
            <pc:sldMk cId="4071435961" sldId="326"/>
            <ac:spMk id="3" creationId="{AEC6F64B-9C4A-E3C7-C179-53E656DAE153}"/>
          </ac:spMkLst>
        </pc:spChg>
      </pc:sldChg>
      <pc:sldChg chg="modSp">
        <pc:chgData name="Elaine Gustafson" userId="S::egustafson@comptia.org::8e9fbddc-088d-4145-9000-dcad1c3d1481" providerId="AD" clId="Web-{97C94257-4258-924C-3873-538899C4CD46}" dt="2025-06-09T14:51:55.129" v="147" actId="20577"/>
        <pc:sldMkLst>
          <pc:docMk/>
          <pc:sldMk cId="2225933043" sldId="327"/>
        </pc:sldMkLst>
        <pc:spChg chg="mod">
          <ac:chgData name="Elaine Gustafson" userId="S::egustafson@comptia.org::8e9fbddc-088d-4145-9000-dcad1c3d1481" providerId="AD" clId="Web-{97C94257-4258-924C-3873-538899C4CD46}" dt="2025-06-09T14:51:55.129" v="147" actId="20577"/>
          <ac:spMkLst>
            <pc:docMk/>
            <pc:sldMk cId="2225933043" sldId="327"/>
            <ac:spMk id="3" creationId="{9F3F1582-0F3B-EBF7-ABAB-8ECDDE19B704}"/>
          </ac:spMkLst>
        </pc:spChg>
      </pc:sldChg>
      <pc:sldChg chg="modSp">
        <pc:chgData name="Elaine Gustafson" userId="S::egustafson@comptia.org::8e9fbddc-088d-4145-9000-dcad1c3d1481" providerId="AD" clId="Web-{97C94257-4258-924C-3873-538899C4CD46}" dt="2025-06-09T14:55:58.732" v="165" actId="20577"/>
        <pc:sldMkLst>
          <pc:docMk/>
          <pc:sldMk cId="1613896309" sldId="331"/>
        </pc:sldMkLst>
        <pc:spChg chg="mod">
          <ac:chgData name="Elaine Gustafson" userId="S::egustafson@comptia.org::8e9fbddc-088d-4145-9000-dcad1c3d1481" providerId="AD" clId="Web-{97C94257-4258-924C-3873-538899C4CD46}" dt="2025-06-09T14:55:58.732" v="165" actId="20577"/>
          <ac:spMkLst>
            <pc:docMk/>
            <pc:sldMk cId="1613896309" sldId="331"/>
            <ac:spMk id="3" creationId="{461819AD-746C-8753-6A17-FDF440FAB19C}"/>
          </ac:spMkLst>
        </pc:spChg>
      </pc:sldChg>
      <pc:sldChg chg="modNotes">
        <pc:chgData name="Elaine Gustafson" userId="S::egustafson@comptia.org::8e9fbddc-088d-4145-9000-dcad1c3d1481" providerId="AD" clId="Web-{97C94257-4258-924C-3873-538899C4CD46}" dt="2025-06-09T14:50:38.830" v="122"/>
        <pc:sldMkLst>
          <pc:docMk/>
          <pc:sldMk cId="3436969582" sldId="350"/>
        </pc:sldMkLst>
      </pc:sldChg>
      <pc:sldChg chg="modNotes">
        <pc:chgData name="Elaine Gustafson" userId="S::egustafson@comptia.org::8e9fbddc-088d-4145-9000-dcad1c3d1481" providerId="AD" clId="Web-{97C94257-4258-924C-3873-538899C4CD46}" dt="2025-06-09T14:50:47.392" v="123"/>
        <pc:sldMkLst>
          <pc:docMk/>
          <pc:sldMk cId="900581045" sldId="351"/>
        </pc:sldMkLst>
      </pc:sldChg>
      <pc:sldChg chg="modNotes">
        <pc:chgData name="Elaine Gustafson" userId="S::egustafson@comptia.org::8e9fbddc-088d-4145-9000-dcad1c3d1481" providerId="AD" clId="Web-{97C94257-4258-924C-3873-538899C4CD46}" dt="2025-06-09T14:47:29.213" v="86"/>
        <pc:sldMkLst>
          <pc:docMk/>
          <pc:sldMk cId="315080989" sldId="352"/>
        </pc:sldMkLst>
      </pc:sldChg>
      <pc:sldChg chg="modNotes">
        <pc:chgData name="Elaine Gustafson" userId="S::egustafson@comptia.org::8e9fbddc-088d-4145-9000-dcad1c3d1481" providerId="AD" clId="Web-{97C94257-4258-924C-3873-538899C4CD46}" dt="2025-06-09T14:47:50.995" v="89"/>
        <pc:sldMkLst>
          <pc:docMk/>
          <pc:sldMk cId="2923081865" sldId="353"/>
        </pc:sldMkLst>
      </pc:sldChg>
      <pc:sldChg chg="modNotes">
        <pc:chgData name="Elaine Gustafson" userId="S::egustafson@comptia.org::8e9fbddc-088d-4145-9000-dcad1c3d1481" providerId="AD" clId="Web-{97C94257-4258-924C-3873-538899C4CD46}" dt="2025-06-09T14:53:01.850" v="150"/>
        <pc:sldMkLst>
          <pc:docMk/>
          <pc:sldMk cId="16070478" sldId="354"/>
        </pc:sldMkLst>
      </pc:sldChg>
      <pc:sldChg chg="modNotes">
        <pc:chgData name="Elaine Gustafson" userId="S::egustafson@comptia.org::8e9fbddc-088d-4145-9000-dcad1c3d1481" providerId="AD" clId="Web-{97C94257-4258-924C-3873-538899C4CD46}" dt="2025-06-09T14:48:28.793" v="104"/>
        <pc:sldMkLst>
          <pc:docMk/>
          <pc:sldMk cId="4225568064" sldId="356"/>
        </pc:sldMkLst>
      </pc:sldChg>
      <pc:sldChg chg="modNotes">
        <pc:chgData name="Elaine Gustafson" userId="S::egustafson@comptia.org::8e9fbddc-088d-4145-9000-dcad1c3d1481" providerId="AD" clId="Web-{97C94257-4258-924C-3873-538899C4CD46}" dt="2025-06-09T14:53:48.587" v="152"/>
        <pc:sldMkLst>
          <pc:docMk/>
          <pc:sldMk cId="2299201959" sldId="357"/>
        </pc:sldMkLst>
      </pc:sldChg>
      <pc:sldChg chg="modNotes">
        <pc:chgData name="Elaine Gustafson" userId="S::egustafson@comptia.org::8e9fbddc-088d-4145-9000-dcad1c3d1481" providerId="AD" clId="Web-{97C94257-4258-924C-3873-538899C4CD46}" dt="2025-06-09T14:54:44.604" v="153"/>
        <pc:sldMkLst>
          <pc:docMk/>
          <pc:sldMk cId="726497564" sldId="358"/>
        </pc:sldMkLst>
      </pc:sldChg>
    </pc:docChg>
  </pc:docChgLst>
  <pc:docChgLst>
    <pc:chgData name="Jules Mancini" userId="S::jmancini@comptia.global::4ef8f4fd-9280-4856-883a-0ebf05603c1f" providerId="AD" clId="Web-{5825844B-19C9-A51A-28BB-21A27BD9B1B8}"/>
    <pc:docChg chg="modSld">
      <pc:chgData name="Jules Mancini" userId="S::jmancini@comptia.global::4ef8f4fd-9280-4856-883a-0ebf05603c1f" providerId="AD" clId="Web-{5825844B-19C9-A51A-28BB-21A27BD9B1B8}" dt="2025-06-09T23:32:54.073" v="4" actId="20577"/>
      <pc:docMkLst>
        <pc:docMk/>
      </pc:docMkLst>
      <pc:sldChg chg="modSp">
        <pc:chgData name="Jules Mancini" userId="S::jmancini@comptia.global::4ef8f4fd-9280-4856-883a-0ebf05603c1f" providerId="AD" clId="Web-{5825844B-19C9-A51A-28BB-21A27BD9B1B8}" dt="2025-06-09T23:32:54.073" v="4" actId="20577"/>
        <pc:sldMkLst>
          <pc:docMk/>
          <pc:sldMk cId="1169523784" sldId="310"/>
        </pc:sldMkLst>
      </pc:sldChg>
    </pc:docChg>
  </pc:docChgLst>
  <pc:docChgLst>
    <pc:chgData name="Jules Mancini" userId="S::jmancini@comptia.global::4ef8f4fd-9280-4856-883a-0ebf05603c1f" providerId="AD" clId="Web-{54FC2121-2227-187E-68B4-7D538B3B5620}"/>
    <pc:docChg chg="modSld">
      <pc:chgData name="Jules Mancini" userId="S::jmancini@comptia.global::4ef8f4fd-9280-4856-883a-0ebf05603c1f" providerId="AD" clId="Web-{54FC2121-2227-187E-68B4-7D538B3B5620}" dt="2025-06-09T19:27:21.956" v="23"/>
      <pc:docMkLst>
        <pc:docMk/>
      </pc:docMkLst>
      <pc:sldChg chg="delSp">
        <pc:chgData name="Jules Mancini" userId="S::jmancini@comptia.global::4ef8f4fd-9280-4856-883a-0ebf05603c1f" providerId="AD" clId="Web-{54FC2121-2227-187E-68B4-7D538B3B5620}" dt="2025-06-09T19:26:02.549" v="8"/>
        <pc:sldMkLst>
          <pc:docMk/>
          <pc:sldMk cId="3769993045" sldId="317"/>
        </pc:sldMkLst>
      </pc:sldChg>
      <pc:sldChg chg="delSp">
        <pc:chgData name="Jules Mancini" userId="S::jmancini@comptia.global::4ef8f4fd-9280-4856-883a-0ebf05603c1f" providerId="AD" clId="Web-{54FC2121-2227-187E-68B4-7D538B3B5620}" dt="2025-06-09T19:26:30.424" v="9"/>
        <pc:sldMkLst>
          <pc:docMk/>
          <pc:sldMk cId="2335508615" sldId="319"/>
        </pc:sldMkLst>
      </pc:sldChg>
      <pc:sldChg chg="delSp">
        <pc:chgData name="Jules Mancini" userId="S::jmancini@comptia.global::4ef8f4fd-9280-4856-883a-0ebf05603c1f" providerId="AD" clId="Web-{54FC2121-2227-187E-68B4-7D538B3B5620}" dt="2025-06-09T19:27:13.768" v="16"/>
        <pc:sldMkLst>
          <pc:docMk/>
          <pc:sldMk cId="267132962" sldId="321"/>
        </pc:sldMkLst>
      </pc:sldChg>
      <pc:sldChg chg="modNotes">
        <pc:chgData name="Jules Mancini" userId="S::jmancini@comptia.global::4ef8f4fd-9280-4856-883a-0ebf05603c1f" providerId="AD" clId="Web-{54FC2121-2227-187E-68B4-7D538B3B5620}" dt="2025-06-09T19:22:24.641" v="1"/>
        <pc:sldMkLst>
          <pc:docMk/>
          <pc:sldMk cId="2699131684" sldId="322"/>
        </pc:sldMkLst>
      </pc:sldChg>
      <pc:sldChg chg="modNotes">
        <pc:chgData name="Jules Mancini" userId="S::jmancini@comptia.global::4ef8f4fd-9280-4856-883a-0ebf05603c1f" providerId="AD" clId="Web-{54FC2121-2227-187E-68B4-7D538B3B5620}" dt="2025-06-09T19:22:58.282" v="2"/>
        <pc:sldMkLst>
          <pc:docMk/>
          <pc:sldMk cId="1613896309" sldId="331"/>
        </pc:sldMkLst>
      </pc:sldChg>
      <pc:sldChg chg="modNotes">
        <pc:chgData name="Jules Mancini" userId="S::jmancini@comptia.global::4ef8f4fd-9280-4856-883a-0ebf05603c1f" providerId="AD" clId="Web-{54FC2121-2227-187E-68B4-7D538B3B5620}" dt="2025-06-09T19:23:28.485" v="5"/>
        <pc:sldMkLst>
          <pc:docMk/>
          <pc:sldMk cId="4174007637" sldId="332"/>
        </pc:sldMkLst>
      </pc:sldChg>
      <pc:sldChg chg="modNotes">
        <pc:chgData name="Jules Mancini" userId="S::jmancini@comptia.global::4ef8f4fd-9280-4856-883a-0ebf05603c1f" providerId="AD" clId="Web-{54FC2121-2227-187E-68B4-7D538B3B5620}" dt="2025-06-09T19:26:58.878" v="15"/>
        <pc:sldMkLst>
          <pc:docMk/>
          <pc:sldMk cId="2928149971" sldId="379"/>
        </pc:sldMkLst>
      </pc:sldChg>
      <pc:sldChg chg="modNotes">
        <pc:chgData name="Jules Mancini" userId="S::jmancini@comptia.global::4ef8f4fd-9280-4856-883a-0ebf05603c1f" providerId="AD" clId="Web-{54FC2121-2227-187E-68B4-7D538B3B5620}" dt="2025-06-09T19:27:21.956" v="23"/>
        <pc:sldMkLst>
          <pc:docMk/>
          <pc:sldMk cId="2515059146" sldId="382"/>
        </pc:sldMkLst>
      </pc:sldChg>
      <pc:sldChg chg="modNotes">
        <pc:chgData name="Jules Mancini" userId="S::jmancini@comptia.global::4ef8f4fd-9280-4856-883a-0ebf05603c1f" providerId="AD" clId="Web-{54FC2121-2227-187E-68B4-7D538B3B5620}" dt="2025-06-09T19:25:32.268" v="7"/>
        <pc:sldMkLst>
          <pc:docMk/>
          <pc:sldMk cId="1467099300" sldId="383"/>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3855060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buFont typeface="Arial" panose="020B0604020202020204" pitchFamily="34" charset="0"/>
              <a:buChar char="•"/>
            </a:pPr>
            <a:r>
              <a:rPr lang="en-US" dirty="0">
                <a:latin typeface="+mn-lt"/>
              </a:rPr>
              <a:t>1.6 Given a scenario, configure Microsoft Windows settings.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buFont typeface="Arial" panose="020B0604020202020204" pitchFamily="34" charset="0"/>
              <a:buChar char="•"/>
            </a:pPr>
            <a:r>
              <a:rPr lang="en-US" dirty="0">
                <a:latin typeface="+mn-lt"/>
              </a:rPr>
              <a:t>How can you adjust the privacy settings in the Windows OS?</a:t>
            </a:r>
          </a:p>
          <a:p>
            <a:pPr marL="171450" indent="-171450">
              <a:buFont typeface="Arial" panose="020B0604020202020204" pitchFamily="34" charset="0"/>
              <a:buChar char="•"/>
            </a:pPr>
            <a:r>
              <a:rPr lang="en-US" dirty="0">
                <a:latin typeface="+mn-lt"/>
              </a:rPr>
              <a:t>How would you change the system date and time?</a:t>
            </a:r>
          </a:p>
          <a:p>
            <a:pPr marL="171450" indent="-171450">
              <a:buFont typeface="Arial" panose="020B0604020202020204" pitchFamily="34" charset="0"/>
              <a:buChar char="•"/>
            </a:pPr>
            <a:r>
              <a:rPr lang="en-US" dirty="0">
                <a:latin typeface="+mn-lt"/>
              </a:rPr>
              <a:t>What options are available under the Ease of Access settings menu?</a:t>
            </a:r>
          </a:p>
          <a:p>
            <a:pPr marL="171450" indent="-171450">
              <a:buFont typeface="Arial" panose="020B0604020202020204" pitchFamily="34" charset="0"/>
              <a:buChar char="•"/>
            </a:pPr>
            <a:r>
              <a:rPr lang="en-US" dirty="0">
                <a:latin typeface="+mn-lt"/>
              </a:rPr>
              <a:t>How can you view hidden files and folders in File Explorer?</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defRPr/>
            </a:pPr>
            <a:r>
              <a:rPr lang="en-US" dirty="0"/>
              <a:t>Learners should become familiar with both interfaces.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747783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defRPr/>
            </a:pPr>
            <a:r>
              <a:rPr lang="en-US" dirty="0"/>
              <a:t>Windows 10 (21H2) desktop and Start menu</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683076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AD99A-153F-0C6D-3BAB-04294E9A4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DB03E-5F08-C0F3-2C56-C2C7C5E940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B8C9421-4AF5-C02B-EE45-BCB404843375}"/>
              </a:ext>
            </a:extLst>
          </p:cNvPr>
          <p:cNvSpPr>
            <a:spLocks noGrp="1"/>
          </p:cNvSpPr>
          <p:nvPr>
            <p:ph type="body" idx="1"/>
          </p:nvPr>
        </p:nvSpPr>
        <p:spPr/>
        <p:txBody>
          <a:bodyPr/>
          <a:lstStyle/>
          <a:p>
            <a:pPr>
              <a:defRPr/>
            </a:pPr>
            <a:r>
              <a:rPr lang="en-US" dirty="0"/>
              <a:t>Windows 11 desktop and Start menu</a:t>
            </a:r>
          </a:p>
        </p:txBody>
      </p:sp>
      <p:sp>
        <p:nvSpPr>
          <p:cNvPr id="4" name="Slide Number Placeholder 3">
            <a:extLst>
              <a:ext uri="{FF2B5EF4-FFF2-40B4-BE49-F238E27FC236}">
                <a16:creationId xmlns:a16="http://schemas.microsoft.com/office/drawing/2014/main" id="{143FAC76-00EB-CFD4-96B4-46B83E484BE8}"/>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3489680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54950-9E5E-6956-FA11-A39EE0485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4BE62-251A-BF0A-D520-657F0AC564B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DA85B9A-3460-962E-9244-BAD2E9195D85}"/>
              </a:ext>
            </a:extLst>
          </p:cNvPr>
          <p:cNvSpPr>
            <a:spLocks noGrp="1"/>
          </p:cNvSpPr>
          <p:nvPr>
            <p:ph type="body" idx="1"/>
          </p:nvPr>
        </p:nvSpPr>
        <p:spPr/>
        <p:txBody>
          <a:bodyPr/>
          <a:lstStyle/>
          <a:p>
            <a:pPr>
              <a:defRPr/>
            </a:pPr>
            <a:r>
              <a:rPr lang="en-US" dirty="0"/>
              <a:t>Learners should spend some time exploring both options to ensure they are familiar with the location of different options they may be required to change.</a:t>
            </a:r>
          </a:p>
        </p:txBody>
      </p:sp>
      <p:sp>
        <p:nvSpPr>
          <p:cNvPr id="4" name="Slide Number Placeholder 3">
            <a:extLst>
              <a:ext uri="{FF2B5EF4-FFF2-40B4-BE49-F238E27FC236}">
                <a16:creationId xmlns:a16="http://schemas.microsoft.com/office/drawing/2014/main" id="{23C0F0CC-6AE7-3911-304A-7C21614587A2}"/>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4202096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DDCA-2186-A786-D5E5-FC2F3AA9C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73791-3929-D55E-83C0-D72268CF8C6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843CA04-E7D4-BB4D-EAFB-D112EB0A7B10}"/>
              </a:ext>
            </a:extLst>
          </p:cNvPr>
          <p:cNvSpPr>
            <a:spLocks noGrp="1"/>
          </p:cNvSpPr>
          <p:nvPr>
            <p:ph type="body" idx="1"/>
          </p:nvPr>
        </p:nvSpPr>
        <p:spPr/>
        <p:txBody>
          <a:bodyPr/>
          <a:lstStyle/>
          <a:p>
            <a:pPr>
              <a:defRPr/>
            </a:pPr>
            <a:r>
              <a:rPr lang="en-US" dirty="0"/>
              <a:t>Home page in the Windows 10 Settings app showing the top-level configuration headings or groups. </a:t>
            </a:r>
          </a:p>
          <a:p>
            <a:endParaRPr lang="en-US" dirty="0"/>
          </a:p>
        </p:txBody>
      </p:sp>
      <p:sp>
        <p:nvSpPr>
          <p:cNvPr id="4" name="Slide Number Placeholder 3">
            <a:extLst>
              <a:ext uri="{FF2B5EF4-FFF2-40B4-BE49-F238E27FC236}">
                <a16:creationId xmlns:a16="http://schemas.microsoft.com/office/drawing/2014/main" id="{B8FCCAC8-0061-756F-EACB-6F4DEBA7BA2B}"/>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2517522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472C-212F-757F-C579-9AFA85BB4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250B6-352F-9311-F268-D1383EB8D8D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4E5C8DC-4457-3AF3-6BF0-1BB2E08827E7}"/>
              </a:ext>
            </a:extLst>
          </p:cNvPr>
          <p:cNvSpPr>
            <a:spLocks noGrp="1"/>
          </p:cNvSpPr>
          <p:nvPr>
            <p:ph type="body" idx="1"/>
          </p:nvPr>
        </p:nvSpPr>
        <p:spPr/>
        <p:txBody>
          <a:bodyPr/>
          <a:lstStyle/>
          <a:p>
            <a:pPr>
              <a:defRPr/>
            </a:pPr>
            <a:r>
              <a:rPr lang="en-US" dirty="0"/>
              <a:t>Settings apps in Windows 11</a:t>
            </a:r>
          </a:p>
        </p:txBody>
      </p:sp>
      <p:sp>
        <p:nvSpPr>
          <p:cNvPr id="4" name="Slide Number Placeholder 3">
            <a:extLst>
              <a:ext uri="{FF2B5EF4-FFF2-40B4-BE49-F238E27FC236}">
                <a16:creationId xmlns:a16="http://schemas.microsoft.com/office/drawing/2014/main" id="{437F8762-BFA9-7ED0-F7C7-8F5E01FCCE54}"/>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2011540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E96D-695E-DA30-3D38-80E3E0D37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25993-B0B6-04FA-C5B0-92A17E39BE3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43AC6FD-7F77-EC3D-DF1F-4FC424B24E93}"/>
              </a:ext>
            </a:extLst>
          </p:cNvPr>
          <p:cNvSpPr>
            <a:spLocks noGrp="1"/>
          </p:cNvSpPr>
          <p:nvPr>
            <p:ph type="body" idx="1"/>
          </p:nvPr>
        </p:nvSpPr>
        <p:spPr/>
        <p:txBody>
          <a:bodyPr/>
          <a:lstStyle/>
          <a:p>
            <a:pPr>
              <a:defRPr/>
            </a:pPr>
            <a:r>
              <a:rPr lang="en-US" dirty="0"/>
              <a:t>Windows 11 </a:t>
            </a:r>
            <a:r>
              <a:rPr lang="en-US" dirty="0">
                <a:ea typeface="Calibri"/>
                <a:cs typeface="Calibri"/>
              </a:rPr>
              <a:t>Control Panel uses applets as pointers to various setting specific menus.</a:t>
            </a:r>
          </a:p>
        </p:txBody>
      </p:sp>
      <p:sp>
        <p:nvSpPr>
          <p:cNvPr id="4" name="Slide Number Placeholder 3">
            <a:extLst>
              <a:ext uri="{FF2B5EF4-FFF2-40B4-BE49-F238E27FC236}">
                <a16:creationId xmlns:a16="http://schemas.microsoft.com/office/drawing/2014/main" id="{F612E5E9-D164-8B1E-DE14-C0F5AF79915F}"/>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961208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4BFAE-E486-2A0A-F3DB-066AE8C07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5A9CE-B979-8B75-1250-DB5ED9F7FEE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B188946-BC16-E720-D1C0-23BC0BF3064A}"/>
              </a:ext>
            </a:extLst>
          </p:cNvPr>
          <p:cNvSpPr>
            <a:spLocks noGrp="1"/>
          </p:cNvSpPr>
          <p:nvPr>
            <p:ph type="body" idx="1"/>
          </p:nvPr>
        </p:nvSpPr>
        <p:spPr/>
        <p:txBody>
          <a:bodyPr/>
          <a:lstStyle/>
          <a:p>
            <a:pPr>
              <a:defRPr/>
            </a:pPr>
            <a:r>
              <a:rPr lang="en-US" dirty="0"/>
              <a:t>Learners should be reminded that local accounts are specific to a single system, whereas a Microsoft account can be used to sign on to any Windows system with Internet access. Consider showing learners the video Using the Windows Desktop Interface to solidify these concepts.</a:t>
            </a:r>
          </a:p>
        </p:txBody>
      </p:sp>
      <p:sp>
        <p:nvSpPr>
          <p:cNvPr id="4" name="Slide Number Placeholder 3">
            <a:extLst>
              <a:ext uri="{FF2B5EF4-FFF2-40B4-BE49-F238E27FC236}">
                <a16:creationId xmlns:a16="http://schemas.microsoft.com/office/drawing/2014/main" id="{E8E08E8C-BCD3-F9E7-838C-80B98CB8D79A}"/>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686533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05BA7-0653-86AD-990F-02B7966E2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E1D82-A756-F46F-34D2-70288B29014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F163A1-27A7-1B3E-A17C-BCA0B15D9A41}"/>
              </a:ext>
            </a:extLst>
          </p:cNvPr>
          <p:cNvSpPr>
            <a:spLocks noGrp="1"/>
          </p:cNvSpPr>
          <p:nvPr>
            <p:ph type="body" idx="1"/>
          </p:nvPr>
        </p:nvSpPr>
        <p:spPr/>
        <p:txBody>
          <a:bodyPr/>
          <a:lstStyle/>
          <a:p>
            <a:r>
              <a:rPr lang="en-US" dirty="0"/>
              <a:t>User Accounts Applet</a:t>
            </a:r>
          </a:p>
        </p:txBody>
      </p:sp>
      <p:sp>
        <p:nvSpPr>
          <p:cNvPr id="4" name="Slide Number Placeholder 3">
            <a:extLst>
              <a:ext uri="{FF2B5EF4-FFF2-40B4-BE49-F238E27FC236}">
                <a16:creationId xmlns:a16="http://schemas.microsoft.com/office/drawing/2014/main" id="{C0142192-4DB5-1034-3590-B66F80D6A776}"/>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996158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C820E-6F74-B15F-BD1E-C7F4E2820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680AA-BE94-5274-4C17-5EB7FDDED2A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FA9DCEB-76CA-3ACE-386B-74F70F30A5D2}"/>
              </a:ext>
            </a:extLst>
          </p:cNvPr>
          <p:cNvSpPr>
            <a:spLocks noGrp="1"/>
          </p:cNvSpPr>
          <p:nvPr>
            <p:ph type="body" idx="1"/>
          </p:nvPr>
        </p:nvSpPr>
        <p:spPr/>
        <p:txBody>
          <a:bodyPr/>
          <a:lstStyle/>
          <a:p>
            <a:pPr>
              <a:defRPr/>
            </a:pPr>
            <a:r>
              <a:rPr lang="en-US" dirty="0"/>
              <a:t>Learners should be reminded that if they choose to limit data and information sharing with Microsoft, their experience within Windows will be less personal.</a:t>
            </a:r>
          </a:p>
        </p:txBody>
      </p:sp>
      <p:sp>
        <p:nvSpPr>
          <p:cNvPr id="4" name="Slide Number Placeholder 3">
            <a:extLst>
              <a:ext uri="{FF2B5EF4-FFF2-40B4-BE49-F238E27FC236}">
                <a16:creationId xmlns:a16="http://schemas.microsoft.com/office/drawing/2014/main" id="{796FC4F9-05FC-93A5-29CD-48D6BFE50EB0}"/>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612756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CADB-1A88-2C10-D86C-100C954D7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70D99-F1B5-3948-3CF7-D078712E20B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677088E-D939-92AA-9FEC-B93D1D4738B4}"/>
              </a:ext>
            </a:extLst>
          </p:cNvPr>
          <p:cNvSpPr>
            <a:spLocks noGrp="1"/>
          </p:cNvSpPr>
          <p:nvPr>
            <p:ph type="body" idx="1"/>
          </p:nvPr>
        </p:nvSpPr>
        <p:spPr/>
        <p:txBody>
          <a:bodyPr/>
          <a:lstStyle/>
          <a:p>
            <a:r>
              <a:rPr lang="en-US" dirty="0"/>
              <a:t>General privacy settings in Windows 11</a:t>
            </a:r>
          </a:p>
        </p:txBody>
      </p:sp>
      <p:sp>
        <p:nvSpPr>
          <p:cNvPr id="4" name="Slide Number Placeholder 3">
            <a:extLst>
              <a:ext uri="{FF2B5EF4-FFF2-40B4-BE49-F238E27FC236}">
                <a16:creationId xmlns:a16="http://schemas.microsoft.com/office/drawing/2014/main" id="{2DD8F0DA-E26C-FACA-D1E1-9B31F8834AB5}"/>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372778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DDC9-D39A-50BC-43F6-B912CE125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ED907-3A8C-18C9-1932-1D627CE4FE2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E42ED75-FEBB-AF89-0DE1-292012135045}"/>
              </a:ext>
            </a:extLst>
          </p:cNvPr>
          <p:cNvSpPr>
            <a:spLocks noGrp="1"/>
          </p:cNvSpPr>
          <p:nvPr>
            <p:ph type="body" idx="1"/>
          </p:nvPr>
        </p:nvSpPr>
        <p:spPr/>
        <p:txBody>
          <a:bodyPr/>
          <a:lstStyle/>
          <a:p>
            <a:pPr>
              <a:defRPr/>
            </a:pPr>
            <a:r>
              <a:rPr lang="en-US" dirty="0"/>
              <a:t>Language settings</a:t>
            </a:r>
          </a:p>
          <a:p>
            <a:endParaRPr lang="en-US" dirty="0"/>
          </a:p>
        </p:txBody>
      </p:sp>
      <p:sp>
        <p:nvSpPr>
          <p:cNvPr id="4" name="Slide Number Placeholder 3">
            <a:extLst>
              <a:ext uri="{FF2B5EF4-FFF2-40B4-BE49-F238E27FC236}">
                <a16:creationId xmlns:a16="http://schemas.microsoft.com/office/drawing/2014/main" id="{D5B5E72D-0D0B-B2D1-8608-A16A3590AA17}"/>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2251111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7CEC6-8D46-E328-507D-77A5C5103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47EFF-5644-0ABB-52A7-F6DBC3368D0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06530D8-EABB-034B-7538-EBE811237CB4}"/>
              </a:ext>
            </a:extLst>
          </p:cNvPr>
          <p:cNvSpPr>
            <a:spLocks noGrp="1"/>
          </p:cNvSpPr>
          <p:nvPr>
            <p:ph type="body" idx="1"/>
          </p:nvPr>
        </p:nvSpPr>
        <p:spPr/>
        <p:txBody>
          <a:bodyPr/>
          <a:lstStyle/>
          <a:p>
            <a:pPr lvl="0" algn="l" defTabSz="457200">
              <a:lnSpc>
                <a:spcPct val="100000"/>
              </a:lnSpc>
              <a:spcBef>
                <a:spcPts val="0"/>
              </a:spcBef>
              <a:spcAft>
                <a:spcPts val="0"/>
              </a:spcAft>
              <a:buNone/>
              <a:tabLst/>
              <a:defRPr/>
            </a:pPr>
            <a:r>
              <a:rPr lang="en-US" dirty="0"/>
              <a:t>Ease of Access settings are listed under the Accessibility heading in Windows 11.</a:t>
            </a:r>
          </a:p>
        </p:txBody>
      </p:sp>
      <p:sp>
        <p:nvSpPr>
          <p:cNvPr id="4" name="Slide Number Placeholder 3">
            <a:extLst>
              <a:ext uri="{FF2B5EF4-FFF2-40B4-BE49-F238E27FC236}">
                <a16:creationId xmlns:a16="http://schemas.microsoft.com/office/drawing/2014/main" id="{108E2E65-C67C-DD5F-BBF7-C9D81D4DA37D}"/>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1633815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CAFA-3FA0-52D0-DC08-23C56D64B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22057-8CC2-6D84-3285-99686AA4CFE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9FFB58A-EF29-D6E2-2899-7447BC6F192D}"/>
              </a:ext>
            </a:extLst>
          </p:cNvPr>
          <p:cNvSpPr>
            <a:spLocks noGrp="1"/>
          </p:cNvSpPr>
          <p:nvPr>
            <p:ph type="body" idx="1"/>
          </p:nvPr>
        </p:nvSpPr>
        <p:spPr/>
        <p:txBody>
          <a:bodyPr/>
          <a:lstStyle/>
          <a:p>
            <a:pPr>
              <a:defRPr/>
            </a:pPr>
            <a:r>
              <a:rPr lang="en-US" dirty="0"/>
              <a:t>Learners should become familiar with File Explorer to navigate the directories within the OS.</a:t>
            </a:r>
          </a:p>
        </p:txBody>
      </p:sp>
      <p:sp>
        <p:nvSpPr>
          <p:cNvPr id="4" name="Slide Number Placeholder 3">
            <a:extLst>
              <a:ext uri="{FF2B5EF4-FFF2-40B4-BE49-F238E27FC236}">
                <a16:creationId xmlns:a16="http://schemas.microsoft.com/office/drawing/2014/main" id="{1B05F624-6FAE-1526-8971-0150C03AC622}"/>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467153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61561-E647-A488-599F-C692376CE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EF77B-31A5-6569-F8DB-A036189ED9A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E246CC6-C5CC-C0D0-23F3-3A612ED58A6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File Explorer in Windows 10</a:t>
            </a:r>
          </a:p>
        </p:txBody>
      </p:sp>
      <p:sp>
        <p:nvSpPr>
          <p:cNvPr id="4" name="Slide Number Placeholder 3">
            <a:extLst>
              <a:ext uri="{FF2B5EF4-FFF2-40B4-BE49-F238E27FC236}">
                <a16:creationId xmlns:a16="http://schemas.microsoft.com/office/drawing/2014/main" id="{55448EE1-9E5C-FFFC-59A4-90D70AB9531B}"/>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127823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18A28-93D6-CA67-301D-56B094DCA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E4BA7-D686-3FF4-7396-3FEC72AECA0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323AC81-FE39-332B-ADDF-81E0161D1D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Typical Windows directory structure. Here, a subdirectory System 32 is highlighted. </a:t>
            </a:r>
          </a:p>
        </p:txBody>
      </p:sp>
      <p:sp>
        <p:nvSpPr>
          <p:cNvPr id="4" name="Slide Number Placeholder 3">
            <a:extLst>
              <a:ext uri="{FF2B5EF4-FFF2-40B4-BE49-F238E27FC236}">
                <a16:creationId xmlns:a16="http://schemas.microsoft.com/office/drawing/2014/main" id="{2A0D0F47-F5B5-F1A7-B59D-CBB8145A1FA3}"/>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22477971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1F166-F775-6D64-02F1-56CB1B64F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4E39C-0280-F16E-EFFD-8D9AC6CB618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B98A634-380D-C0BC-553F-D07864B539E0}"/>
              </a:ext>
            </a:extLst>
          </p:cNvPr>
          <p:cNvSpPr>
            <a:spLocks noGrp="1"/>
          </p:cNvSpPr>
          <p:nvPr>
            <p:ph type="body" idx="1"/>
          </p:nvPr>
        </p:nvSpPr>
        <p:spPr/>
        <p:txBody>
          <a:bodyPr/>
          <a:lstStyle/>
          <a:p>
            <a:pPr>
              <a:defRPr/>
            </a:pPr>
            <a:r>
              <a:rPr lang="en-US" dirty="0"/>
              <a:t>Learners should explore the Options menu to ensure awareness of different controls and settings that can be used. The Hidden File and Folder option along with Hide Protected OS Files are key for administrators to view certain data files they may need to access during troubleshooting.</a:t>
            </a:r>
          </a:p>
        </p:txBody>
      </p:sp>
      <p:sp>
        <p:nvSpPr>
          <p:cNvPr id="4" name="Slide Number Placeholder 3">
            <a:extLst>
              <a:ext uri="{FF2B5EF4-FFF2-40B4-BE49-F238E27FC236}">
                <a16:creationId xmlns:a16="http://schemas.microsoft.com/office/drawing/2014/main" id="{5C6A75DA-607B-07D1-5088-14435FED9E73}"/>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4121013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General and View configuration settings in the File Explorer Options dialog</a:t>
            </a: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1469727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768F0-59A0-D068-DF43-01250EA2F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2576D-E09A-C3A4-B126-FE761AFC1C1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9E9412F-C642-875A-DFE6-88690E52D01B}"/>
              </a:ext>
            </a:extLst>
          </p:cNvPr>
          <p:cNvSpPr>
            <a:spLocks noGrp="1"/>
          </p:cNvSpPr>
          <p:nvPr>
            <p:ph type="body" idx="1"/>
          </p:nvPr>
        </p:nvSpPr>
        <p:spPr/>
        <p:txBody>
          <a:bodyPr/>
          <a:lstStyle/>
          <a:p>
            <a:pPr>
              <a:defRPr/>
            </a:pPr>
            <a:r>
              <a:rPr lang="en-US" dirty="0"/>
              <a:t>A corrupted index leads to failure of the search feature within Windows. Deleting and rebuilding the index does take time but can restore the search feature operation.</a:t>
            </a:r>
          </a:p>
        </p:txBody>
      </p:sp>
      <p:sp>
        <p:nvSpPr>
          <p:cNvPr id="4" name="Slide Number Placeholder 3">
            <a:extLst>
              <a:ext uri="{FF2B5EF4-FFF2-40B4-BE49-F238E27FC236}">
                <a16:creationId xmlns:a16="http://schemas.microsoft.com/office/drawing/2014/main" id="{1BC9BD44-DC8E-3560-FC60-2A6F747595A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CF8A19-3A9E-4ABC-B336-2FDDE321C72D}" type="slidenum">
              <a:rPr kumimoji="0" lang="en-US" sz="700" b="0" i="0" u="none" strike="noStrike" kern="1200" cap="none" spc="0" normalizeH="0" baseline="0" noProof="0" smtClean="0">
                <a:ln>
                  <a:noFill/>
                </a:ln>
                <a:solidFill>
                  <a:srgbClr val="253644"/>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700" b="0" i="0" u="none" strike="noStrike" kern="1200" cap="none" spc="0" normalizeH="0" baseline="0" noProof="0" dirty="0">
              <a:ln>
                <a:noFill/>
              </a:ln>
              <a:solidFill>
                <a:srgbClr val="253644"/>
              </a:solidFill>
              <a:effectLst/>
              <a:uLnTx/>
              <a:uFillTx/>
              <a:latin typeface="Calibri"/>
              <a:ea typeface="+mn-ea"/>
              <a:cs typeface="+mn-cs"/>
            </a:endParaRPr>
          </a:p>
        </p:txBody>
      </p:sp>
    </p:spTree>
    <p:extLst>
      <p:ext uri="{BB962C8B-B14F-4D97-AF65-F5344CB8AC3E}">
        <p14:creationId xmlns:p14="http://schemas.microsoft.com/office/powerpoint/2010/main" val="1037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47B9-B8CA-23F8-DD44-1E405CB30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03F13-7078-E8A2-FC44-86EA93A2030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DD366F8-A820-7E8F-F846-FE5AB62F4D2D}"/>
              </a:ext>
            </a:extLst>
          </p:cNvPr>
          <p:cNvSpPr>
            <a:spLocks noGrp="1"/>
          </p:cNvSpPr>
          <p:nvPr>
            <p:ph type="body" idx="1"/>
          </p:nvPr>
        </p:nvSpPr>
        <p:spPr/>
        <p:txBody>
          <a:bodyPr/>
          <a:lstStyle/>
          <a:p>
            <a:r>
              <a:rPr lang="en-US" dirty="0"/>
              <a:t>Core 2 Exam Objectives</a:t>
            </a:r>
          </a:p>
          <a:p>
            <a:pPr marL="171450" indent="-171450">
              <a:buFont typeface="Arial" panose="020B0604020202020204" pitchFamily="34" charset="0"/>
              <a:buChar char="•"/>
            </a:pPr>
            <a:r>
              <a:rPr lang="en-US" dirty="0"/>
              <a:t>1.6 Given a scenario, configure Microsoft Windows settings.</a:t>
            </a:r>
          </a:p>
          <a:p>
            <a:pPr marL="0" indent="0">
              <a:buFont typeface="Arial" panose="020B0604020202020204" pitchFamily="34" charset="0"/>
              <a:buNone/>
            </a:pPr>
            <a:endParaRPr lang="en-US" dirty="0"/>
          </a:p>
          <a:p>
            <a:r>
              <a:rPr lang="en-US" dirty="0"/>
              <a:t>Learning Outcomes</a:t>
            </a:r>
          </a:p>
          <a:p>
            <a:pPr marL="171450" indent="-171450">
              <a:buFont typeface="Arial" panose="020B0604020202020204" pitchFamily="34" charset="0"/>
              <a:buChar char="•"/>
            </a:pPr>
            <a:r>
              <a:rPr lang="en-US" dirty="0"/>
              <a:t>What information is presented on the System Settings page?</a:t>
            </a:r>
          </a:p>
          <a:p>
            <a:pPr marL="171450" indent="-171450">
              <a:buFont typeface="Arial" panose="020B0604020202020204" pitchFamily="34" charset="0"/>
              <a:buChar char="•"/>
            </a:pPr>
            <a:r>
              <a:rPr lang="en-US" dirty="0"/>
              <a:t>What is the default setting for Windows Update?</a:t>
            </a:r>
          </a:p>
          <a:p>
            <a:pPr marL="171450" indent="-171450">
              <a:buFont typeface="Arial" panose="020B0604020202020204" pitchFamily="34" charset="0"/>
              <a:buChar char="•"/>
            </a:pPr>
            <a:r>
              <a:rPr lang="en-US" dirty="0"/>
              <a:t>What is the difference between the hibernate and sleep power options?</a:t>
            </a:r>
          </a:p>
          <a:p>
            <a:pPr marL="171450" indent="-171450">
              <a:buFont typeface="Arial" panose="020B0604020202020204" pitchFamily="34" charset="0"/>
              <a:buChar char="•"/>
            </a:pPr>
            <a:r>
              <a:rPr lang="en-US" dirty="0"/>
              <a:t>What are the two rule sets listed in Windows Defender Firewall?</a:t>
            </a:r>
          </a:p>
          <a:p>
            <a:pPr marL="171450" indent="-171450">
              <a:buFont typeface="Arial" panose="020B0604020202020204" pitchFamily="34" charset="0"/>
              <a:buChar char="•"/>
            </a:pPr>
            <a:r>
              <a:rPr lang="en-US" dirty="0"/>
              <a:t>How can you access the Administrative Tools menu in Windows?</a:t>
            </a:r>
          </a:p>
          <a:p>
            <a:pPr marL="0" indent="0">
              <a:buFont typeface="Arial" panose="020B0604020202020204" pitchFamily="34" charset="0"/>
              <a:buNone/>
            </a:pPr>
            <a:endParaRPr lang="en-US" dirty="0"/>
          </a:p>
          <a:p>
            <a:endParaRPr lang="en-US" dirty="0"/>
          </a:p>
        </p:txBody>
      </p:sp>
      <p:sp>
        <p:nvSpPr>
          <p:cNvPr id="4" name="Slide Number Placeholder 3">
            <a:extLst>
              <a:ext uri="{FF2B5EF4-FFF2-40B4-BE49-F238E27FC236}">
                <a16:creationId xmlns:a16="http://schemas.microsoft.com/office/drawing/2014/main" id="{B6814CF6-3579-0342-FC6D-AA3C421BE791}"/>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4112401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defRPr/>
            </a:pPr>
            <a:r>
              <a:rPr lang="en-US" dirty="0"/>
              <a:t>Windows 10. The About section should be explored by learners. This information is valuable when troubleshooting the operating system and its hardware.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4116836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6089-6CEA-CFF6-4B18-3C76DAC2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33E51-95C9-3D0F-27AF-5655B8EC5A8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C07C2BE-3407-6FB5-273A-EEB5C781566C}"/>
              </a:ext>
            </a:extLst>
          </p:cNvPr>
          <p:cNvSpPr>
            <a:spLocks noGrp="1"/>
          </p:cNvSpPr>
          <p:nvPr>
            <p:ph type="body" idx="1"/>
          </p:nvPr>
        </p:nvSpPr>
        <p:spPr/>
        <p:txBody>
          <a:bodyPr/>
          <a:lstStyle/>
          <a:p>
            <a:pPr>
              <a:defRPr/>
            </a:pPr>
            <a:r>
              <a:rPr lang="en-US" dirty="0">
                <a:ea typeface="Calibri"/>
                <a:cs typeface="Calibri"/>
              </a:rPr>
              <a:t>The Activation area is where a user could change the product key to upgrade the Windows OS from one version to another. For example, updating from Windows 10 to 11 or from Home to Pro editions.</a:t>
            </a:r>
            <a:endParaRPr lang="en-US" dirty="0"/>
          </a:p>
        </p:txBody>
      </p:sp>
      <p:sp>
        <p:nvSpPr>
          <p:cNvPr id="4" name="Slide Number Placeholder 3">
            <a:extLst>
              <a:ext uri="{FF2B5EF4-FFF2-40B4-BE49-F238E27FC236}">
                <a16:creationId xmlns:a16="http://schemas.microsoft.com/office/drawing/2014/main" id="{063F1955-CA60-42B8-78D1-1565893E70B3}"/>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2206301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9DFA4-6937-F0F7-855F-EC247B354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965C9-828A-7E99-4F72-0B4AF45EAEC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B5621FE-C9B0-AF11-430E-F5B3AC8E285A}"/>
              </a:ext>
            </a:extLst>
          </p:cNvPr>
          <p:cNvSpPr>
            <a:spLocks noGrp="1"/>
          </p:cNvSpPr>
          <p:nvPr>
            <p:ph type="body" idx="1"/>
          </p:nvPr>
        </p:nvSpPr>
        <p:spPr/>
        <p:txBody>
          <a:bodyPr/>
          <a:lstStyle/>
          <a:p>
            <a:pPr>
              <a:defRPr/>
            </a:pPr>
            <a:r>
              <a:rPr lang="en-US" dirty="0">
                <a:ea typeface="Calibri"/>
                <a:cs typeface="Calibri"/>
              </a:rPr>
              <a:t>Instructors may wish to walk learners through each menu option to explore the differences in the Settings and Control Panel areas. Instructors may also want to showcase the Device Manager, which provides an advanced device management interface.</a:t>
            </a:r>
          </a:p>
        </p:txBody>
      </p:sp>
      <p:sp>
        <p:nvSpPr>
          <p:cNvPr id="4" name="Slide Number Placeholder 3">
            <a:extLst>
              <a:ext uri="{FF2B5EF4-FFF2-40B4-BE49-F238E27FC236}">
                <a16:creationId xmlns:a16="http://schemas.microsoft.com/office/drawing/2014/main" id="{10ED9429-F19B-8C08-7064-4E97BF70CBE9}"/>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51411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2133-49A6-1CB0-3FFD-12E796F29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6B951-AF36-5413-3B11-0E0ACB9BE4A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6F75992-C08F-B2A1-467F-A80C2252E20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Device settings in Windows 11</a:t>
            </a:r>
            <a:endParaRPr lang="en-US" dirty="0">
              <a:ea typeface="Calibri"/>
              <a:cs typeface="Calibri"/>
            </a:endParaRPr>
          </a:p>
        </p:txBody>
      </p:sp>
      <p:sp>
        <p:nvSpPr>
          <p:cNvPr id="4" name="Slide Number Placeholder 3">
            <a:extLst>
              <a:ext uri="{FF2B5EF4-FFF2-40B4-BE49-F238E27FC236}">
                <a16:creationId xmlns:a16="http://schemas.microsoft.com/office/drawing/2014/main" id="{055D57DA-3710-CD6D-5041-C62833AB4083}"/>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1546621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F5EA-BC75-0F48-923A-A045ED763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39AF6-CC10-8E64-4C29-73F48C8C1C0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409BB71-9D9C-DB27-6D96-0E4E1ED2FCB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Devices and Printers applet in Control Panel</a:t>
            </a:r>
            <a:endParaRPr lang="en-US" dirty="0">
              <a:ea typeface="Calibri"/>
              <a:cs typeface="Calibri"/>
            </a:endParaRPr>
          </a:p>
        </p:txBody>
      </p:sp>
      <p:sp>
        <p:nvSpPr>
          <p:cNvPr id="4" name="Slide Number Placeholder 3">
            <a:extLst>
              <a:ext uri="{FF2B5EF4-FFF2-40B4-BE49-F238E27FC236}">
                <a16:creationId xmlns:a16="http://schemas.microsoft.com/office/drawing/2014/main" id="{B1FDD539-A076-CEA7-4DB7-87A33EE5C49E}"/>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41595525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87E44-812C-7AAD-3843-2C65CA54B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7404-15C6-6718-DBE2-F4CE0523D23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BBD58EE-F570-18BE-61BB-FF37EA07A7D4}"/>
              </a:ext>
            </a:extLst>
          </p:cNvPr>
          <p:cNvSpPr>
            <a:spLocks noGrp="1"/>
          </p:cNvSpPr>
          <p:nvPr>
            <p:ph type="body" idx="1"/>
          </p:nvPr>
        </p:nvSpPr>
        <p:spPr/>
        <p:txBody>
          <a:bodyPr/>
          <a:lstStyle/>
          <a:p>
            <a:pPr>
              <a:defRPr/>
            </a:pPr>
            <a:r>
              <a:rPr lang="en-US" dirty="0">
                <a:ea typeface="Calibri"/>
                <a:cs typeface="Calibri"/>
              </a:rPr>
              <a:t>Learners should become familiar with the multiple display area of the Display Settings menu, as it is a common troubleshooting item for enterprise environments. Learners should understand the difference between Mirror and Extend options.</a:t>
            </a:r>
          </a:p>
        </p:txBody>
      </p:sp>
      <p:sp>
        <p:nvSpPr>
          <p:cNvPr id="4" name="Slide Number Placeholder 3">
            <a:extLst>
              <a:ext uri="{FF2B5EF4-FFF2-40B4-BE49-F238E27FC236}">
                <a16:creationId xmlns:a16="http://schemas.microsoft.com/office/drawing/2014/main" id="{EA686F9D-A997-05EC-9AB0-9BCFE442A8A8}"/>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36912729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7E1B-C285-7872-1D3F-48518BA9B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9A8CB-4AC4-31BF-B6E4-7BBF9D3A56E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F43913F-9766-A060-8DCC-64D34B92E83B}"/>
              </a:ext>
            </a:extLst>
          </p:cNvPr>
          <p:cNvSpPr>
            <a:spLocks noGrp="1"/>
          </p:cNvSpPr>
          <p:nvPr>
            <p:ph type="body" idx="1"/>
          </p:nvPr>
        </p:nvSpPr>
        <p:spPr/>
        <p:txBody>
          <a:bodyPr/>
          <a:lstStyle/>
          <a:p>
            <a:pPr>
              <a:defRPr/>
            </a:pPr>
            <a:r>
              <a:rPr lang="en-US" dirty="0">
                <a:ea typeface="Calibri"/>
                <a:cs typeface="Calibri"/>
              </a:rPr>
              <a:t>Learners should become familiar with the multiple display area of the Display Settings menu, as it is a common troubleshooting item for enterprise environments. Learners should understand the difference between Mirror and Extend options.</a:t>
            </a:r>
          </a:p>
        </p:txBody>
      </p:sp>
      <p:sp>
        <p:nvSpPr>
          <p:cNvPr id="4" name="Slide Number Placeholder 3">
            <a:extLst>
              <a:ext uri="{FF2B5EF4-FFF2-40B4-BE49-F238E27FC236}">
                <a16:creationId xmlns:a16="http://schemas.microsoft.com/office/drawing/2014/main" id="{935A65B9-41A5-851D-9F24-A9E8F3C1FBC5}"/>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637286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765A-C07E-4C13-30A9-98815B577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C05E0-BA8A-E72D-3CA7-B3445C805DF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D415DE6-E58B-1C12-6ED2-989F15D75CF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Describe the image as settings for output and input audio devices. Consider showing learners the video Introduction to Customizing Windows Settings to solidify these concepts.</a:t>
            </a:r>
          </a:p>
        </p:txBody>
      </p:sp>
      <p:sp>
        <p:nvSpPr>
          <p:cNvPr id="4" name="Slide Number Placeholder 3">
            <a:extLst>
              <a:ext uri="{FF2B5EF4-FFF2-40B4-BE49-F238E27FC236}">
                <a16:creationId xmlns:a16="http://schemas.microsoft.com/office/drawing/2014/main" id="{488ADC1A-4A25-3FE2-6550-92758705A235}"/>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38550368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F1072-476C-AEFC-4ED6-CEC34E3B5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74BF7-71EA-D9E0-9138-51B94E08416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94FCFCC-8E29-01C4-80B0-D7DEAB68FF07}"/>
              </a:ext>
            </a:extLst>
          </p:cNvPr>
          <p:cNvSpPr>
            <a:spLocks noGrp="1"/>
          </p:cNvSpPr>
          <p:nvPr>
            <p:ph type="body" idx="1"/>
          </p:nvPr>
        </p:nvSpPr>
        <p:spPr/>
        <p:txBody>
          <a:bodyPr/>
          <a:lstStyle/>
          <a:p>
            <a:pPr>
              <a:defRPr/>
            </a:pPr>
            <a:r>
              <a:rPr lang="en-US" dirty="0">
                <a:ea typeface="Calibri"/>
                <a:cs typeface="Calibri"/>
              </a:rPr>
              <a:t>Individual device power options can be managed from the Device Manager area under the Power tab of the device Properties menu.</a:t>
            </a:r>
          </a:p>
        </p:txBody>
      </p:sp>
      <p:sp>
        <p:nvSpPr>
          <p:cNvPr id="4" name="Slide Number Placeholder 3">
            <a:extLst>
              <a:ext uri="{FF2B5EF4-FFF2-40B4-BE49-F238E27FC236}">
                <a16:creationId xmlns:a16="http://schemas.microsoft.com/office/drawing/2014/main" id="{E45DE4D0-51C2-DC09-DD70-FED2D44110F8}"/>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1078356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99B2-55C9-34E9-D309-05BBAD778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96E7C-BB14-D22A-DF98-AD6C294726B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4D74704-947B-DD82-4F86-799BC687A37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Configuring power settings via the Power Options applet in Control Panel</a:t>
            </a:r>
          </a:p>
        </p:txBody>
      </p:sp>
      <p:sp>
        <p:nvSpPr>
          <p:cNvPr id="4" name="Slide Number Placeholder 3">
            <a:extLst>
              <a:ext uri="{FF2B5EF4-FFF2-40B4-BE49-F238E27FC236}">
                <a16:creationId xmlns:a16="http://schemas.microsoft.com/office/drawing/2014/main" id="{83C089C3-4FDA-8BC3-EEB0-3446C6EC2E52}"/>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23927231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0572-A560-AC8C-8208-6587F2EEE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09BE9-5CBF-4BD2-751B-BF8FF30C8B3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1EF294A-F578-A90F-BB68-2971960EBB8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4D96FB39-B742-151A-CEC2-AE6EFD9A4FC4}"/>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8119303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DAA0F-A251-5F37-E89E-B1A359549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9205E-D78B-E59D-6C84-09DFB3DB6F1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10B3677-2379-4ADD-13E9-7ACCEF8D1D1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04ED33DF-4F2F-4972-D71F-8EA90DBD5904}"/>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2917650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6D84-525B-7766-BFAC-FC864D16B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436EC-14B5-FD0D-A4A3-4D3FEB45332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F5E4A91-DC02-E2E1-CBD6-C8A29D3412A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ffectLst/>
              </a:rPr>
              <a:t>A screenshot of the Apps section in Windows settings (left) and A screenshot of the Mail Setup - Outlook window (right)</a:t>
            </a:r>
            <a:endParaRPr lang="en-US" dirty="0">
              <a:ea typeface="Calibri"/>
              <a:cs typeface="Calibri"/>
            </a:endParaRPr>
          </a:p>
        </p:txBody>
      </p:sp>
      <p:sp>
        <p:nvSpPr>
          <p:cNvPr id="4" name="Slide Number Placeholder 3">
            <a:extLst>
              <a:ext uri="{FF2B5EF4-FFF2-40B4-BE49-F238E27FC236}">
                <a16:creationId xmlns:a16="http://schemas.microsoft.com/office/drawing/2014/main" id="{DE966C6F-029D-DC03-D75F-4A84846F45F9}"/>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39455290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0956D-5E41-EA34-8762-34CDEF2FC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D6C10-F8C0-72C6-E95B-C97B4013833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33FFD3A-EBD8-C599-3545-074A41ED83A8}"/>
              </a:ext>
            </a:extLst>
          </p:cNvPr>
          <p:cNvSpPr>
            <a:spLocks noGrp="1"/>
          </p:cNvSpPr>
          <p:nvPr>
            <p:ph type="body" idx="1"/>
          </p:nvPr>
        </p:nvSpPr>
        <p:spPr/>
        <p:txBody>
          <a:bodyPr/>
          <a:lstStyle/>
          <a:p>
            <a:pPr>
              <a:defRPr/>
            </a:pPr>
            <a:r>
              <a:rPr lang="en-US" dirty="0">
                <a:ea typeface="Calibri"/>
                <a:cs typeface="Calibri"/>
              </a:rPr>
              <a:t>These are on the Control Panel. </a:t>
            </a:r>
          </a:p>
        </p:txBody>
      </p:sp>
      <p:sp>
        <p:nvSpPr>
          <p:cNvPr id="4" name="Slide Number Placeholder 3">
            <a:extLst>
              <a:ext uri="{FF2B5EF4-FFF2-40B4-BE49-F238E27FC236}">
                <a16:creationId xmlns:a16="http://schemas.microsoft.com/office/drawing/2014/main" id="{E1F90673-C4B4-B93F-FC0A-88A7FC78BC4B}"/>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295895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512F2-325D-528A-D260-687643E8D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1F6C3-0C71-4FAC-8C7E-8330B2182EF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F43FE36-ED4C-68F5-6954-64A97CDDC2E6}"/>
              </a:ext>
            </a:extLst>
          </p:cNvPr>
          <p:cNvSpPr>
            <a:spLocks noGrp="1"/>
          </p:cNvSpPr>
          <p:nvPr>
            <p:ph type="body" idx="1"/>
          </p:nvPr>
        </p:nvSpPr>
        <p:spPr/>
        <p:txBody>
          <a:bodyPr/>
          <a:lstStyle/>
          <a:p>
            <a:pPr>
              <a:defRPr/>
            </a:pPr>
            <a:r>
              <a:rPr lang="en-US" dirty="0">
                <a:ea typeface="Calibri"/>
                <a:cs typeface="Calibri"/>
              </a:rPr>
              <a:t>These are on the Control Panel. Remind learners that many web browsers now include their own settings menu that is managed separately from the Internet Options applet.</a:t>
            </a:r>
          </a:p>
        </p:txBody>
      </p:sp>
      <p:sp>
        <p:nvSpPr>
          <p:cNvPr id="4" name="Slide Number Placeholder 3">
            <a:extLst>
              <a:ext uri="{FF2B5EF4-FFF2-40B4-BE49-F238E27FC236}">
                <a16:creationId xmlns:a16="http://schemas.microsoft.com/office/drawing/2014/main" id="{5591DEEC-181A-4BB1-2D92-AAAFC88034B5}"/>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2130872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B7DB1-2DB2-288F-552A-DCEBC2CC4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9727D-B175-7F52-A3FC-375734A0357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0C93BF7-9562-0E46-2FEE-BF01B3589A28}"/>
              </a:ext>
            </a:extLst>
          </p:cNvPr>
          <p:cNvSpPr>
            <a:spLocks noGrp="1"/>
          </p:cNvSpPr>
          <p:nvPr>
            <p:ph type="body" idx="1"/>
          </p:nvPr>
        </p:nvSpPr>
        <p:spPr/>
        <p:txBody>
          <a:bodyPr/>
          <a:lstStyle/>
          <a:p>
            <a:pPr>
              <a:defRPr/>
            </a:pPr>
            <a:r>
              <a:rPr lang="en-US" dirty="0"/>
              <a:t>Instructors should take the time to explore these tools and showcase their differences. Learners should understand how to access these Tools from the Admin Tools menu or using the Run dialog. </a:t>
            </a:r>
          </a:p>
        </p:txBody>
      </p:sp>
      <p:sp>
        <p:nvSpPr>
          <p:cNvPr id="4" name="Slide Number Placeholder 3">
            <a:extLst>
              <a:ext uri="{FF2B5EF4-FFF2-40B4-BE49-F238E27FC236}">
                <a16:creationId xmlns:a16="http://schemas.microsoft.com/office/drawing/2014/main" id="{9F801E2B-04CC-D572-F0F3-AB1390B8E65F}"/>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36873627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B917B-406C-2856-C8C1-DAC9A9D15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C4749-0EB8-88DE-534A-C469BDF943B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A6A2E56-85F3-765F-CE65-41BF9FE74304}"/>
              </a:ext>
            </a:extLst>
          </p:cNvPr>
          <p:cNvSpPr>
            <a:spLocks noGrp="1"/>
          </p:cNvSpPr>
          <p:nvPr>
            <p:ph type="body" idx="1"/>
          </p:nvPr>
        </p:nvSpPr>
        <p:spPr/>
        <p:txBody>
          <a:bodyPr/>
          <a:lstStyle/>
          <a:p>
            <a:pPr>
              <a:defRPr/>
            </a:pPr>
            <a:r>
              <a:rPr lang="en-US" dirty="0"/>
              <a:t>Instructors should take the time to explore these tools and showcase their differences (especially Resmon and PerfMon). Learners should understand how to access these tools from the Admin Tools menu or using the Run dialog. </a:t>
            </a:r>
            <a:br>
              <a:rPr lang="en-US" dirty="0">
                <a:cs typeface="+mn-lt"/>
              </a:rPr>
            </a:br>
            <a:br>
              <a:rPr lang="en-US" dirty="0">
                <a:cs typeface="+mn-lt"/>
              </a:rPr>
            </a:br>
            <a:r>
              <a:rPr lang="en-US" dirty="0"/>
              <a:t>Consider showing the video Administrator Tool Settings in the GUI on this page.  </a:t>
            </a:r>
          </a:p>
        </p:txBody>
      </p:sp>
      <p:sp>
        <p:nvSpPr>
          <p:cNvPr id="4" name="Slide Number Placeholder 3">
            <a:extLst>
              <a:ext uri="{FF2B5EF4-FFF2-40B4-BE49-F238E27FC236}">
                <a16:creationId xmlns:a16="http://schemas.microsoft.com/office/drawing/2014/main" id="{F87BB422-6203-FE36-C502-ACBFDDA9FE36}"/>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6475874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40D00-7623-2716-BDD4-E648BF8A4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EB87F-559F-F48B-8C51-3AFAC1E714C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89157D7-8F50-D8EF-3F43-39921C99B94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Windows Tools folder Windows 11</a:t>
            </a:r>
          </a:p>
        </p:txBody>
      </p:sp>
      <p:sp>
        <p:nvSpPr>
          <p:cNvPr id="4" name="Slide Number Placeholder 3">
            <a:extLst>
              <a:ext uri="{FF2B5EF4-FFF2-40B4-BE49-F238E27FC236}">
                <a16:creationId xmlns:a16="http://schemas.microsoft.com/office/drawing/2014/main" id="{AB312E1E-877F-A5E6-890A-31C826928D4C}"/>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31472629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76C59-0786-EBB2-ACE4-E9481A77B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60F33-8AF8-0FCC-87FD-9D6E735E867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98C7757-9F5F-67D0-A997-1A2D102F54B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default Computer Management console in Windows 10 with the configuration snap-ins shown on the left.</a:t>
            </a:r>
          </a:p>
        </p:txBody>
      </p:sp>
      <p:sp>
        <p:nvSpPr>
          <p:cNvPr id="4" name="Slide Number Placeholder 3">
            <a:extLst>
              <a:ext uri="{FF2B5EF4-FFF2-40B4-BE49-F238E27FC236}">
                <a16:creationId xmlns:a16="http://schemas.microsoft.com/office/drawing/2014/main" id="{A4289AA7-4F57-0122-E877-E1ED4CA9581E}"/>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33462689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AC166-71CF-BB02-18B0-87F8696F5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869D4-4D77-7266-46A0-0133C7226E3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C886F28-58CC-8B51-D922-7EA4C9EE8566}"/>
              </a:ext>
            </a:extLst>
          </p:cNvPr>
          <p:cNvSpPr>
            <a:spLocks noGrp="1"/>
          </p:cNvSpPr>
          <p:nvPr>
            <p:ph type="body" idx="1"/>
          </p:nvPr>
        </p:nvSpPr>
        <p:spPr/>
        <p:txBody>
          <a:bodyPr/>
          <a:lstStyle/>
          <a:p>
            <a:pPr>
              <a:defRPr/>
            </a:pPr>
            <a:r>
              <a:rPr lang="en-US" dirty="0"/>
              <a:t>Have learners practice opening the menu and tools through various methods. Instructors should inform learners that there may be multiple ways to access a setting or modify the system, and they should be aware of this when taking the exam.</a:t>
            </a:r>
          </a:p>
        </p:txBody>
      </p:sp>
      <p:sp>
        <p:nvSpPr>
          <p:cNvPr id="4" name="Slide Number Placeholder 3">
            <a:extLst>
              <a:ext uri="{FF2B5EF4-FFF2-40B4-BE49-F238E27FC236}">
                <a16:creationId xmlns:a16="http://schemas.microsoft.com/office/drawing/2014/main" id="{A09B292A-4198-CCEA-88DE-C3D2C9DBAA2E}"/>
              </a:ext>
            </a:extLst>
          </p:cNvPr>
          <p:cNvSpPr>
            <a:spLocks noGrp="1"/>
          </p:cNvSpPr>
          <p:nvPr>
            <p:ph type="sldNum" sz="quarter" idx="5"/>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29927555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Windows 11 WinX menu (right-click the Windows button)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24786705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120D-A788-96BF-A698-911702004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AB680-AD96-D641-8BA9-D7307FB9D73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2B4F733-4F1F-03B9-16D5-86F4C1F2B24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Run dialog allows you to execute a command with switches.</a:t>
            </a:r>
            <a:endParaRPr lang="en-US" dirty="0">
              <a:ea typeface="Calibri"/>
              <a:cs typeface="Calibri"/>
            </a:endParaRPr>
          </a:p>
        </p:txBody>
      </p:sp>
      <p:sp>
        <p:nvSpPr>
          <p:cNvPr id="4" name="Slide Number Placeholder 3">
            <a:extLst>
              <a:ext uri="{FF2B5EF4-FFF2-40B4-BE49-F238E27FC236}">
                <a16:creationId xmlns:a16="http://schemas.microsoft.com/office/drawing/2014/main" id="{095D1A1F-51D5-4ABD-4EA9-5D1A4BB79E02}"/>
              </a:ext>
            </a:extLst>
          </p:cNvPr>
          <p:cNvSpPr>
            <a:spLocks noGrp="1"/>
          </p:cNvSpPr>
          <p:nvPr>
            <p:ph type="sldNum" sz="quarter" idx="5"/>
          </p:nvPr>
        </p:nvSpPr>
        <p:spPr/>
        <p:txBody>
          <a:bodyPr/>
          <a:lstStyle/>
          <a:p>
            <a:fld id="{B7CF8A19-3A9E-4ABC-B336-2FDDE321C72D}" type="slidenum">
              <a:rPr lang="en-US" smtClean="0"/>
              <a:pPr/>
              <a:t>48</a:t>
            </a:fld>
            <a:endParaRPr lang="en-US" dirty="0"/>
          </a:p>
        </p:txBody>
      </p:sp>
    </p:spTree>
    <p:extLst>
      <p:ext uri="{BB962C8B-B14F-4D97-AF65-F5344CB8AC3E}">
        <p14:creationId xmlns:p14="http://schemas.microsoft.com/office/powerpoint/2010/main" val="155302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8DBFF-941F-F72C-629B-DAEB51369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60189-1320-970D-E5A2-81CFDFEC284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46C3AE4-3C86-B459-1824-C043631C7E1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6AF9287D-EB13-64A6-3E53-691AAA26731C}"/>
              </a:ext>
            </a:extLst>
          </p:cNvPr>
          <p:cNvSpPr>
            <a:spLocks noGrp="1"/>
          </p:cNvSpPr>
          <p:nvPr>
            <p:ph type="sldNum" sz="quarter" idx="5"/>
          </p:nvPr>
        </p:nvSpPr>
        <p:spPr/>
        <p:txBody>
          <a:bodyPr/>
          <a:lstStyle/>
          <a:p>
            <a:fld id="{B7CF8A19-3A9E-4ABC-B336-2FDDE321C72D}" type="slidenum">
              <a:rPr lang="en-US" smtClean="0"/>
              <a:pPr/>
              <a:t>50</a:t>
            </a:fld>
            <a:endParaRPr lang="en-US" dirty="0"/>
          </a:p>
        </p:txBody>
      </p:sp>
    </p:spTree>
    <p:extLst>
      <p:ext uri="{BB962C8B-B14F-4D97-AF65-F5344CB8AC3E}">
        <p14:creationId xmlns:p14="http://schemas.microsoft.com/office/powerpoint/2010/main" val="40476515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3A10-562C-D0C5-9210-1A4977DA0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A48C1-0F60-334B-0AFC-3DDF39696CF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9ED7904-3A32-C9BF-DAB1-0CDEB41F0067}"/>
              </a:ext>
            </a:extLst>
          </p:cNvPr>
          <p:cNvSpPr>
            <a:spLocks noGrp="1"/>
          </p:cNvSpPr>
          <p:nvPr>
            <p:ph type="body" idx="1"/>
          </p:nvPr>
        </p:nvSpPr>
        <p:spPr/>
        <p:txBody>
          <a:bodyPr/>
          <a:lstStyle/>
          <a:p>
            <a:r>
              <a:rPr lang="en-US" dirty="0">
                <a:latin typeface="+mn-lt"/>
              </a:rPr>
              <a:t>Core 2 Exam Objectives</a:t>
            </a:r>
          </a:p>
          <a:p>
            <a:pPr marL="171450" indent="-171450">
              <a:buFont typeface="Arial" panose="020B0604020202020204" pitchFamily="34" charset="0"/>
              <a:buChar char="•"/>
            </a:pPr>
            <a:r>
              <a:rPr lang="en-US" dirty="0">
                <a:latin typeface="+mn-lt"/>
              </a:rPr>
              <a:t>1.10 Given a scenario, install applications according to requirements.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buFont typeface="Arial" panose="020B0604020202020204" pitchFamily="34" charset="0"/>
              <a:buChar char="•"/>
            </a:pPr>
            <a:r>
              <a:rPr lang="en-US" dirty="0">
                <a:latin typeface="+mn-lt"/>
              </a:rPr>
              <a:t>What requirements are included in the listing for minimum system requirements?</a:t>
            </a:r>
          </a:p>
          <a:p>
            <a:pPr marL="171450" indent="-171450">
              <a:buFont typeface="Arial" panose="020B0604020202020204" pitchFamily="34" charset="0"/>
              <a:buChar char="•"/>
            </a:pPr>
            <a:r>
              <a:rPr lang="en-US" dirty="0">
                <a:latin typeface="+mn-lt"/>
              </a:rPr>
              <a:t>What are common application distribution methods for applications?</a:t>
            </a:r>
          </a:p>
          <a:p>
            <a:pPr marL="171450" indent="-171450">
              <a:buFont typeface="Arial" panose="020B0604020202020204" pitchFamily="34" charset="0"/>
              <a:buChar char="•"/>
            </a:pPr>
            <a:r>
              <a:rPr lang="en-US" dirty="0">
                <a:latin typeface="+mn-lt"/>
              </a:rPr>
              <a:t>What considerations should be evaluated before installing an application?</a:t>
            </a:r>
          </a:p>
          <a:p>
            <a:pPr marL="171450" indent="-171450">
              <a:buFont typeface="Arial" panose="020B0604020202020204" pitchFamily="34" charset="0"/>
              <a:buChar char="•"/>
            </a:pPr>
            <a:r>
              <a:rPr lang="en-US" dirty="0">
                <a:latin typeface="+mn-lt"/>
              </a:rPr>
              <a:t>Are there any risks involved with installation of applications? If so, what are they?</a:t>
            </a:r>
          </a:p>
        </p:txBody>
      </p:sp>
      <p:sp>
        <p:nvSpPr>
          <p:cNvPr id="4" name="Slide Number Placeholder 3">
            <a:extLst>
              <a:ext uri="{FF2B5EF4-FFF2-40B4-BE49-F238E27FC236}">
                <a16:creationId xmlns:a16="http://schemas.microsoft.com/office/drawing/2014/main" id="{EC97F5C5-C8F7-9007-1D0E-2EC9EC551763}"/>
              </a:ext>
            </a:extLst>
          </p:cNvPr>
          <p:cNvSpPr>
            <a:spLocks noGrp="1"/>
          </p:cNvSpPr>
          <p:nvPr>
            <p:ph type="sldNum" sz="quarter" idx="5"/>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36731138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1DD37-2213-4DD5-4D4A-B19C8BB00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94766-6762-1232-52F4-D7E955253C4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7F5840F-A02C-AD7E-6997-8755DE7B9CC0}"/>
              </a:ext>
            </a:extLst>
          </p:cNvPr>
          <p:cNvSpPr>
            <a:spLocks noGrp="1"/>
          </p:cNvSpPr>
          <p:nvPr>
            <p:ph type="body" idx="1"/>
          </p:nvPr>
        </p:nvSpPr>
        <p:spPr/>
        <p:txBody>
          <a:bodyPr/>
          <a:lstStyle/>
          <a:p>
            <a:pPr>
              <a:defRPr/>
            </a:pPr>
            <a:r>
              <a:rPr lang="en-US" dirty="0"/>
              <a:t>Instructors should review that the minimum requirements are to simply get the application running. Consideration should be made to operate a system above these minimums for optimum operation.</a:t>
            </a:r>
          </a:p>
        </p:txBody>
      </p:sp>
      <p:sp>
        <p:nvSpPr>
          <p:cNvPr id="4" name="Slide Number Placeholder 3">
            <a:extLst>
              <a:ext uri="{FF2B5EF4-FFF2-40B4-BE49-F238E27FC236}">
                <a16:creationId xmlns:a16="http://schemas.microsoft.com/office/drawing/2014/main" id="{D926F5F3-71DE-9C28-79BB-2EF709EDB19B}"/>
              </a:ext>
            </a:extLst>
          </p:cNvPr>
          <p:cNvSpPr>
            <a:spLocks noGrp="1"/>
          </p:cNvSpPr>
          <p:nvPr>
            <p:ph type="sldNum" sz="quarter" idx="5"/>
          </p:nvPr>
        </p:nvSpPr>
        <p:spPr/>
        <p:txBody>
          <a:bodyPr/>
          <a:lstStyle/>
          <a:p>
            <a:fld id="{B7CF8A19-3A9E-4ABC-B336-2FDDE321C72D}" type="slidenum">
              <a:rPr lang="en-US" smtClean="0"/>
              <a:pPr/>
              <a:t>52</a:t>
            </a:fld>
            <a:endParaRPr lang="en-US" dirty="0"/>
          </a:p>
        </p:txBody>
      </p:sp>
    </p:spTree>
    <p:extLst>
      <p:ext uri="{BB962C8B-B14F-4D97-AF65-F5344CB8AC3E}">
        <p14:creationId xmlns:p14="http://schemas.microsoft.com/office/powerpoint/2010/main" val="4141041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D6F7C-D7EC-CFB9-A0A5-17332C551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83EAA-EAF5-9600-A733-7A4BBC5980B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F944E55-F758-6C6E-37C2-7E78C9DA32A9}"/>
              </a:ext>
            </a:extLst>
          </p:cNvPr>
          <p:cNvSpPr>
            <a:spLocks noGrp="1"/>
          </p:cNvSpPr>
          <p:nvPr>
            <p:ph type="body" idx="1"/>
          </p:nvPr>
        </p:nvSpPr>
        <p:spPr/>
        <p:txBody>
          <a:bodyPr/>
          <a:lstStyle/>
          <a:p>
            <a:pPr>
              <a:defRPr/>
            </a:pPr>
            <a:r>
              <a:rPr lang="en-US" dirty="0">
                <a:ea typeface="Calibri"/>
                <a:cs typeface="Calibri"/>
              </a:rPr>
              <a:t>T</a:t>
            </a:r>
            <a:r>
              <a:rPr lang="en-US" dirty="0"/>
              <a:t>his computer's graphics adapter does not meet the minimum specification, so setup cannot proceed</a:t>
            </a:r>
            <a:endParaRPr lang="en-US" dirty="0">
              <a:ea typeface="Calibri"/>
              <a:cs typeface="Calibri"/>
            </a:endParaRPr>
          </a:p>
        </p:txBody>
      </p:sp>
      <p:sp>
        <p:nvSpPr>
          <p:cNvPr id="4" name="Slide Number Placeholder 3">
            <a:extLst>
              <a:ext uri="{FF2B5EF4-FFF2-40B4-BE49-F238E27FC236}">
                <a16:creationId xmlns:a16="http://schemas.microsoft.com/office/drawing/2014/main" id="{FA605C2D-E32F-DBE2-67B6-D4A675B82671}"/>
              </a:ext>
            </a:extLst>
          </p:cNvPr>
          <p:cNvSpPr>
            <a:spLocks noGrp="1"/>
          </p:cNvSpPr>
          <p:nvPr>
            <p:ph type="sldNum" sz="quarter" idx="5"/>
          </p:nvPr>
        </p:nvSpPr>
        <p:spPr/>
        <p:txBody>
          <a:bodyPr/>
          <a:lstStyle/>
          <a:p>
            <a:fld id="{B7CF8A19-3A9E-4ABC-B336-2FDDE321C72D}" type="slidenum">
              <a:rPr lang="en-US" smtClean="0"/>
              <a:pPr/>
              <a:t>53</a:t>
            </a:fld>
            <a:endParaRPr lang="en-US" dirty="0"/>
          </a:p>
        </p:txBody>
      </p:sp>
    </p:spTree>
    <p:extLst>
      <p:ext uri="{BB962C8B-B14F-4D97-AF65-F5344CB8AC3E}">
        <p14:creationId xmlns:p14="http://schemas.microsoft.com/office/powerpoint/2010/main" val="17963212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E7646-3CF0-D2B2-513F-B4E368541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8CE70-2BF5-E480-BF56-2713E74F5EE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C97FE24-E1CE-ADFB-4247-71FE8012738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9E9BE0F-1145-945A-EC5A-4D2B6A636E8E}"/>
              </a:ext>
            </a:extLst>
          </p:cNvPr>
          <p:cNvSpPr>
            <a:spLocks noGrp="1"/>
          </p:cNvSpPr>
          <p:nvPr>
            <p:ph type="sldNum" sz="quarter" idx="5"/>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23376272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9584-F404-3DFB-AE35-EA831DB77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5622E-2518-37EC-7C18-92F17BC2FB7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9EFE9B3-784F-9F47-BC09-EA52B4FFF91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B9F0D1D-CA8B-1D59-ECF9-4CBB6907D136}"/>
              </a:ext>
            </a:extLst>
          </p:cNvPr>
          <p:cNvSpPr>
            <a:spLocks noGrp="1"/>
          </p:cNvSpPr>
          <p:nvPr>
            <p:ph type="sldNum" sz="quarter" idx="5"/>
          </p:nvPr>
        </p:nvSpPr>
        <p:spPr/>
        <p:txBody>
          <a:bodyPr/>
          <a:lstStyle/>
          <a:p>
            <a:fld id="{B7CF8A19-3A9E-4ABC-B336-2FDDE321C72D}" type="slidenum">
              <a:rPr lang="en-US" smtClean="0"/>
              <a:pPr/>
              <a:t>55</a:t>
            </a:fld>
            <a:endParaRPr lang="en-US" dirty="0"/>
          </a:p>
        </p:txBody>
      </p:sp>
    </p:spTree>
    <p:extLst>
      <p:ext uri="{BB962C8B-B14F-4D97-AF65-F5344CB8AC3E}">
        <p14:creationId xmlns:p14="http://schemas.microsoft.com/office/powerpoint/2010/main" val="32809696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45150-C9DF-C147-CE1D-2F7E39991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EB403-9C6B-EEF8-7BFC-8C85AC8BAF9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64645C6-C403-BAA2-D632-C32DDF08ADB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DC92140-41F7-B723-9BED-F56829FB6250}"/>
              </a:ext>
            </a:extLst>
          </p:cNvPr>
          <p:cNvSpPr>
            <a:spLocks noGrp="1"/>
          </p:cNvSpPr>
          <p:nvPr>
            <p:ph type="sldNum" sz="quarter" idx="5"/>
          </p:nvPr>
        </p:nvSpPr>
        <p:spPr/>
        <p:txBody>
          <a:bodyPr/>
          <a:lstStyle/>
          <a:p>
            <a:fld id="{B7CF8A19-3A9E-4ABC-B336-2FDDE321C72D}" type="slidenum">
              <a:rPr lang="en-US" smtClean="0"/>
              <a:pPr/>
              <a:t>56</a:t>
            </a:fld>
            <a:endParaRPr lang="en-US" dirty="0"/>
          </a:p>
        </p:txBody>
      </p:sp>
    </p:spTree>
    <p:extLst>
      <p:ext uri="{BB962C8B-B14F-4D97-AF65-F5344CB8AC3E}">
        <p14:creationId xmlns:p14="http://schemas.microsoft.com/office/powerpoint/2010/main" val="23413513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B3432-B4DB-7434-A265-F854148B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D93BE-A082-134C-D9DB-2BCEB04415F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CD6EDD8-DC4D-D876-EF76-8C166847B79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37130989-33B4-0EA6-0FAE-06E4BB0755B6}"/>
              </a:ext>
            </a:extLst>
          </p:cNvPr>
          <p:cNvSpPr>
            <a:spLocks noGrp="1"/>
          </p:cNvSpPr>
          <p:nvPr>
            <p:ph type="sldNum" sz="quarter" idx="5"/>
          </p:nvPr>
        </p:nvSpPr>
        <p:spPr/>
        <p:txBody>
          <a:bodyPr/>
          <a:lstStyle/>
          <a:p>
            <a:fld id="{B7CF8A19-3A9E-4ABC-B336-2FDDE321C72D}" type="slidenum">
              <a:rPr lang="en-US" smtClean="0"/>
              <a:pPr/>
              <a:t>57</a:t>
            </a:fld>
            <a:endParaRPr lang="en-US" dirty="0"/>
          </a:p>
        </p:txBody>
      </p:sp>
    </p:spTree>
    <p:extLst>
      <p:ext uri="{BB962C8B-B14F-4D97-AF65-F5344CB8AC3E}">
        <p14:creationId xmlns:p14="http://schemas.microsoft.com/office/powerpoint/2010/main" val="4428820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24C0A-A685-901C-8137-500D70BBB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A9FF0-5BBC-A1EC-F510-3CBB1D5514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91B0434-049C-3E3F-FA1F-F0A6EC8E1FC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DB4F3383-CE78-5A81-AEDB-01308C544153}"/>
              </a:ext>
            </a:extLst>
          </p:cNvPr>
          <p:cNvSpPr>
            <a:spLocks noGrp="1"/>
          </p:cNvSpPr>
          <p:nvPr>
            <p:ph type="sldNum" sz="quarter" idx="5"/>
          </p:nvPr>
        </p:nvSpPr>
        <p:spPr/>
        <p:txBody>
          <a:bodyPr/>
          <a:lstStyle/>
          <a:p>
            <a:fld id="{B7CF8A19-3A9E-4ABC-B336-2FDDE321C72D}" type="slidenum">
              <a:rPr lang="en-US" smtClean="0"/>
              <a:pPr/>
              <a:t>59</a:t>
            </a:fld>
            <a:endParaRPr lang="en-US" dirty="0"/>
          </a:p>
        </p:txBody>
      </p:sp>
    </p:spTree>
    <p:extLst>
      <p:ext uri="{BB962C8B-B14F-4D97-AF65-F5344CB8AC3E}">
        <p14:creationId xmlns:p14="http://schemas.microsoft.com/office/powerpoint/2010/main" val="33607420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1FF1-C348-42E4-376A-60A5E0C86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99EF2-3F9C-13D7-2529-987DBF71398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9F71F7F-E1F6-5B72-ACBA-56836100B52F}"/>
              </a:ext>
            </a:extLst>
          </p:cNvPr>
          <p:cNvSpPr>
            <a:spLocks noGrp="1"/>
          </p:cNvSpPr>
          <p:nvPr>
            <p:ph type="body" idx="1"/>
          </p:nvPr>
        </p:nvSpPr>
        <p:spPr/>
        <p:txBody>
          <a:bodyPr/>
          <a:lstStyle/>
          <a:p>
            <a:r>
              <a:rPr lang="en-US" dirty="0"/>
              <a:t>Core 2 Exam Objectives</a:t>
            </a:r>
          </a:p>
          <a:p>
            <a:pPr marL="171450" indent="-171450">
              <a:buFont typeface="Arial" panose="020B0604020202020204" pitchFamily="34" charset="0"/>
              <a:buChar char="•"/>
            </a:pPr>
            <a:r>
              <a:rPr lang="en-US" dirty="0"/>
              <a:t>1.11 Given a scenario, install and configure cloud-based productivity tools.</a:t>
            </a:r>
          </a:p>
          <a:p>
            <a:pPr marL="0" indent="0">
              <a:buFont typeface="Arial" panose="020B0604020202020204" pitchFamily="34" charset="0"/>
              <a:buNone/>
            </a:pPr>
            <a:endParaRPr lang="en-US" dirty="0"/>
          </a:p>
          <a:p>
            <a:r>
              <a:rPr lang="en-US" dirty="0"/>
              <a:t>Learning Outcomes</a:t>
            </a:r>
          </a:p>
          <a:p>
            <a:pPr marL="171450" indent="-171450">
              <a:buFont typeface="Arial" panose="020B0604020202020204" pitchFamily="34" charset="0"/>
              <a:buChar char="•"/>
            </a:pPr>
            <a:r>
              <a:rPr lang="en-US" dirty="0"/>
              <a:t>What is a cloud-based application?</a:t>
            </a:r>
          </a:p>
          <a:p>
            <a:pPr marL="171450" indent="-171450">
              <a:buFont typeface="Arial" panose="020B0604020202020204" pitchFamily="34" charset="0"/>
              <a:buChar char="•"/>
            </a:pPr>
            <a:r>
              <a:rPr lang="en-US" dirty="0"/>
              <a:t>How do cloud-based applications work in comparison to local installation of the application?</a:t>
            </a:r>
          </a:p>
          <a:p>
            <a:pPr marL="171450" indent="-171450">
              <a:buFont typeface="Arial" panose="020B0604020202020204" pitchFamily="34" charset="0"/>
              <a:buChar char="•"/>
            </a:pPr>
            <a:r>
              <a:rPr lang="en-US" dirty="0"/>
              <a:t>What benefits and drawbacks exist with the utilization of cloud-based applications?</a:t>
            </a:r>
          </a:p>
          <a:p>
            <a:pPr marL="171450" indent="-171450">
              <a:buFont typeface="Arial" panose="020B0604020202020204" pitchFamily="34" charset="0"/>
              <a:buChar char="•"/>
            </a:pPr>
            <a:r>
              <a:rPr lang="en-US" dirty="0"/>
              <a:t>What are some examples of cloud-based applications used today?</a:t>
            </a:r>
          </a:p>
          <a:p>
            <a:endParaRPr lang="en-US" dirty="0"/>
          </a:p>
        </p:txBody>
      </p:sp>
      <p:sp>
        <p:nvSpPr>
          <p:cNvPr id="4" name="Slide Number Placeholder 3">
            <a:extLst>
              <a:ext uri="{FF2B5EF4-FFF2-40B4-BE49-F238E27FC236}">
                <a16:creationId xmlns:a16="http://schemas.microsoft.com/office/drawing/2014/main" id="{088933BD-2511-2C69-DA10-CBD5EBFE4215}"/>
              </a:ext>
            </a:extLst>
          </p:cNvPr>
          <p:cNvSpPr>
            <a:spLocks noGrp="1"/>
          </p:cNvSpPr>
          <p:nvPr>
            <p:ph type="sldNum" sz="quarter" idx="5"/>
          </p:nvPr>
        </p:nvSpPr>
        <p:spPr/>
        <p:txBody>
          <a:bodyPr/>
          <a:lstStyle/>
          <a:p>
            <a:fld id="{B7CF8A19-3A9E-4ABC-B336-2FDDE321C72D}" type="slidenum">
              <a:rPr lang="en-US" smtClean="0"/>
              <a:pPr/>
              <a:t>60</a:t>
            </a:fld>
            <a:endParaRPr lang="en-US" dirty="0"/>
          </a:p>
        </p:txBody>
      </p:sp>
    </p:spTree>
    <p:extLst>
      <p:ext uri="{BB962C8B-B14F-4D97-AF65-F5344CB8AC3E}">
        <p14:creationId xmlns:p14="http://schemas.microsoft.com/office/powerpoint/2010/main" val="22252173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C231C-5545-8F51-30D7-0B1B6F35D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64047-109D-8954-10D4-7D01FFB79B2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CA87919-58BA-147F-6618-A62413439211}"/>
              </a:ext>
            </a:extLst>
          </p:cNvPr>
          <p:cNvSpPr>
            <a:spLocks noGrp="1"/>
          </p:cNvSpPr>
          <p:nvPr>
            <p:ph type="body" idx="1"/>
          </p:nvPr>
        </p:nvSpPr>
        <p:spPr/>
        <p:txBody>
          <a:bodyPr/>
          <a:lstStyle/>
          <a:p>
            <a:pPr>
              <a:defRPr/>
            </a:pPr>
            <a:r>
              <a:rPr lang="en-US" dirty="0"/>
              <a:t>Many personal email accounts are considered cloud-based since they are accessed through a web browser. As corporations move their on-premise configurations into the cloud, they are also moving the email server itself or transitioning to a fully supported cloud alternative like Office 365 and Azure Active Directory setups.</a:t>
            </a:r>
          </a:p>
        </p:txBody>
      </p:sp>
      <p:sp>
        <p:nvSpPr>
          <p:cNvPr id="4" name="Slide Number Placeholder 3">
            <a:extLst>
              <a:ext uri="{FF2B5EF4-FFF2-40B4-BE49-F238E27FC236}">
                <a16:creationId xmlns:a16="http://schemas.microsoft.com/office/drawing/2014/main" id="{B56B8157-5AF1-FE21-544A-C2966D45360A}"/>
              </a:ext>
            </a:extLst>
          </p:cNvPr>
          <p:cNvSpPr>
            <a:spLocks noGrp="1"/>
          </p:cNvSpPr>
          <p:nvPr>
            <p:ph type="sldNum" sz="quarter" idx="5"/>
          </p:nvPr>
        </p:nvSpPr>
        <p:spPr/>
        <p:txBody>
          <a:bodyPr/>
          <a:lstStyle/>
          <a:p>
            <a:fld id="{B7CF8A19-3A9E-4ABC-B336-2FDDE321C72D}" type="slidenum">
              <a:rPr lang="en-US" smtClean="0"/>
              <a:pPr/>
              <a:t>61</a:t>
            </a:fld>
            <a:endParaRPr lang="en-US" dirty="0"/>
          </a:p>
        </p:txBody>
      </p:sp>
    </p:spTree>
    <p:extLst>
      <p:ext uri="{BB962C8B-B14F-4D97-AF65-F5344CB8AC3E}">
        <p14:creationId xmlns:p14="http://schemas.microsoft.com/office/powerpoint/2010/main" val="1849089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113B-5E97-59CA-FE19-729F18A62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22D7E-78C8-37AF-B636-77F635C5270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50F8B0D-EC6F-7965-6A38-4D59667C429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31AE1CF-48DB-1235-40A7-59B607F567D8}"/>
              </a:ext>
            </a:extLst>
          </p:cNvPr>
          <p:cNvSpPr>
            <a:spLocks noGrp="1"/>
          </p:cNvSpPr>
          <p:nvPr>
            <p:ph type="sldNum" sz="quarter" idx="5"/>
          </p:nvPr>
        </p:nvSpPr>
        <p:spPr/>
        <p:txBody>
          <a:bodyPr/>
          <a:lstStyle/>
          <a:p>
            <a:fld id="{B7CF8A19-3A9E-4ABC-B336-2FDDE321C72D}" type="slidenum">
              <a:rPr lang="en-US" smtClean="0"/>
              <a:pPr/>
              <a:t>62</a:t>
            </a:fld>
            <a:endParaRPr lang="en-US" dirty="0"/>
          </a:p>
        </p:txBody>
      </p:sp>
    </p:spTree>
    <p:extLst>
      <p:ext uri="{BB962C8B-B14F-4D97-AF65-F5344CB8AC3E}">
        <p14:creationId xmlns:p14="http://schemas.microsoft.com/office/powerpoint/2010/main" val="12871599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534D-30E3-B44A-00C3-EE7E6CBB9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AC4B3-4A9A-312B-F796-1F2717F69C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C59E785-AA01-A775-9B26-D0639703C82B}"/>
              </a:ext>
            </a:extLst>
          </p:cNvPr>
          <p:cNvSpPr>
            <a:spLocks noGrp="1"/>
          </p:cNvSpPr>
          <p:nvPr>
            <p:ph type="body" idx="1"/>
          </p:nvPr>
        </p:nvSpPr>
        <p:spPr/>
        <p:txBody>
          <a:bodyPr/>
          <a:lstStyle/>
          <a:p>
            <a:pPr>
              <a:defRPr/>
            </a:pPr>
            <a:r>
              <a:rPr lang="en-US" dirty="0"/>
              <a:t>Microsoft OneDrive­® folder in File Explorer. Note the green check mark symbol showing the files are synchronized to the cloud.</a:t>
            </a:r>
          </a:p>
        </p:txBody>
      </p:sp>
      <p:sp>
        <p:nvSpPr>
          <p:cNvPr id="4" name="Slide Number Placeholder 3">
            <a:extLst>
              <a:ext uri="{FF2B5EF4-FFF2-40B4-BE49-F238E27FC236}">
                <a16:creationId xmlns:a16="http://schemas.microsoft.com/office/drawing/2014/main" id="{9317990A-6E91-1CA0-D9CD-0612BB3CA37F}"/>
              </a:ext>
            </a:extLst>
          </p:cNvPr>
          <p:cNvSpPr>
            <a:spLocks noGrp="1"/>
          </p:cNvSpPr>
          <p:nvPr>
            <p:ph type="sldNum" sz="quarter" idx="5"/>
          </p:nvPr>
        </p:nvSpPr>
        <p:spPr/>
        <p:txBody>
          <a:bodyPr/>
          <a:lstStyle/>
          <a:p>
            <a:fld id="{B7CF8A19-3A9E-4ABC-B336-2FDDE321C72D}" type="slidenum">
              <a:rPr lang="en-US" smtClean="0"/>
              <a:pPr/>
              <a:t>63</a:t>
            </a:fld>
            <a:endParaRPr lang="en-US" dirty="0"/>
          </a:p>
        </p:txBody>
      </p:sp>
    </p:spTree>
    <p:extLst>
      <p:ext uri="{BB962C8B-B14F-4D97-AF65-F5344CB8AC3E}">
        <p14:creationId xmlns:p14="http://schemas.microsoft.com/office/powerpoint/2010/main" val="11677098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066F-D1C0-B576-C270-733C72A00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624FF-624A-A5AA-A6CA-05B9F88DB82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FA97D09-9753-469A-0FD9-4BEC4E3139D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90EF3C58-4E58-A994-BE3F-D1AB66983740}"/>
              </a:ext>
            </a:extLst>
          </p:cNvPr>
          <p:cNvSpPr>
            <a:spLocks noGrp="1"/>
          </p:cNvSpPr>
          <p:nvPr>
            <p:ph type="sldNum" sz="quarter" idx="5"/>
          </p:nvPr>
        </p:nvSpPr>
        <p:spPr/>
        <p:txBody>
          <a:bodyPr/>
          <a:lstStyle/>
          <a:p>
            <a:fld id="{B7CF8A19-3A9E-4ABC-B336-2FDDE321C72D}" type="slidenum">
              <a:rPr lang="en-US" smtClean="0"/>
              <a:pPr/>
              <a:t>64</a:t>
            </a:fld>
            <a:endParaRPr lang="en-US" dirty="0"/>
          </a:p>
        </p:txBody>
      </p:sp>
    </p:spTree>
    <p:extLst>
      <p:ext uri="{BB962C8B-B14F-4D97-AF65-F5344CB8AC3E}">
        <p14:creationId xmlns:p14="http://schemas.microsoft.com/office/powerpoint/2010/main" val="14414256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DC00B-AFC0-B883-E3E5-396203B54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83185-8EB2-0383-31A3-7650E80B1A2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23CFB6D-A8A9-76A3-D320-0374DD46507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A87B5541-556D-975B-51F7-324E08B711E5}"/>
              </a:ext>
            </a:extLst>
          </p:cNvPr>
          <p:cNvSpPr>
            <a:spLocks noGrp="1"/>
          </p:cNvSpPr>
          <p:nvPr>
            <p:ph type="sldNum" sz="quarter" idx="5"/>
          </p:nvPr>
        </p:nvSpPr>
        <p:spPr/>
        <p:txBody>
          <a:bodyPr/>
          <a:lstStyle/>
          <a:p>
            <a:fld id="{B7CF8A19-3A9E-4ABC-B336-2FDDE321C72D}" type="slidenum">
              <a:rPr lang="en-US" smtClean="0"/>
              <a:pPr/>
              <a:t>65</a:t>
            </a:fld>
            <a:endParaRPr lang="en-US" dirty="0"/>
          </a:p>
        </p:txBody>
      </p:sp>
    </p:spTree>
    <p:extLst>
      <p:ext uri="{BB962C8B-B14F-4D97-AF65-F5344CB8AC3E}">
        <p14:creationId xmlns:p14="http://schemas.microsoft.com/office/powerpoint/2010/main" val="29462905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F0F1C-D964-0513-A299-B6D2F0A96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98582-78AA-9E99-65AE-15CD9335DA5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F308122-BE70-C746-BCFD-6C9BBEA1483E}"/>
              </a:ext>
            </a:extLst>
          </p:cNvPr>
          <p:cNvSpPr>
            <a:spLocks noGrp="1"/>
          </p:cNvSpPr>
          <p:nvPr>
            <p:ph type="body" idx="1"/>
          </p:nvPr>
        </p:nvSpPr>
        <p:spPr/>
        <p:txBody>
          <a:bodyPr/>
          <a:lstStyle/>
          <a:p>
            <a:pPr>
              <a:defRPr/>
            </a:pPr>
            <a:r>
              <a:rPr lang="en-US" dirty="0"/>
              <a:t>Microsoft Entra administration center license assignment window</a:t>
            </a:r>
          </a:p>
        </p:txBody>
      </p:sp>
      <p:sp>
        <p:nvSpPr>
          <p:cNvPr id="4" name="Slide Number Placeholder 3">
            <a:extLst>
              <a:ext uri="{FF2B5EF4-FFF2-40B4-BE49-F238E27FC236}">
                <a16:creationId xmlns:a16="http://schemas.microsoft.com/office/drawing/2014/main" id="{983B19D2-B5ED-0ACF-B6E3-74FD7E40F1BA}"/>
              </a:ext>
            </a:extLst>
          </p:cNvPr>
          <p:cNvSpPr>
            <a:spLocks noGrp="1"/>
          </p:cNvSpPr>
          <p:nvPr>
            <p:ph type="sldNum" sz="quarter" idx="5"/>
          </p:nvPr>
        </p:nvSpPr>
        <p:spPr/>
        <p:txBody>
          <a:bodyPr/>
          <a:lstStyle/>
          <a:p>
            <a:fld id="{B7CF8A19-3A9E-4ABC-B336-2FDDE321C72D}" type="slidenum">
              <a:rPr lang="en-US" smtClean="0"/>
              <a:pPr/>
              <a:t>66</a:t>
            </a:fld>
            <a:endParaRPr lang="en-US" dirty="0"/>
          </a:p>
        </p:txBody>
      </p:sp>
    </p:spTree>
    <p:extLst>
      <p:ext uri="{BB962C8B-B14F-4D97-AF65-F5344CB8AC3E}">
        <p14:creationId xmlns:p14="http://schemas.microsoft.com/office/powerpoint/2010/main" val="25306096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E2552-710D-DD02-B669-BA0E30E67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D82AC-834C-5D07-5EF7-47F136B200C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FC64906-1F21-E3C4-3F3B-0EF510B13B0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77E6158-9EA6-C558-96CF-18C4B56B0997}"/>
              </a:ext>
            </a:extLst>
          </p:cNvPr>
          <p:cNvSpPr>
            <a:spLocks noGrp="1"/>
          </p:cNvSpPr>
          <p:nvPr>
            <p:ph type="sldNum" sz="quarter" idx="5"/>
          </p:nvPr>
        </p:nvSpPr>
        <p:spPr/>
        <p:txBody>
          <a:bodyPr/>
          <a:lstStyle/>
          <a:p>
            <a:fld id="{B7CF8A19-3A9E-4ABC-B336-2FDDE321C72D}" type="slidenum">
              <a:rPr lang="en-US" smtClean="0"/>
              <a:pPr/>
              <a:t>67</a:t>
            </a:fld>
            <a:endParaRPr lang="en-US" dirty="0"/>
          </a:p>
        </p:txBody>
      </p:sp>
    </p:spTree>
    <p:extLst>
      <p:ext uri="{BB962C8B-B14F-4D97-AF65-F5344CB8AC3E}">
        <p14:creationId xmlns:p14="http://schemas.microsoft.com/office/powerpoint/2010/main" val="31055762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6EF1A-6DB8-4581-A89B-00C61ACBD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7B0D9-E287-113D-EFA7-ECCC04BAC78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A2B95B0-18B2-1F06-E6EB-7174D3FABE35}"/>
              </a:ext>
            </a:extLst>
          </p:cNvPr>
          <p:cNvSpPr>
            <a:spLocks noGrp="1"/>
          </p:cNvSpPr>
          <p:nvPr>
            <p:ph type="body" idx="1"/>
          </p:nvPr>
        </p:nvSpPr>
        <p:spPr/>
        <p:txBody>
          <a:bodyPr/>
          <a:lstStyle/>
          <a:p>
            <a:pPr>
              <a:defRPr/>
            </a:pPr>
            <a:r>
              <a:rPr lang="en-US" dirty="0"/>
              <a:t>Microsoft Entra Connect synchronization</a:t>
            </a:r>
          </a:p>
        </p:txBody>
      </p:sp>
      <p:sp>
        <p:nvSpPr>
          <p:cNvPr id="4" name="Slide Number Placeholder 3">
            <a:extLst>
              <a:ext uri="{FF2B5EF4-FFF2-40B4-BE49-F238E27FC236}">
                <a16:creationId xmlns:a16="http://schemas.microsoft.com/office/drawing/2014/main" id="{A2F44FC6-7ADE-C30F-C9C9-90E3786431C0}"/>
              </a:ext>
            </a:extLst>
          </p:cNvPr>
          <p:cNvSpPr>
            <a:spLocks noGrp="1"/>
          </p:cNvSpPr>
          <p:nvPr>
            <p:ph type="sldNum" sz="quarter" idx="5"/>
          </p:nvPr>
        </p:nvSpPr>
        <p:spPr/>
        <p:txBody>
          <a:bodyPr/>
          <a:lstStyle/>
          <a:p>
            <a:fld id="{B7CF8A19-3A9E-4ABC-B336-2FDDE321C72D}" type="slidenum">
              <a:rPr lang="en-US" smtClean="0"/>
              <a:pPr/>
              <a:t>68</a:t>
            </a:fld>
            <a:endParaRPr lang="en-US" dirty="0"/>
          </a:p>
        </p:txBody>
      </p:sp>
    </p:spTree>
    <p:extLst>
      <p:ext uri="{BB962C8B-B14F-4D97-AF65-F5344CB8AC3E}">
        <p14:creationId xmlns:p14="http://schemas.microsoft.com/office/powerpoint/2010/main" val="27673211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F6368-C136-DEFD-06CA-333B211100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687BE-BE6F-3C7B-C52E-ED9F9942983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FBAF064-A65F-2E14-0822-CA65527E024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ECE46596-C610-7A4D-5336-F65DA3F4E6FA}"/>
              </a:ext>
            </a:extLst>
          </p:cNvPr>
          <p:cNvSpPr>
            <a:spLocks noGrp="1"/>
          </p:cNvSpPr>
          <p:nvPr>
            <p:ph type="sldNum" sz="quarter" idx="5"/>
          </p:nvPr>
        </p:nvSpPr>
        <p:spPr/>
        <p:txBody>
          <a:bodyPr/>
          <a:lstStyle/>
          <a:p>
            <a:fld id="{B7CF8A19-3A9E-4ABC-B336-2FDDE321C72D}" type="slidenum">
              <a:rPr lang="en-US" smtClean="0"/>
              <a:pPr/>
              <a:t>70</a:t>
            </a:fld>
            <a:endParaRPr lang="en-US" dirty="0"/>
          </a:p>
        </p:txBody>
      </p:sp>
    </p:spTree>
    <p:extLst>
      <p:ext uri="{BB962C8B-B14F-4D97-AF65-F5344CB8AC3E}">
        <p14:creationId xmlns:p14="http://schemas.microsoft.com/office/powerpoint/2010/main" val="2281623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34.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35.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3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3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39.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4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4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44.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45.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47.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48.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50.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5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5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1.xml"/><Relationship Id="rId1" Type="http://schemas.openxmlformats.org/officeDocument/2006/relationships/tags" Target="../tags/tag5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4.xml"/><Relationship Id="rId1" Type="http://schemas.openxmlformats.org/officeDocument/2006/relationships/tags" Target="../tags/tag55.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tags" Target="../tags/tag56.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59.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6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6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6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64.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6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tags" Target="../tags/tag6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67.xml"/><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tags" Target="../tags/tag6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6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70.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xml"/><Relationship Id="rId1" Type="http://schemas.openxmlformats.org/officeDocument/2006/relationships/tags" Target="../tags/tag7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tags" Target="../tags/tag72.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tags" Target="../tags/tag73.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tags" Target="../tags/tag7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75.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76.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7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1.xml"/><Relationship Id="rId1" Type="http://schemas.openxmlformats.org/officeDocument/2006/relationships/tags" Target="../tags/tag7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7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xml"/><Relationship Id="rId1" Type="http://schemas.openxmlformats.org/officeDocument/2006/relationships/tags" Target="../tags/tag8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tags" Target="../tags/tag81.xml"/><Relationship Id="rId4" Type="http://schemas.openxmlformats.org/officeDocument/2006/relationships/image" Target="../media/image39.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8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6.xml"/><Relationship Id="rId1" Type="http://schemas.openxmlformats.org/officeDocument/2006/relationships/tags" Target="../tags/tag8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84.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6.xml"/><Relationship Id="rId1" Type="http://schemas.openxmlformats.org/officeDocument/2006/relationships/tags" Target="../tags/tag8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8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1.xml"/><Relationship Id="rId1" Type="http://schemas.openxmlformats.org/officeDocument/2006/relationships/tags" Target="../tags/tag8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tags" Target="../tags/tag8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6.xml"/><Relationship Id="rId1" Type="http://schemas.openxmlformats.org/officeDocument/2006/relationships/tags" Target="../tags/tag89.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6.xml"/><Relationship Id="rId1" Type="http://schemas.openxmlformats.org/officeDocument/2006/relationships/tags" Target="../tags/tag90.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8.xml"/><Relationship Id="rId1" Type="http://schemas.openxmlformats.org/officeDocument/2006/relationships/tags" Target="../tags/tag91.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6.xml"/><Relationship Id="rId1" Type="http://schemas.openxmlformats.org/officeDocument/2006/relationships/tags" Target="../tags/tag92.xml"/><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6.xml"/><Relationship Id="rId1" Type="http://schemas.openxmlformats.org/officeDocument/2006/relationships/tags" Target="../tags/tag9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8.xml"/><Relationship Id="rId1" Type="http://schemas.openxmlformats.org/officeDocument/2006/relationships/tags" Target="../tags/tag94.xml"/><Relationship Id="rId4" Type="http://schemas.openxmlformats.org/officeDocument/2006/relationships/image" Target="../media/image43.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tags" Target="../tags/tag9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8.xml"/><Relationship Id="rId1" Type="http://schemas.openxmlformats.org/officeDocument/2006/relationships/tags" Target="../tags/tag96.xml"/><Relationship Id="rId4" Type="http://schemas.openxmlformats.org/officeDocument/2006/relationships/image" Target="../media/image44.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9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1.xml"/><Relationship Id="rId1" Type="http://schemas.openxmlformats.org/officeDocument/2006/relationships/tags" Target="../tags/tag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F8C001-BA3A-9F3F-51B2-535B0E852189}"/>
              </a:ext>
            </a:extLst>
          </p:cNvPr>
          <p:cNvSpPr>
            <a:spLocks noGrp="1"/>
          </p:cNvSpPr>
          <p:nvPr>
            <p:ph type="ctrTitle"/>
          </p:nvPr>
        </p:nvSpPr>
        <p:spPr/>
        <p:txBody>
          <a:bodyPr/>
          <a:lstStyle/>
          <a:p>
            <a:r>
              <a:rPr lang="en-US" dirty="0"/>
              <a:t>Configuring Windows</a:t>
            </a:r>
          </a:p>
        </p:txBody>
      </p:sp>
      <p:sp>
        <p:nvSpPr>
          <p:cNvPr id="3" name="Subtitle 2">
            <a:extLst>
              <a:ext uri="{FF2B5EF4-FFF2-40B4-BE49-F238E27FC236}">
                <a16:creationId xmlns:a16="http://schemas.microsoft.com/office/drawing/2014/main" id="{E569A569-A723-ECF9-0EAF-27D5B80372E3}"/>
              </a:ext>
            </a:extLst>
          </p:cNvPr>
          <p:cNvSpPr>
            <a:spLocks noGrp="1"/>
          </p:cNvSpPr>
          <p:nvPr>
            <p:ph type="subTitle" idx="1"/>
          </p:nvPr>
        </p:nvSpPr>
        <p:spPr/>
        <p:txBody>
          <a:bodyPr/>
          <a:lstStyle/>
          <a:p>
            <a:r>
              <a:rPr lang="en-US" dirty="0"/>
              <a:t>Module 12</a:t>
            </a:r>
          </a:p>
        </p:txBody>
      </p:sp>
      <p:sp>
        <p:nvSpPr>
          <p:cNvPr id="7" name="Text Placeholder 6">
            <a:extLst>
              <a:ext uri="{FF2B5EF4-FFF2-40B4-BE49-F238E27FC236}">
                <a16:creationId xmlns:a16="http://schemas.microsoft.com/office/drawing/2014/main" id="{DB6E2379-3F24-E51C-2FC3-82CD47446C29}"/>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F68DF337-9436-1EBD-4A05-78FB55EEF867}"/>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custDataLst>
      <p:tags r:id="rId1"/>
    </p:custDataLst>
    <p:extLst>
      <p:ext uri="{BB962C8B-B14F-4D97-AF65-F5344CB8AC3E}">
        <p14:creationId xmlns:p14="http://schemas.microsoft.com/office/powerpoint/2010/main" val="532328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a:t>Learning Outcomes</a:t>
            </a:r>
            <a:endParaRPr lang="en-US" dirty="0"/>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Configuring Windows user settings</a:t>
            </a:r>
          </a:p>
          <a:p>
            <a:r>
              <a:rPr lang="en-US" dirty="0"/>
              <a:t>Configuring Windows system settings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Windows User Settings</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12.1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1CE3C2-0593-BD93-7B6A-6053F7A7BD26}"/>
              </a:ext>
            </a:extLst>
          </p:cNvPr>
          <p:cNvSpPr>
            <a:spLocks noGrp="1"/>
          </p:cNvSpPr>
          <p:nvPr>
            <p:ph type="title"/>
          </p:nvPr>
        </p:nvSpPr>
        <p:spPr/>
        <p:txBody>
          <a:bodyPr/>
          <a:lstStyle/>
          <a:p>
            <a:pPr marL="71755"/>
            <a:r>
              <a:rPr lang="en-US" b="1" i="0" dirty="0">
                <a:solidFill>
                  <a:srgbClr val="253644"/>
                </a:solidFill>
                <a:effectLst/>
                <a:latin typeface="Calibri"/>
                <a:ea typeface="Calibri"/>
                <a:cs typeface="Calibri"/>
              </a:rPr>
              <a:t>Windows Interfaces</a:t>
            </a:r>
            <a:r>
              <a:rPr lang="en-US" dirty="0">
                <a:solidFill>
                  <a:srgbClr val="253644"/>
                </a:solidFill>
                <a:latin typeface="noto-sans"/>
                <a:cs typeface="Calibri"/>
              </a:rPr>
              <a:t> </a:t>
            </a:r>
            <a:r>
              <a:rPr lang="en-US" sz="2000" dirty="0">
                <a:solidFill>
                  <a:srgbClr val="253644"/>
                </a:solidFill>
                <a:latin typeface="Calibri"/>
                <a:ea typeface="Calibri"/>
                <a:cs typeface="Calibri"/>
              </a:rPr>
              <a:t>(Slide 1 of 3)</a:t>
            </a:r>
            <a:endParaRPr lang="en-US" sz="2000" dirty="0">
              <a:solidFill>
                <a:srgbClr val="253644"/>
              </a:solidFill>
              <a:latin typeface="Calibri"/>
              <a:ea typeface="Calibri"/>
            </a:endParaRPr>
          </a:p>
        </p:txBody>
      </p:sp>
      <p:sp>
        <p:nvSpPr>
          <p:cNvPr id="3" name="Content Placeholder 2">
            <a:extLst>
              <a:ext uri="{FF2B5EF4-FFF2-40B4-BE49-F238E27FC236}">
                <a16:creationId xmlns:a16="http://schemas.microsoft.com/office/drawing/2014/main" id="{8F7C9257-937C-566E-95AE-634283098A93}"/>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Windows 10 Desktop</a:t>
            </a:r>
          </a:p>
          <a:p>
            <a:pPr lvl="1"/>
            <a:r>
              <a:rPr lang="en-US" dirty="0">
                <a:latin typeface="Calibri"/>
                <a:ea typeface="Calibri"/>
                <a:cs typeface="Calibri"/>
              </a:rPr>
              <a:t>Start button is bottom left on taskbar</a:t>
            </a:r>
          </a:p>
          <a:p>
            <a:r>
              <a:rPr lang="en-US" dirty="0">
                <a:latin typeface="Calibri"/>
                <a:ea typeface="Calibri"/>
                <a:cs typeface="Calibri"/>
              </a:rPr>
              <a:t>Windows 11 Desktop</a:t>
            </a:r>
            <a:endParaRPr lang="en-US" dirty="0">
              <a:ea typeface="Calibri"/>
            </a:endParaRPr>
          </a:p>
          <a:p>
            <a:pPr lvl="1"/>
            <a:r>
              <a:rPr lang="en-US" dirty="0">
                <a:latin typeface="Calibri"/>
                <a:ea typeface="Calibri"/>
                <a:cs typeface="Calibri"/>
              </a:rPr>
              <a:t>Start button is center on taskbar</a:t>
            </a:r>
          </a:p>
          <a:p>
            <a:r>
              <a:rPr lang="en-US" dirty="0">
                <a:latin typeface="Calibri"/>
                <a:ea typeface="Calibri"/>
                <a:cs typeface="Calibri"/>
              </a:rPr>
              <a:t>Taskbar search in both OS versions</a:t>
            </a:r>
            <a:endParaRPr lang="en-US" dirty="0">
              <a:ea typeface="Calibri"/>
            </a:endParaRPr>
          </a:p>
        </p:txBody>
      </p:sp>
      <p:sp>
        <p:nvSpPr>
          <p:cNvPr id="4" name="Slide Number Placeholder 3">
            <a:extLst>
              <a:ext uri="{FF2B5EF4-FFF2-40B4-BE49-F238E27FC236}">
                <a16:creationId xmlns:a16="http://schemas.microsoft.com/office/drawing/2014/main" id="{630DE62F-26D1-41C8-B0B4-F23A4F8ACF2A}"/>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151209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A Windows desktop with Start Menu open, showing installed apps and shortcuts.">
            <a:extLst>
              <a:ext uri="{FF2B5EF4-FFF2-40B4-BE49-F238E27FC236}">
                <a16:creationId xmlns:a16="http://schemas.microsoft.com/office/drawing/2014/main" id="{3AFF6CEB-0459-E5E1-E982-DEE5F9376249}"/>
              </a:ext>
            </a:extLst>
          </p:cNvPr>
          <p:cNvSpPr>
            <a:spLocks noGrp="1"/>
          </p:cNvSpPr>
          <p:nvPr>
            <p:ph type="title"/>
          </p:nvPr>
        </p:nvSpPr>
        <p:spPr/>
        <p:txBody>
          <a:bodyPr/>
          <a:lstStyle/>
          <a:p>
            <a:pPr marL="71755"/>
            <a:r>
              <a:rPr lang="en-US" dirty="0">
                <a:latin typeface="Calibri"/>
                <a:ea typeface="Calibri"/>
                <a:cs typeface="Calibri"/>
              </a:rPr>
              <a:t>Windows Interfaces </a:t>
            </a:r>
            <a:r>
              <a:rPr lang="en-US" sz="2000" dirty="0">
                <a:latin typeface="Calibri"/>
                <a:ea typeface="Calibri"/>
                <a:cs typeface="Calibri"/>
              </a:rPr>
              <a:t>(Slide 2 of 3)</a:t>
            </a:r>
            <a:endParaRPr lang="en-US" sz="2000" dirty="0">
              <a:ea typeface="Calibri"/>
            </a:endParaRPr>
          </a:p>
        </p:txBody>
      </p:sp>
      <p:sp>
        <p:nvSpPr>
          <p:cNvPr id="4" name="Content Placeholder 3">
            <a:extLst>
              <a:ext uri="{FF2B5EF4-FFF2-40B4-BE49-F238E27FC236}">
                <a16:creationId xmlns:a16="http://schemas.microsoft.com/office/drawing/2014/main" id="{619813FE-E4E5-71E4-07FC-3656FFDB78B5}"/>
              </a:ext>
            </a:extLst>
          </p:cNvPr>
          <p:cNvSpPr>
            <a:spLocks noGrp="1"/>
          </p:cNvSpPr>
          <p:nvPr>
            <p:ph idx="11"/>
          </p:nvPr>
        </p:nvSpPr>
        <p:spPr/>
        <p:txBody>
          <a:bodyPr/>
          <a:lstStyle/>
          <a:p>
            <a:r>
              <a:rPr lang="en-US" dirty="0"/>
              <a:t>Screenshot courtesy of Microsoft.</a:t>
            </a:r>
          </a:p>
        </p:txBody>
      </p:sp>
      <p:pic>
        <p:nvPicPr>
          <p:cNvPr id="7" name="Picture Placeholder 6" descr="A Windows desktop with Start Menu open, showing installed apps and shortcuts.">
            <a:extLst>
              <a:ext uri="{FF2B5EF4-FFF2-40B4-BE49-F238E27FC236}">
                <a16:creationId xmlns:a16="http://schemas.microsoft.com/office/drawing/2014/main" id="{27AD0AA4-657F-05FB-2973-A66CD4AB40F0}"/>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103119" y="709071"/>
            <a:ext cx="4937760" cy="3703320"/>
          </a:xfrm>
          <a:prstGeom prst="rect">
            <a:avLst/>
          </a:prstGeom>
        </p:spPr>
      </p:pic>
      <p:sp>
        <p:nvSpPr>
          <p:cNvPr id="3" name="Slide Number Placeholder 2">
            <a:extLst>
              <a:ext uri="{FF2B5EF4-FFF2-40B4-BE49-F238E27FC236}">
                <a16:creationId xmlns:a16="http://schemas.microsoft.com/office/drawing/2014/main" id="{852B4E14-8390-723D-C664-2024C7A9F0FD}"/>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custDataLst>
      <p:tags r:id="rId1"/>
    </p:custDataLst>
    <p:extLst>
      <p:ext uri="{BB962C8B-B14F-4D97-AF65-F5344CB8AC3E}">
        <p14:creationId xmlns:p14="http://schemas.microsoft.com/office/powerpoint/2010/main" val="3436969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2CD4-49E5-F5B4-D80E-16A545A2CE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EE2B8-97B0-13B9-55BC-02DBB4B47216}"/>
              </a:ext>
            </a:extLst>
          </p:cNvPr>
          <p:cNvSpPr>
            <a:spLocks noGrp="1"/>
          </p:cNvSpPr>
          <p:nvPr>
            <p:ph type="title"/>
          </p:nvPr>
        </p:nvSpPr>
        <p:spPr/>
        <p:txBody>
          <a:bodyPr/>
          <a:lstStyle/>
          <a:p>
            <a:pPr marL="71755"/>
            <a:r>
              <a:rPr lang="en-US" dirty="0">
                <a:latin typeface="Calibri"/>
                <a:ea typeface="Calibri"/>
                <a:cs typeface="Calibri"/>
              </a:rPr>
              <a:t>Windows Interfaces </a:t>
            </a:r>
            <a:r>
              <a:rPr lang="en-US" sz="2000" dirty="0">
                <a:latin typeface="Calibri"/>
                <a:ea typeface="Calibri"/>
                <a:cs typeface="Calibri"/>
              </a:rPr>
              <a:t>(Slide 3 of 3)</a:t>
            </a:r>
            <a:endParaRPr lang="en-US" dirty="0"/>
          </a:p>
        </p:txBody>
      </p:sp>
      <p:sp>
        <p:nvSpPr>
          <p:cNvPr id="4" name="Content Placeholder 3">
            <a:extLst>
              <a:ext uri="{FF2B5EF4-FFF2-40B4-BE49-F238E27FC236}">
                <a16:creationId xmlns:a16="http://schemas.microsoft.com/office/drawing/2014/main" id="{869BF73F-2310-DDFD-8514-70C84A5DB93F}"/>
              </a:ext>
            </a:extLst>
          </p:cNvPr>
          <p:cNvSpPr>
            <a:spLocks noGrp="1"/>
          </p:cNvSpPr>
          <p:nvPr>
            <p:ph idx="11"/>
          </p:nvPr>
        </p:nvSpPr>
        <p:spPr/>
        <p:txBody>
          <a:bodyPr/>
          <a:lstStyle/>
          <a:p>
            <a:r>
              <a:rPr lang="en-US" dirty="0"/>
              <a:t>Screenshot courtesy of Microsoft.</a:t>
            </a:r>
          </a:p>
        </p:txBody>
      </p:sp>
      <p:pic>
        <p:nvPicPr>
          <p:cNvPr id="7" name="Picture Placeholder 6" descr="A Windows 11 desktop with Start Menu displaying search bar, pinned apps, and recommendations.">
            <a:extLst>
              <a:ext uri="{FF2B5EF4-FFF2-40B4-BE49-F238E27FC236}">
                <a16:creationId xmlns:a16="http://schemas.microsoft.com/office/drawing/2014/main" id="{9D9F99DF-5B86-2D59-C46E-02ED8922FE49}"/>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168832" y="720090"/>
            <a:ext cx="4806337" cy="3703320"/>
          </a:xfrm>
          <a:prstGeom prst="rect">
            <a:avLst/>
          </a:prstGeom>
        </p:spPr>
      </p:pic>
      <p:sp>
        <p:nvSpPr>
          <p:cNvPr id="3" name="Slide Number Placeholder 2">
            <a:extLst>
              <a:ext uri="{FF2B5EF4-FFF2-40B4-BE49-F238E27FC236}">
                <a16:creationId xmlns:a16="http://schemas.microsoft.com/office/drawing/2014/main" id="{BA100081-52BB-B998-FE7C-35C1A9E80022}"/>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900581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88AAE-2A04-5389-A1E8-8C4D8A5E5D5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3A1232-61F0-AC95-9614-83B9DBC63B2E}"/>
              </a:ext>
            </a:extLst>
          </p:cNvPr>
          <p:cNvSpPr>
            <a:spLocks noGrp="1"/>
          </p:cNvSpPr>
          <p:nvPr>
            <p:ph type="title"/>
          </p:nvPr>
        </p:nvSpPr>
        <p:spPr/>
        <p:txBody>
          <a:bodyPr/>
          <a:lstStyle/>
          <a:p>
            <a:pPr marL="71755"/>
            <a:r>
              <a:rPr lang="en-US" b="1" i="0" dirty="0">
                <a:solidFill>
                  <a:srgbClr val="253644"/>
                </a:solidFill>
                <a:effectLst/>
                <a:latin typeface="noto-sans"/>
                <a:cs typeface="Calibri"/>
              </a:rPr>
              <a:t>Windows Settings and Control Panel</a:t>
            </a:r>
            <a:r>
              <a:rPr lang="en-US" dirty="0">
                <a:solidFill>
                  <a:srgbClr val="253644"/>
                </a:solidFill>
                <a:latin typeface="noto-sans"/>
                <a:cs typeface="Calibri"/>
              </a:rPr>
              <a:t> </a:t>
            </a:r>
            <a:r>
              <a:rPr lang="en-US" sz="2000" dirty="0">
                <a:solidFill>
                  <a:srgbClr val="253644"/>
                </a:solidFill>
                <a:latin typeface="Calibri"/>
                <a:ea typeface="Calibri"/>
                <a:cs typeface="Calibri"/>
              </a:rPr>
              <a:t>(Slide 1 of 4)</a:t>
            </a:r>
            <a:endParaRPr lang="en-US" dirty="0">
              <a:solidFill>
                <a:srgbClr val="253644"/>
              </a:solidFill>
            </a:endParaRPr>
          </a:p>
        </p:txBody>
      </p:sp>
      <p:sp>
        <p:nvSpPr>
          <p:cNvPr id="3" name="Content Placeholder 2">
            <a:extLst>
              <a:ext uri="{FF2B5EF4-FFF2-40B4-BE49-F238E27FC236}">
                <a16:creationId xmlns:a16="http://schemas.microsoft.com/office/drawing/2014/main" id="{AEC6F64B-9C4A-E3C7-C179-53E656DAE153}"/>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Settings  </a:t>
            </a:r>
          </a:p>
          <a:p>
            <a:pPr lvl="1"/>
            <a:r>
              <a:rPr lang="en-US" dirty="0">
                <a:latin typeface="Calibri"/>
                <a:ea typeface="Calibri"/>
                <a:cs typeface="Calibri"/>
              </a:rPr>
              <a:t>A touch-enabled modern interface</a:t>
            </a:r>
            <a:endParaRPr lang="en-US" dirty="0">
              <a:ea typeface="Calibri" panose="020F0502020204030204" pitchFamily="34" charset="0"/>
            </a:endParaRPr>
          </a:p>
          <a:p>
            <a:r>
              <a:rPr lang="en-US" dirty="0">
                <a:latin typeface="Calibri"/>
                <a:ea typeface="Calibri"/>
                <a:cs typeface="Calibri"/>
              </a:rPr>
              <a:t>Control Panel </a:t>
            </a:r>
          </a:p>
          <a:p>
            <a:pPr lvl="1"/>
            <a:r>
              <a:rPr lang="en-US" dirty="0">
                <a:latin typeface="Calibri"/>
                <a:ea typeface="Calibri"/>
                <a:cs typeface="Calibri"/>
              </a:rPr>
              <a:t>A legacy interface using applets to navigate to various settings menus</a:t>
            </a:r>
            <a:endParaRPr lang="en-US" dirty="0">
              <a:ea typeface="Calibri"/>
            </a:endParaRPr>
          </a:p>
        </p:txBody>
      </p:sp>
      <p:sp>
        <p:nvSpPr>
          <p:cNvPr id="4" name="Slide Number Placeholder 3">
            <a:extLst>
              <a:ext uri="{FF2B5EF4-FFF2-40B4-BE49-F238E27FC236}">
                <a16:creationId xmlns:a16="http://schemas.microsoft.com/office/drawing/2014/main" id="{A59ACFFC-9BCE-CDE7-7CAF-30F4B1AD2F87}"/>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custDataLst>
      <p:tags r:id="rId1"/>
    </p:custDataLst>
    <p:extLst>
      <p:ext uri="{BB962C8B-B14F-4D97-AF65-F5344CB8AC3E}">
        <p14:creationId xmlns:p14="http://schemas.microsoft.com/office/powerpoint/2010/main" val="4071435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E5BF0-5FE7-D77C-E945-831F776C7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DA2BA-8750-002A-5705-E42454E5B5E4}"/>
              </a:ext>
            </a:extLst>
          </p:cNvPr>
          <p:cNvSpPr>
            <a:spLocks noGrp="1"/>
          </p:cNvSpPr>
          <p:nvPr>
            <p:ph type="title"/>
          </p:nvPr>
        </p:nvSpPr>
        <p:spPr/>
        <p:txBody>
          <a:bodyPr/>
          <a:lstStyle/>
          <a:p>
            <a:pPr marL="71755"/>
            <a:r>
              <a:rPr lang="en-US" dirty="0">
                <a:latin typeface="Calibri"/>
                <a:ea typeface="Calibri"/>
                <a:cs typeface="Calibri"/>
              </a:rPr>
              <a:t>Windows Settings and Control Panel </a:t>
            </a:r>
            <a:r>
              <a:rPr lang="en-US" sz="2000" dirty="0">
                <a:latin typeface="Calibri"/>
                <a:ea typeface="Calibri"/>
                <a:cs typeface="Calibri"/>
              </a:rPr>
              <a:t>(Slide 2 of 4)</a:t>
            </a:r>
            <a:endParaRPr lang="en-US" dirty="0"/>
          </a:p>
        </p:txBody>
      </p:sp>
      <p:sp>
        <p:nvSpPr>
          <p:cNvPr id="4" name="Content Placeholder 3" descr="A Windows settings window shows find a setting search bar on the top.">
            <a:extLst>
              <a:ext uri="{FF2B5EF4-FFF2-40B4-BE49-F238E27FC236}">
                <a16:creationId xmlns:a16="http://schemas.microsoft.com/office/drawing/2014/main" id="{93E54B2F-194F-A086-35E1-0D9B6F4B6916}"/>
              </a:ext>
            </a:extLst>
          </p:cNvPr>
          <p:cNvSpPr>
            <a:spLocks noGrp="1"/>
          </p:cNvSpPr>
          <p:nvPr>
            <p:ph idx="11"/>
          </p:nvPr>
        </p:nvSpPr>
        <p:spPr/>
        <p:txBody>
          <a:bodyPr/>
          <a:lstStyle/>
          <a:p>
            <a:r>
              <a:rPr lang="en-US" dirty="0"/>
              <a:t>Screenshot courtesy of Microsoft.</a:t>
            </a:r>
          </a:p>
        </p:txBody>
      </p:sp>
      <p:pic>
        <p:nvPicPr>
          <p:cNvPr id="7" name="Picture Placeholder 6" descr="A Windows settings window shows find a setting search bar on the top.">
            <a:extLst>
              <a:ext uri="{FF2B5EF4-FFF2-40B4-BE49-F238E27FC236}">
                <a16:creationId xmlns:a16="http://schemas.microsoft.com/office/drawing/2014/main" id="{776D219F-8AAB-A4BE-4AAC-F095A25D0768}"/>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935143" y="720090"/>
            <a:ext cx="5273715" cy="3703320"/>
          </a:xfrm>
          <a:prstGeom prst="rect">
            <a:avLst/>
          </a:prstGeom>
        </p:spPr>
      </p:pic>
      <p:sp>
        <p:nvSpPr>
          <p:cNvPr id="3" name="Slide Number Placeholder 2">
            <a:extLst>
              <a:ext uri="{FF2B5EF4-FFF2-40B4-BE49-F238E27FC236}">
                <a16:creationId xmlns:a16="http://schemas.microsoft.com/office/drawing/2014/main" id="{1739B880-F239-CBA0-250D-A3E5666A18B5}"/>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31508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31BF3-CC33-7CCC-B6F4-C7DA5B556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1465A-2657-C3B0-3AE6-4B4E6B0B820F}"/>
              </a:ext>
            </a:extLst>
          </p:cNvPr>
          <p:cNvSpPr>
            <a:spLocks noGrp="1"/>
          </p:cNvSpPr>
          <p:nvPr>
            <p:ph type="title"/>
          </p:nvPr>
        </p:nvSpPr>
        <p:spPr/>
        <p:txBody>
          <a:bodyPr/>
          <a:lstStyle/>
          <a:p>
            <a:pPr marL="71755"/>
            <a:r>
              <a:rPr lang="en-US" dirty="0">
                <a:latin typeface="Calibri"/>
                <a:ea typeface="Calibri"/>
                <a:cs typeface="Calibri"/>
              </a:rPr>
              <a:t>Windows Settings and Control Panel </a:t>
            </a:r>
            <a:r>
              <a:rPr lang="en-US" sz="2000" dirty="0">
                <a:latin typeface="Calibri"/>
                <a:ea typeface="Calibri"/>
                <a:cs typeface="Calibri"/>
              </a:rPr>
              <a:t>(Slide 3 of 4)</a:t>
            </a:r>
            <a:endParaRPr lang="en-US" dirty="0"/>
          </a:p>
        </p:txBody>
      </p:sp>
      <p:pic>
        <p:nvPicPr>
          <p:cNvPr id="6" name="Picture 5" descr="A system settings in Windows showing laptop details, OneDrive status, and update options.">
            <a:extLst>
              <a:ext uri="{FF2B5EF4-FFF2-40B4-BE49-F238E27FC236}">
                <a16:creationId xmlns:a16="http://schemas.microsoft.com/office/drawing/2014/main" id="{193EC371-F3C6-0F42-40C3-D8934D9064E1}"/>
              </a:ext>
            </a:extLst>
          </p:cNvPr>
          <p:cNvPicPr>
            <a:picLocks noChangeAspect="1"/>
          </p:cNvPicPr>
          <p:nvPr/>
        </p:nvPicPr>
        <p:blipFill>
          <a:blip r:embed="rId4"/>
          <a:stretch>
            <a:fillRect/>
          </a:stretch>
        </p:blipFill>
        <p:spPr>
          <a:xfrm>
            <a:off x="2210085" y="720090"/>
            <a:ext cx="4723827" cy="3703320"/>
          </a:xfrm>
          <a:prstGeom prst="rect">
            <a:avLst/>
          </a:prstGeom>
        </p:spPr>
      </p:pic>
      <p:sp>
        <p:nvSpPr>
          <p:cNvPr id="4" name="Content Placeholder 3">
            <a:extLst>
              <a:ext uri="{FF2B5EF4-FFF2-40B4-BE49-F238E27FC236}">
                <a16:creationId xmlns:a16="http://schemas.microsoft.com/office/drawing/2014/main" id="{515F655C-020B-50E7-5202-28C3D517CB78}"/>
              </a:ext>
            </a:extLst>
          </p:cNvPr>
          <p:cNvSpPr>
            <a:spLocks noGrp="1"/>
          </p:cNvSpPr>
          <p:nvPr>
            <p:ph idx="11"/>
          </p:nvPr>
        </p:nvSpPr>
        <p:spPr/>
        <p:txBody>
          <a:bodyPr/>
          <a:lstStyle/>
          <a:p>
            <a:r>
              <a:rPr lang="en-US" dirty="0"/>
              <a:t>Screenshot courtesy of Microsoft.</a:t>
            </a:r>
          </a:p>
        </p:txBody>
      </p:sp>
      <p:sp>
        <p:nvSpPr>
          <p:cNvPr id="3" name="Slide Number Placeholder 2">
            <a:extLst>
              <a:ext uri="{FF2B5EF4-FFF2-40B4-BE49-F238E27FC236}">
                <a16:creationId xmlns:a16="http://schemas.microsoft.com/office/drawing/2014/main" id="{F7B4F172-237D-2A52-A2AD-E1A397999B85}"/>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2923081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DCB80-D97A-D3E3-0B27-1A5787130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D9AFF-5A75-4B61-8D3E-24C8756F75E7}"/>
              </a:ext>
            </a:extLst>
          </p:cNvPr>
          <p:cNvSpPr>
            <a:spLocks noGrp="1"/>
          </p:cNvSpPr>
          <p:nvPr>
            <p:ph type="title"/>
          </p:nvPr>
        </p:nvSpPr>
        <p:spPr/>
        <p:txBody>
          <a:bodyPr/>
          <a:lstStyle/>
          <a:p>
            <a:pPr marL="71755"/>
            <a:r>
              <a:rPr lang="en-US" dirty="0">
                <a:latin typeface="Calibri"/>
                <a:ea typeface="Calibri"/>
                <a:cs typeface="Calibri"/>
              </a:rPr>
              <a:t>Windows Settings and Control Panel </a:t>
            </a:r>
            <a:r>
              <a:rPr lang="en-US" sz="2000" dirty="0">
                <a:latin typeface="Calibri"/>
                <a:ea typeface="Calibri"/>
                <a:cs typeface="Calibri"/>
              </a:rPr>
              <a:t>(Slide 4 of 4)</a:t>
            </a:r>
            <a:endParaRPr lang="en-US" dirty="0"/>
          </a:p>
        </p:txBody>
      </p:sp>
      <p:sp>
        <p:nvSpPr>
          <p:cNvPr id="4" name="Content Placeholder 3" descr="A control Panel displaying various system management options.">
            <a:extLst>
              <a:ext uri="{FF2B5EF4-FFF2-40B4-BE49-F238E27FC236}">
                <a16:creationId xmlns:a16="http://schemas.microsoft.com/office/drawing/2014/main" id="{44F44454-2E10-B617-6B03-900E3DB0903B}"/>
              </a:ext>
            </a:extLst>
          </p:cNvPr>
          <p:cNvSpPr>
            <a:spLocks noGrp="1"/>
          </p:cNvSpPr>
          <p:nvPr>
            <p:ph idx="11"/>
          </p:nvPr>
        </p:nvSpPr>
        <p:spPr/>
        <p:txBody>
          <a:bodyPr/>
          <a:lstStyle/>
          <a:p>
            <a:r>
              <a:rPr lang="en-US" dirty="0"/>
              <a:t>Screenshot courtesy of Microsoft.</a:t>
            </a:r>
          </a:p>
        </p:txBody>
      </p:sp>
      <p:pic>
        <p:nvPicPr>
          <p:cNvPr id="7" name="Picture Placeholder 6" descr="A control Panel displaying various system management options.">
            <a:extLst>
              <a:ext uri="{FF2B5EF4-FFF2-40B4-BE49-F238E27FC236}">
                <a16:creationId xmlns:a16="http://schemas.microsoft.com/office/drawing/2014/main" id="{8623EE58-7A4D-3CC5-F59C-8F664EF450FD}"/>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830210" y="720090"/>
            <a:ext cx="5483580" cy="3703320"/>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EBDC7409-FB81-E8B1-39FD-E9B66FB5F1F0}"/>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custDataLst>
      <p:tags r:id="rId1"/>
    </p:custDataLst>
    <p:extLst>
      <p:ext uri="{BB962C8B-B14F-4D97-AF65-F5344CB8AC3E}">
        <p14:creationId xmlns:p14="http://schemas.microsoft.com/office/powerpoint/2010/main" val="4225568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0B11-2707-2D78-5E07-C9C825ACBD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CF40A1-EBDC-C5E2-D105-78614905608E}"/>
              </a:ext>
            </a:extLst>
          </p:cNvPr>
          <p:cNvSpPr>
            <a:spLocks noGrp="1"/>
          </p:cNvSpPr>
          <p:nvPr>
            <p:ph type="title"/>
          </p:nvPr>
        </p:nvSpPr>
        <p:spPr/>
        <p:txBody>
          <a:bodyPr/>
          <a:lstStyle/>
          <a:p>
            <a:pPr marL="71755"/>
            <a:r>
              <a:rPr lang="en-US" dirty="0">
                <a:latin typeface="Calibri"/>
                <a:ea typeface="Calibri"/>
                <a:cs typeface="Calibri"/>
              </a:rPr>
              <a:t>Accounts Settings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AB0257A5-4F95-A433-62D8-6359A12BBD05}"/>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Profile </a:t>
            </a:r>
          </a:p>
          <a:p>
            <a:pPr lvl="1"/>
            <a:r>
              <a:rPr lang="en-US" dirty="0">
                <a:latin typeface="Calibri"/>
                <a:ea typeface="Calibri"/>
                <a:cs typeface="Calibri"/>
              </a:rPr>
              <a:t>The settings and configuration for a specific user</a:t>
            </a:r>
          </a:p>
          <a:p>
            <a:r>
              <a:rPr lang="en-US" dirty="0">
                <a:latin typeface="Calibri"/>
                <a:ea typeface="Calibri"/>
                <a:cs typeface="Calibri"/>
              </a:rPr>
              <a:t>Microsoft account vs. local account</a:t>
            </a:r>
          </a:p>
          <a:p>
            <a:r>
              <a:rPr lang="en-US" dirty="0">
                <a:latin typeface="Calibri"/>
                <a:ea typeface="Calibri"/>
                <a:cs typeface="Calibri"/>
              </a:rPr>
              <a:t>UAC settings </a:t>
            </a:r>
          </a:p>
          <a:p>
            <a:pPr lvl="1"/>
            <a:r>
              <a:rPr lang="en-US" dirty="0">
                <a:latin typeface="Calibri"/>
                <a:ea typeface="Calibri"/>
                <a:cs typeface="Calibri"/>
              </a:rPr>
              <a:t>Prevent unauthorized use of administrative privileges</a:t>
            </a:r>
            <a:endParaRPr lang="en-US" dirty="0">
              <a:ea typeface="Calibri"/>
            </a:endParaRPr>
          </a:p>
        </p:txBody>
      </p:sp>
      <p:sp>
        <p:nvSpPr>
          <p:cNvPr id="4" name="Slide Number Placeholder 3">
            <a:extLst>
              <a:ext uri="{FF2B5EF4-FFF2-40B4-BE49-F238E27FC236}">
                <a16:creationId xmlns:a16="http://schemas.microsoft.com/office/drawing/2014/main" id="{351C1061-8328-9395-867D-B8F32841B84B}"/>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2699131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29598-5D85-8EEC-D200-A9EA98E14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FF648-3057-8942-BB91-B15BCF538531}"/>
              </a:ext>
            </a:extLst>
          </p:cNvPr>
          <p:cNvSpPr>
            <a:spLocks noGrp="1"/>
          </p:cNvSpPr>
          <p:nvPr>
            <p:ph type="title"/>
          </p:nvPr>
        </p:nvSpPr>
        <p:spPr/>
        <p:txBody>
          <a:bodyPr/>
          <a:lstStyle/>
          <a:p>
            <a:pPr marL="71755"/>
            <a:r>
              <a:rPr lang="en-US" dirty="0">
                <a:latin typeface="Calibri"/>
                <a:ea typeface="Calibri"/>
                <a:cs typeface="Calibri"/>
              </a:rPr>
              <a:t>Accounts Settings </a:t>
            </a:r>
            <a:r>
              <a:rPr lang="en-US" sz="2000" dirty="0">
                <a:latin typeface="Calibri"/>
                <a:ea typeface="Calibri"/>
                <a:cs typeface="Calibri"/>
              </a:rPr>
              <a:t>(Slide 2 of 2)</a:t>
            </a:r>
            <a:endParaRPr lang="en-US" dirty="0"/>
          </a:p>
        </p:txBody>
      </p:sp>
      <p:sp>
        <p:nvSpPr>
          <p:cNvPr id="4" name="Content Placeholder 3">
            <a:extLst>
              <a:ext uri="{FF2B5EF4-FFF2-40B4-BE49-F238E27FC236}">
                <a16:creationId xmlns:a16="http://schemas.microsoft.com/office/drawing/2014/main" id="{C088E665-9634-E8FF-D34A-035BCF088674}"/>
              </a:ext>
            </a:extLst>
          </p:cNvPr>
          <p:cNvSpPr>
            <a:spLocks noGrp="1"/>
          </p:cNvSpPr>
          <p:nvPr>
            <p:ph idx="11"/>
          </p:nvPr>
        </p:nvSpPr>
        <p:spPr>
          <a:xfrm>
            <a:off x="146050" y="4423410"/>
            <a:ext cx="8870950" cy="274768"/>
          </a:xfrm>
        </p:spPr>
        <p:txBody>
          <a:bodyPr/>
          <a:lstStyle/>
          <a:p>
            <a:r>
              <a:rPr lang="en-US" dirty="0"/>
              <a:t>Screenshot courtesy of Microsoft.</a:t>
            </a:r>
          </a:p>
        </p:txBody>
      </p:sp>
      <p:pic>
        <p:nvPicPr>
          <p:cNvPr id="7" name="Picture Placeholder 6" descr="A user account settings in Control Panel.">
            <a:extLst>
              <a:ext uri="{FF2B5EF4-FFF2-40B4-BE49-F238E27FC236}">
                <a16:creationId xmlns:a16="http://schemas.microsoft.com/office/drawing/2014/main" id="{66A63DDC-0EA5-C6F9-9F55-8C83FC15A976}"/>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820126" y="720090"/>
            <a:ext cx="5503748" cy="3703320"/>
          </a:xfrm>
          <a:prstGeom prst="rect">
            <a:avLst/>
          </a:prstGeom>
        </p:spPr>
      </p:pic>
      <p:sp>
        <p:nvSpPr>
          <p:cNvPr id="3" name="Slide Number Placeholder 2">
            <a:extLst>
              <a:ext uri="{FF2B5EF4-FFF2-40B4-BE49-F238E27FC236}">
                <a16:creationId xmlns:a16="http://schemas.microsoft.com/office/drawing/2014/main" id="{1BACF10D-1883-12AD-50FB-E729622F823D}"/>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custDataLst>
      <p:tags r:id="rId1"/>
    </p:custDataLst>
    <p:extLst>
      <p:ext uri="{BB962C8B-B14F-4D97-AF65-F5344CB8AC3E}">
        <p14:creationId xmlns:p14="http://schemas.microsoft.com/office/powerpoint/2010/main" val="16070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DA6F0-8AB4-4FD4-96CF-94BBD3D3E25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22D5EE2-5F4D-2635-6136-AD372AD04CA6}"/>
              </a:ext>
            </a:extLst>
          </p:cNvPr>
          <p:cNvSpPr>
            <a:spLocks noGrp="1"/>
          </p:cNvSpPr>
          <p:nvPr>
            <p:ph type="title"/>
          </p:nvPr>
        </p:nvSpPr>
        <p:spPr/>
        <p:txBody>
          <a:bodyPr/>
          <a:lstStyle/>
          <a:p>
            <a:pPr marL="71755"/>
            <a:r>
              <a:rPr lang="en-US" dirty="0">
                <a:latin typeface="Calibri"/>
                <a:ea typeface="Calibri"/>
                <a:cs typeface="Calibri"/>
              </a:rPr>
              <a:t>Privacy Settings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9F3F1582-0F3B-EBF7-ABAB-8ECDDE19B704}"/>
              </a:ext>
            </a:extLst>
          </p:cNvPr>
          <p:cNvSpPr>
            <a:spLocks noGrp="1"/>
          </p:cNvSpPr>
          <p:nvPr>
            <p:ph idx="1"/>
          </p:nvPr>
        </p:nvSpPr>
        <p:spPr>
          <a:xfrm>
            <a:off x="146050" y="754781"/>
            <a:ext cx="8870950" cy="4046220"/>
          </a:xfrm>
        </p:spPr>
        <p:txBody>
          <a:bodyPr vert="horz" lIns="91440" tIns="45720" rIns="91440" bIns="45720" rtlCol="0" anchor="t">
            <a:normAutofit/>
          </a:bodyPr>
          <a:lstStyle/>
          <a:p>
            <a:r>
              <a:rPr lang="en-US" dirty="0">
                <a:latin typeface="Calibri"/>
                <a:ea typeface="Calibri"/>
                <a:cs typeface="Calibri"/>
              </a:rPr>
              <a:t>Data collection default opt-in option for Microsoft</a:t>
            </a:r>
          </a:p>
          <a:p>
            <a:r>
              <a:rPr lang="en-US" dirty="0">
                <a:latin typeface="Calibri"/>
                <a:ea typeface="Calibri"/>
                <a:cs typeface="Calibri"/>
              </a:rPr>
              <a:t>Optional for data sharing</a:t>
            </a:r>
          </a:p>
          <a:p>
            <a:pPr lvl="1"/>
            <a:r>
              <a:rPr lang="en-US" dirty="0">
                <a:latin typeface="Calibri"/>
                <a:ea typeface="Calibri"/>
                <a:cs typeface="Calibri"/>
              </a:rPr>
              <a:t>Contacts</a:t>
            </a:r>
            <a:endParaRPr lang="en-US" dirty="0">
              <a:ea typeface="Calibri"/>
            </a:endParaRPr>
          </a:p>
          <a:p>
            <a:pPr lvl="1"/>
            <a:r>
              <a:rPr lang="en-US" dirty="0">
                <a:latin typeface="Calibri"/>
                <a:ea typeface="Calibri"/>
                <a:cs typeface="Calibri"/>
              </a:rPr>
              <a:t>Calendar</a:t>
            </a:r>
            <a:endParaRPr lang="en-US" dirty="0">
              <a:ea typeface="Calibri"/>
            </a:endParaRPr>
          </a:p>
          <a:p>
            <a:pPr lvl="1"/>
            <a:r>
              <a:rPr lang="en-US" dirty="0">
                <a:latin typeface="Calibri"/>
                <a:ea typeface="Calibri"/>
                <a:cs typeface="Calibri"/>
              </a:rPr>
              <a:t>Email</a:t>
            </a:r>
            <a:endParaRPr lang="en-US" dirty="0">
              <a:ea typeface="Calibri"/>
            </a:endParaRPr>
          </a:p>
          <a:p>
            <a:pPr lvl="1"/>
            <a:r>
              <a:rPr lang="en-US" dirty="0">
                <a:latin typeface="Calibri"/>
                <a:ea typeface="Calibri"/>
                <a:cs typeface="Calibri"/>
              </a:rPr>
              <a:t>Files</a:t>
            </a:r>
            <a:endParaRPr lang="en-US" dirty="0">
              <a:ea typeface="Calibri"/>
            </a:endParaRPr>
          </a:p>
        </p:txBody>
      </p:sp>
      <p:sp>
        <p:nvSpPr>
          <p:cNvPr id="4" name="Slide Number Placeholder 3">
            <a:extLst>
              <a:ext uri="{FF2B5EF4-FFF2-40B4-BE49-F238E27FC236}">
                <a16:creationId xmlns:a16="http://schemas.microsoft.com/office/drawing/2014/main" id="{7441638A-4B03-28C9-4F47-0C95ED7BFBE5}"/>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222593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37942-41B4-C83F-F40E-CED37419C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93AB4-50C1-B9B8-82FD-D16560C4D6AD}"/>
              </a:ext>
            </a:extLst>
          </p:cNvPr>
          <p:cNvSpPr>
            <a:spLocks noGrp="1"/>
          </p:cNvSpPr>
          <p:nvPr>
            <p:ph type="title"/>
          </p:nvPr>
        </p:nvSpPr>
        <p:spPr/>
        <p:txBody>
          <a:bodyPr/>
          <a:lstStyle/>
          <a:p>
            <a:pPr marL="71755"/>
            <a:r>
              <a:rPr lang="en-US" dirty="0">
                <a:latin typeface="Calibri"/>
                <a:ea typeface="Calibri"/>
                <a:cs typeface="Calibri"/>
              </a:rPr>
              <a:t>Privacy Settings </a:t>
            </a:r>
            <a:r>
              <a:rPr lang="en-US" sz="2000" dirty="0">
                <a:latin typeface="Calibri"/>
                <a:ea typeface="Calibri"/>
                <a:cs typeface="Calibri"/>
              </a:rPr>
              <a:t>(Slide 2 of 2)</a:t>
            </a:r>
            <a:endParaRPr lang="en-US" dirty="0"/>
          </a:p>
        </p:txBody>
      </p:sp>
      <p:pic>
        <p:nvPicPr>
          <p:cNvPr id="7" name="Picture Placeholder 6" descr="A privacy and settings in Windows, showing toggles for app permissions.">
            <a:extLst>
              <a:ext uri="{FF2B5EF4-FFF2-40B4-BE49-F238E27FC236}">
                <a16:creationId xmlns:a16="http://schemas.microsoft.com/office/drawing/2014/main" id="{CFFCF41F-A06C-7940-117A-B05719A2855F}"/>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430249" y="744153"/>
            <a:ext cx="6283502" cy="3703320"/>
          </a:xfrm>
          <a:prstGeom prst="rect">
            <a:avLst/>
          </a:prstGeom>
          <a:noFill/>
          <a:ln>
            <a:noFill/>
          </a:ln>
        </p:spPr>
      </p:pic>
      <p:sp>
        <p:nvSpPr>
          <p:cNvPr id="4" name="Content Placeholder 3">
            <a:extLst>
              <a:ext uri="{FF2B5EF4-FFF2-40B4-BE49-F238E27FC236}">
                <a16:creationId xmlns:a16="http://schemas.microsoft.com/office/drawing/2014/main" id="{A4483576-B152-F7ED-BC47-C94E4A95D034}"/>
              </a:ext>
            </a:extLst>
          </p:cNvPr>
          <p:cNvSpPr>
            <a:spLocks noGrp="1"/>
          </p:cNvSpPr>
          <p:nvPr>
            <p:ph idx="11"/>
          </p:nvPr>
        </p:nvSpPr>
        <p:spPr/>
        <p:txBody>
          <a:bodyPr/>
          <a:lstStyle/>
          <a:p>
            <a:r>
              <a:rPr lang="en-US" dirty="0"/>
              <a:t>Screenshot courtesy of Microsoft.</a:t>
            </a:r>
          </a:p>
        </p:txBody>
      </p:sp>
      <p:sp>
        <p:nvSpPr>
          <p:cNvPr id="3" name="Slide Number Placeholder 2">
            <a:extLst>
              <a:ext uri="{FF2B5EF4-FFF2-40B4-BE49-F238E27FC236}">
                <a16:creationId xmlns:a16="http://schemas.microsoft.com/office/drawing/2014/main" id="{AE94F3B9-B22B-ACD3-D513-1F99A01B45B4}"/>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2299201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EC1C-1AD0-2933-6E69-D53F4CE8C6CF}"/>
            </a:ext>
          </a:extLst>
        </p:cNvPr>
        <p:cNvGrpSpPr/>
        <p:nvPr/>
      </p:nvGrpSpPr>
      <p:grpSpPr>
        <a:xfrm>
          <a:off x="0" y="0"/>
          <a:ext cx="0" cy="0"/>
          <a:chOff x="0" y="0"/>
          <a:chExt cx="0" cy="0"/>
        </a:xfrm>
      </p:grpSpPr>
      <p:sp>
        <p:nvSpPr>
          <p:cNvPr id="2" name="Title 1" descr="A Windows settings interface for Language.">
            <a:extLst>
              <a:ext uri="{FF2B5EF4-FFF2-40B4-BE49-F238E27FC236}">
                <a16:creationId xmlns:a16="http://schemas.microsoft.com/office/drawing/2014/main" id="{39842468-8BB9-ECE8-9984-4A494B04E1CB}"/>
              </a:ext>
            </a:extLst>
          </p:cNvPr>
          <p:cNvSpPr>
            <a:spLocks noGrp="1"/>
          </p:cNvSpPr>
          <p:nvPr>
            <p:ph type="title"/>
          </p:nvPr>
        </p:nvSpPr>
        <p:spPr/>
        <p:txBody>
          <a:bodyPr/>
          <a:lstStyle/>
          <a:p>
            <a:r>
              <a:rPr lang="en-US" dirty="0"/>
              <a:t>Desktop Settings</a:t>
            </a:r>
          </a:p>
        </p:txBody>
      </p:sp>
      <p:sp>
        <p:nvSpPr>
          <p:cNvPr id="10" name="Content Placeholder 9">
            <a:extLst>
              <a:ext uri="{FF2B5EF4-FFF2-40B4-BE49-F238E27FC236}">
                <a16:creationId xmlns:a16="http://schemas.microsoft.com/office/drawing/2014/main" id="{AC38DCAD-C466-04F0-5417-BA92548FF26A}"/>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Time</a:t>
            </a:r>
          </a:p>
          <a:p>
            <a:pPr lvl="1"/>
            <a:r>
              <a:rPr lang="en-US" dirty="0">
                <a:latin typeface="Calibri"/>
                <a:ea typeface="Calibri"/>
                <a:cs typeface="Calibri"/>
              </a:rPr>
              <a:t>Date/time format and time zone</a:t>
            </a:r>
          </a:p>
          <a:p>
            <a:r>
              <a:rPr lang="en-US" dirty="0">
                <a:latin typeface="Calibri"/>
                <a:ea typeface="Calibri"/>
                <a:cs typeface="Calibri"/>
              </a:rPr>
              <a:t>Language</a:t>
            </a:r>
          </a:p>
          <a:p>
            <a:pPr lvl="1"/>
            <a:r>
              <a:rPr lang="en-US" dirty="0">
                <a:latin typeface="Calibri"/>
                <a:ea typeface="Calibri"/>
                <a:cs typeface="Calibri"/>
              </a:rPr>
              <a:t>Spelling and localization, keyboard input, and speech recognition</a:t>
            </a:r>
          </a:p>
          <a:p>
            <a:r>
              <a:rPr lang="en-US" dirty="0">
                <a:latin typeface="Calibri"/>
                <a:ea typeface="Calibri"/>
                <a:cs typeface="Calibri"/>
              </a:rPr>
              <a:t>Personalization settings</a:t>
            </a:r>
            <a:endParaRPr lang="en-US" dirty="0">
              <a:ea typeface="Calibri"/>
            </a:endParaRPr>
          </a:p>
          <a:p>
            <a:pPr lvl="1"/>
            <a:r>
              <a:rPr lang="en-US" dirty="0">
                <a:latin typeface="Calibri"/>
                <a:ea typeface="Calibri"/>
                <a:cs typeface="Calibri"/>
              </a:rPr>
              <a:t>Themes, wallpaper, screensaver, color scheme, and font</a:t>
            </a:r>
            <a:endParaRPr lang="en-US" dirty="0">
              <a:latin typeface="Calibri"/>
              <a:cs typeface="Calibri"/>
            </a:endParaRPr>
          </a:p>
        </p:txBody>
      </p:sp>
      <p:pic>
        <p:nvPicPr>
          <p:cNvPr id="9" name="Picture Placeholder 8" descr="A Windows settings interface for Language.">
            <a:extLst>
              <a:ext uri="{FF2B5EF4-FFF2-40B4-BE49-F238E27FC236}">
                <a16:creationId xmlns:a16="http://schemas.microsoft.com/office/drawing/2014/main" id="{F2FDF489-A1B0-6610-B7A3-6D88C352072A}"/>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p:blipFill>
        <p:spPr>
          <a:xfrm>
            <a:off x="227246" y="746760"/>
            <a:ext cx="4191553" cy="3675888"/>
          </a:xfrm>
          <a:prstGeom prst="rect">
            <a:avLst/>
          </a:prstGeom>
          <a:ln>
            <a:solidFill>
              <a:schemeClr val="bg1">
                <a:lumMod val="85000"/>
              </a:schemeClr>
            </a:solidFill>
          </a:ln>
        </p:spPr>
      </p:pic>
      <p:sp>
        <p:nvSpPr>
          <p:cNvPr id="4" name="Content Placeholder 3">
            <a:extLst>
              <a:ext uri="{FF2B5EF4-FFF2-40B4-BE49-F238E27FC236}">
                <a16:creationId xmlns:a16="http://schemas.microsoft.com/office/drawing/2014/main" id="{90C74A04-028C-7552-E40F-D422ECA47D2D}"/>
              </a:ext>
            </a:extLst>
          </p:cNvPr>
          <p:cNvSpPr>
            <a:spLocks noGrp="1"/>
          </p:cNvSpPr>
          <p:nvPr>
            <p:ph idx="1"/>
          </p:nvPr>
        </p:nvSpPr>
        <p:spPr>
          <a:xfrm>
            <a:off x="227246" y="4444816"/>
            <a:ext cx="4191554" cy="274768"/>
          </a:xfrm>
        </p:spPr>
        <p:txBody>
          <a:bodyPr/>
          <a:lstStyle/>
          <a:p>
            <a:r>
              <a:rPr lang="en-US" dirty="0"/>
              <a:t>Screenshot courtesy of Microsoft.</a:t>
            </a:r>
          </a:p>
        </p:txBody>
      </p:sp>
      <p:sp>
        <p:nvSpPr>
          <p:cNvPr id="3" name="Slide Number Placeholder 2">
            <a:extLst>
              <a:ext uri="{FF2B5EF4-FFF2-40B4-BE49-F238E27FC236}">
                <a16:creationId xmlns:a16="http://schemas.microsoft.com/office/drawing/2014/main" id="{356E18A7-71A3-7943-03D9-C56B4D3F5909}"/>
              </a:ext>
            </a:extLst>
          </p:cNvPr>
          <p:cNvSpPr>
            <a:spLocks noGrp="1"/>
          </p:cNvSpPr>
          <p:nvPr>
            <p:ph type="sldNum" sz="quarter" idx="13"/>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726497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40AD8-A55A-982A-B2FB-FF39C950E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45905-BC25-E31B-FCA6-3C59B8F003D3}"/>
              </a:ext>
            </a:extLst>
          </p:cNvPr>
          <p:cNvSpPr>
            <a:spLocks noGrp="1"/>
          </p:cNvSpPr>
          <p:nvPr>
            <p:ph type="title"/>
          </p:nvPr>
        </p:nvSpPr>
        <p:spPr/>
        <p:txBody>
          <a:bodyPr/>
          <a:lstStyle/>
          <a:p>
            <a:r>
              <a:rPr lang="en-US" dirty="0"/>
              <a:t>Ease of Access Settings</a:t>
            </a:r>
          </a:p>
        </p:txBody>
      </p:sp>
      <p:sp>
        <p:nvSpPr>
          <p:cNvPr id="8" name="Content Placeholder 7">
            <a:extLst>
              <a:ext uri="{FF2B5EF4-FFF2-40B4-BE49-F238E27FC236}">
                <a16:creationId xmlns:a16="http://schemas.microsoft.com/office/drawing/2014/main" id="{1DB00CC2-F932-2356-E892-FC9C0EA54E4C}"/>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Vision</a:t>
            </a:r>
          </a:p>
          <a:p>
            <a:pPr lvl="1"/>
            <a:r>
              <a:rPr lang="en-US" dirty="0">
                <a:latin typeface="Calibri"/>
                <a:ea typeface="Calibri"/>
                <a:cs typeface="Calibri"/>
              </a:rPr>
              <a:t>Cursor indicators, high-contrast and color-filter modes, and magnifier</a:t>
            </a:r>
            <a:endParaRPr lang="en-US" dirty="0">
              <a:ea typeface="Calibri"/>
            </a:endParaRPr>
          </a:p>
          <a:p>
            <a:r>
              <a:rPr lang="en-US" dirty="0">
                <a:latin typeface="Calibri"/>
                <a:ea typeface="Calibri"/>
                <a:cs typeface="Calibri"/>
              </a:rPr>
              <a:t>Hearing</a:t>
            </a:r>
          </a:p>
          <a:p>
            <a:pPr lvl="1"/>
            <a:r>
              <a:rPr lang="en-US" dirty="0">
                <a:latin typeface="Calibri"/>
                <a:ea typeface="Calibri"/>
                <a:cs typeface="Calibri"/>
              </a:rPr>
              <a:t>Volume, mixing, visual notifications, and closed-captioning</a:t>
            </a:r>
          </a:p>
          <a:p>
            <a:r>
              <a:rPr lang="en-US" dirty="0">
                <a:latin typeface="Calibri"/>
                <a:ea typeface="Calibri"/>
                <a:cs typeface="Calibri"/>
              </a:rPr>
              <a:t>Interaction</a:t>
            </a:r>
          </a:p>
          <a:p>
            <a:pPr lvl="1"/>
            <a:r>
              <a:rPr lang="en-US" dirty="0">
                <a:latin typeface="Calibri"/>
                <a:ea typeface="Calibri"/>
                <a:cs typeface="Calibri"/>
              </a:rPr>
              <a:t>Keyboard and mouse options, speech and eye-controlled input</a:t>
            </a:r>
            <a:endParaRPr lang="en-US" dirty="0">
              <a:latin typeface="Calibri"/>
              <a:cs typeface="Calibri"/>
            </a:endParaRPr>
          </a:p>
        </p:txBody>
      </p:sp>
      <p:pic>
        <p:nvPicPr>
          <p:cNvPr id="7" name="Picture Placeholder 6" descr="A Windows Accessibility settings interface in window 11.">
            <a:extLst>
              <a:ext uri="{FF2B5EF4-FFF2-40B4-BE49-F238E27FC236}">
                <a16:creationId xmlns:a16="http://schemas.microsoft.com/office/drawing/2014/main" id="{17B77DFC-27A7-6F76-445C-7A2C041EE974}"/>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a:stretch/>
        </p:blipFill>
        <p:spPr>
          <a:prstGeom prst="rect">
            <a:avLst/>
          </a:prstGeom>
          <a:ln>
            <a:solidFill>
              <a:schemeClr val="bg1">
                <a:lumMod val="85000"/>
              </a:schemeClr>
            </a:solidFill>
          </a:ln>
        </p:spPr>
      </p:pic>
      <p:sp>
        <p:nvSpPr>
          <p:cNvPr id="4" name="Content Placeholder 3">
            <a:extLst>
              <a:ext uri="{FF2B5EF4-FFF2-40B4-BE49-F238E27FC236}">
                <a16:creationId xmlns:a16="http://schemas.microsoft.com/office/drawing/2014/main" id="{FC013DFD-F3E5-0C93-6F64-DF5EC1FD826E}"/>
              </a:ext>
            </a:extLst>
          </p:cNvPr>
          <p:cNvSpPr>
            <a:spLocks noGrp="1"/>
          </p:cNvSpPr>
          <p:nvPr>
            <p:ph idx="1"/>
          </p:nvPr>
        </p:nvSpPr>
        <p:spPr>
          <a:xfrm>
            <a:off x="146049" y="4462065"/>
            <a:ext cx="4353949" cy="274768"/>
          </a:xfrm>
        </p:spPr>
        <p:txBody>
          <a:bodyPr/>
          <a:lstStyle/>
          <a:p>
            <a:r>
              <a:rPr lang="en-US" dirty="0"/>
              <a:t>Screenshot courtesy of Microsoft.</a:t>
            </a:r>
          </a:p>
        </p:txBody>
      </p:sp>
      <p:sp>
        <p:nvSpPr>
          <p:cNvPr id="3" name="Slide Number Placeholder 2">
            <a:extLst>
              <a:ext uri="{FF2B5EF4-FFF2-40B4-BE49-F238E27FC236}">
                <a16:creationId xmlns:a16="http://schemas.microsoft.com/office/drawing/2014/main" id="{597ECB69-AC00-E8FE-4FA2-485526D7E5D3}"/>
              </a:ext>
            </a:extLst>
          </p:cNvPr>
          <p:cNvSpPr>
            <a:spLocks noGrp="1"/>
          </p:cNvSpPr>
          <p:nvPr>
            <p:ph type="sldNum" sz="quarter" idx="13"/>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3407351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13B2-0C39-A88B-8E50-6CB84F5D67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A627350-AA85-810E-CED3-5E4F5098171E}"/>
              </a:ext>
            </a:extLst>
          </p:cNvPr>
          <p:cNvSpPr>
            <a:spLocks noGrp="1"/>
          </p:cNvSpPr>
          <p:nvPr>
            <p:ph type="title"/>
          </p:nvPr>
        </p:nvSpPr>
        <p:spPr/>
        <p:txBody>
          <a:bodyPr/>
          <a:lstStyle/>
          <a:p>
            <a:pPr marL="71755"/>
            <a:r>
              <a:rPr lang="en-US" dirty="0">
                <a:latin typeface="Calibri"/>
                <a:ea typeface="Calibri"/>
                <a:cs typeface="Calibri"/>
              </a:rPr>
              <a:t>File Explorer </a:t>
            </a:r>
            <a:r>
              <a:rPr lang="en-US" sz="2000" dirty="0">
                <a:latin typeface="Calibri"/>
                <a:ea typeface="Calibri"/>
                <a:cs typeface="Calibri"/>
              </a:rPr>
              <a:t>(Slide 1 of 3)</a:t>
            </a:r>
            <a:endParaRPr lang="en-US" dirty="0"/>
          </a:p>
        </p:txBody>
      </p:sp>
      <p:sp>
        <p:nvSpPr>
          <p:cNvPr id="3" name="Content Placeholder 2">
            <a:extLst>
              <a:ext uri="{FF2B5EF4-FFF2-40B4-BE49-F238E27FC236}">
                <a16:creationId xmlns:a16="http://schemas.microsoft.com/office/drawing/2014/main" id="{461819AD-746C-8753-6A17-FDF440FAB19C}"/>
              </a:ext>
            </a:extLst>
          </p:cNvPr>
          <p:cNvSpPr>
            <a:spLocks noGrp="1"/>
          </p:cNvSpPr>
          <p:nvPr>
            <p:ph idx="1"/>
          </p:nvPr>
        </p:nvSpPr>
        <p:spPr/>
        <p:txBody>
          <a:bodyPr vert="horz" lIns="91440" tIns="45720" rIns="91440" bIns="45720" rtlCol="0" anchor="t">
            <a:normAutofit lnSpcReduction="10000"/>
          </a:bodyPr>
          <a:lstStyle/>
          <a:p>
            <a:r>
              <a:rPr lang="en-US" dirty="0">
                <a:latin typeface="Calibri"/>
                <a:ea typeface="Calibri"/>
                <a:cs typeface="Calibri"/>
              </a:rPr>
              <a:t>File management via GUI</a:t>
            </a:r>
          </a:p>
          <a:p>
            <a:r>
              <a:rPr lang="en-US" dirty="0">
                <a:latin typeface="Calibri"/>
                <a:ea typeface="Calibri"/>
                <a:cs typeface="Calibri"/>
              </a:rPr>
              <a:t>System objects</a:t>
            </a:r>
            <a:endParaRPr lang="en-US" dirty="0">
              <a:ea typeface="Calibri"/>
            </a:endParaRPr>
          </a:p>
          <a:p>
            <a:pPr lvl="1"/>
            <a:r>
              <a:rPr lang="en-US" dirty="0">
                <a:latin typeface="Calibri"/>
                <a:ea typeface="Calibri"/>
                <a:cs typeface="Calibri"/>
              </a:rPr>
              <a:t>User account</a:t>
            </a:r>
          </a:p>
          <a:p>
            <a:pPr lvl="1"/>
            <a:r>
              <a:rPr lang="en-US" dirty="0">
                <a:latin typeface="Calibri"/>
                <a:ea typeface="Calibri"/>
                <a:cs typeface="Calibri"/>
              </a:rPr>
              <a:t>OneDrive</a:t>
            </a:r>
          </a:p>
          <a:p>
            <a:pPr lvl="1"/>
            <a:r>
              <a:rPr lang="en-US" dirty="0">
                <a:latin typeface="Calibri"/>
                <a:ea typeface="Calibri"/>
                <a:cs typeface="Calibri"/>
              </a:rPr>
              <a:t>This PC</a:t>
            </a:r>
          </a:p>
          <a:p>
            <a:pPr lvl="1"/>
            <a:r>
              <a:rPr lang="en-US" dirty="0">
                <a:latin typeface="Calibri"/>
                <a:ea typeface="Calibri"/>
                <a:cs typeface="Calibri"/>
              </a:rPr>
              <a:t>Network</a:t>
            </a:r>
          </a:p>
          <a:p>
            <a:pPr lvl="1"/>
            <a:r>
              <a:rPr lang="en-US" dirty="0">
                <a:latin typeface="Calibri"/>
                <a:ea typeface="Calibri"/>
                <a:cs typeface="Calibri"/>
              </a:rPr>
              <a:t>Recycle Bin</a:t>
            </a:r>
            <a:endParaRPr lang="en-US" dirty="0">
              <a:ea typeface="Calibri"/>
            </a:endParaRPr>
          </a:p>
          <a:p>
            <a:r>
              <a:rPr lang="en-US" dirty="0">
                <a:latin typeface="Calibri"/>
                <a:ea typeface="Calibri"/>
                <a:cs typeface="Calibri"/>
              </a:rPr>
              <a:t>Drives and folders</a:t>
            </a:r>
            <a:endParaRPr lang="en-US" dirty="0">
              <a:ea typeface="Calibri"/>
            </a:endParaRPr>
          </a:p>
          <a:p>
            <a:r>
              <a:rPr lang="en-US" dirty="0">
                <a:latin typeface="Calibri"/>
                <a:ea typeface="Calibri"/>
                <a:cs typeface="Calibri"/>
              </a:rPr>
              <a:t>System files </a:t>
            </a:r>
          </a:p>
          <a:p>
            <a:pPr lvl="1"/>
            <a:r>
              <a:rPr lang="en-US" dirty="0">
                <a:latin typeface="Calibri"/>
                <a:ea typeface="Calibri"/>
                <a:cs typeface="Calibri"/>
              </a:rPr>
              <a:t>Windows, Program Files/Program Files (x86), and users</a:t>
            </a:r>
            <a:endParaRPr lang="en-US" dirty="0">
              <a:ea typeface="Calibri"/>
            </a:endParaRPr>
          </a:p>
        </p:txBody>
      </p:sp>
      <p:sp>
        <p:nvSpPr>
          <p:cNvPr id="4" name="Slide Number Placeholder 3">
            <a:extLst>
              <a:ext uri="{FF2B5EF4-FFF2-40B4-BE49-F238E27FC236}">
                <a16:creationId xmlns:a16="http://schemas.microsoft.com/office/drawing/2014/main" id="{9FB34D5F-4122-98A5-EF82-1EDC254BC3E6}"/>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1613896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D06CD-1412-89EB-46E5-682EADB8D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0B1CC-D4D5-0DF0-3B89-3D9BC4B1E9B2}"/>
              </a:ext>
            </a:extLst>
          </p:cNvPr>
          <p:cNvSpPr>
            <a:spLocks noGrp="1"/>
          </p:cNvSpPr>
          <p:nvPr>
            <p:ph type="title"/>
          </p:nvPr>
        </p:nvSpPr>
        <p:spPr/>
        <p:txBody>
          <a:bodyPr/>
          <a:lstStyle/>
          <a:p>
            <a:pPr marL="71755"/>
            <a:r>
              <a:rPr lang="en-US" dirty="0">
                <a:latin typeface="Calibri"/>
                <a:ea typeface="Calibri"/>
                <a:cs typeface="Calibri"/>
              </a:rPr>
              <a:t>File Explorer </a:t>
            </a:r>
            <a:r>
              <a:rPr lang="en-US" sz="2000" dirty="0">
                <a:latin typeface="Calibri"/>
                <a:ea typeface="Calibri"/>
                <a:cs typeface="Calibri"/>
              </a:rPr>
              <a:t>(Slide 2 of 3)</a:t>
            </a:r>
            <a:endParaRPr lang="en-US" dirty="0"/>
          </a:p>
        </p:txBody>
      </p:sp>
      <p:pic>
        <p:nvPicPr>
          <p:cNvPr id="7" name="Picture Placeholder 6" descr="A Windows File Explorer interface, focusing on This P C.">
            <a:extLst>
              <a:ext uri="{FF2B5EF4-FFF2-40B4-BE49-F238E27FC236}">
                <a16:creationId xmlns:a16="http://schemas.microsoft.com/office/drawing/2014/main" id="{3AFD4690-9C1E-6564-85B1-2246C6C742DE}"/>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p:blipFill>
        <p:spPr>
          <a:xfrm>
            <a:off x="1536936" y="720090"/>
            <a:ext cx="6089176" cy="3703320"/>
          </a:xfrm>
          <a:prstGeom prst="rect">
            <a:avLst/>
          </a:prstGeom>
          <a:noFill/>
          <a:ln>
            <a:noFill/>
          </a:ln>
        </p:spPr>
      </p:pic>
      <p:sp>
        <p:nvSpPr>
          <p:cNvPr id="4" name="Content Placeholder 3">
            <a:extLst>
              <a:ext uri="{FF2B5EF4-FFF2-40B4-BE49-F238E27FC236}">
                <a16:creationId xmlns:a16="http://schemas.microsoft.com/office/drawing/2014/main" id="{42ADF59E-C2CE-DDB1-21D4-B2A2D04A652D}"/>
              </a:ext>
            </a:extLst>
          </p:cNvPr>
          <p:cNvSpPr>
            <a:spLocks noGrp="1"/>
          </p:cNvSpPr>
          <p:nvPr>
            <p:ph idx="11"/>
          </p:nvPr>
        </p:nvSpPr>
        <p:spPr>
          <a:xfrm>
            <a:off x="146049" y="4478107"/>
            <a:ext cx="8870950" cy="274768"/>
          </a:xfrm>
        </p:spPr>
        <p:txBody>
          <a:bodyPr/>
          <a:lstStyle/>
          <a:p>
            <a:r>
              <a:rPr lang="en-US" dirty="0"/>
              <a:t>Screenshot courtesy of Microsoft.</a:t>
            </a:r>
          </a:p>
        </p:txBody>
      </p:sp>
      <p:sp>
        <p:nvSpPr>
          <p:cNvPr id="3" name="Slide Number Placeholder 2">
            <a:extLst>
              <a:ext uri="{FF2B5EF4-FFF2-40B4-BE49-F238E27FC236}">
                <a16:creationId xmlns:a16="http://schemas.microsoft.com/office/drawing/2014/main" id="{4D2F6861-5DD7-C3C4-9631-B075B694C33A}"/>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996188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B411-9A9E-3457-29F1-39F1A6246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BF49C-A62B-2A2A-B79B-A705E500B197}"/>
              </a:ext>
            </a:extLst>
          </p:cNvPr>
          <p:cNvSpPr>
            <a:spLocks noGrp="1"/>
          </p:cNvSpPr>
          <p:nvPr>
            <p:ph type="title"/>
          </p:nvPr>
        </p:nvSpPr>
        <p:spPr/>
        <p:txBody>
          <a:bodyPr/>
          <a:lstStyle/>
          <a:p>
            <a:pPr marL="71755"/>
            <a:r>
              <a:rPr lang="en-US" dirty="0">
                <a:latin typeface="Calibri"/>
                <a:ea typeface="Calibri"/>
                <a:cs typeface="Calibri"/>
              </a:rPr>
              <a:t>File Explorer </a:t>
            </a:r>
            <a:r>
              <a:rPr lang="en-US" sz="2000" dirty="0">
                <a:latin typeface="Calibri"/>
                <a:ea typeface="Calibri"/>
                <a:cs typeface="Calibri"/>
              </a:rPr>
              <a:t>(Slide 3 of 3)</a:t>
            </a:r>
            <a:endParaRPr lang="en-US" dirty="0"/>
          </a:p>
        </p:txBody>
      </p:sp>
      <p:pic>
        <p:nvPicPr>
          <p:cNvPr id="6" name="Content Placeholder 5" descr="A schematic representation of a directory tree starting from the root directory C.">
            <a:extLst>
              <a:ext uri="{FF2B5EF4-FFF2-40B4-BE49-F238E27FC236}">
                <a16:creationId xmlns:a16="http://schemas.microsoft.com/office/drawing/2014/main" id="{5B6BAC8D-3E6C-027C-A4A6-22AFFC5A7DBF}"/>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137159" y="738683"/>
            <a:ext cx="8869680" cy="3666135"/>
          </a:xfrm>
          <a:noFill/>
          <a:ln>
            <a:noFill/>
          </a:ln>
        </p:spPr>
      </p:pic>
      <p:sp>
        <p:nvSpPr>
          <p:cNvPr id="3" name="Slide Number Placeholder 2">
            <a:extLst>
              <a:ext uri="{FF2B5EF4-FFF2-40B4-BE49-F238E27FC236}">
                <a16:creationId xmlns:a16="http://schemas.microsoft.com/office/drawing/2014/main" id="{434242E2-3E83-7576-6CA8-FACC830C1C79}"/>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3326377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60A92-D415-25B4-FC16-AA849980A05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DB81CC1-CA2E-B589-4928-7511D47834DA}"/>
              </a:ext>
            </a:extLst>
          </p:cNvPr>
          <p:cNvSpPr>
            <a:spLocks noGrp="1"/>
          </p:cNvSpPr>
          <p:nvPr>
            <p:ph type="title"/>
          </p:nvPr>
        </p:nvSpPr>
        <p:spPr/>
        <p:txBody>
          <a:bodyPr/>
          <a:lstStyle/>
          <a:p>
            <a:pPr marL="71755"/>
            <a:r>
              <a:rPr lang="en-US" dirty="0">
                <a:latin typeface="Calibri"/>
                <a:ea typeface="Calibri"/>
                <a:cs typeface="Calibri"/>
              </a:rPr>
              <a:t>File Explorer Options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C1EE6021-62A3-86BD-C13E-9FFF5CD6C88F}"/>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General tab</a:t>
            </a:r>
          </a:p>
          <a:p>
            <a:pPr lvl="1"/>
            <a:r>
              <a:rPr lang="en-US" dirty="0">
                <a:latin typeface="Calibri"/>
                <a:ea typeface="Calibri"/>
                <a:cs typeface="Calibri"/>
              </a:rPr>
              <a:t>Layout </a:t>
            </a:r>
          </a:p>
          <a:p>
            <a:pPr lvl="1"/>
            <a:r>
              <a:rPr lang="en-US" dirty="0">
                <a:latin typeface="Calibri"/>
                <a:ea typeface="Calibri"/>
                <a:cs typeface="Calibri"/>
              </a:rPr>
              <a:t>Single vs. double-click interactions</a:t>
            </a:r>
          </a:p>
          <a:p>
            <a:r>
              <a:rPr lang="en-US" dirty="0">
                <a:latin typeface="Calibri"/>
                <a:ea typeface="Calibri"/>
                <a:cs typeface="Calibri"/>
              </a:rPr>
              <a:t>View tab</a:t>
            </a:r>
          </a:p>
          <a:p>
            <a:pPr lvl="1"/>
            <a:r>
              <a:rPr lang="en-US" dirty="0">
                <a:latin typeface="Calibri"/>
                <a:ea typeface="Calibri"/>
                <a:cs typeface="Calibri"/>
              </a:rPr>
              <a:t>Hide extensions </a:t>
            </a:r>
          </a:p>
          <a:p>
            <a:pPr lvl="1"/>
            <a:r>
              <a:rPr lang="en-US" dirty="0">
                <a:latin typeface="Calibri"/>
                <a:ea typeface="Calibri"/>
                <a:cs typeface="Calibri"/>
              </a:rPr>
              <a:t>Hide files and folders </a:t>
            </a:r>
          </a:p>
          <a:p>
            <a:pPr lvl="1"/>
            <a:r>
              <a:rPr lang="en-US" dirty="0">
                <a:latin typeface="Calibri"/>
                <a:ea typeface="Calibri"/>
                <a:cs typeface="Calibri"/>
              </a:rPr>
              <a:t>Hide protected OS files</a:t>
            </a:r>
          </a:p>
          <a:p>
            <a:pPr lvl="1"/>
            <a:r>
              <a:rPr lang="en-US" dirty="0">
                <a:latin typeface="Calibri"/>
                <a:ea typeface="Calibri"/>
                <a:cs typeface="Calibri"/>
              </a:rPr>
              <a:t>Default folder </a:t>
            </a:r>
          </a:p>
          <a:p>
            <a:pPr lvl="1"/>
            <a:r>
              <a:rPr lang="en-US" dirty="0">
                <a:latin typeface="Calibri"/>
                <a:ea typeface="Calibri"/>
                <a:cs typeface="Calibri"/>
              </a:rPr>
              <a:t>Search options and behaviors</a:t>
            </a:r>
            <a:endParaRPr lang="en-US" dirty="0">
              <a:ea typeface="Calibri"/>
            </a:endParaRPr>
          </a:p>
        </p:txBody>
      </p:sp>
      <p:sp>
        <p:nvSpPr>
          <p:cNvPr id="4" name="Slide Number Placeholder 3">
            <a:extLst>
              <a:ext uri="{FF2B5EF4-FFF2-40B4-BE49-F238E27FC236}">
                <a16:creationId xmlns:a16="http://schemas.microsoft.com/office/drawing/2014/main" id="{AB5BF915-60DE-CF10-4A49-87F4CDA64304}"/>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4174007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247A4-7141-7AE7-EC75-0C77619A7438}"/>
              </a:ext>
            </a:extLst>
          </p:cNvPr>
          <p:cNvSpPr>
            <a:spLocks noGrp="1"/>
          </p:cNvSpPr>
          <p:nvPr>
            <p:ph type="title"/>
          </p:nvPr>
        </p:nvSpPr>
        <p:spPr/>
        <p:txBody>
          <a:bodyPr/>
          <a:lstStyle/>
          <a:p>
            <a:pPr marL="71755"/>
            <a:r>
              <a:rPr lang="en-US" b="1" i="0" dirty="0">
                <a:solidFill>
                  <a:srgbClr val="253644"/>
                </a:solidFill>
                <a:effectLst/>
                <a:latin typeface="noto-sans"/>
                <a:cs typeface="Calibri"/>
              </a:rPr>
              <a:t>File Explorer Options</a:t>
            </a:r>
            <a:r>
              <a:rPr lang="en-US" dirty="0">
                <a:solidFill>
                  <a:srgbClr val="253644"/>
                </a:solidFill>
                <a:latin typeface="noto-sans"/>
                <a:cs typeface="Calibri"/>
              </a:rPr>
              <a:t> </a:t>
            </a:r>
            <a:r>
              <a:rPr lang="en-US" sz="2000" dirty="0">
                <a:solidFill>
                  <a:srgbClr val="253644"/>
                </a:solidFill>
                <a:latin typeface="Calibri"/>
                <a:ea typeface="Calibri"/>
                <a:cs typeface="Calibri"/>
              </a:rPr>
              <a:t>(Slide 2 of 2)</a:t>
            </a:r>
            <a:endParaRPr lang="en-US" dirty="0">
              <a:solidFill>
                <a:srgbClr val="253644"/>
              </a:solidFill>
              <a:ea typeface="Calibri" panose="020F0502020204030204" pitchFamily="34" charset="0"/>
            </a:endParaRPr>
          </a:p>
        </p:txBody>
      </p:sp>
      <p:sp>
        <p:nvSpPr>
          <p:cNvPr id="3" name="Slide Number Placeholder 2">
            <a:extLst>
              <a:ext uri="{FF2B5EF4-FFF2-40B4-BE49-F238E27FC236}">
                <a16:creationId xmlns:a16="http://schemas.microsoft.com/office/drawing/2014/main" id="{423C2014-2DA1-308E-93EC-B1367F9BAEE4}"/>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
        <p:nvSpPr>
          <p:cNvPr id="4" name="Content Placeholder 3">
            <a:extLst>
              <a:ext uri="{FF2B5EF4-FFF2-40B4-BE49-F238E27FC236}">
                <a16:creationId xmlns:a16="http://schemas.microsoft.com/office/drawing/2014/main" id="{E9023D32-3521-B45A-A2D1-4D192FA8CBF7}"/>
              </a:ext>
            </a:extLst>
          </p:cNvPr>
          <p:cNvSpPr>
            <a:spLocks noGrp="1"/>
          </p:cNvSpPr>
          <p:nvPr>
            <p:ph idx="11"/>
          </p:nvPr>
        </p:nvSpPr>
        <p:spPr/>
        <p:txBody>
          <a:bodyPr/>
          <a:lstStyle/>
          <a:p>
            <a:r>
              <a:rPr lang="en-US" dirty="0"/>
              <a:t>Screenshot courtesy of Microsoft.</a:t>
            </a:r>
          </a:p>
        </p:txBody>
      </p:sp>
      <p:pic>
        <p:nvPicPr>
          <p:cNvPr id="7" name="Picture Placeholder 6" descr="Two side-by-side settings panels from Windows File Explorer options.">
            <a:extLst>
              <a:ext uri="{FF2B5EF4-FFF2-40B4-BE49-F238E27FC236}">
                <a16:creationId xmlns:a16="http://schemas.microsoft.com/office/drawing/2014/main" id="{6005AEAD-325C-D71A-B20F-BD8BCFBC8F3F}"/>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505819" y="720090"/>
            <a:ext cx="6151410" cy="3703320"/>
          </a:xfrm>
          <a:prstGeom prst="rect">
            <a:avLst/>
          </a:prstGeom>
          <a:noFill/>
          <a:ln>
            <a:noFill/>
          </a:ln>
        </p:spPr>
      </p:pic>
    </p:spTree>
    <p:custDataLst>
      <p:tags r:id="rId1"/>
    </p:custDataLst>
    <p:extLst>
      <p:ext uri="{BB962C8B-B14F-4D97-AF65-F5344CB8AC3E}">
        <p14:creationId xmlns:p14="http://schemas.microsoft.com/office/powerpoint/2010/main" val="714919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EDFA1-C7FA-9654-783C-D7D001E70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0BDBD-31BE-A80E-56B4-C8C95BA472A1}"/>
              </a:ext>
            </a:extLst>
          </p:cNvPr>
          <p:cNvSpPr>
            <a:spLocks noGrp="1"/>
          </p:cNvSpPr>
          <p:nvPr>
            <p:ph type="title"/>
          </p:nvPr>
        </p:nvSpPr>
        <p:spPr/>
        <p:txBody>
          <a:bodyPr/>
          <a:lstStyle/>
          <a:p>
            <a:r>
              <a:rPr lang="en-US" b="1" i="0" dirty="0">
                <a:solidFill>
                  <a:srgbClr val="253644"/>
                </a:solidFill>
                <a:effectLst/>
                <a:latin typeface="noto-sans"/>
              </a:rPr>
              <a:t>Indexing Options</a:t>
            </a:r>
            <a:endParaRPr lang="en-US" dirty="0">
              <a:solidFill>
                <a:srgbClr val="253644"/>
              </a:solidFill>
            </a:endParaRPr>
          </a:p>
        </p:txBody>
      </p:sp>
      <p:sp>
        <p:nvSpPr>
          <p:cNvPr id="5" name="Content Placeholder 4">
            <a:extLst>
              <a:ext uri="{FF2B5EF4-FFF2-40B4-BE49-F238E27FC236}">
                <a16:creationId xmlns:a16="http://schemas.microsoft.com/office/drawing/2014/main" id="{3058EA2C-FDAF-E9FC-6572-E9561302E124}"/>
              </a:ext>
            </a:extLst>
          </p:cNvPr>
          <p:cNvSpPr>
            <a:spLocks noGrp="1"/>
          </p:cNvSpPr>
          <p:nvPr>
            <p:ph idx="12"/>
          </p:nvPr>
        </p:nvSpPr>
        <p:spPr/>
        <p:txBody>
          <a:bodyPr vert="horz" lIns="91440" tIns="45720" rIns="91440" bIns="45720" rtlCol="0" anchor="t">
            <a:normAutofit/>
          </a:bodyPr>
          <a:lstStyle/>
          <a:p>
            <a:r>
              <a:rPr lang="en-US" dirty="0">
                <a:ea typeface="Calibri"/>
              </a:rPr>
              <a:t>Sorts and categorizes data within the system</a:t>
            </a:r>
          </a:p>
          <a:p>
            <a:r>
              <a:rPr lang="en-US" dirty="0">
                <a:ea typeface="Calibri"/>
              </a:rPr>
              <a:t>Makes searching system faster</a:t>
            </a:r>
            <a:endParaRPr lang="en-US" dirty="0"/>
          </a:p>
        </p:txBody>
      </p:sp>
      <p:pic>
        <p:nvPicPr>
          <p:cNvPr id="7" name="Picture Placeholder 6" descr="A Windows dialog box displaying Indexing Options.">
            <a:extLst>
              <a:ext uri="{FF2B5EF4-FFF2-40B4-BE49-F238E27FC236}">
                <a16:creationId xmlns:a16="http://schemas.microsoft.com/office/drawing/2014/main" id="{04C3EFF8-6C3D-AB83-59E7-B1C0D69417F9}"/>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p:blipFill>
        <p:spPr>
          <a:xfrm>
            <a:off x="481926" y="722787"/>
            <a:ext cx="3682193" cy="3675888"/>
          </a:xfrm>
          <a:prstGeom prst="rect">
            <a:avLst/>
          </a:prstGeom>
          <a:noFill/>
          <a:ln>
            <a:noFill/>
          </a:ln>
        </p:spPr>
      </p:pic>
      <p:sp>
        <p:nvSpPr>
          <p:cNvPr id="4" name="Content Placeholder 3">
            <a:extLst>
              <a:ext uri="{FF2B5EF4-FFF2-40B4-BE49-F238E27FC236}">
                <a16:creationId xmlns:a16="http://schemas.microsoft.com/office/drawing/2014/main" id="{BC6C37E0-D952-E52B-2336-FC48B4EF781A}"/>
              </a:ext>
            </a:extLst>
          </p:cNvPr>
          <p:cNvSpPr>
            <a:spLocks noGrp="1"/>
          </p:cNvSpPr>
          <p:nvPr>
            <p:ph idx="1"/>
          </p:nvPr>
        </p:nvSpPr>
        <p:spPr/>
        <p:txBody>
          <a:bodyPr/>
          <a:lstStyle/>
          <a:p>
            <a:r>
              <a:rPr lang="en-US" dirty="0"/>
              <a:t>Screenshot courtesy of Microsoft.</a:t>
            </a:r>
          </a:p>
        </p:txBody>
      </p:sp>
      <p:sp>
        <p:nvSpPr>
          <p:cNvPr id="3" name="Slide Number Placeholder 2">
            <a:extLst>
              <a:ext uri="{FF2B5EF4-FFF2-40B4-BE49-F238E27FC236}">
                <a16:creationId xmlns:a16="http://schemas.microsoft.com/office/drawing/2014/main" id="{BD7E8CD5-2B1D-7A59-67BF-38DB771FDE9E}"/>
              </a:ext>
            </a:extLst>
          </p:cNvPr>
          <p:cNvSpPr>
            <a:spLocks noGrp="1"/>
          </p:cNvSpPr>
          <p:nvPr>
            <p:ph type="sldNum" sz="quarter" idx="13"/>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CF8A19-3A9E-4ABC-B336-2FDDE321C72D}" type="slidenum">
              <a:rPr kumimoji="0" lang="en-US" sz="1200" b="0" i="0" u="none" strike="noStrike" kern="1200" cap="none" spc="0" normalizeH="0" baseline="0" noProof="0" smtClean="0">
                <a:ln>
                  <a:noFill/>
                </a:ln>
                <a:solidFill>
                  <a:srgbClr val="253644"/>
                </a:solidFill>
                <a:effectLst/>
                <a:uLnTx/>
                <a:uFillTx/>
                <a:latin typeface="Calibri" panose="020F0502020204030204" pitchFamily="34" charset="0"/>
                <a:ea typeface="+mn-ea"/>
                <a:cs typeface="Calibri" panose="020F050202020403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endParaRPr>
          </a:p>
        </p:txBody>
      </p:sp>
    </p:spTree>
    <p:custDataLst>
      <p:tags r:id="rId1"/>
    </p:custDataLst>
    <p:extLst>
      <p:ext uri="{BB962C8B-B14F-4D97-AF65-F5344CB8AC3E}">
        <p14:creationId xmlns:p14="http://schemas.microsoft.com/office/powerpoint/2010/main" val="1473635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24</a:t>
            </a:fld>
            <a:endParaRPr lang="en-US" dirty="0"/>
          </a:p>
        </p:txBody>
      </p:sp>
      <p:sp>
        <p:nvSpPr>
          <p:cNvPr id="8" name="Content Placeholder 2">
            <a:extLst>
              <a:ext uri="{FF2B5EF4-FFF2-40B4-BE49-F238E27FC236}">
                <a16:creationId xmlns:a16="http://schemas.microsoft.com/office/drawing/2014/main" id="{97B1D7C6-6A50-5E9C-3F50-A9E46AEF1132}"/>
              </a:ext>
            </a:extLst>
          </p:cNvPr>
          <p:cNvSpPr>
            <a:spLocks noGrp="1"/>
          </p:cNvSpPr>
          <p:nvPr/>
        </p:nvSpPr>
        <p:spPr>
          <a:xfrm>
            <a:off x="146050" y="749300"/>
            <a:ext cx="8870950" cy="4043363"/>
          </a:xfrm>
          <a:prstGeom prst="rect">
            <a:avLst/>
          </a:prstGeom>
          <a:noFill/>
          <a:ln>
            <a:noFill/>
            <a:prstDash/>
          </a:ln>
          <a:effectLst/>
        </p:spPr>
        <p:txBody>
          <a:bodyPr rot="0" spcFirstLastPara="0" vert="horz" wrap="square" lIns="91440" tIns="45720" rIns="91440" bIns="45720" numCol="1" spcCol="0" rtlCol="0" fromWordArt="0" anchor="t" anchorCtr="0" forceAA="0" compatLnSpc="1">
            <a:prstTxWarp prst="textNoShape">
              <a:avLst/>
            </a:prstTxWarp>
            <a:normAutofit/>
          </a:bodyPr>
          <a:lst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a:lstStyle>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effectLst/>
                <a:uLnTx/>
                <a:uFillTx/>
                <a:latin typeface="Calibri"/>
                <a:ea typeface="Calibri"/>
                <a:cs typeface="Calibri"/>
              </a:rPr>
              <a:t>Lab: Explore Windows </a:t>
            </a:r>
            <a:r>
              <a:rPr lang="en-US" sz="2400" b="0" dirty="0">
                <a:latin typeface="Calibri"/>
                <a:ea typeface="Calibri"/>
                <a:cs typeface="Calibri"/>
              </a:rPr>
              <a:t>Settings</a:t>
            </a:r>
            <a:br>
              <a:rPr lang="en-US" sz="2400" b="0" i="0" u="none" strike="noStrike" kern="1200" cap="none" spc="0" normalizeH="0" baseline="0" noProof="0" dirty="0">
                <a:ln>
                  <a:noFill/>
                </a:ln>
                <a:effectLst/>
                <a:uLnTx/>
                <a:uFillTx/>
                <a:latin typeface="+mn-ea"/>
                <a:ea typeface="+mn-ea"/>
                <a:cs typeface="Calibri" panose="020F0502020204030204" pitchFamily="34" charset="0"/>
              </a:rPr>
            </a:br>
            <a:r>
              <a:rPr kumimoji="0" lang="en-US" sz="2000" b="0" i="0" u="none" strike="noStrike" kern="1200" cap="none" spc="0" normalizeH="0" baseline="0" noProof="0" dirty="0">
                <a:ln>
                  <a:noFill/>
                </a:ln>
                <a:effectLst/>
                <a:uLnTx/>
                <a:uFillTx/>
                <a:latin typeface="Calibri"/>
                <a:ea typeface="Calibri"/>
                <a:cs typeface="Calibri"/>
              </a:rPr>
              <a:t>(available in CertMaster Learn and CertMaster Perform)</a:t>
            </a:r>
            <a:endParaRPr lang="en-US" sz="2000" b="0" i="0" u="none" strike="noStrike" kern="1200" cap="none" spc="0" normalizeH="0" baseline="0" noProof="0" dirty="0">
              <a:ln>
                <a:noFill/>
              </a:ln>
              <a:effectLst/>
              <a:uLnTx/>
              <a:uFillTx/>
              <a:latin typeface="Calibri"/>
              <a:ea typeface="Calibri"/>
              <a:cs typeface="Calibri"/>
            </a:endParaRPr>
          </a:p>
          <a:p>
            <a:pPr marL="342900" marR="0" lvl="0" indent="-342900" algn="l" defTabSz="342900">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effectLst/>
                <a:uLnTx/>
                <a:uFillTx/>
                <a:latin typeface="Calibri"/>
                <a:ea typeface="Calibri"/>
                <a:cs typeface="Calibri"/>
              </a:rPr>
              <a:t>Lab: Require a Screen Saver Password</a:t>
            </a:r>
            <a:br>
              <a:rPr lang="en-US" sz="2400" b="0" i="0" u="none" strike="noStrike" kern="1200" cap="none" spc="0" normalizeH="0" baseline="0" noProof="0" dirty="0">
                <a:ln>
                  <a:noFill/>
                </a:ln>
                <a:effectLst/>
                <a:uLnTx/>
                <a:uFillTx/>
                <a:latin typeface="+mn-ea"/>
                <a:ea typeface="+mn-ea"/>
                <a:cs typeface="Calibri" panose="020F0502020204030204" pitchFamily="34" charset="0"/>
              </a:rPr>
            </a:br>
            <a:r>
              <a:rPr kumimoji="0" lang="en-US" sz="2000" b="0" i="0" u="none" strike="noStrike" kern="1200" cap="none" spc="0" normalizeH="0" baseline="0" noProof="0" dirty="0">
                <a:ln>
                  <a:noFill/>
                </a:ln>
                <a:effectLst/>
                <a:uLnTx/>
                <a:uFillTx/>
                <a:latin typeface="Calibri"/>
                <a:ea typeface="Calibri"/>
                <a:cs typeface="Calibri"/>
              </a:rPr>
              <a:t>(available in CertMaster Learn and CertMaster Perform)</a:t>
            </a:r>
            <a:endParaRPr lang="en-US" sz="2000" b="0" i="0" u="none" strike="noStrike" kern="1200" cap="none" spc="0" normalizeH="0" baseline="0" noProof="0" dirty="0">
              <a:ln>
                <a:noFill/>
              </a:ln>
              <a:effectLst/>
              <a:uLnTx/>
              <a:uFillTx/>
              <a:latin typeface="Calibri"/>
              <a:ea typeface="Calibri"/>
              <a:cs typeface="Calibri"/>
            </a:endParaRPr>
          </a:p>
          <a:p>
            <a:pPr marL="342900" marR="0" lvl="0" indent="-342900" algn="l" defTabSz="342900">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effectLst/>
                <a:uLnTx/>
                <a:uFillTx/>
                <a:latin typeface="Calibri"/>
                <a:ea typeface="Calibri"/>
                <a:cs typeface="Calibri"/>
              </a:rPr>
              <a:t>Applied Live Lab: Configure Desktop Settings</a:t>
            </a:r>
            <a:br>
              <a:rPr lang="en-US" sz="2400" b="0" i="0" u="none" strike="noStrike" kern="1200" cap="none" spc="0" normalizeH="0" baseline="0" noProof="0" dirty="0">
                <a:ln>
                  <a:noFill/>
                </a:ln>
                <a:effectLst/>
                <a:uLnTx/>
                <a:uFillTx/>
                <a:latin typeface="+mn-ea"/>
                <a:ea typeface="+mn-ea"/>
                <a:cs typeface="Calibri" panose="020F0502020204030204" pitchFamily="34" charset="0"/>
              </a:rPr>
            </a:br>
            <a:r>
              <a:rPr kumimoji="0" lang="en-US" sz="2000" b="0" i="0" u="none" strike="noStrike" kern="1200" cap="none" spc="0" normalizeH="0" baseline="0" noProof="0" dirty="0">
                <a:ln>
                  <a:noFill/>
                </a:ln>
                <a:effectLst/>
                <a:uLnTx/>
                <a:uFillTx/>
                <a:latin typeface="Calibri"/>
                <a:ea typeface="Calibri"/>
                <a:cs typeface="Calibri"/>
              </a:rPr>
              <a:t>(available in CertMaster Perform and CertMaster Labs)</a:t>
            </a:r>
            <a:endParaRPr lang="en-US" sz="2000" dirty="0"/>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3"/>
            <a:ext cx="8870950" cy="4200366"/>
          </a:xfrm>
        </p:spPr>
        <p:txBody>
          <a:bodyPr vert="horz" lIns="91440" tIns="45720" rIns="91440" bIns="45720" rtlCol="0" anchor="t">
            <a:normAutofit/>
          </a:bodyPr>
          <a:lstStyle/>
          <a:p>
            <a:r>
              <a:rPr lang="en-US" dirty="0"/>
              <a:t>Windows Interfaces</a:t>
            </a:r>
          </a:p>
          <a:p>
            <a:r>
              <a:rPr lang="en-US" dirty="0"/>
              <a:t>Windows Settings and Control Panel</a:t>
            </a:r>
          </a:p>
          <a:p>
            <a:r>
              <a:rPr lang="en-US" dirty="0"/>
              <a:t>Accounts Settings</a:t>
            </a:r>
          </a:p>
          <a:p>
            <a:r>
              <a:rPr lang="en-US" dirty="0"/>
              <a:t>Privacy Settings</a:t>
            </a:r>
          </a:p>
          <a:p>
            <a:r>
              <a:rPr lang="en-US" dirty="0"/>
              <a:t>Desktop Settings</a:t>
            </a:r>
          </a:p>
          <a:p>
            <a:r>
              <a:rPr lang="en-US" dirty="0"/>
              <a:t>Ease of Access Settings</a:t>
            </a:r>
          </a:p>
          <a:p>
            <a:r>
              <a:rPr lang="en-US" dirty="0"/>
              <a:t>File Explorer</a:t>
            </a:r>
          </a:p>
          <a:p>
            <a:r>
              <a:rPr lang="en-US" dirty="0"/>
              <a:t>File Explorer Options</a:t>
            </a:r>
          </a:p>
          <a:p>
            <a:r>
              <a:rPr lang="en-US" dirty="0"/>
              <a:t>Indexing Options</a:t>
            </a:r>
          </a:p>
          <a:p>
            <a:endParaRPr lang="en-US" dirty="0"/>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Windows User Settings</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3F05-5AD8-6F7E-C918-799878397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6F834-55E9-3317-C3F5-1F601B90B27C}"/>
              </a:ext>
            </a:extLst>
          </p:cNvPr>
          <p:cNvSpPr>
            <a:spLocks noGrp="1"/>
          </p:cNvSpPr>
          <p:nvPr>
            <p:ph type="ctrTitle"/>
          </p:nvPr>
        </p:nvSpPr>
        <p:spPr/>
        <p:txBody>
          <a:bodyPr/>
          <a:lstStyle/>
          <a:p>
            <a:r>
              <a:rPr lang="en-US" dirty="0"/>
              <a:t>Windows System Settings</a:t>
            </a:r>
          </a:p>
        </p:txBody>
      </p:sp>
      <p:sp>
        <p:nvSpPr>
          <p:cNvPr id="3" name="Subtitle 2">
            <a:extLst>
              <a:ext uri="{FF2B5EF4-FFF2-40B4-BE49-F238E27FC236}">
                <a16:creationId xmlns:a16="http://schemas.microsoft.com/office/drawing/2014/main" id="{C3B9F64C-DE69-8C20-F82D-03B5E5A99AF3}"/>
              </a:ext>
            </a:extLst>
          </p:cNvPr>
          <p:cNvSpPr>
            <a:spLocks noGrp="1"/>
          </p:cNvSpPr>
          <p:nvPr>
            <p:ph type="subTitle" idx="1"/>
          </p:nvPr>
        </p:nvSpPr>
        <p:spPr/>
        <p:txBody>
          <a:bodyPr/>
          <a:lstStyle/>
          <a:p>
            <a:r>
              <a:rPr lang="en-US" dirty="0"/>
              <a:t>Lesson 12.2</a:t>
            </a:r>
          </a:p>
        </p:txBody>
      </p:sp>
      <p:sp>
        <p:nvSpPr>
          <p:cNvPr id="4" name="Slide Number Placeholder 3">
            <a:extLst>
              <a:ext uri="{FF2B5EF4-FFF2-40B4-BE49-F238E27FC236}">
                <a16:creationId xmlns:a16="http://schemas.microsoft.com/office/drawing/2014/main" id="{8E13FA24-E2A0-1ABB-45BE-EC1B0F97F450}"/>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custDataLst>
      <p:tags r:id="rId1"/>
    </p:custDataLst>
    <p:extLst>
      <p:ext uri="{BB962C8B-B14F-4D97-AF65-F5344CB8AC3E}">
        <p14:creationId xmlns:p14="http://schemas.microsoft.com/office/powerpoint/2010/main" val="596621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E841-1783-26B8-5BBD-86F3A3AAE3DF}"/>
              </a:ext>
            </a:extLst>
          </p:cNvPr>
          <p:cNvSpPr>
            <a:spLocks noGrp="1"/>
          </p:cNvSpPr>
          <p:nvPr>
            <p:ph type="title"/>
          </p:nvPr>
        </p:nvSpPr>
        <p:spPr/>
        <p:txBody>
          <a:bodyPr/>
          <a:lstStyle/>
          <a:p>
            <a:r>
              <a:rPr lang="en-US" dirty="0"/>
              <a:t>System Settings</a:t>
            </a:r>
          </a:p>
        </p:txBody>
      </p:sp>
      <p:sp>
        <p:nvSpPr>
          <p:cNvPr id="3" name="Content Placeholder 2">
            <a:extLst>
              <a:ext uri="{FF2B5EF4-FFF2-40B4-BE49-F238E27FC236}">
                <a16:creationId xmlns:a16="http://schemas.microsoft.com/office/drawing/2014/main" id="{A7522B2F-7E35-1986-7858-7ECBE2750739}"/>
              </a:ext>
            </a:extLst>
          </p:cNvPr>
          <p:cNvSpPr>
            <a:spLocks noGrp="1"/>
          </p:cNvSpPr>
          <p:nvPr>
            <p:ph idx="1"/>
          </p:nvPr>
        </p:nvSpPr>
        <p:spPr>
          <a:xfrm>
            <a:off x="4571999" y="4486128"/>
            <a:ext cx="3730145" cy="274768"/>
          </a:xfrm>
        </p:spPr>
        <p:txBody>
          <a:bodyPr/>
          <a:lstStyle/>
          <a:p>
            <a:r>
              <a:rPr lang="en-US" dirty="0"/>
              <a:t>Screenshot courtesy of Microsoft.</a:t>
            </a:r>
          </a:p>
        </p:txBody>
      </p:sp>
      <p:sp>
        <p:nvSpPr>
          <p:cNvPr id="4" name="Content Placeholder 3">
            <a:extLst>
              <a:ext uri="{FF2B5EF4-FFF2-40B4-BE49-F238E27FC236}">
                <a16:creationId xmlns:a16="http://schemas.microsoft.com/office/drawing/2014/main" id="{BC9818DF-CB3C-46D1-A9D1-544D7576C072}"/>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Input/output devices</a:t>
            </a:r>
          </a:p>
          <a:p>
            <a:r>
              <a:rPr lang="en-US" dirty="0">
                <a:latin typeface="Calibri"/>
                <a:ea typeface="Calibri"/>
                <a:cs typeface="Calibri"/>
              </a:rPr>
              <a:t>Power</a:t>
            </a:r>
          </a:p>
          <a:p>
            <a:r>
              <a:rPr lang="en-US" dirty="0">
                <a:latin typeface="Calibri"/>
                <a:ea typeface="Calibri"/>
                <a:cs typeface="Calibri"/>
              </a:rPr>
              <a:t>Remote desktop</a:t>
            </a:r>
            <a:endParaRPr lang="en-US" dirty="0">
              <a:ea typeface="Calibri"/>
            </a:endParaRPr>
          </a:p>
          <a:p>
            <a:r>
              <a:rPr lang="en-US" dirty="0">
                <a:latin typeface="Calibri"/>
                <a:ea typeface="Calibri"/>
                <a:cs typeface="Calibri"/>
              </a:rPr>
              <a:t>Notifications</a:t>
            </a:r>
          </a:p>
          <a:p>
            <a:r>
              <a:rPr lang="en-US" dirty="0">
                <a:latin typeface="Calibri"/>
                <a:ea typeface="Calibri"/>
                <a:cs typeface="Calibri"/>
              </a:rPr>
              <a:t>Clipboard</a:t>
            </a:r>
          </a:p>
          <a:p>
            <a:r>
              <a:rPr lang="en-US" dirty="0">
                <a:latin typeface="Calibri"/>
                <a:ea typeface="Calibri"/>
                <a:cs typeface="Calibri"/>
              </a:rPr>
              <a:t>About</a:t>
            </a:r>
            <a:endParaRPr lang="en-US" dirty="0">
              <a:latin typeface="Calibri"/>
              <a:cs typeface="Calibri"/>
            </a:endParaRPr>
          </a:p>
        </p:txBody>
      </p:sp>
      <p:sp>
        <p:nvSpPr>
          <p:cNvPr id="5" name="Slide Number Placeholder 4">
            <a:extLst>
              <a:ext uri="{FF2B5EF4-FFF2-40B4-BE49-F238E27FC236}">
                <a16:creationId xmlns:a16="http://schemas.microsoft.com/office/drawing/2014/main" id="{34F3019A-0970-4AE5-B087-5C6ACA12606A}"/>
              </a:ext>
            </a:extLst>
          </p:cNvPr>
          <p:cNvSpPr>
            <a:spLocks noGrp="1"/>
          </p:cNvSpPr>
          <p:nvPr>
            <p:ph type="sldNum" sz="quarter" idx="13"/>
          </p:nvPr>
        </p:nvSpPr>
        <p:spPr/>
        <p:txBody>
          <a:bodyPr/>
          <a:lstStyle/>
          <a:p>
            <a:fld id="{B7CF8A19-3A9E-4ABC-B336-2FDDE321C72D}" type="slidenum">
              <a:rPr lang="en-US" smtClean="0"/>
              <a:pPr/>
              <a:t>27</a:t>
            </a:fld>
            <a:endParaRPr lang="en-US" dirty="0"/>
          </a:p>
        </p:txBody>
      </p:sp>
      <p:pic>
        <p:nvPicPr>
          <p:cNvPr id="7" name="Picture 6" descr="An About section in the Windows settings.">
            <a:extLst>
              <a:ext uri="{FF2B5EF4-FFF2-40B4-BE49-F238E27FC236}">
                <a16:creationId xmlns:a16="http://schemas.microsoft.com/office/drawing/2014/main" id="{776A36E7-FC47-87DB-2F3A-92E5A4A01EF8}"/>
              </a:ext>
            </a:extLst>
          </p:cNvPr>
          <p:cNvPicPr>
            <a:picLocks noChangeAspect="1"/>
          </p:cNvPicPr>
          <p:nvPr/>
        </p:nvPicPr>
        <p:blipFill>
          <a:blip r:embed="rId4"/>
          <a:stretch>
            <a:fillRect/>
          </a:stretch>
        </p:blipFill>
        <p:spPr>
          <a:xfrm>
            <a:off x="4571999" y="749614"/>
            <a:ext cx="3730145" cy="3675888"/>
          </a:xfrm>
          <a:prstGeom prst="rect">
            <a:avLst/>
          </a:prstGeom>
          <a:noFill/>
          <a:ln>
            <a:noFill/>
          </a:ln>
        </p:spPr>
      </p:pic>
    </p:spTree>
    <p:custDataLst>
      <p:tags r:id="rId1"/>
    </p:custDataLst>
    <p:extLst>
      <p:ext uri="{BB962C8B-B14F-4D97-AF65-F5344CB8AC3E}">
        <p14:creationId xmlns:p14="http://schemas.microsoft.com/office/powerpoint/2010/main" val="3921387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538F6-6898-425A-9917-C8C014373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DFC1E-45ED-B767-8945-EB9D842FA026}"/>
              </a:ext>
            </a:extLst>
          </p:cNvPr>
          <p:cNvSpPr>
            <a:spLocks noGrp="1"/>
          </p:cNvSpPr>
          <p:nvPr>
            <p:ph type="title"/>
          </p:nvPr>
        </p:nvSpPr>
        <p:spPr/>
        <p:txBody>
          <a:bodyPr/>
          <a:lstStyle/>
          <a:p>
            <a:r>
              <a:rPr lang="en-US" dirty="0"/>
              <a:t>Update and Security Settings</a:t>
            </a:r>
          </a:p>
        </p:txBody>
      </p:sp>
      <p:sp>
        <p:nvSpPr>
          <p:cNvPr id="4" name="Content Placeholder 3" descr="A Windows Update settings screen.">
            <a:extLst>
              <a:ext uri="{FF2B5EF4-FFF2-40B4-BE49-F238E27FC236}">
                <a16:creationId xmlns:a16="http://schemas.microsoft.com/office/drawing/2014/main" id="{47812EA3-101B-FCE6-1F57-6BFF221684FB}"/>
              </a:ext>
            </a:extLst>
          </p:cNvPr>
          <p:cNvSpPr>
            <a:spLocks noGrp="1"/>
          </p:cNvSpPr>
          <p:nvPr>
            <p:ph idx="12"/>
          </p:nvPr>
        </p:nvSpPr>
        <p:spPr>
          <a:xfrm>
            <a:off x="127000" y="746759"/>
            <a:ext cx="4380617" cy="4337605"/>
          </a:xfrm>
        </p:spPr>
        <p:txBody>
          <a:bodyPr vert="horz" lIns="91440" tIns="45720" rIns="91440" bIns="45720" rtlCol="0" anchor="t">
            <a:normAutofit fontScale="92500" lnSpcReduction="20000"/>
          </a:bodyPr>
          <a:lstStyle/>
          <a:p>
            <a:r>
              <a:rPr lang="en-US" sz="2600" dirty="0">
                <a:latin typeface="Calibri"/>
                <a:ea typeface="Calibri"/>
                <a:cs typeface="Calibri"/>
              </a:rPr>
              <a:t>Update</a:t>
            </a:r>
            <a:endParaRPr lang="en-US" sz="2600" dirty="0">
              <a:ea typeface="Calibri"/>
            </a:endParaRPr>
          </a:p>
          <a:p>
            <a:pPr lvl="1"/>
            <a:r>
              <a:rPr lang="en-US" sz="2200" dirty="0">
                <a:latin typeface="Calibri"/>
                <a:ea typeface="Calibri"/>
                <a:cs typeface="Calibri"/>
              </a:rPr>
              <a:t>Updates OS and associated Microsoft products (ex: Office) and hardware drivers</a:t>
            </a:r>
          </a:p>
          <a:p>
            <a:r>
              <a:rPr lang="en-US" sz="2600" dirty="0">
                <a:latin typeface="Calibri"/>
                <a:ea typeface="Calibri"/>
                <a:cs typeface="Calibri"/>
              </a:rPr>
              <a:t>Patch </a:t>
            </a:r>
          </a:p>
          <a:p>
            <a:pPr lvl="1"/>
            <a:r>
              <a:rPr lang="en-US" sz="2200" dirty="0">
                <a:latin typeface="Calibri"/>
                <a:ea typeface="Calibri"/>
                <a:cs typeface="Calibri"/>
              </a:rPr>
              <a:t>Minor fix for issue in program or OS code</a:t>
            </a:r>
            <a:endParaRPr lang="en-US" sz="2200" dirty="0">
              <a:ea typeface="Calibri"/>
            </a:endParaRPr>
          </a:p>
          <a:p>
            <a:r>
              <a:rPr lang="en-US" dirty="0">
                <a:latin typeface="Calibri"/>
                <a:ea typeface="Calibri"/>
                <a:cs typeface="Calibri"/>
              </a:rPr>
              <a:t>Se</a:t>
            </a:r>
            <a:r>
              <a:rPr lang="en-US" sz="2600" dirty="0">
                <a:latin typeface="Calibri"/>
                <a:ea typeface="Calibri"/>
                <a:cs typeface="Calibri"/>
              </a:rPr>
              <a:t>curity</a:t>
            </a:r>
          </a:p>
          <a:p>
            <a:pPr lvl="1"/>
            <a:r>
              <a:rPr lang="en-US" sz="2200" dirty="0">
                <a:latin typeface="Calibri"/>
                <a:ea typeface="Calibri"/>
                <a:cs typeface="Calibri"/>
              </a:rPr>
              <a:t>Includes Windows Defender antivirus, threat protection, and firewall</a:t>
            </a:r>
            <a:endParaRPr lang="en-US" sz="2200" dirty="0">
              <a:ea typeface="Calibri"/>
            </a:endParaRPr>
          </a:p>
          <a:p>
            <a:r>
              <a:rPr lang="en-US" sz="2600" dirty="0">
                <a:latin typeface="Calibri"/>
                <a:ea typeface="Calibri"/>
                <a:cs typeface="Calibri"/>
              </a:rPr>
              <a:t>Activation</a:t>
            </a:r>
            <a:endParaRPr lang="en-US" sz="2600" dirty="0">
              <a:ea typeface="Calibri"/>
            </a:endParaRPr>
          </a:p>
          <a:p>
            <a:pPr lvl="1"/>
            <a:r>
              <a:rPr lang="en-US" sz="2200" dirty="0">
                <a:latin typeface="Calibri"/>
                <a:ea typeface="Calibri"/>
                <a:cs typeface="Calibri"/>
              </a:rPr>
              <a:t>Activates product with Microsoft for anti-piracy</a:t>
            </a:r>
            <a:endParaRPr lang="en-US" sz="2200" dirty="0">
              <a:ea typeface="Calibri"/>
            </a:endParaRPr>
          </a:p>
          <a:p>
            <a:endParaRPr lang="en-US" dirty="0">
              <a:ea typeface="Calibri"/>
            </a:endParaRPr>
          </a:p>
        </p:txBody>
      </p:sp>
      <p:pic>
        <p:nvPicPr>
          <p:cNvPr id="7" name="Picture 6" descr="A Windows Update settings screen.">
            <a:extLst>
              <a:ext uri="{FF2B5EF4-FFF2-40B4-BE49-F238E27FC236}">
                <a16:creationId xmlns:a16="http://schemas.microsoft.com/office/drawing/2014/main" id="{F4E0DE3D-B362-0034-1D55-FD2D3DDC0425}"/>
              </a:ext>
            </a:extLst>
          </p:cNvPr>
          <p:cNvPicPr>
            <a:picLocks noChangeAspect="1"/>
          </p:cNvPicPr>
          <p:nvPr/>
        </p:nvPicPr>
        <p:blipFill>
          <a:blip r:embed="rId4"/>
          <a:stretch>
            <a:fillRect/>
          </a:stretch>
        </p:blipFill>
        <p:spPr>
          <a:xfrm>
            <a:off x="4571999" y="746759"/>
            <a:ext cx="4154038" cy="3216740"/>
          </a:xfrm>
          <a:prstGeom prst="rect">
            <a:avLst/>
          </a:prstGeom>
        </p:spPr>
      </p:pic>
      <p:sp>
        <p:nvSpPr>
          <p:cNvPr id="3" name="Content Placeholder 2">
            <a:extLst>
              <a:ext uri="{FF2B5EF4-FFF2-40B4-BE49-F238E27FC236}">
                <a16:creationId xmlns:a16="http://schemas.microsoft.com/office/drawing/2014/main" id="{5F8EBD8D-D981-A568-584A-3927BCA47DF5}"/>
              </a:ext>
            </a:extLst>
          </p:cNvPr>
          <p:cNvSpPr>
            <a:spLocks noGrp="1"/>
          </p:cNvSpPr>
          <p:nvPr>
            <p:ph idx="1"/>
          </p:nvPr>
        </p:nvSpPr>
        <p:spPr>
          <a:xfrm>
            <a:off x="4572000" y="4012442"/>
            <a:ext cx="4154038" cy="274768"/>
          </a:xfrm>
        </p:spPr>
        <p:txBody>
          <a:bodyPr/>
          <a:lstStyle/>
          <a:p>
            <a:r>
              <a:rPr lang="en-US" dirty="0"/>
              <a:t>Screenshot courtesy of Microsoft.</a:t>
            </a:r>
          </a:p>
        </p:txBody>
      </p:sp>
      <p:sp>
        <p:nvSpPr>
          <p:cNvPr id="5" name="Slide Number Placeholder 4">
            <a:extLst>
              <a:ext uri="{FF2B5EF4-FFF2-40B4-BE49-F238E27FC236}">
                <a16:creationId xmlns:a16="http://schemas.microsoft.com/office/drawing/2014/main" id="{820D462D-D475-2683-5942-7C96051E4D4C}"/>
              </a:ext>
            </a:extLst>
          </p:cNvPr>
          <p:cNvSpPr>
            <a:spLocks noGrp="1"/>
          </p:cNvSpPr>
          <p:nvPr>
            <p:ph type="sldNum" sz="quarter" idx="13"/>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2050871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E677D-F306-D41A-7CDC-54FD33ADA79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90D8253-D867-4F62-6412-BD40B4E4A48F}"/>
              </a:ext>
            </a:extLst>
          </p:cNvPr>
          <p:cNvSpPr>
            <a:spLocks noGrp="1"/>
          </p:cNvSpPr>
          <p:nvPr>
            <p:ph type="title"/>
          </p:nvPr>
        </p:nvSpPr>
        <p:spPr/>
        <p:txBody>
          <a:bodyPr/>
          <a:lstStyle/>
          <a:p>
            <a:pPr marL="71755"/>
            <a:r>
              <a:rPr lang="en-US" dirty="0">
                <a:latin typeface="Calibri"/>
                <a:ea typeface="Calibri"/>
                <a:cs typeface="Calibri"/>
              </a:rPr>
              <a:t>Device Settings </a:t>
            </a:r>
            <a:r>
              <a:rPr lang="en-US" sz="2000" dirty="0">
                <a:latin typeface="Calibri"/>
                <a:ea typeface="Calibri"/>
                <a:cs typeface="Calibri"/>
              </a:rPr>
              <a:t>(Slide 1 of 3)</a:t>
            </a:r>
            <a:endParaRPr lang="en-US" dirty="0"/>
          </a:p>
        </p:txBody>
      </p:sp>
      <p:sp>
        <p:nvSpPr>
          <p:cNvPr id="3" name="Content Placeholder 2">
            <a:extLst>
              <a:ext uri="{FF2B5EF4-FFF2-40B4-BE49-F238E27FC236}">
                <a16:creationId xmlns:a16="http://schemas.microsoft.com/office/drawing/2014/main" id="{B64567A1-94F8-551A-E2A4-E1E18E87D19D}"/>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System settings</a:t>
            </a:r>
          </a:p>
          <a:p>
            <a:pPr lvl="1"/>
            <a:r>
              <a:rPr lang="en-US" dirty="0">
                <a:latin typeface="Calibri"/>
                <a:ea typeface="Calibri"/>
                <a:cs typeface="Calibri"/>
              </a:rPr>
              <a:t>Display and sound</a:t>
            </a:r>
          </a:p>
          <a:p>
            <a:r>
              <a:rPr lang="en-US" dirty="0">
                <a:latin typeface="Calibri"/>
                <a:ea typeface="Calibri"/>
                <a:cs typeface="Calibri"/>
              </a:rPr>
              <a:t>Bluetooth &amp; devices</a:t>
            </a:r>
          </a:p>
          <a:p>
            <a:pPr lvl="1"/>
            <a:r>
              <a:rPr lang="en-US" dirty="0">
                <a:latin typeface="Calibri"/>
                <a:ea typeface="Calibri"/>
                <a:cs typeface="Calibri"/>
              </a:rPr>
              <a:t>Input and output devices with Bluetooth or USB connectivity</a:t>
            </a:r>
          </a:p>
          <a:p>
            <a:r>
              <a:rPr lang="en-US" dirty="0">
                <a:latin typeface="Calibri"/>
                <a:ea typeface="Calibri"/>
                <a:cs typeface="Calibri"/>
              </a:rPr>
              <a:t>Mobile devices</a:t>
            </a:r>
          </a:p>
          <a:p>
            <a:pPr lvl="1"/>
            <a:r>
              <a:rPr lang="en-US" dirty="0">
                <a:latin typeface="Calibri"/>
                <a:ea typeface="Calibri"/>
                <a:cs typeface="Calibri"/>
              </a:rPr>
              <a:t>Smartphone device management</a:t>
            </a:r>
          </a:p>
          <a:p>
            <a:r>
              <a:rPr lang="en-US" dirty="0">
                <a:latin typeface="Calibri"/>
                <a:ea typeface="Calibri"/>
                <a:cs typeface="Calibri"/>
              </a:rPr>
              <a:t>Devices and printers (Control Panel)</a:t>
            </a:r>
          </a:p>
          <a:p>
            <a:pPr lvl="1"/>
            <a:r>
              <a:rPr lang="en-US" dirty="0">
                <a:latin typeface="Calibri"/>
                <a:ea typeface="Calibri"/>
                <a:cs typeface="Calibri"/>
              </a:rPr>
              <a:t>Manually add devices</a:t>
            </a:r>
            <a:endParaRPr lang="en-US" dirty="0">
              <a:ea typeface="Calibri"/>
            </a:endParaRPr>
          </a:p>
        </p:txBody>
      </p:sp>
      <p:sp>
        <p:nvSpPr>
          <p:cNvPr id="4" name="Slide Number Placeholder 3">
            <a:extLst>
              <a:ext uri="{FF2B5EF4-FFF2-40B4-BE49-F238E27FC236}">
                <a16:creationId xmlns:a16="http://schemas.microsoft.com/office/drawing/2014/main" id="{DE273430-FE81-72F4-BC95-669D7405FB8D}"/>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custDataLst>
      <p:tags r:id="rId1"/>
    </p:custDataLst>
    <p:extLst>
      <p:ext uri="{BB962C8B-B14F-4D97-AF65-F5344CB8AC3E}">
        <p14:creationId xmlns:p14="http://schemas.microsoft.com/office/powerpoint/2010/main" val="3213740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AE455-A12F-7EDA-A5F0-93DD90CB1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AB4AC-E659-249B-7133-5B5F9B489D07}"/>
              </a:ext>
            </a:extLst>
          </p:cNvPr>
          <p:cNvSpPr>
            <a:spLocks noGrp="1"/>
          </p:cNvSpPr>
          <p:nvPr>
            <p:ph type="title"/>
          </p:nvPr>
        </p:nvSpPr>
        <p:spPr/>
        <p:txBody>
          <a:bodyPr/>
          <a:lstStyle/>
          <a:p>
            <a:pPr marL="71755"/>
            <a:r>
              <a:rPr lang="en-US" dirty="0">
                <a:latin typeface="Calibri"/>
                <a:ea typeface="Calibri"/>
                <a:cs typeface="Calibri"/>
              </a:rPr>
              <a:t>Device Settings </a:t>
            </a:r>
            <a:r>
              <a:rPr lang="en-US" sz="2000" dirty="0">
                <a:latin typeface="Calibri"/>
                <a:ea typeface="Calibri"/>
                <a:cs typeface="Calibri"/>
              </a:rPr>
              <a:t>(Slide 2 of 3)</a:t>
            </a:r>
            <a:endParaRPr lang="en-US" dirty="0"/>
          </a:p>
        </p:txBody>
      </p:sp>
      <p:sp>
        <p:nvSpPr>
          <p:cNvPr id="5" name="Slide Number Placeholder 4">
            <a:extLst>
              <a:ext uri="{FF2B5EF4-FFF2-40B4-BE49-F238E27FC236}">
                <a16:creationId xmlns:a16="http://schemas.microsoft.com/office/drawing/2014/main" id="{76EA2C88-22BD-C4B0-BD8C-B0EC775ED59C}"/>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
        <p:nvSpPr>
          <p:cNvPr id="3" name="Content Placeholder 2">
            <a:extLst>
              <a:ext uri="{FF2B5EF4-FFF2-40B4-BE49-F238E27FC236}">
                <a16:creationId xmlns:a16="http://schemas.microsoft.com/office/drawing/2014/main" id="{BB4589E5-57D9-115D-E4FF-8916E4B6459F}"/>
              </a:ext>
            </a:extLst>
          </p:cNvPr>
          <p:cNvSpPr>
            <a:spLocks noGrp="1"/>
          </p:cNvSpPr>
          <p:nvPr>
            <p:ph idx="11"/>
          </p:nvPr>
        </p:nvSpPr>
        <p:spPr>
          <a:xfrm>
            <a:off x="136524" y="4578127"/>
            <a:ext cx="8870950" cy="274768"/>
          </a:xfrm>
        </p:spPr>
        <p:txBody>
          <a:bodyPr/>
          <a:lstStyle/>
          <a:p>
            <a:r>
              <a:rPr lang="en-US" dirty="0"/>
              <a:t>Screenshot courtesy of Microsoft.</a:t>
            </a:r>
          </a:p>
        </p:txBody>
      </p:sp>
      <p:pic>
        <p:nvPicPr>
          <p:cNvPr id="8" name="Picture 7" descr="A Bluetooth and devices section of Windows settings.">
            <a:extLst>
              <a:ext uri="{FF2B5EF4-FFF2-40B4-BE49-F238E27FC236}">
                <a16:creationId xmlns:a16="http://schemas.microsoft.com/office/drawing/2014/main" id="{0705FAF3-1A68-04D1-C42D-9BD08E12B2BD}"/>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1804735" y="746428"/>
            <a:ext cx="5534528" cy="3809863"/>
          </a:xfrm>
          <a:prstGeom prst="rect">
            <a:avLst/>
          </a:prstGeom>
        </p:spPr>
      </p:pic>
    </p:spTree>
    <p:custDataLst>
      <p:tags r:id="rId1"/>
    </p:custDataLst>
    <p:extLst>
      <p:ext uri="{BB962C8B-B14F-4D97-AF65-F5344CB8AC3E}">
        <p14:creationId xmlns:p14="http://schemas.microsoft.com/office/powerpoint/2010/main" val="4004527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5A77-639F-E722-B980-C16563E08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CC420-35D2-63D7-F10F-E841DB36EE10}"/>
              </a:ext>
            </a:extLst>
          </p:cNvPr>
          <p:cNvSpPr>
            <a:spLocks noGrp="1"/>
          </p:cNvSpPr>
          <p:nvPr>
            <p:ph type="title"/>
          </p:nvPr>
        </p:nvSpPr>
        <p:spPr/>
        <p:txBody>
          <a:bodyPr/>
          <a:lstStyle/>
          <a:p>
            <a:pPr marL="71755"/>
            <a:r>
              <a:rPr lang="en-US" dirty="0">
                <a:latin typeface="Calibri"/>
                <a:ea typeface="Calibri"/>
                <a:cs typeface="Calibri"/>
              </a:rPr>
              <a:t>Device Settings </a:t>
            </a:r>
            <a:r>
              <a:rPr lang="en-US" sz="2000" dirty="0">
                <a:latin typeface="Calibri"/>
                <a:ea typeface="Calibri"/>
                <a:cs typeface="Calibri"/>
              </a:rPr>
              <a:t>(Slide 3 of 3)</a:t>
            </a:r>
            <a:endParaRPr lang="en-US" dirty="0"/>
          </a:p>
        </p:txBody>
      </p:sp>
      <p:sp>
        <p:nvSpPr>
          <p:cNvPr id="3" name="Content Placeholder 2">
            <a:extLst>
              <a:ext uri="{FF2B5EF4-FFF2-40B4-BE49-F238E27FC236}">
                <a16:creationId xmlns:a16="http://schemas.microsoft.com/office/drawing/2014/main" id="{0CF1849C-B23F-3D37-7DBA-A5DD23F243C7}"/>
              </a:ext>
            </a:extLst>
          </p:cNvPr>
          <p:cNvSpPr>
            <a:spLocks noGrp="1"/>
          </p:cNvSpPr>
          <p:nvPr>
            <p:ph idx="1"/>
          </p:nvPr>
        </p:nvSpPr>
        <p:spPr>
          <a:xfrm>
            <a:off x="2168437" y="4924949"/>
            <a:ext cx="4807122" cy="274768"/>
          </a:xfrm>
        </p:spPr>
        <p:txBody>
          <a:bodyPr/>
          <a:lstStyle/>
          <a:p>
            <a:r>
              <a:rPr lang="en-US" dirty="0"/>
              <a:t>Screenshot courtesy of Microsoft.</a:t>
            </a:r>
          </a:p>
        </p:txBody>
      </p:sp>
      <p:sp>
        <p:nvSpPr>
          <p:cNvPr id="5" name="Slide Number Placeholder 4">
            <a:extLst>
              <a:ext uri="{FF2B5EF4-FFF2-40B4-BE49-F238E27FC236}">
                <a16:creationId xmlns:a16="http://schemas.microsoft.com/office/drawing/2014/main" id="{E5C50328-BA06-19B0-7120-AFCCD7464DB6}"/>
              </a:ext>
            </a:extLst>
          </p:cNvPr>
          <p:cNvSpPr>
            <a:spLocks noGrp="1"/>
          </p:cNvSpPr>
          <p:nvPr>
            <p:ph type="sldNum" sz="quarter" idx="13"/>
          </p:nvPr>
        </p:nvSpPr>
        <p:spPr/>
        <p:txBody>
          <a:bodyPr/>
          <a:lstStyle/>
          <a:p>
            <a:fld id="{B7CF8A19-3A9E-4ABC-B336-2FDDE321C72D}" type="slidenum">
              <a:rPr lang="en-US" smtClean="0"/>
              <a:pPr/>
              <a:t>31</a:t>
            </a:fld>
            <a:endParaRPr lang="en-US" dirty="0"/>
          </a:p>
        </p:txBody>
      </p:sp>
      <p:pic>
        <p:nvPicPr>
          <p:cNvPr id="8" name="Picture 7" descr="A screenshot of the Devices and Printers section in Windows Control Panel showing various devices, multimedia devices, and printers.">
            <a:extLst>
              <a:ext uri="{FF2B5EF4-FFF2-40B4-BE49-F238E27FC236}">
                <a16:creationId xmlns:a16="http://schemas.microsoft.com/office/drawing/2014/main" id="{1ECD885F-6CBE-C344-A8F0-F52F8CB4E6E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168437" y="714879"/>
            <a:ext cx="4807122" cy="4169965"/>
          </a:xfrm>
          <a:prstGeom prst="rect">
            <a:avLst/>
          </a:prstGeom>
        </p:spPr>
      </p:pic>
    </p:spTree>
    <p:custDataLst>
      <p:tags r:id="rId1"/>
    </p:custDataLst>
    <p:extLst>
      <p:ext uri="{BB962C8B-B14F-4D97-AF65-F5344CB8AC3E}">
        <p14:creationId xmlns:p14="http://schemas.microsoft.com/office/powerpoint/2010/main" val="3196173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A8F8C-2CFC-A581-46E3-E23FE49B7B3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E9075F7-E396-BDA5-D5D9-F471488F3BC6}"/>
              </a:ext>
            </a:extLst>
          </p:cNvPr>
          <p:cNvSpPr>
            <a:spLocks noGrp="1"/>
          </p:cNvSpPr>
          <p:nvPr>
            <p:ph type="title"/>
          </p:nvPr>
        </p:nvSpPr>
        <p:spPr/>
        <p:txBody>
          <a:bodyPr/>
          <a:lstStyle/>
          <a:p>
            <a:pPr marL="71755"/>
            <a:r>
              <a:rPr lang="en-US" dirty="0">
                <a:latin typeface="Calibri"/>
                <a:ea typeface="Calibri"/>
                <a:cs typeface="Calibri"/>
              </a:rPr>
              <a:t>Display and Sound Settings </a:t>
            </a:r>
            <a:r>
              <a:rPr lang="en-US" sz="2000" dirty="0">
                <a:latin typeface="Calibri"/>
                <a:ea typeface="Calibri"/>
                <a:cs typeface="Calibri"/>
              </a:rPr>
              <a:t>(Slide 1 of 3)</a:t>
            </a:r>
            <a:endParaRPr lang="en-US" dirty="0"/>
          </a:p>
        </p:txBody>
      </p:sp>
      <p:sp>
        <p:nvSpPr>
          <p:cNvPr id="3" name="Content Placeholder 2">
            <a:extLst>
              <a:ext uri="{FF2B5EF4-FFF2-40B4-BE49-F238E27FC236}">
                <a16:creationId xmlns:a16="http://schemas.microsoft.com/office/drawing/2014/main" id="{B874E2C3-AA2A-27DD-05CD-DDDFD444C2B4}"/>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Scale </a:t>
            </a:r>
          </a:p>
          <a:p>
            <a:pPr lvl="1"/>
            <a:r>
              <a:rPr lang="en-US" dirty="0">
                <a:latin typeface="Calibri"/>
                <a:ea typeface="Calibri"/>
                <a:cs typeface="Calibri"/>
              </a:rPr>
              <a:t>Changes size proportions for large screens</a:t>
            </a:r>
            <a:endParaRPr lang="en-US" dirty="0">
              <a:ea typeface="Calibri" panose="020F0502020204030204" pitchFamily="34" charset="0"/>
            </a:endParaRPr>
          </a:p>
          <a:p>
            <a:r>
              <a:rPr lang="en-US" dirty="0">
                <a:latin typeface="Calibri"/>
                <a:ea typeface="Calibri"/>
                <a:cs typeface="Calibri"/>
              </a:rPr>
              <a:t>Color </a:t>
            </a:r>
          </a:p>
          <a:p>
            <a:pPr lvl="1"/>
            <a:r>
              <a:rPr lang="en-US" dirty="0">
                <a:latin typeface="Calibri"/>
                <a:ea typeface="Calibri"/>
                <a:cs typeface="Calibri"/>
              </a:rPr>
              <a:t>Changes monitor calibration for color matching</a:t>
            </a:r>
          </a:p>
          <a:p>
            <a:r>
              <a:rPr lang="en-US" dirty="0">
                <a:latin typeface="Calibri"/>
                <a:ea typeface="Calibri"/>
                <a:cs typeface="Calibri"/>
              </a:rPr>
              <a:t>Multiple displays </a:t>
            </a:r>
          </a:p>
          <a:p>
            <a:pPr lvl="1"/>
            <a:r>
              <a:rPr lang="en-US" dirty="0">
                <a:latin typeface="Calibri"/>
                <a:ea typeface="Calibri"/>
                <a:cs typeface="Calibri"/>
              </a:rPr>
              <a:t>Set up multiple screens and/or projector configuration</a:t>
            </a:r>
          </a:p>
        </p:txBody>
      </p:sp>
      <p:sp>
        <p:nvSpPr>
          <p:cNvPr id="4" name="Slide Number Placeholder 3">
            <a:extLst>
              <a:ext uri="{FF2B5EF4-FFF2-40B4-BE49-F238E27FC236}">
                <a16:creationId xmlns:a16="http://schemas.microsoft.com/office/drawing/2014/main" id="{13B9D6E0-68F3-959F-D4F7-FF6AE505E5FA}"/>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Tree>
    <p:custDataLst>
      <p:tags r:id="rId1"/>
    </p:custDataLst>
    <p:extLst>
      <p:ext uri="{BB962C8B-B14F-4D97-AF65-F5344CB8AC3E}">
        <p14:creationId xmlns:p14="http://schemas.microsoft.com/office/powerpoint/2010/main" val="1542238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C36DE-A145-4B4C-6069-2C2706B97A0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6AC2288-D656-EF27-C528-12282E8B357A}"/>
              </a:ext>
            </a:extLst>
          </p:cNvPr>
          <p:cNvSpPr>
            <a:spLocks noGrp="1"/>
          </p:cNvSpPr>
          <p:nvPr>
            <p:ph type="title"/>
          </p:nvPr>
        </p:nvSpPr>
        <p:spPr/>
        <p:txBody>
          <a:bodyPr/>
          <a:lstStyle/>
          <a:p>
            <a:pPr marL="71755"/>
            <a:r>
              <a:rPr lang="en-US" dirty="0">
                <a:latin typeface="Calibri"/>
                <a:ea typeface="Calibri"/>
                <a:cs typeface="Calibri"/>
              </a:rPr>
              <a:t>Display and Sound Settings </a:t>
            </a:r>
            <a:r>
              <a:rPr lang="en-US" sz="2000" dirty="0">
                <a:latin typeface="Calibri"/>
                <a:ea typeface="Calibri"/>
                <a:cs typeface="Calibri"/>
              </a:rPr>
              <a:t>(Slide 2 of 3)</a:t>
            </a:r>
            <a:endParaRPr lang="en-US" dirty="0"/>
          </a:p>
        </p:txBody>
      </p:sp>
      <p:sp>
        <p:nvSpPr>
          <p:cNvPr id="3" name="Content Placeholder 2">
            <a:extLst>
              <a:ext uri="{FF2B5EF4-FFF2-40B4-BE49-F238E27FC236}">
                <a16:creationId xmlns:a16="http://schemas.microsoft.com/office/drawing/2014/main" id="{E2C0688D-8DE4-B1B8-67D5-FAABF334886C}"/>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Resolution and refresh rate</a:t>
            </a:r>
            <a:endParaRPr lang="en-US" dirty="0">
              <a:ea typeface="Calibri"/>
            </a:endParaRPr>
          </a:p>
          <a:p>
            <a:pPr lvl="1"/>
            <a:r>
              <a:rPr lang="en-US" dirty="0">
                <a:latin typeface="Calibri"/>
                <a:ea typeface="Calibri"/>
                <a:cs typeface="Calibri"/>
              </a:rPr>
              <a:t>Resolution</a:t>
            </a:r>
          </a:p>
          <a:p>
            <a:pPr lvl="2"/>
            <a:r>
              <a:rPr lang="en-US" dirty="0">
                <a:latin typeface="Calibri"/>
                <a:ea typeface="Calibri"/>
                <a:cs typeface="Calibri"/>
              </a:rPr>
              <a:t>Pixel by pixel</a:t>
            </a:r>
          </a:p>
          <a:p>
            <a:pPr lvl="1"/>
            <a:r>
              <a:rPr lang="en-US" dirty="0">
                <a:latin typeface="Calibri"/>
                <a:ea typeface="Calibri"/>
                <a:cs typeface="Calibri"/>
              </a:rPr>
              <a:t>Refresh rate</a:t>
            </a:r>
          </a:p>
          <a:p>
            <a:pPr lvl="2"/>
            <a:r>
              <a:rPr lang="en-US" dirty="0">
                <a:latin typeface="Calibri"/>
                <a:ea typeface="Calibri"/>
                <a:cs typeface="Calibri"/>
              </a:rPr>
              <a:t>Speed of entire display refresh </a:t>
            </a:r>
          </a:p>
          <a:p>
            <a:pPr lvl="2"/>
            <a:r>
              <a:rPr lang="en-US" dirty="0">
                <a:latin typeface="Calibri"/>
                <a:ea typeface="Calibri"/>
                <a:cs typeface="Calibri"/>
              </a:rPr>
              <a:t>Expressed in Hz</a:t>
            </a:r>
          </a:p>
          <a:p>
            <a:r>
              <a:rPr lang="en-US" dirty="0">
                <a:latin typeface="Calibri"/>
                <a:ea typeface="Calibri"/>
                <a:cs typeface="Calibri"/>
              </a:rPr>
              <a:t>Sound</a:t>
            </a:r>
          </a:p>
          <a:p>
            <a:pPr lvl="1"/>
            <a:r>
              <a:rPr lang="en-US" dirty="0">
                <a:latin typeface="Calibri"/>
                <a:ea typeface="Calibri"/>
                <a:cs typeface="Calibri"/>
              </a:rPr>
              <a:t>Output and input device selection</a:t>
            </a:r>
          </a:p>
          <a:p>
            <a:pPr lvl="1"/>
            <a:r>
              <a:rPr lang="en-US" dirty="0">
                <a:latin typeface="Calibri"/>
                <a:ea typeface="Calibri"/>
                <a:cs typeface="Calibri"/>
              </a:rPr>
              <a:t>Level adjustment</a:t>
            </a:r>
          </a:p>
        </p:txBody>
      </p:sp>
      <p:sp>
        <p:nvSpPr>
          <p:cNvPr id="4" name="Slide Number Placeholder 3">
            <a:extLst>
              <a:ext uri="{FF2B5EF4-FFF2-40B4-BE49-F238E27FC236}">
                <a16:creationId xmlns:a16="http://schemas.microsoft.com/office/drawing/2014/main" id="{D7E50BD0-E30D-6268-A3B1-EAC59AAD7238}"/>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custDataLst>
      <p:tags r:id="rId1"/>
    </p:custDataLst>
    <p:extLst>
      <p:ext uri="{BB962C8B-B14F-4D97-AF65-F5344CB8AC3E}">
        <p14:creationId xmlns:p14="http://schemas.microsoft.com/office/powerpoint/2010/main" val="3103726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DB2ED-7888-85E4-00C5-50B9CE722AD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3CA8D1-6305-938F-8F9E-89E315841CE2}"/>
              </a:ext>
            </a:extLst>
          </p:cNvPr>
          <p:cNvSpPr>
            <a:spLocks noGrp="1"/>
          </p:cNvSpPr>
          <p:nvPr>
            <p:ph type="title"/>
          </p:nvPr>
        </p:nvSpPr>
        <p:spPr/>
        <p:txBody>
          <a:bodyPr/>
          <a:lstStyle/>
          <a:p>
            <a:pPr marL="71755"/>
            <a:r>
              <a:rPr lang="en-US" dirty="0">
                <a:latin typeface="Calibri"/>
                <a:ea typeface="Calibri"/>
                <a:cs typeface="Calibri"/>
              </a:rPr>
              <a:t>Display and Sound Settings </a:t>
            </a:r>
            <a:r>
              <a:rPr lang="en-US" sz="2000" dirty="0">
                <a:latin typeface="Calibri"/>
                <a:ea typeface="Calibri"/>
                <a:cs typeface="Calibri"/>
              </a:rPr>
              <a:t>(Slide 3 of 3)</a:t>
            </a:r>
            <a:endParaRPr lang="en-US" dirty="0"/>
          </a:p>
        </p:txBody>
      </p:sp>
      <p:sp>
        <p:nvSpPr>
          <p:cNvPr id="4" name="Slide Number Placeholder 3">
            <a:extLst>
              <a:ext uri="{FF2B5EF4-FFF2-40B4-BE49-F238E27FC236}">
                <a16:creationId xmlns:a16="http://schemas.microsoft.com/office/drawing/2014/main" id="{42CE7D2A-56C1-589C-A2FC-90D7ACD0F9BA}"/>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
        <p:nvSpPr>
          <p:cNvPr id="7" name="Content Placeholder 6" descr="A screenshot of the Sound settings in Windows.">
            <a:extLst>
              <a:ext uri="{FF2B5EF4-FFF2-40B4-BE49-F238E27FC236}">
                <a16:creationId xmlns:a16="http://schemas.microsoft.com/office/drawing/2014/main" id="{04BF43E2-E1B8-BE23-9267-EEBDA2E7CF38}"/>
              </a:ext>
            </a:extLst>
          </p:cNvPr>
          <p:cNvSpPr>
            <a:spLocks noGrp="1"/>
          </p:cNvSpPr>
          <p:nvPr>
            <p:ph idx="11"/>
          </p:nvPr>
        </p:nvSpPr>
        <p:spPr>
          <a:xfrm>
            <a:off x="146050" y="4868732"/>
            <a:ext cx="8870950" cy="274768"/>
          </a:xfrm>
        </p:spPr>
        <p:txBody>
          <a:bodyPr/>
          <a:lstStyle/>
          <a:p>
            <a:r>
              <a:rPr lang="en-US" dirty="0"/>
              <a:t>Screenshot courtesy of Microsoft.</a:t>
            </a:r>
          </a:p>
        </p:txBody>
      </p:sp>
      <p:pic>
        <p:nvPicPr>
          <p:cNvPr id="6" name="Picture 5" descr="A screenshot of the Sound settings in Windows.">
            <a:extLst>
              <a:ext uri="{FF2B5EF4-FFF2-40B4-BE49-F238E27FC236}">
                <a16:creationId xmlns:a16="http://schemas.microsoft.com/office/drawing/2014/main" id="{5E846A2B-72DE-09D2-A087-042292A82A1A}"/>
              </a:ext>
            </a:extLst>
          </p:cNvPr>
          <p:cNvPicPr>
            <a:picLocks noChangeAspect="1"/>
          </p:cNvPicPr>
          <p:nvPr/>
        </p:nvPicPr>
        <p:blipFill>
          <a:blip r:embed="rId4"/>
          <a:stretch>
            <a:fillRect/>
          </a:stretch>
        </p:blipFill>
        <p:spPr>
          <a:xfrm>
            <a:off x="1581651" y="754730"/>
            <a:ext cx="5999748" cy="4092913"/>
          </a:xfrm>
          <a:prstGeom prst="rect">
            <a:avLst/>
          </a:prstGeom>
        </p:spPr>
      </p:pic>
    </p:spTree>
    <p:custDataLst>
      <p:tags r:id="rId1"/>
    </p:custDataLst>
    <p:extLst>
      <p:ext uri="{BB962C8B-B14F-4D97-AF65-F5344CB8AC3E}">
        <p14:creationId xmlns:p14="http://schemas.microsoft.com/office/powerpoint/2010/main" val="3971751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F5410-C833-C4A8-A31A-4BC3115F2F9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9E594B2-A422-5076-8F09-670E5A35D7D6}"/>
              </a:ext>
            </a:extLst>
          </p:cNvPr>
          <p:cNvSpPr>
            <a:spLocks noGrp="1"/>
          </p:cNvSpPr>
          <p:nvPr>
            <p:ph type="title"/>
          </p:nvPr>
        </p:nvSpPr>
        <p:spPr/>
        <p:txBody>
          <a:bodyPr/>
          <a:lstStyle/>
          <a:p>
            <a:pPr marL="71755"/>
            <a:r>
              <a:rPr lang="en-US" dirty="0">
                <a:latin typeface="Calibri"/>
                <a:ea typeface="Calibri"/>
                <a:cs typeface="Calibri"/>
              </a:rPr>
              <a:t>Power Options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374DA56F-A6FD-5CE8-37F5-A4BB0E7BFBFF}"/>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Standby/suspend </a:t>
            </a:r>
          </a:p>
          <a:p>
            <a:pPr lvl="1"/>
            <a:r>
              <a:rPr lang="en-US" dirty="0">
                <a:latin typeface="Calibri"/>
                <a:ea typeface="Calibri"/>
                <a:cs typeface="Calibri"/>
              </a:rPr>
              <a:t>Removes power to most devices but maintains power to memory (RAM)</a:t>
            </a:r>
          </a:p>
          <a:p>
            <a:r>
              <a:rPr lang="en-US" dirty="0">
                <a:latin typeface="Calibri"/>
                <a:ea typeface="Calibri"/>
                <a:cs typeface="Calibri"/>
              </a:rPr>
              <a:t>Hibernate/suspend </a:t>
            </a:r>
          </a:p>
          <a:p>
            <a:pPr lvl="1"/>
            <a:r>
              <a:rPr lang="en-US" dirty="0">
                <a:latin typeface="Calibri"/>
                <a:ea typeface="Calibri"/>
                <a:cs typeface="Calibri"/>
              </a:rPr>
              <a:t>Removes power from all components </a:t>
            </a:r>
          </a:p>
          <a:p>
            <a:pPr lvl="1"/>
            <a:r>
              <a:rPr lang="en-US" dirty="0">
                <a:latin typeface="Calibri"/>
                <a:ea typeface="Calibri"/>
                <a:cs typeface="Calibri"/>
              </a:rPr>
              <a:t>Saves memory data to disk</a:t>
            </a:r>
          </a:p>
          <a:p>
            <a:r>
              <a:rPr lang="en-US" dirty="0">
                <a:latin typeface="Calibri"/>
                <a:ea typeface="Calibri"/>
                <a:cs typeface="Calibri"/>
              </a:rPr>
              <a:t>Power options</a:t>
            </a:r>
          </a:p>
          <a:p>
            <a:pPr lvl="1"/>
            <a:r>
              <a:rPr lang="en-US" dirty="0">
                <a:latin typeface="Calibri"/>
                <a:ea typeface="Calibri"/>
                <a:cs typeface="Calibri"/>
              </a:rPr>
              <a:t>Change power button functionality</a:t>
            </a:r>
          </a:p>
          <a:p>
            <a:pPr lvl="2"/>
            <a:r>
              <a:rPr lang="en-US" dirty="0">
                <a:latin typeface="Calibri"/>
                <a:ea typeface="Calibri"/>
                <a:cs typeface="Calibri"/>
              </a:rPr>
              <a:t>Power saver </a:t>
            </a:r>
          </a:p>
          <a:p>
            <a:pPr lvl="2"/>
            <a:r>
              <a:rPr lang="en-US" dirty="0">
                <a:latin typeface="Calibri"/>
                <a:ea typeface="Calibri"/>
                <a:cs typeface="Calibri"/>
              </a:rPr>
              <a:t>Balanced </a:t>
            </a:r>
          </a:p>
          <a:p>
            <a:pPr lvl="2"/>
            <a:r>
              <a:rPr lang="en-US" dirty="0">
                <a:latin typeface="Calibri"/>
                <a:ea typeface="Calibri"/>
                <a:cs typeface="Calibri"/>
              </a:rPr>
              <a:t>High performance</a:t>
            </a:r>
          </a:p>
        </p:txBody>
      </p:sp>
      <p:sp>
        <p:nvSpPr>
          <p:cNvPr id="4" name="Slide Number Placeholder 3">
            <a:extLst>
              <a:ext uri="{FF2B5EF4-FFF2-40B4-BE49-F238E27FC236}">
                <a16:creationId xmlns:a16="http://schemas.microsoft.com/office/drawing/2014/main" id="{30937A56-68A9-553F-7B41-95A80B679889}"/>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custDataLst>
      <p:tags r:id="rId1"/>
    </p:custDataLst>
    <p:extLst>
      <p:ext uri="{BB962C8B-B14F-4D97-AF65-F5344CB8AC3E}">
        <p14:creationId xmlns:p14="http://schemas.microsoft.com/office/powerpoint/2010/main" val="258907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9E7DB-9492-ECB1-417C-A3F5411E701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FAFABDE-0F89-893D-564C-2525A4AA49C3}"/>
              </a:ext>
            </a:extLst>
          </p:cNvPr>
          <p:cNvSpPr>
            <a:spLocks noGrp="1"/>
          </p:cNvSpPr>
          <p:nvPr>
            <p:ph type="title"/>
          </p:nvPr>
        </p:nvSpPr>
        <p:spPr/>
        <p:txBody>
          <a:bodyPr/>
          <a:lstStyle/>
          <a:p>
            <a:pPr marL="71755"/>
            <a:r>
              <a:rPr lang="en-US" dirty="0">
                <a:latin typeface="Calibri"/>
                <a:ea typeface="Calibri"/>
                <a:cs typeface="Calibri"/>
              </a:rPr>
              <a:t>Power Options </a:t>
            </a:r>
            <a:r>
              <a:rPr lang="en-US" sz="2000" dirty="0">
                <a:latin typeface="Calibri"/>
                <a:ea typeface="Calibri"/>
                <a:cs typeface="Calibri"/>
              </a:rPr>
              <a:t>(Slide 2 of 2)</a:t>
            </a:r>
            <a:endParaRPr lang="en-US" dirty="0"/>
          </a:p>
        </p:txBody>
      </p:sp>
      <p:pic>
        <p:nvPicPr>
          <p:cNvPr id="17" name="Picture 16" descr="A screenshot of the Power Options in the Windows Control Panel, showing Balanced and High performance power plans.">
            <a:extLst>
              <a:ext uri="{FF2B5EF4-FFF2-40B4-BE49-F238E27FC236}">
                <a16:creationId xmlns:a16="http://schemas.microsoft.com/office/drawing/2014/main" id="{93F0D117-709C-4838-D112-62EEB728AB2F}"/>
              </a:ext>
            </a:extLst>
          </p:cNvPr>
          <p:cNvPicPr>
            <a:picLocks noChangeAspect="1"/>
          </p:cNvPicPr>
          <p:nvPr/>
        </p:nvPicPr>
        <p:blipFill>
          <a:blip r:embed="rId4"/>
          <a:stretch>
            <a:fillRect/>
          </a:stretch>
        </p:blipFill>
        <p:spPr>
          <a:xfrm>
            <a:off x="2143334" y="756025"/>
            <a:ext cx="4876380" cy="4008974"/>
          </a:xfrm>
          <a:prstGeom prst="rect">
            <a:avLst/>
          </a:prstGeom>
        </p:spPr>
      </p:pic>
      <p:sp>
        <p:nvSpPr>
          <p:cNvPr id="7" name="Content Placeholder 6" descr="A screenshot of the Sound settings in Windows.">
            <a:extLst>
              <a:ext uri="{FF2B5EF4-FFF2-40B4-BE49-F238E27FC236}">
                <a16:creationId xmlns:a16="http://schemas.microsoft.com/office/drawing/2014/main" id="{DFCF1F95-0C9A-7507-C6DB-E9928BF88C7C}"/>
              </a:ext>
            </a:extLst>
          </p:cNvPr>
          <p:cNvSpPr>
            <a:spLocks noGrp="1"/>
          </p:cNvSpPr>
          <p:nvPr>
            <p:ph idx="11"/>
          </p:nvPr>
        </p:nvSpPr>
        <p:spPr>
          <a:xfrm>
            <a:off x="146049" y="4809597"/>
            <a:ext cx="8870950"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968054C8-8F47-B132-4198-8390A6B8E264}"/>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custDataLst>
      <p:tags r:id="rId1"/>
    </p:custDataLst>
    <p:extLst>
      <p:ext uri="{BB962C8B-B14F-4D97-AF65-F5344CB8AC3E}">
        <p14:creationId xmlns:p14="http://schemas.microsoft.com/office/powerpoint/2010/main" val="2486620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C5A2-A080-8CE1-0264-8D405A9933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99AEC0-4EB8-7207-1655-6AE5F6F87607}"/>
              </a:ext>
            </a:extLst>
          </p:cNvPr>
          <p:cNvSpPr>
            <a:spLocks noGrp="1"/>
          </p:cNvSpPr>
          <p:nvPr>
            <p:ph type="title"/>
          </p:nvPr>
        </p:nvSpPr>
        <p:spPr/>
        <p:txBody>
          <a:bodyPr/>
          <a:lstStyle/>
          <a:p>
            <a:r>
              <a:rPr lang="en-US" dirty="0"/>
              <a:t>Apps, Programs, and Features</a:t>
            </a:r>
          </a:p>
        </p:txBody>
      </p:sp>
      <p:sp>
        <p:nvSpPr>
          <p:cNvPr id="3" name="Content Placeholder 2">
            <a:extLst>
              <a:ext uri="{FF2B5EF4-FFF2-40B4-BE49-F238E27FC236}">
                <a16:creationId xmlns:a16="http://schemas.microsoft.com/office/drawing/2014/main" id="{841F5AA0-D055-1DB3-1AB4-484FFD56D1B4}"/>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Features </a:t>
            </a:r>
          </a:p>
          <a:p>
            <a:pPr lvl="1"/>
            <a:r>
              <a:rPr lang="en-US" dirty="0">
                <a:latin typeface="Calibri"/>
                <a:ea typeface="Calibri"/>
                <a:cs typeface="Calibri"/>
              </a:rPr>
              <a:t>Windows components of the OS that may be enabled/disabled</a:t>
            </a:r>
          </a:p>
          <a:p>
            <a:r>
              <a:rPr lang="en-US" dirty="0">
                <a:latin typeface="Calibri"/>
                <a:ea typeface="Calibri"/>
                <a:cs typeface="Calibri"/>
              </a:rPr>
              <a:t>Store apps </a:t>
            </a:r>
          </a:p>
          <a:p>
            <a:pPr lvl="1"/>
            <a:r>
              <a:rPr lang="en-US" dirty="0">
                <a:latin typeface="Calibri"/>
                <a:ea typeface="Calibri"/>
                <a:cs typeface="Calibri"/>
              </a:rPr>
              <a:t>Run in restricted sandbox to prevent system-wide changes</a:t>
            </a:r>
          </a:p>
          <a:p>
            <a:pPr lvl="1"/>
            <a:r>
              <a:rPr lang="en-US" dirty="0">
                <a:latin typeface="Calibri"/>
                <a:ea typeface="Calibri"/>
                <a:cs typeface="Calibri"/>
              </a:rPr>
              <a:t>Do not require admin privileges</a:t>
            </a:r>
          </a:p>
          <a:p>
            <a:r>
              <a:rPr lang="en-US" dirty="0">
                <a:latin typeface="Calibri"/>
                <a:ea typeface="Calibri"/>
                <a:cs typeface="Calibri"/>
              </a:rPr>
              <a:t>Windows Subsystem for Linux (WSL)</a:t>
            </a:r>
            <a:endParaRPr lang="en-US" dirty="0">
              <a:ea typeface="Calibri"/>
            </a:endParaRPr>
          </a:p>
          <a:p>
            <a:pPr lvl="1"/>
            <a:r>
              <a:rPr lang="en-US" dirty="0">
                <a:latin typeface="Calibri"/>
                <a:ea typeface="Calibri"/>
                <a:cs typeface="Calibri"/>
              </a:rPr>
              <a:t>Installation of Linux distribution without using a virtual machine</a:t>
            </a:r>
            <a:endParaRPr lang="en-US" dirty="0">
              <a:ea typeface="Calibri"/>
            </a:endParaRPr>
          </a:p>
        </p:txBody>
      </p:sp>
      <p:sp>
        <p:nvSpPr>
          <p:cNvPr id="4" name="Slide Number Placeholder 3">
            <a:extLst>
              <a:ext uri="{FF2B5EF4-FFF2-40B4-BE49-F238E27FC236}">
                <a16:creationId xmlns:a16="http://schemas.microsoft.com/office/drawing/2014/main" id="{1C98C077-AF2A-9BF6-F748-EE0CA55EEF92}"/>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2803408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16A1B-6BF2-7EE1-B161-F914BBD4A1C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128308-CB41-FF9A-1B09-0C2F717ECD34}"/>
              </a:ext>
            </a:extLst>
          </p:cNvPr>
          <p:cNvSpPr>
            <a:spLocks noGrp="1"/>
          </p:cNvSpPr>
          <p:nvPr>
            <p:ph type="title"/>
          </p:nvPr>
        </p:nvSpPr>
        <p:spPr/>
        <p:txBody>
          <a:bodyPr/>
          <a:lstStyle/>
          <a:p>
            <a:pPr marL="71755"/>
            <a:r>
              <a:rPr lang="en-US" dirty="0">
                <a:latin typeface="Calibri"/>
                <a:ea typeface="Calibri"/>
                <a:cs typeface="Calibri"/>
              </a:rPr>
              <a:t>Apps Settings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C43A0715-8D7E-183B-6CD3-245C8B64310A}"/>
              </a:ext>
            </a:extLst>
          </p:cNvPr>
          <p:cNvSpPr>
            <a:spLocks noGrp="1"/>
          </p:cNvSpPr>
          <p:nvPr>
            <p:ph idx="1"/>
          </p:nvPr>
        </p:nvSpPr>
        <p:spPr/>
        <p:txBody>
          <a:bodyPr vert="horz" lIns="91440" tIns="45720" rIns="91440" bIns="45720" rtlCol="0" anchor="t">
            <a:normAutofit lnSpcReduction="10000"/>
          </a:bodyPr>
          <a:lstStyle/>
          <a:p>
            <a:r>
              <a:rPr lang="en-US" dirty="0">
                <a:latin typeface="Calibri"/>
                <a:ea typeface="Calibri"/>
                <a:cs typeface="Calibri"/>
              </a:rPr>
              <a:t>Menu to view and uninstall applications and Windows features</a:t>
            </a:r>
          </a:p>
          <a:p>
            <a:r>
              <a:rPr lang="en-US" dirty="0">
                <a:latin typeface="Calibri"/>
                <a:ea typeface="Calibri"/>
                <a:cs typeface="Calibri"/>
              </a:rPr>
              <a:t>Configure default apps</a:t>
            </a:r>
          </a:p>
          <a:p>
            <a:r>
              <a:rPr lang="en-US" dirty="0">
                <a:latin typeface="Calibri"/>
                <a:ea typeface="Calibri"/>
                <a:cs typeface="Calibri"/>
              </a:rPr>
              <a:t>Auto-startup apps</a:t>
            </a:r>
          </a:p>
          <a:p>
            <a:r>
              <a:rPr lang="en-US" dirty="0">
                <a:latin typeface="Calibri"/>
                <a:ea typeface="Calibri"/>
                <a:cs typeface="Calibri"/>
              </a:rPr>
              <a:t>Programs and Features</a:t>
            </a:r>
          </a:p>
          <a:p>
            <a:pPr lvl="1"/>
            <a:r>
              <a:rPr lang="en-US" dirty="0">
                <a:latin typeface="Calibri"/>
                <a:ea typeface="Calibri"/>
                <a:cs typeface="Calibri"/>
              </a:rPr>
              <a:t>Legacy interface</a:t>
            </a:r>
            <a:endParaRPr lang="en-US" dirty="0">
              <a:ea typeface="Calibri"/>
            </a:endParaRPr>
          </a:p>
          <a:p>
            <a:r>
              <a:rPr lang="en-US" dirty="0">
                <a:latin typeface="Calibri"/>
                <a:ea typeface="Calibri"/>
                <a:cs typeface="Calibri"/>
              </a:rPr>
              <a:t>Mail </a:t>
            </a:r>
          </a:p>
          <a:p>
            <a:pPr lvl="1"/>
            <a:r>
              <a:rPr lang="en-US" dirty="0">
                <a:latin typeface="Calibri"/>
                <a:ea typeface="Calibri"/>
                <a:cs typeface="Calibri"/>
              </a:rPr>
              <a:t>Manage mail accounts for Microsoft Outlook</a:t>
            </a:r>
          </a:p>
          <a:p>
            <a:r>
              <a:rPr lang="en-US" dirty="0">
                <a:latin typeface="Calibri"/>
                <a:ea typeface="Calibri"/>
                <a:cs typeface="Calibri"/>
              </a:rPr>
              <a:t>Gaming for game mode on/off</a:t>
            </a:r>
          </a:p>
          <a:p>
            <a:pPr lvl="1"/>
            <a:r>
              <a:rPr lang="en-US" dirty="0">
                <a:latin typeface="Calibri"/>
                <a:ea typeface="Calibri"/>
                <a:cs typeface="Calibri"/>
              </a:rPr>
              <a:t>Suspends Windows updates and improves 3-D performance and frame rate for graphics</a:t>
            </a:r>
          </a:p>
        </p:txBody>
      </p:sp>
      <p:sp>
        <p:nvSpPr>
          <p:cNvPr id="4" name="Slide Number Placeholder 3">
            <a:extLst>
              <a:ext uri="{FF2B5EF4-FFF2-40B4-BE49-F238E27FC236}">
                <a16:creationId xmlns:a16="http://schemas.microsoft.com/office/drawing/2014/main" id="{8FD601E3-87C0-AAD1-798B-36314780C2AB}"/>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309824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9185-E7A0-6EDE-21FE-18D1A1EFFC0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C4AF6DB-C273-4BD1-E1C4-201349A50F45}"/>
              </a:ext>
            </a:extLst>
          </p:cNvPr>
          <p:cNvSpPr>
            <a:spLocks noGrp="1"/>
          </p:cNvSpPr>
          <p:nvPr>
            <p:ph type="title"/>
          </p:nvPr>
        </p:nvSpPr>
        <p:spPr/>
        <p:txBody>
          <a:bodyPr/>
          <a:lstStyle/>
          <a:p>
            <a:pPr marL="71755"/>
            <a:r>
              <a:rPr lang="en-US" dirty="0">
                <a:latin typeface="Calibri"/>
                <a:ea typeface="Calibri"/>
                <a:cs typeface="Calibri"/>
              </a:rPr>
              <a:t>Apps Settings </a:t>
            </a:r>
            <a:r>
              <a:rPr lang="en-US" sz="2000" dirty="0">
                <a:latin typeface="Calibri"/>
                <a:ea typeface="Calibri"/>
                <a:cs typeface="Calibri"/>
              </a:rPr>
              <a:t>(Slide 2 of 2)</a:t>
            </a:r>
            <a:endParaRPr lang="en-US" dirty="0"/>
          </a:p>
        </p:txBody>
      </p:sp>
      <p:pic>
        <p:nvPicPr>
          <p:cNvPr id="10" name="Content Placeholder 9" descr="A screenshot of the Apps section in Windows settings.">
            <a:extLst>
              <a:ext uri="{FF2B5EF4-FFF2-40B4-BE49-F238E27FC236}">
                <a16:creationId xmlns:a16="http://schemas.microsoft.com/office/drawing/2014/main" id="{309ECF2B-624B-9DDB-3F97-F41A5346ADFE}"/>
              </a:ext>
            </a:extLst>
          </p:cNvPr>
          <p:cNvPicPr>
            <a:picLocks noGrp="1" noChangeAspect="1"/>
          </p:cNvPicPr>
          <p:nvPr>
            <p:ph idx="12"/>
          </p:nvPr>
        </p:nvPicPr>
        <p:blipFill>
          <a:blip r:embed="rId4"/>
          <a:srcRect l="1219" t="-39" r="1439" b="-1"/>
          <a:stretch/>
        </p:blipFill>
        <p:spPr>
          <a:xfrm>
            <a:off x="384156" y="751985"/>
            <a:ext cx="3354604" cy="4048122"/>
          </a:xfrm>
          <a:prstGeom prst="rect">
            <a:avLst/>
          </a:prstGeom>
        </p:spPr>
      </p:pic>
      <p:pic>
        <p:nvPicPr>
          <p:cNvPr id="6" name="Picture Placeholder 8" descr="A screenshot of the Mail Setup - Outlook window.">
            <a:extLst>
              <a:ext uri="{FF2B5EF4-FFF2-40B4-BE49-F238E27FC236}">
                <a16:creationId xmlns:a16="http://schemas.microsoft.com/office/drawing/2014/main" id="{B2C3E673-CC6B-F2CB-9D3E-EF9B56FD14B5}"/>
              </a:ext>
            </a:extLst>
          </p:cNvPr>
          <p:cNvPicPr>
            <a:picLocks noChangeAspect="1"/>
          </p:cNvPicPr>
          <p:nvPr/>
        </p:nvPicPr>
        <p:blipFill>
          <a:blip r:embed="rId5" cstate="email">
            <a:extLst>
              <a:ext uri="{28A0092B-C50C-407E-A947-70E740481C1C}">
                <a14:useLocalDpi xmlns:a14="http://schemas.microsoft.com/office/drawing/2010/main"/>
              </a:ext>
            </a:extLst>
          </a:blip>
          <a:stretch/>
        </p:blipFill>
        <p:spPr>
          <a:xfrm>
            <a:off x="4379868" y="743893"/>
            <a:ext cx="4379976" cy="2878741"/>
          </a:xfrm>
          <a:prstGeom prst="rect">
            <a:avLst/>
          </a:prstGeom>
        </p:spPr>
      </p:pic>
      <p:sp>
        <p:nvSpPr>
          <p:cNvPr id="13" name="Content Placeholder 6" descr="A screenshot of the Sound settings in Windows.">
            <a:extLst>
              <a:ext uri="{FF2B5EF4-FFF2-40B4-BE49-F238E27FC236}">
                <a16:creationId xmlns:a16="http://schemas.microsoft.com/office/drawing/2014/main" id="{4C87DBD5-50F2-B260-A866-11DDDCACC68C}"/>
              </a:ext>
            </a:extLst>
          </p:cNvPr>
          <p:cNvSpPr>
            <a:spLocks noGrp="1"/>
          </p:cNvSpPr>
          <p:nvPr>
            <p:ph idx="1"/>
          </p:nvPr>
        </p:nvSpPr>
        <p:spPr>
          <a:xfrm>
            <a:off x="4379868" y="3661299"/>
            <a:ext cx="4379976" cy="274768"/>
          </a:xfrm>
        </p:spPr>
        <p:txBody>
          <a:bodyPr vert="horz" lIns="91440" tIns="45720" rIns="91440" bIns="45720" rtlCol="0" anchor="t">
            <a:normAutofit/>
          </a:bodyPr>
          <a:lstStyle/>
          <a:p>
            <a:pPr marL="0" indent="0" algn="ctr">
              <a:buNone/>
            </a:pPr>
            <a:r>
              <a:rPr lang="en-US" sz="900" i="1" dirty="0">
                <a:latin typeface="Calibri"/>
                <a:ea typeface="Calibri"/>
                <a:cs typeface="Calibri"/>
              </a:rPr>
              <a:t>Screenshot courtesy of Microsoft.</a:t>
            </a:r>
          </a:p>
        </p:txBody>
      </p:sp>
      <p:sp>
        <p:nvSpPr>
          <p:cNvPr id="4" name="Slide Number Placeholder 3">
            <a:extLst>
              <a:ext uri="{FF2B5EF4-FFF2-40B4-BE49-F238E27FC236}">
                <a16:creationId xmlns:a16="http://schemas.microsoft.com/office/drawing/2014/main" id="{F5159B59-BCF8-EA53-8ADA-D22F6804D562}"/>
              </a:ext>
            </a:extLst>
          </p:cNvPr>
          <p:cNvSpPr>
            <a:spLocks noGrp="1"/>
          </p:cNvSpPr>
          <p:nvPr>
            <p:ph type="sldNum" sz="quarter" idx="13"/>
          </p:nvPr>
        </p:nvSpPr>
        <p:spPr/>
        <p:txBody>
          <a:bodyPr/>
          <a:lstStyle/>
          <a:p>
            <a:fld id="{B7CF8A19-3A9E-4ABC-B336-2FDDE321C72D}" type="slidenum">
              <a:rPr lang="en-US" smtClean="0"/>
              <a:pPr/>
              <a:t>39</a:t>
            </a:fld>
            <a:endParaRPr lang="en-US" dirty="0"/>
          </a:p>
        </p:txBody>
      </p:sp>
      <p:sp>
        <p:nvSpPr>
          <p:cNvPr id="2" name="Content Placeholder 6" descr="A screenshot of the Sound settings in Windows.">
            <a:extLst>
              <a:ext uri="{FF2B5EF4-FFF2-40B4-BE49-F238E27FC236}">
                <a16:creationId xmlns:a16="http://schemas.microsoft.com/office/drawing/2014/main" id="{617008F1-E0BE-A37C-2ED0-3216ABB39256}"/>
              </a:ext>
            </a:extLst>
          </p:cNvPr>
          <p:cNvSpPr txBox="1">
            <a:spLocks/>
          </p:cNvSpPr>
          <p:nvPr/>
        </p:nvSpPr>
        <p:spPr>
          <a:xfrm>
            <a:off x="384156" y="4847643"/>
            <a:ext cx="3354604" cy="274768"/>
          </a:xfrm>
          <a:prstGeom prst="rect">
            <a:avLst/>
          </a:prstGeom>
        </p:spPr>
        <p:txBody>
          <a:bodyPr vert="horz" lIns="91440" tIns="45720" rIns="91440" bIns="45720" rtlCol="0" anchor="t">
            <a:normAutofit/>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 typeface="Arial" panose="020B0604020202020204" pitchFamily="34" charset="0"/>
              <a:buNone/>
            </a:pPr>
            <a:r>
              <a:rPr lang="en-US" sz="900" i="1" dirty="0">
                <a:latin typeface="Calibri"/>
                <a:ea typeface="Calibri"/>
                <a:cs typeface="Calibri"/>
              </a:rPr>
              <a:t>Screenshot courtesy of Microsoft.</a:t>
            </a:r>
          </a:p>
        </p:txBody>
      </p:sp>
    </p:spTree>
    <p:custDataLst>
      <p:tags r:id="rId1"/>
    </p:custDataLst>
    <p:extLst>
      <p:ext uri="{BB962C8B-B14F-4D97-AF65-F5344CB8AC3E}">
        <p14:creationId xmlns:p14="http://schemas.microsoft.com/office/powerpoint/2010/main" val="32661909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DD452-0357-CEDD-5F8F-12119F37AE3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BE858B-A9EF-3666-1073-244AA52D2E29}"/>
              </a:ext>
            </a:extLst>
          </p:cNvPr>
          <p:cNvSpPr>
            <a:spLocks noGrp="1"/>
          </p:cNvSpPr>
          <p:nvPr>
            <p:ph type="title"/>
          </p:nvPr>
        </p:nvSpPr>
        <p:spPr/>
        <p:txBody>
          <a:bodyPr/>
          <a:lstStyle/>
          <a:p>
            <a:r>
              <a:rPr lang="en-US" dirty="0"/>
              <a:t>Network Settings </a:t>
            </a:r>
            <a:r>
              <a:rPr lang="en-US" sz="2000" dirty="0"/>
              <a:t>(Slide 1 of 2)</a:t>
            </a:r>
            <a:endParaRPr lang="en-US" dirty="0"/>
          </a:p>
        </p:txBody>
      </p:sp>
      <p:sp>
        <p:nvSpPr>
          <p:cNvPr id="3" name="Content Placeholder 2">
            <a:extLst>
              <a:ext uri="{FF2B5EF4-FFF2-40B4-BE49-F238E27FC236}">
                <a16:creationId xmlns:a16="http://schemas.microsoft.com/office/drawing/2014/main" id="{83568FDD-7A8B-7671-A568-0548B9A0C686}"/>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Network and Internet Settings</a:t>
            </a:r>
          </a:p>
          <a:p>
            <a:pPr lvl="1"/>
            <a:r>
              <a:rPr lang="en-US" dirty="0">
                <a:latin typeface="Calibri"/>
                <a:ea typeface="Calibri"/>
                <a:cs typeface="Calibri"/>
              </a:rPr>
              <a:t>Network status, IP properties, and other tools</a:t>
            </a:r>
          </a:p>
          <a:p>
            <a:r>
              <a:rPr lang="en-US" dirty="0">
                <a:latin typeface="Calibri"/>
                <a:ea typeface="Calibri"/>
                <a:cs typeface="Calibri"/>
              </a:rPr>
              <a:t>Network Connections </a:t>
            </a:r>
          </a:p>
          <a:p>
            <a:pPr lvl="1"/>
            <a:r>
              <a:rPr lang="en-US" dirty="0">
                <a:latin typeface="Calibri"/>
                <a:ea typeface="Calibri"/>
                <a:cs typeface="Calibri"/>
              </a:rPr>
              <a:t>Change IP properties of network adapters</a:t>
            </a:r>
          </a:p>
          <a:p>
            <a:r>
              <a:rPr lang="en-US" dirty="0">
                <a:latin typeface="Calibri"/>
                <a:ea typeface="Calibri"/>
                <a:cs typeface="Calibri"/>
              </a:rPr>
              <a:t>Use Network and Sharing Center </a:t>
            </a:r>
          </a:p>
          <a:p>
            <a:pPr lvl="1"/>
            <a:r>
              <a:rPr lang="en-US" dirty="0">
                <a:latin typeface="Calibri"/>
                <a:ea typeface="Calibri"/>
                <a:cs typeface="Calibri"/>
              </a:rPr>
              <a:t>See status information</a:t>
            </a:r>
          </a:p>
        </p:txBody>
      </p:sp>
      <p:sp>
        <p:nvSpPr>
          <p:cNvPr id="4" name="Slide Number Placeholder 3">
            <a:extLst>
              <a:ext uri="{FF2B5EF4-FFF2-40B4-BE49-F238E27FC236}">
                <a16:creationId xmlns:a16="http://schemas.microsoft.com/office/drawing/2014/main" id="{59E6D2D7-67A0-AE31-6682-9B33C8A2165A}"/>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Tree>
    <p:custDataLst>
      <p:tags r:id="rId1"/>
    </p:custDataLst>
    <p:extLst>
      <p:ext uri="{BB962C8B-B14F-4D97-AF65-F5344CB8AC3E}">
        <p14:creationId xmlns:p14="http://schemas.microsoft.com/office/powerpoint/2010/main" val="9407987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8E5E2-533B-FCB1-E02C-A324ECA94F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8AC9B1E-EE61-C846-DD5B-40C10E268D44}"/>
              </a:ext>
            </a:extLst>
          </p:cNvPr>
          <p:cNvSpPr>
            <a:spLocks noGrp="1"/>
          </p:cNvSpPr>
          <p:nvPr>
            <p:ph type="title"/>
          </p:nvPr>
        </p:nvSpPr>
        <p:spPr/>
        <p:txBody>
          <a:bodyPr/>
          <a:lstStyle/>
          <a:p>
            <a:r>
              <a:rPr lang="en-US" dirty="0"/>
              <a:t>Network Settings </a:t>
            </a:r>
            <a:r>
              <a:rPr lang="en-US" sz="2000" dirty="0"/>
              <a:t>(Slide 2 of 2)</a:t>
            </a:r>
            <a:endParaRPr lang="en-US" dirty="0"/>
          </a:p>
        </p:txBody>
      </p:sp>
      <p:sp>
        <p:nvSpPr>
          <p:cNvPr id="3" name="Content Placeholder 2">
            <a:extLst>
              <a:ext uri="{FF2B5EF4-FFF2-40B4-BE49-F238E27FC236}">
                <a16:creationId xmlns:a16="http://schemas.microsoft.com/office/drawing/2014/main" id="{7BF69591-F9FE-40EC-71ED-BDB44AD9C6D6}"/>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Advanced sharing </a:t>
            </a:r>
          </a:p>
          <a:p>
            <a:pPr lvl="1"/>
            <a:r>
              <a:rPr lang="en-US" dirty="0">
                <a:latin typeface="Calibri"/>
                <a:ea typeface="Calibri"/>
                <a:cs typeface="Calibri"/>
              </a:rPr>
              <a:t>Configure network discovery options and file/printer sharing</a:t>
            </a:r>
          </a:p>
          <a:p>
            <a:r>
              <a:rPr lang="en-US" dirty="0">
                <a:latin typeface="Calibri"/>
                <a:ea typeface="Calibri"/>
                <a:cs typeface="Calibri"/>
              </a:rPr>
              <a:t>Windows Defender Firewall</a:t>
            </a:r>
          </a:p>
          <a:p>
            <a:r>
              <a:rPr lang="en-US" dirty="0">
                <a:latin typeface="Calibri"/>
                <a:ea typeface="Calibri"/>
                <a:cs typeface="Calibri"/>
              </a:rPr>
              <a:t>Internet options </a:t>
            </a:r>
          </a:p>
          <a:p>
            <a:pPr lvl="1"/>
            <a:r>
              <a:rPr lang="en-US" dirty="0">
                <a:latin typeface="Calibri"/>
                <a:ea typeface="Calibri"/>
                <a:cs typeface="Calibri"/>
              </a:rPr>
              <a:t>System-wide web browser settings</a:t>
            </a:r>
          </a:p>
        </p:txBody>
      </p:sp>
      <p:sp>
        <p:nvSpPr>
          <p:cNvPr id="4" name="Slide Number Placeholder 3">
            <a:extLst>
              <a:ext uri="{FF2B5EF4-FFF2-40B4-BE49-F238E27FC236}">
                <a16:creationId xmlns:a16="http://schemas.microsoft.com/office/drawing/2014/main" id="{7CA97D8A-B833-645F-CBC9-54D1D0B14240}"/>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Tree>
    <p:custDataLst>
      <p:tags r:id="rId1"/>
    </p:custDataLst>
    <p:extLst>
      <p:ext uri="{BB962C8B-B14F-4D97-AF65-F5344CB8AC3E}">
        <p14:creationId xmlns:p14="http://schemas.microsoft.com/office/powerpoint/2010/main" val="3817359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08CC-7754-351E-F2CE-1903657BD4A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FC4270-F6A8-86BC-AAC5-CD39AC1B9ABA}"/>
              </a:ext>
            </a:extLst>
          </p:cNvPr>
          <p:cNvSpPr>
            <a:spLocks noGrp="1"/>
          </p:cNvSpPr>
          <p:nvPr>
            <p:ph type="title"/>
          </p:nvPr>
        </p:nvSpPr>
        <p:spPr/>
        <p:txBody>
          <a:bodyPr/>
          <a:lstStyle/>
          <a:p>
            <a:pPr marL="71755"/>
            <a:r>
              <a:rPr lang="en-US" dirty="0">
                <a:latin typeface="Calibri"/>
                <a:ea typeface="Calibri"/>
                <a:cs typeface="Calibri"/>
              </a:rPr>
              <a:t>Administrative Tools </a:t>
            </a:r>
            <a:r>
              <a:rPr lang="en-US" sz="2000" dirty="0">
                <a:latin typeface="Calibri"/>
                <a:ea typeface="Calibri"/>
                <a:cs typeface="Calibri"/>
              </a:rPr>
              <a:t>(Slide 1 of 4)</a:t>
            </a:r>
            <a:endParaRPr lang="en-US" dirty="0"/>
          </a:p>
        </p:txBody>
      </p:sp>
      <p:sp>
        <p:nvSpPr>
          <p:cNvPr id="3" name="Content Placeholder 2">
            <a:extLst>
              <a:ext uri="{FF2B5EF4-FFF2-40B4-BE49-F238E27FC236}">
                <a16:creationId xmlns:a16="http://schemas.microsoft.com/office/drawing/2014/main" id="{055AD076-E38C-5D29-56ED-0B0BCF35E87F}"/>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Computer Management (compmgmt.msc)</a:t>
            </a:r>
            <a:endParaRPr lang="en-US" dirty="0"/>
          </a:p>
          <a:p>
            <a:r>
              <a:rPr lang="en-US" dirty="0">
                <a:solidFill>
                  <a:srgbClr val="253644"/>
                </a:solidFill>
                <a:latin typeface="Calibri"/>
                <a:ea typeface="Calibri"/>
                <a:cs typeface="Calibri"/>
              </a:rPr>
              <a:t>Defragment and Optimize Drives (dfrgui.exe)</a:t>
            </a:r>
          </a:p>
          <a:p>
            <a:r>
              <a:rPr lang="en-US" dirty="0">
                <a:solidFill>
                  <a:srgbClr val="253644"/>
                </a:solidFill>
                <a:ea typeface="Calibri"/>
              </a:rPr>
              <a:t>Disk Cleanup (cleanmgr.exe)</a:t>
            </a:r>
          </a:p>
          <a:p>
            <a:r>
              <a:rPr lang="en-US" dirty="0">
                <a:solidFill>
                  <a:srgbClr val="253644"/>
                </a:solidFill>
                <a:ea typeface="Calibri"/>
              </a:rPr>
              <a:t>Event Viewer (eventvwr.msc)</a:t>
            </a:r>
          </a:p>
          <a:p>
            <a:r>
              <a:rPr lang="en-US" dirty="0">
                <a:solidFill>
                  <a:srgbClr val="253644"/>
                </a:solidFill>
                <a:ea typeface="Calibri"/>
              </a:rPr>
              <a:t>Local Security Policy (secpol.msc)</a:t>
            </a:r>
          </a:p>
        </p:txBody>
      </p:sp>
      <p:sp>
        <p:nvSpPr>
          <p:cNvPr id="4" name="Slide Number Placeholder 3">
            <a:extLst>
              <a:ext uri="{FF2B5EF4-FFF2-40B4-BE49-F238E27FC236}">
                <a16:creationId xmlns:a16="http://schemas.microsoft.com/office/drawing/2014/main" id="{1828EC9E-075D-E952-CDEC-6791A7BDC415}"/>
              </a:ext>
            </a:extLst>
          </p:cNvPr>
          <p:cNvSpPr>
            <a:spLocks noGrp="1"/>
          </p:cNvSpPr>
          <p:nvPr>
            <p:ph type="sldNum" sz="quarter" idx="10"/>
          </p:nvPr>
        </p:nvSpPr>
        <p:spPr/>
        <p:txBody>
          <a:bodyPr/>
          <a:lstStyle/>
          <a:p>
            <a:fld id="{B7CF8A19-3A9E-4ABC-B336-2FDDE321C72D}" type="slidenum">
              <a:rPr lang="en-US" smtClean="0"/>
              <a:pPr/>
              <a:t>42</a:t>
            </a:fld>
            <a:endParaRPr lang="en-US" dirty="0"/>
          </a:p>
        </p:txBody>
      </p:sp>
    </p:spTree>
    <p:custDataLst>
      <p:tags r:id="rId1"/>
    </p:custDataLst>
    <p:extLst>
      <p:ext uri="{BB962C8B-B14F-4D97-AF65-F5344CB8AC3E}">
        <p14:creationId xmlns:p14="http://schemas.microsoft.com/office/powerpoint/2010/main" val="3874402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0F91D-8265-93FA-67C3-CFC01FA4FB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7DA3BD9-FB1B-DCD6-2353-8E3E0E9CA6ED}"/>
              </a:ext>
            </a:extLst>
          </p:cNvPr>
          <p:cNvSpPr>
            <a:spLocks noGrp="1"/>
          </p:cNvSpPr>
          <p:nvPr>
            <p:ph type="title"/>
          </p:nvPr>
        </p:nvSpPr>
        <p:spPr/>
        <p:txBody>
          <a:bodyPr/>
          <a:lstStyle/>
          <a:p>
            <a:pPr marL="71755"/>
            <a:r>
              <a:rPr lang="en-US" dirty="0">
                <a:latin typeface="Calibri"/>
                <a:ea typeface="Calibri"/>
                <a:cs typeface="Calibri"/>
              </a:rPr>
              <a:t>Administrative Tools </a:t>
            </a:r>
            <a:r>
              <a:rPr lang="en-US" sz="2000" dirty="0">
                <a:latin typeface="Calibri"/>
                <a:ea typeface="Calibri"/>
                <a:cs typeface="Calibri"/>
              </a:rPr>
              <a:t>(Slide 2 of 4)</a:t>
            </a:r>
            <a:endParaRPr lang="en-US" dirty="0"/>
          </a:p>
        </p:txBody>
      </p:sp>
      <p:sp>
        <p:nvSpPr>
          <p:cNvPr id="3" name="Content Placeholder 2">
            <a:extLst>
              <a:ext uri="{FF2B5EF4-FFF2-40B4-BE49-F238E27FC236}">
                <a16:creationId xmlns:a16="http://schemas.microsoft.com/office/drawing/2014/main" id="{034F9D18-7C73-4FEC-9351-09AE0F72DB45}"/>
              </a:ext>
            </a:extLst>
          </p:cNvPr>
          <p:cNvSpPr>
            <a:spLocks noGrp="1"/>
          </p:cNvSpPr>
          <p:nvPr>
            <p:ph idx="1"/>
          </p:nvPr>
        </p:nvSpPr>
        <p:spPr/>
        <p:txBody>
          <a:bodyPr vert="horz" lIns="91440" tIns="45720" rIns="91440" bIns="45720" rtlCol="0" anchor="t">
            <a:normAutofit/>
          </a:bodyPr>
          <a:lstStyle/>
          <a:p>
            <a:r>
              <a:rPr lang="en-US" dirty="0">
                <a:solidFill>
                  <a:srgbClr val="253644"/>
                </a:solidFill>
                <a:latin typeface="Calibri"/>
                <a:ea typeface="Calibri"/>
                <a:cs typeface="Calibri"/>
              </a:rPr>
              <a:t>Resource Monitor (resmon.exe)</a:t>
            </a:r>
          </a:p>
          <a:p>
            <a:r>
              <a:rPr lang="en-US" dirty="0">
                <a:solidFill>
                  <a:srgbClr val="253644"/>
                </a:solidFill>
                <a:latin typeface="Calibri"/>
                <a:ea typeface="Calibri"/>
                <a:cs typeface="Calibri"/>
              </a:rPr>
              <a:t>Performance Monitoring (perfmon.msc)</a:t>
            </a:r>
          </a:p>
          <a:p>
            <a:r>
              <a:rPr lang="en-US" dirty="0">
                <a:solidFill>
                  <a:srgbClr val="253644"/>
                </a:solidFill>
                <a:ea typeface="Calibri"/>
              </a:rPr>
              <a:t>Registry Editor (regedit.exe)</a:t>
            </a:r>
          </a:p>
          <a:p>
            <a:r>
              <a:rPr lang="en-US" dirty="0">
                <a:solidFill>
                  <a:srgbClr val="253644"/>
                </a:solidFill>
                <a:latin typeface="Calibri"/>
                <a:ea typeface="Calibri"/>
                <a:cs typeface="Calibri"/>
              </a:rPr>
              <a:t>Services console (services.msc)</a:t>
            </a:r>
            <a:endParaRPr lang="en-US" dirty="0">
              <a:solidFill>
                <a:srgbClr val="253644"/>
              </a:solidFill>
              <a:ea typeface="Calibri"/>
            </a:endParaRPr>
          </a:p>
          <a:p>
            <a:r>
              <a:rPr lang="en-US" dirty="0">
                <a:solidFill>
                  <a:srgbClr val="253644"/>
                </a:solidFill>
                <a:ea typeface="Calibri"/>
              </a:rPr>
              <a:t>Task Scheduler (taskschd.msc)</a:t>
            </a:r>
          </a:p>
        </p:txBody>
      </p:sp>
      <p:sp>
        <p:nvSpPr>
          <p:cNvPr id="4" name="Slide Number Placeholder 3">
            <a:extLst>
              <a:ext uri="{FF2B5EF4-FFF2-40B4-BE49-F238E27FC236}">
                <a16:creationId xmlns:a16="http://schemas.microsoft.com/office/drawing/2014/main" id="{FF977720-E202-091B-898C-C626B3F89C5E}"/>
              </a:ext>
            </a:extLst>
          </p:cNvPr>
          <p:cNvSpPr>
            <a:spLocks noGrp="1"/>
          </p:cNvSpPr>
          <p:nvPr>
            <p:ph type="sldNum" sz="quarter" idx="10"/>
          </p:nvPr>
        </p:nvSpPr>
        <p:spPr/>
        <p:txBody>
          <a:bodyPr/>
          <a:lstStyle/>
          <a:p>
            <a:fld id="{B7CF8A19-3A9E-4ABC-B336-2FDDE321C72D}" type="slidenum">
              <a:rPr lang="en-US" smtClean="0"/>
              <a:pPr/>
              <a:t>43</a:t>
            </a:fld>
            <a:endParaRPr lang="en-US" dirty="0"/>
          </a:p>
        </p:txBody>
      </p:sp>
    </p:spTree>
    <p:custDataLst>
      <p:tags r:id="rId1"/>
    </p:custDataLst>
    <p:extLst>
      <p:ext uri="{BB962C8B-B14F-4D97-AF65-F5344CB8AC3E}">
        <p14:creationId xmlns:p14="http://schemas.microsoft.com/office/powerpoint/2010/main" val="1467099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89929-731E-BCE2-9A90-C2ABE67EA13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D5110D8-B432-92B4-67BF-000BF59D7A26}"/>
              </a:ext>
            </a:extLst>
          </p:cNvPr>
          <p:cNvSpPr>
            <a:spLocks noGrp="1"/>
          </p:cNvSpPr>
          <p:nvPr>
            <p:ph type="title"/>
          </p:nvPr>
        </p:nvSpPr>
        <p:spPr/>
        <p:txBody>
          <a:bodyPr/>
          <a:lstStyle/>
          <a:p>
            <a:pPr marL="71755"/>
            <a:r>
              <a:rPr lang="en-US" dirty="0">
                <a:latin typeface="Calibri"/>
                <a:ea typeface="Calibri"/>
                <a:cs typeface="Calibri"/>
              </a:rPr>
              <a:t>Administrative Tools </a:t>
            </a:r>
            <a:r>
              <a:rPr lang="en-US" sz="2000" dirty="0">
                <a:latin typeface="Calibri"/>
                <a:ea typeface="Calibri"/>
                <a:cs typeface="Calibri"/>
              </a:rPr>
              <a:t>(Slide 3 of 4)</a:t>
            </a:r>
            <a:endParaRPr lang="en-US" dirty="0"/>
          </a:p>
        </p:txBody>
      </p:sp>
      <p:pic>
        <p:nvPicPr>
          <p:cNvPr id="12" name="Picture 11" descr="A screenshot of the Windows Tools section in the Control Panel displaying various tools.">
            <a:extLst>
              <a:ext uri="{FF2B5EF4-FFF2-40B4-BE49-F238E27FC236}">
                <a16:creationId xmlns:a16="http://schemas.microsoft.com/office/drawing/2014/main" id="{5194FAF3-3F01-0C35-E0F0-8ECFDE49D4C6}"/>
              </a:ext>
            </a:extLst>
          </p:cNvPr>
          <p:cNvPicPr>
            <a:picLocks noChangeAspect="1"/>
          </p:cNvPicPr>
          <p:nvPr/>
        </p:nvPicPr>
        <p:blipFill>
          <a:blip r:embed="rId4"/>
          <a:stretch>
            <a:fillRect/>
          </a:stretch>
        </p:blipFill>
        <p:spPr>
          <a:xfrm>
            <a:off x="2222974" y="750724"/>
            <a:ext cx="4698049" cy="3703320"/>
          </a:xfrm>
          <a:prstGeom prst="rect">
            <a:avLst/>
          </a:prstGeom>
          <a:noFill/>
          <a:ln>
            <a:noFill/>
          </a:ln>
        </p:spPr>
      </p:pic>
      <p:sp>
        <p:nvSpPr>
          <p:cNvPr id="7" name="Content Placeholder 6" descr="A screenshot of the Sound settings in Windows.">
            <a:extLst>
              <a:ext uri="{FF2B5EF4-FFF2-40B4-BE49-F238E27FC236}">
                <a16:creationId xmlns:a16="http://schemas.microsoft.com/office/drawing/2014/main" id="{3BCE4AAA-AE5C-CC07-4899-78574F4EDFEA}"/>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25A6B860-F780-DA66-EFDB-33AF80F1108A}"/>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Tree>
    <p:custDataLst>
      <p:tags r:id="rId1"/>
    </p:custDataLst>
    <p:extLst>
      <p:ext uri="{BB962C8B-B14F-4D97-AF65-F5344CB8AC3E}">
        <p14:creationId xmlns:p14="http://schemas.microsoft.com/office/powerpoint/2010/main" val="1755324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73B29-6597-F24A-D644-E321709B5B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67D5515-67F6-048F-611A-DC88BC6277E2}"/>
              </a:ext>
            </a:extLst>
          </p:cNvPr>
          <p:cNvSpPr>
            <a:spLocks noGrp="1"/>
          </p:cNvSpPr>
          <p:nvPr>
            <p:ph type="title"/>
          </p:nvPr>
        </p:nvSpPr>
        <p:spPr/>
        <p:txBody>
          <a:bodyPr/>
          <a:lstStyle/>
          <a:p>
            <a:pPr marL="71755"/>
            <a:r>
              <a:rPr lang="en-US" dirty="0">
                <a:latin typeface="Calibri"/>
                <a:ea typeface="Calibri"/>
                <a:cs typeface="Calibri"/>
              </a:rPr>
              <a:t>Administrative Tools </a:t>
            </a:r>
            <a:r>
              <a:rPr lang="en-US" sz="2000" dirty="0">
                <a:latin typeface="Calibri"/>
                <a:ea typeface="Calibri"/>
                <a:cs typeface="Calibri"/>
              </a:rPr>
              <a:t>(Slide 4 of 4)</a:t>
            </a:r>
            <a:endParaRPr lang="en-US" dirty="0"/>
          </a:p>
        </p:txBody>
      </p:sp>
      <p:pic>
        <p:nvPicPr>
          <p:cNvPr id="6" name="Picture Placeholder 5" descr="A screenshot of the Computer Management console.">
            <a:extLst>
              <a:ext uri="{FF2B5EF4-FFF2-40B4-BE49-F238E27FC236}">
                <a16:creationId xmlns:a16="http://schemas.microsoft.com/office/drawing/2014/main" id="{F462D53E-BF05-FA91-E647-679A04BAE648}"/>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993274" y="722182"/>
            <a:ext cx="5157449" cy="3703320"/>
          </a:xfrm>
          <a:prstGeom prst="rect">
            <a:avLst/>
          </a:prstGeom>
          <a:ln>
            <a:solidFill>
              <a:schemeClr val="bg1">
                <a:lumMod val="85000"/>
              </a:schemeClr>
            </a:solidFill>
          </a:ln>
        </p:spPr>
      </p:pic>
      <p:sp>
        <p:nvSpPr>
          <p:cNvPr id="7" name="Content Placeholder 6" descr="A screenshot of the Sound settings in Windows.">
            <a:extLst>
              <a:ext uri="{FF2B5EF4-FFF2-40B4-BE49-F238E27FC236}">
                <a16:creationId xmlns:a16="http://schemas.microsoft.com/office/drawing/2014/main" id="{6403A375-551D-148C-106F-D3FB6F342B05}"/>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556D7192-4E25-DA57-5919-5A64FCA3AC8B}"/>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Tree>
    <p:custDataLst>
      <p:tags r:id="rId1"/>
    </p:custDataLst>
    <p:extLst>
      <p:ext uri="{BB962C8B-B14F-4D97-AF65-F5344CB8AC3E}">
        <p14:creationId xmlns:p14="http://schemas.microsoft.com/office/powerpoint/2010/main" val="2153357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94F89-33DD-5972-0511-EACBFC4446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1EF09F2-D75F-86C3-126A-7D9D21E5B42B}"/>
              </a:ext>
            </a:extLst>
          </p:cNvPr>
          <p:cNvSpPr>
            <a:spLocks noGrp="1"/>
          </p:cNvSpPr>
          <p:nvPr>
            <p:ph type="title"/>
          </p:nvPr>
        </p:nvSpPr>
        <p:spPr/>
        <p:txBody>
          <a:bodyPr/>
          <a:lstStyle/>
          <a:p>
            <a:pPr marL="71755"/>
            <a:r>
              <a:rPr lang="en-US" dirty="0">
                <a:latin typeface="Calibri"/>
                <a:ea typeface="Calibri"/>
                <a:cs typeface="Calibri"/>
              </a:rPr>
              <a:t>Management Shortcuts </a:t>
            </a:r>
            <a:r>
              <a:rPr lang="en-US" sz="2000" dirty="0">
                <a:latin typeface="Calibri"/>
                <a:ea typeface="Calibri"/>
                <a:cs typeface="Calibri"/>
              </a:rPr>
              <a:t>(Slide 1 of 3)</a:t>
            </a:r>
            <a:endParaRPr lang="en-US" dirty="0"/>
          </a:p>
        </p:txBody>
      </p:sp>
      <p:sp>
        <p:nvSpPr>
          <p:cNvPr id="3" name="Content Placeholder 2">
            <a:extLst>
              <a:ext uri="{FF2B5EF4-FFF2-40B4-BE49-F238E27FC236}">
                <a16:creationId xmlns:a16="http://schemas.microsoft.com/office/drawing/2014/main" id="{940DB6BC-A34C-3B57-2D79-5B0A22B7FCE7}"/>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Windows + X</a:t>
            </a:r>
            <a:endParaRPr lang="en-US" dirty="0">
              <a:ea typeface="Calibri" panose="020F0502020204030204" pitchFamily="34" charset="0"/>
            </a:endParaRPr>
          </a:p>
          <a:p>
            <a:r>
              <a:rPr lang="en-US" dirty="0">
                <a:latin typeface="Calibri"/>
                <a:ea typeface="Calibri"/>
                <a:cs typeface="Calibri"/>
              </a:rPr>
              <a:t>Right-click start button</a:t>
            </a:r>
          </a:p>
          <a:p>
            <a:r>
              <a:rPr lang="en-US" dirty="0">
                <a:latin typeface="Calibri"/>
                <a:ea typeface="Calibri"/>
                <a:cs typeface="Calibri"/>
              </a:rPr>
              <a:t>Instant search</a:t>
            </a:r>
          </a:p>
          <a:p>
            <a:r>
              <a:rPr lang="en-US" dirty="0">
                <a:latin typeface="Calibri"/>
                <a:ea typeface="Calibri"/>
                <a:cs typeface="Calibri"/>
              </a:rPr>
              <a:t>Run dialog box</a:t>
            </a:r>
            <a:endParaRPr lang="en-US" dirty="0">
              <a:ea typeface="Calibri"/>
            </a:endParaRPr>
          </a:p>
        </p:txBody>
      </p:sp>
      <p:sp>
        <p:nvSpPr>
          <p:cNvPr id="4" name="Slide Number Placeholder 3">
            <a:extLst>
              <a:ext uri="{FF2B5EF4-FFF2-40B4-BE49-F238E27FC236}">
                <a16:creationId xmlns:a16="http://schemas.microsoft.com/office/drawing/2014/main" id="{0DD16B51-C60C-72DC-8DC6-1032D7B8D417}"/>
              </a:ext>
            </a:extLst>
          </p:cNvPr>
          <p:cNvSpPr>
            <a:spLocks noGrp="1"/>
          </p:cNvSpPr>
          <p:nvPr>
            <p:ph type="sldNum" sz="quarter" idx="10"/>
          </p:nvPr>
        </p:nvSpPr>
        <p:spPr/>
        <p:txBody>
          <a:bodyPr/>
          <a:lstStyle/>
          <a:p>
            <a:fld id="{B7CF8A19-3A9E-4ABC-B336-2FDDE321C72D}" type="slidenum">
              <a:rPr lang="en-US" smtClean="0"/>
              <a:pPr/>
              <a:t>46</a:t>
            </a:fld>
            <a:endParaRPr lang="en-US" dirty="0"/>
          </a:p>
        </p:txBody>
      </p:sp>
    </p:spTree>
    <p:custDataLst>
      <p:tags r:id="rId1"/>
    </p:custDataLst>
    <p:extLst>
      <p:ext uri="{BB962C8B-B14F-4D97-AF65-F5344CB8AC3E}">
        <p14:creationId xmlns:p14="http://schemas.microsoft.com/office/powerpoint/2010/main" val="3681991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29D-78D8-7B86-F61E-C8F4B2B0DC99}"/>
              </a:ext>
            </a:extLst>
          </p:cNvPr>
          <p:cNvSpPr>
            <a:spLocks noGrp="1"/>
          </p:cNvSpPr>
          <p:nvPr>
            <p:ph type="title"/>
          </p:nvPr>
        </p:nvSpPr>
        <p:spPr/>
        <p:txBody>
          <a:bodyPr/>
          <a:lstStyle/>
          <a:p>
            <a:pPr marL="71755"/>
            <a:r>
              <a:rPr lang="en-US" dirty="0">
                <a:latin typeface="Calibri"/>
                <a:ea typeface="Calibri"/>
                <a:cs typeface="Calibri"/>
              </a:rPr>
              <a:t>Management Shortcuts </a:t>
            </a:r>
            <a:r>
              <a:rPr lang="en-US" sz="2000" dirty="0">
                <a:latin typeface="Calibri"/>
                <a:ea typeface="Calibri"/>
                <a:cs typeface="Calibri"/>
              </a:rPr>
              <a:t>(Slide 2 of 3)</a:t>
            </a:r>
            <a:endParaRPr lang="en-US" dirty="0"/>
          </a:p>
        </p:txBody>
      </p:sp>
      <p:pic>
        <p:nvPicPr>
          <p:cNvPr id="6" name="Picture 5" descr="The window 11 Win X menu.">
            <a:extLst>
              <a:ext uri="{FF2B5EF4-FFF2-40B4-BE49-F238E27FC236}">
                <a16:creationId xmlns:a16="http://schemas.microsoft.com/office/drawing/2014/main" id="{036DE155-0FB3-03C4-E43D-1AD25B9EC4AB}"/>
              </a:ext>
            </a:extLst>
          </p:cNvPr>
          <p:cNvPicPr>
            <a:picLocks noChangeAspect="1"/>
          </p:cNvPicPr>
          <p:nvPr/>
        </p:nvPicPr>
        <p:blipFill>
          <a:blip r:embed="rId4"/>
          <a:stretch>
            <a:fillRect/>
          </a:stretch>
        </p:blipFill>
        <p:spPr>
          <a:xfrm>
            <a:off x="3697758" y="752505"/>
            <a:ext cx="1748481" cy="3957754"/>
          </a:xfrm>
          <a:prstGeom prst="rect">
            <a:avLst/>
          </a:prstGeom>
        </p:spPr>
      </p:pic>
      <p:sp>
        <p:nvSpPr>
          <p:cNvPr id="3" name="Content Placeholder 2">
            <a:extLst>
              <a:ext uri="{FF2B5EF4-FFF2-40B4-BE49-F238E27FC236}">
                <a16:creationId xmlns:a16="http://schemas.microsoft.com/office/drawing/2014/main" id="{7BD64495-2CB0-D443-981E-E9D587D2756F}"/>
              </a:ext>
            </a:extLst>
          </p:cNvPr>
          <p:cNvSpPr>
            <a:spLocks noGrp="1"/>
          </p:cNvSpPr>
          <p:nvPr>
            <p:ph idx="11"/>
          </p:nvPr>
        </p:nvSpPr>
        <p:spPr>
          <a:xfrm>
            <a:off x="146050" y="4748306"/>
            <a:ext cx="8870950" cy="274768"/>
          </a:xfrm>
        </p:spPr>
        <p:txBody>
          <a:bodyPr/>
          <a:lstStyle/>
          <a:p>
            <a:r>
              <a:rPr lang="en-US" dirty="0"/>
              <a:t>Screenshot courtesy of Microsoft.</a:t>
            </a:r>
          </a:p>
        </p:txBody>
      </p:sp>
      <p:sp>
        <p:nvSpPr>
          <p:cNvPr id="5" name="Slide Number Placeholder 4">
            <a:extLst>
              <a:ext uri="{FF2B5EF4-FFF2-40B4-BE49-F238E27FC236}">
                <a16:creationId xmlns:a16="http://schemas.microsoft.com/office/drawing/2014/main" id="{8A3883D9-3406-05D5-1A7D-06F6313C2BBE}"/>
              </a:ext>
            </a:extLst>
          </p:cNvPr>
          <p:cNvSpPr>
            <a:spLocks noGrp="1"/>
          </p:cNvSpPr>
          <p:nvPr>
            <p:ph type="sldNum" sz="quarter" idx="10"/>
          </p:nvPr>
        </p:nvSpPr>
        <p:spPr/>
        <p:txBody>
          <a:bodyPr/>
          <a:lstStyle/>
          <a:p>
            <a:fld id="{B7CF8A19-3A9E-4ABC-B336-2FDDE321C72D}" type="slidenum">
              <a:rPr lang="en-US" smtClean="0"/>
              <a:pPr/>
              <a:t>47</a:t>
            </a:fld>
            <a:endParaRPr lang="en-US" dirty="0"/>
          </a:p>
        </p:txBody>
      </p:sp>
    </p:spTree>
    <p:custDataLst>
      <p:tags r:id="rId1"/>
    </p:custDataLst>
    <p:extLst>
      <p:ext uri="{BB962C8B-B14F-4D97-AF65-F5344CB8AC3E}">
        <p14:creationId xmlns:p14="http://schemas.microsoft.com/office/powerpoint/2010/main" val="48754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60BA6-57CC-031B-B8C9-E94BB375B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966E2-D666-9630-D821-B71958286FBD}"/>
              </a:ext>
            </a:extLst>
          </p:cNvPr>
          <p:cNvSpPr>
            <a:spLocks noGrp="1"/>
          </p:cNvSpPr>
          <p:nvPr>
            <p:ph type="title"/>
          </p:nvPr>
        </p:nvSpPr>
        <p:spPr/>
        <p:txBody>
          <a:bodyPr/>
          <a:lstStyle/>
          <a:p>
            <a:pPr marL="71755"/>
            <a:r>
              <a:rPr lang="en-US" dirty="0">
                <a:latin typeface="Calibri"/>
                <a:ea typeface="Calibri"/>
                <a:cs typeface="Calibri"/>
              </a:rPr>
              <a:t>Management Shortcuts </a:t>
            </a:r>
            <a:r>
              <a:rPr lang="en-US" sz="2000" dirty="0">
                <a:latin typeface="Calibri"/>
                <a:ea typeface="Calibri"/>
                <a:cs typeface="Calibri"/>
              </a:rPr>
              <a:t>(Slide 3 of 3)</a:t>
            </a:r>
            <a:endParaRPr lang="en-US" dirty="0"/>
          </a:p>
        </p:txBody>
      </p:sp>
      <p:pic>
        <p:nvPicPr>
          <p:cNvPr id="9" name="Picture Placeholder 8" descr="A screenshot of the Windows Run dialog box.">
            <a:extLst>
              <a:ext uri="{FF2B5EF4-FFF2-40B4-BE49-F238E27FC236}">
                <a16:creationId xmlns:a16="http://schemas.microsoft.com/office/drawing/2014/main" id="{072B0780-FC15-1482-47DD-31CD0AF07503}"/>
              </a:ext>
            </a:extLst>
          </p:cNvPr>
          <p:cNvPicPr>
            <a:picLocks noGrp="1" noChangeAspect="1"/>
          </p:cNvPicPr>
          <p:nvPr>
            <p:ph type="pic" sz="quarter" idx="12"/>
          </p:nvPr>
        </p:nvPicPr>
        <p:blipFill>
          <a:blip r:embed="rId4">
            <a:extLst>
              <a:ext uri="{28A0092B-C50C-407E-A947-70E740481C1C}">
                <a14:useLocalDpi xmlns:a14="http://schemas.microsoft.com/office/drawing/2010/main"/>
              </a:ext>
            </a:extLst>
          </a:blip>
          <a:stretch>
            <a:fillRect/>
          </a:stretch>
        </p:blipFill>
        <p:spPr>
          <a:xfrm>
            <a:off x="2127144" y="1297739"/>
            <a:ext cx="4889712" cy="2524513"/>
          </a:xfrm>
          <a:prstGeom prst="rect">
            <a:avLst/>
          </a:prstGeom>
        </p:spPr>
      </p:pic>
      <p:sp>
        <p:nvSpPr>
          <p:cNvPr id="3" name="Content Placeholder 2">
            <a:extLst>
              <a:ext uri="{FF2B5EF4-FFF2-40B4-BE49-F238E27FC236}">
                <a16:creationId xmlns:a16="http://schemas.microsoft.com/office/drawing/2014/main" id="{0C6D09D9-4506-A449-36DC-6A8A2E946786}"/>
              </a:ext>
            </a:extLst>
          </p:cNvPr>
          <p:cNvSpPr>
            <a:spLocks noGrp="1"/>
          </p:cNvSpPr>
          <p:nvPr>
            <p:ph idx="11"/>
          </p:nvPr>
        </p:nvSpPr>
        <p:spPr>
          <a:xfrm>
            <a:off x="146050" y="3892569"/>
            <a:ext cx="8870950" cy="274768"/>
          </a:xfrm>
        </p:spPr>
        <p:txBody>
          <a:bodyPr/>
          <a:lstStyle/>
          <a:p>
            <a:r>
              <a:rPr lang="en-US" dirty="0"/>
              <a:t>Screenshot courtesy of Microsoft.</a:t>
            </a:r>
          </a:p>
        </p:txBody>
      </p:sp>
      <p:sp>
        <p:nvSpPr>
          <p:cNvPr id="5" name="Slide Number Placeholder 4">
            <a:extLst>
              <a:ext uri="{FF2B5EF4-FFF2-40B4-BE49-F238E27FC236}">
                <a16:creationId xmlns:a16="http://schemas.microsoft.com/office/drawing/2014/main" id="{A8836877-0BA9-8B18-FFB1-58F69F434EEA}"/>
              </a:ext>
            </a:extLst>
          </p:cNvPr>
          <p:cNvSpPr>
            <a:spLocks noGrp="1"/>
          </p:cNvSpPr>
          <p:nvPr>
            <p:ph type="sldNum" sz="quarter" idx="10"/>
          </p:nvPr>
        </p:nvSpPr>
        <p:spPr/>
        <p:txBody>
          <a:bodyPr/>
          <a:lstStyle/>
          <a:p>
            <a:fld id="{B7CF8A19-3A9E-4ABC-B336-2FDDE321C72D}" type="slidenum">
              <a:rPr lang="en-US" smtClean="0"/>
              <a:pPr/>
              <a:t>48</a:t>
            </a:fld>
            <a:endParaRPr lang="en-US" dirty="0"/>
          </a:p>
        </p:txBody>
      </p:sp>
    </p:spTree>
    <p:custDataLst>
      <p:tags r:id="rId1"/>
    </p:custDataLst>
    <p:extLst>
      <p:ext uri="{BB962C8B-B14F-4D97-AF65-F5344CB8AC3E}">
        <p14:creationId xmlns:p14="http://schemas.microsoft.com/office/powerpoint/2010/main" val="2657114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A4F7D-130E-D8AE-864F-1CAFB14EBC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7173A6-4C2A-0BA2-4B61-2833758459AA}"/>
              </a:ext>
            </a:extLst>
          </p:cNvPr>
          <p:cNvSpPr>
            <a:spLocks noGrp="1"/>
          </p:cNvSpPr>
          <p:nvPr>
            <p:ph sz="quarter" idx="14"/>
          </p:nvPr>
        </p:nvSpPr>
        <p:spPr/>
        <p:txBody>
          <a:bodyPr>
            <a:normAutofit/>
          </a:bodyPr>
          <a:lstStyle/>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Configure Windows Update</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endParaRPr lang="en-US" dirty="0"/>
          </a:p>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Edit Power Options</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p>
        </p:txBody>
      </p:sp>
      <p:sp>
        <p:nvSpPr>
          <p:cNvPr id="2" name="Slide Number Placeholder 1">
            <a:extLst>
              <a:ext uri="{FF2B5EF4-FFF2-40B4-BE49-F238E27FC236}">
                <a16:creationId xmlns:a16="http://schemas.microsoft.com/office/drawing/2014/main" id="{CC341D49-FCEB-0963-182B-A42D2F787C20}"/>
              </a:ext>
            </a:extLst>
          </p:cNvPr>
          <p:cNvSpPr>
            <a:spLocks noGrp="1"/>
          </p:cNvSpPr>
          <p:nvPr>
            <p:ph type="sldNum" sz="quarter" idx="13"/>
          </p:nvPr>
        </p:nvSpPr>
        <p:spPr/>
        <p:txBody>
          <a:bodyPr/>
          <a:lstStyle/>
          <a:p>
            <a:fld id="{B7CF8A19-3A9E-4ABC-B336-2FDDE321C72D}" type="slidenum">
              <a:rPr lang="en-US" smtClean="0"/>
              <a:pPr/>
              <a:t>49</a:t>
            </a:fld>
            <a:endParaRPr lang="en-US" dirty="0"/>
          </a:p>
        </p:txBody>
      </p:sp>
    </p:spTree>
    <p:custDataLst>
      <p:tags r:id="rId1"/>
    </p:custDataLst>
    <p:extLst>
      <p:ext uri="{BB962C8B-B14F-4D97-AF65-F5344CB8AC3E}">
        <p14:creationId xmlns:p14="http://schemas.microsoft.com/office/powerpoint/2010/main" val="37699930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5F689-244D-1756-BBEE-BAAEF766FD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56641D-1E8F-BBBA-9E72-3F7858FA7A2B}"/>
              </a:ext>
            </a:extLst>
          </p:cNvPr>
          <p:cNvSpPr>
            <a:spLocks noGrp="1"/>
          </p:cNvSpPr>
          <p:nvPr>
            <p:ph sz="quarter" idx="11"/>
          </p:nvPr>
        </p:nvSpPr>
        <p:spPr/>
        <p:txBody>
          <a:bodyPr vert="horz" lIns="91440" tIns="45720" rIns="91440" bIns="45720" rtlCol="0" anchor="t">
            <a:normAutofit/>
          </a:bodyPr>
          <a:lstStyle/>
          <a:p>
            <a:r>
              <a:rPr lang="en-US" sz="2000" dirty="0"/>
              <a:t>System Settings</a:t>
            </a:r>
          </a:p>
          <a:p>
            <a:r>
              <a:rPr lang="en-US" sz="2000" dirty="0"/>
              <a:t>Update and Security Settings</a:t>
            </a:r>
          </a:p>
          <a:p>
            <a:r>
              <a:rPr lang="en-US" sz="2000" dirty="0"/>
              <a:t>Device Settings</a:t>
            </a:r>
          </a:p>
          <a:p>
            <a:r>
              <a:rPr lang="en-US" sz="2000" dirty="0"/>
              <a:t>Display and Sound Settings</a:t>
            </a:r>
          </a:p>
          <a:p>
            <a:r>
              <a:rPr lang="en-US" sz="2000" dirty="0"/>
              <a:t>Power Options</a:t>
            </a:r>
          </a:p>
          <a:p>
            <a:r>
              <a:rPr lang="en-US" sz="2000" dirty="0"/>
              <a:t>Apps, Programs, and Features</a:t>
            </a:r>
          </a:p>
          <a:p>
            <a:r>
              <a:rPr lang="en-US" sz="2000" dirty="0"/>
              <a:t>Apps Settings</a:t>
            </a:r>
          </a:p>
          <a:p>
            <a:r>
              <a:rPr lang="en-US" sz="2000" dirty="0"/>
              <a:t>Network Settings</a:t>
            </a:r>
          </a:p>
          <a:p>
            <a:r>
              <a:rPr lang="en-US" sz="2000" dirty="0"/>
              <a:t>Administrative Tools</a:t>
            </a:r>
          </a:p>
          <a:p>
            <a:r>
              <a:rPr lang="en-US" sz="2000" dirty="0"/>
              <a:t>Management Shortcuts</a:t>
            </a:r>
          </a:p>
        </p:txBody>
      </p:sp>
      <p:sp>
        <p:nvSpPr>
          <p:cNvPr id="3" name="Title 2">
            <a:extLst>
              <a:ext uri="{FF2B5EF4-FFF2-40B4-BE49-F238E27FC236}">
                <a16:creationId xmlns:a16="http://schemas.microsoft.com/office/drawing/2014/main" id="{B57A0B98-CDB5-0695-A3C8-E9C278106716}"/>
              </a:ext>
            </a:extLst>
          </p:cNvPr>
          <p:cNvSpPr>
            <a:spLocks noGrp="1"/>
          </p:cNvSpPr>
          <p:nvPr>
            <p:ph type="title"/>
          </p:nvPr>
        </p:nvSpPr>
        <p:spPr/>
        <p:txBody>
          <a:bodyPr/>
          <a:lstStyle/>
          <a:p>
            <a:r>
              <a:rPr lang="en-US" dirty="0"/>
              <a:t>Windows System Settings</a:t>
            </a:r>
          </a:p>
        </p:txBody>
      </p:sp>
      <p:sp>
        <p:nvSpPr>
          <p:cNvPr id="4" name="Slide Number Placeholder 3">
            <a:extLst>
              <a:ext uri="{FF2B5EF4-FFF2-40B4-BE49-F238E27FC236}">
                <a16:creationId xmlns:a16="http://schemas.microsoft.com/office/drawing/2014/main" id="{7E1B64F4-3E87-ABDC-ED98-93EDB5646976}"/>
              </a:ext>
            </a:extLst>
          </p:cNvPr>
          <p:cNvSpPr>
            <a:spLocks noGrp="1"/>
          </p:cNvSpPr>
          <p:nvPr>
            <p:ph type="sldNum" sz="quarter" idx="12"/>
          </p:nvPr>
        </p:nvSpPr>
        <p:spPr/>
        <p:txBody>
          <a:bodyPr/>
          <a:lstStyle/>
          <a:p>
            <a:fld id="{B7CF8A19-3A9E-4ABC-B336-2FDDE321C72D}" type="slidenum">
              <a:rPr lang="en-US" smtClean="0"/>
              <a:pPr/>
              <a:t>50</a:t>
            </a:fld>
            <a:endParaRPr lang="en-US" dirty="0"/>
          </a:p>
        </p:txBody>
      </p:sp>
    </p:spTree>
    <p:custDataLst>
      <p:tags r:id="rId1"/>
    </p:custDataLst>
    <p:extLst>
      <p:ext uri="{BB962C8B-B14F-4D97-AF65-F5344CB8AC3E}">
        <p14:creationId xmlns:p14="http://schemas.microsoft.com/office/powerpoint/2010/main" val="39515216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99359-8AED-B2D1-DE22-51E570F4A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5A596-09A1-A4A2-9597-36C82E91C1DF}"/>
              </a:ext>
            </a:extLst>
          </p:cNvPr>
          <p:cNvSpPr>
            <a:spLocks noGrp="1"/>
          </p:cNvSpPr>
          <p:nvPr>
            <p:ph type="ctrTitle"/>
          </p:nvPr>
        </p:nvSpPr>
        <p:spPr/>
        <p:txBody>
          <a:bodyPr/>
          <a:lstStyle/>
          <a:p>
            <a:r>
              <a:rPr lang="en-US" dirty="0"/>
              <a:t>Install and Configure Applications</a:t>
            </a:r>
          </a:p>
        </p:txBody>
      </p:sp>
      <p:sp>
        <p:nvSpPr>
          <p:cNvPr id="3" name="Subtitle 2">
            <a:extLst>
              <a:ext uri="{FF2B5EF4-FFF2-40B4-BE49-F238E27FC236}">
                <a16:creationId xmlns:a16="http://schemas.microsoft.com/office/drawing/2014/main" id="{725487A2-9D38-4525-FC04-FD1774E7A2E8}"/>
              </a:ext>
            </a:extLst>
          </p:cNvPr>
          <p:cNvSpPr>
            <a:spLocks noGrp="1"/>
          </p:cNvSpPr>
          <p:nvPr>
            <p:ph type="subTitle" idx="1"/>
          </p:nvPr>
        </p:nvSpPr>
        <p:spPr/>
        <p:txBody>
          <a:bodyPr/>
          <a:lstStyle/>
          <a:p>
            <a:r>
              <a:rPr lang="en-US" dirty="0"/>
              <a:t>Lesson 12.3</a:t>
            </a:r>
          </a:p>
        </p:txBody>
      </p:sp>
      <p:sp>
        <p:nvSpPr>
          <p:cNvPr id="4" name="Slide Number Placeholder 3">
            <a:extLst>
              <a:ext uri="{FF2B5EF4-FFF2-40B4-BE49-F238E27FC236}">
                <a16:creationId xmlns:a16="http://schemas.microsoft.com/office/drawing/2014/main" id="{72C51F7A-F5D3-8C93-731B-0D682A59090F}"/>
              </a:ext>
            </a:extLst>
          </p:cNvPr>
          <p:cNvSpPr>
            <a:spLocks noGrp="1"/>
          </p:cNvSpPr>
          <p:nvPr>
            <p:ph type="sldNum" sz="quarter" idx="10"/>
          </p:nvPr>
        </p:nvSpPr>
        <p:spPr/>
        <p:txBody>
          <a:bodyPr/>
          <a:lstStyle/>
          <a:p>
            <a:fld id="{B7CF8A19-3A9E-4ABC-B336-2FDDE321C72D}" type="slidenum">
              <a:rPr lang="en-US" smtClean="0"/>
              <a:pPr/>
              <a:t>51</a:t>
            </a:fld>
            <a:endParaRPr lang="en-US" dirty="0"/>
          </a:p>
        </p:txBody>
      </p:sp>
    </p:spTree>
    <p:custDataLst>
      <p:tags r:id="rId1"/>
    </p:custDataLst>
    <p:extLst>
      <p:ext uri="{BB962C8B-B14F-4D97-AF65-F5344CB8AC3E}">
        <p14:creationId xmlns:p14="http://schemas.microsoft.com/office/powerpoint/2010/main" val="34307839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53245-515D-5FE7-F53C-7ECE2153B93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A1F740-7997-71A7-8943-97B1B0F69296}"/>
              </a:ext>
            </a:extLst>
          </p:cNvPr>
          <p:cNvSpPr>
            <a:spLocks noGrp="1"/>
          </p:cNvSpPr>
          <p:nvPr>
            <p:ph type="title"/>
          </p:nvPr>
        </p:nvSpPr>
        <p:spPr/>
        <p:txBody>
          <a:bodyPr/>
          <a:lstStyle/>
          <a:p>
            <a:pPr marL="71755"/>
            <a:r>
              <a:rPr lang="en-US" dirty="0">
                <a:latin typeface="Calibri"/>
                <a:ea typeface="Calibri"/>
                <a:cs typeface="Calibri"/>
              </a:rPr>
              <a:t>System Requirements for Applications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C935FE01-3E54-F9A2-E0CE-BE0B0AD29971}"/>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CPU</a:t>
            </a:r>
            <a:endParaRPr lang="en-US" dirty="0">
              <a:ea typeface="Calibri" panose="020F0502020204030204" pitchFamily="34" charset="0"/>
            </a:endParaRPr>
          </a:p>
          <a:p>
            <a:pPr lvl="1"/>
            <a:r>
              <a:rPr lang="en-US" dirty="0">
                <a:latin typeface="Calibri"/>
                <a:ea typeface="Calibri"/>
                <a:cs typeface="Calibri"/>
              </a:rPr>
              <a:t>Clock speed, number of cores, architecture</a:t>
            </a:r>
          </a:p>
          <a:p>
            <a:r>
              <a:rPr lang="en-US" dirty="0">
                <a:ea typeface="Calibri"/>
              </a:rPr>
              <a:t>Memory</a:t>
            </a:r>
          </a:p>
          <a:p>
            <a:pPr lvl="1"/>
            <a:r>
              <a:rPr lang="en-US" dirty="0">
                <a:latin typeface="Calibri"/>
                <a:ea typeface="Calibri"/>
                <a:cs typeface="Calibri"/>
              </a:rPr>
              <a:t>Speed and minimum requirements</a:t>
            </a:r>
          </a:p>
          <a:p>
            <a:r>
              <a:rPr lang="en-US" dirty="0">
                <a:ea typeface="Calibri"/>
              </a:rPr>
              <a:t>Storage</a:t>
            </a:r>
          </a:p>
          <a:p>
            <a:pPr lvl="1"/>
            <a:r>
              <a:rPr lang="en-US" dirty="0">
                <a:latin typeface="Calibri"/>
                <a:ea typeface="Calibri"/>
                <a:cs typeface="Calibri"/>
              </a:rPr>
              <a:t>Minimum storage</a:t>
            </a:r>
          </a:p>
          <a:p>
            <a:r>
              <a:rPr lang="en-US" dirty="0">
                <a:ea typeface="Calibri"/>
              </a:rPr>
              <a:t>Graphics</a:t>
            </a:r>
          </a:p>
          <a:p>
            <a:r>
              <a:rPr lang="en-US" dirty="0">
                <a:latin typeface="Calibri"/>
                <a:ea typeface="Calibri"/>
                <a:cs typeface="Calibri"/>
              </a:rPr>
              <a:t>External hardware token</a:t>
            </a:r>
          </a:p>
          <a:p>
            <a:pPr lvl="1"/>
            <a:r>
              <a:rPr lang="en-US" dirty="0">
                <a:latin typeface="Calibri"/>
                <a:ea typeface="Calibri"/>
                <a:cs typeface="Calibri"/>
              </a:rPr>
              <a:t>Smart card or USB for authentication</a:t>
            </a:r>
          </a:p>
        </p:txBody>
      </p:sp>
      <p:sp>
        <p:nvSpPr>
          <p:cNvPr id="4" name="Slide Number Placeholder 3">
            <a:extLst>
              <a:ext uri="{FF2B5EF4-FFF2-40B4-BE49-F238E27FC236}">
                <a16:creationId xmlns:a16="http://schemas.microsoft.com/office/drawing/2014/main" id="{DA2B6D65-7FE8-F722-F166-E9430D708802}"/>
              </a:ext>
            </a:extLst>
          </p:cNvPr>
          <p:cNvSpPr>
            <a:spLocks noGrp="1"/>
          </p:cNvSpPr>
          <p:nvPr>
            <p:ph type="sldNum" sz="quarter" idx="10"/>
          </p:nvPr>
        </p:nvSpPr>
        <p:spPr/>
        <p:txBody>
          <a:bodyPr/>
          <a:lstStyle/>
          <a:p>
            <a:fld id="{B7CF8A19-3A9E-4ABC-B336-2FDDE321C72D}" type="slidenum">
              <a:rPr lang="en-US" smtClean="0"/>
              <a:pPr/>
              <a:t>52</a:t>
            </a:fld>
            <a:endParaRPr lang="en-US" dirty="0"/>
          </a:p>
        </p:txBody>
      </p:sp>
    </p:spTree>
    <p:custDataLst>
      <p:tags r:id="rId1"/>
    </p:custDataLst>
    <p:extLst>
      <p:ext uri="{BB962C8B-B14F-4D97-AF65-F5344CB8AC3E}">
        <p14:creationId xmlns:p14="http://schemas.microsoft.com/office/powerpoint/2010/main" val="693663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9149F-62D0-314B-974C-564ACB5A8D5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AA89706-208C-1644-6BD1-2C4DA02E1F35}"/>
              </a:ext>
            </a:extLst>
          </p:cNvPr>
          <p:cNvSpPr>
            <a:spLocks noGrp="1"/>
          </p:cNvSpPr>
          <p:nvPr>
            <p:ph type="title"/>
          </p:nvPr>
        </p:nvSpPr>
        <p:spPr/>
        <p:txBody>
          <a:bodyPr/>
          <a:lstStyle/>
          <a:p>
            <a:pPr marL="71755"/>
            <a:r>
              <a:rPr lang="en-US" dirty="0">
                <a:latin typeface="Calibri"/>
                <a:ea typeface="Calibri"/>
                <a:cs typeface="Calibri"/>
              </a:rPr>
              <a:t>System Requirements for Applications </a:t>
            </a:r>
            <a:r>
              <a:rPr lang="en-US" sz="2000" dirty="0">
                <a:latin typeface="Calibri"/>
                <a:ea typeface="Calibri"/>
                <a:cs typeface="Calibri"/>
              </a:rPr>
              <a:t>(Slide 2 of 2)</a:t>
            </a:r>
            <a:endParaRPr lang="en-US" dirty="0"/>
          </a:p>
        </p:txBody>
      </p:sp>
      <p:sp>
        <p:nvSpPr>
          <p:cNvPr id="4" name="Slide Number Placeholder 3">
            <a:extLst>
              <a:ext uri="{FF2B5EF4-FFF2-40B4-BE49-F238E27FC236}">
                <a16:creationId xmlns:a16="http://schemas.microsoft.com/office/drawing/2014/main" id="{DAEE78D4-B4A6-FD56-6848-7D399030B69D}"/>
              </a:ext>
            </a:extLst>
          </p:cNvPr>
          <p:cNvSpPr>
            <a:spLocks noGrp="1"/>
          </p:cNvSpPr>
          <p:nvPr>
            <p:ph type="sldNum" sz="quarter" idx="10"/>
          </p:nvPr>
        </p:nvSpPr>
        <p:spPr/>
        <p:txBody>
          <a:bodyPr/>
          <a:lstStyle/>
          <a:p>
            <a:fld id="{B7CF8A19-3A9E-4ABC-B336-2FDDE321C72D}" type="slidenum">
              <a:rPr lang="en-US" smtClean="0"/>
              <a:pPr/>
              <a:t>53</a:t>
            </a:fld>
            <a:endParaRPr lang="en-US" dirty="0"/>
          </a:p>
        </p:txBody>
      </p:sp>
      <p:sp>
        <p:nvSpPr>
          <p:cNvPr id="7" name="Content Placeholder 6" descr="A screenshot of a File Explorer window with an error message stating R T X features are not available for this device.">
            <a:extLst>
              <a:ext uri="{FF2B5EF4-FFF2-40B4-BE49-F238E27FC236}">
                <a16:creationId xmlns:a16="http://schemas.microsoft.com/office/drawing/2014/main" id="{C6A5C235-4343-D2A1-663F-913B04B19E5A}"/>
              </a:ext>
            </a:extLst>
          </p:cNvPr>
          <p:cNvSpPr>
            <a:spLocks noGrp="1"/>
          </p:cNvSpPr>
          <p:nvPr>
            <p:ph idx="11"/>
          </p:nvPr>
        </p:nvSpPr>
        <p:spPr/>
        <p:txBody>
          <a:bodyPr/>
          <a:lstStyle/>
          <a:p>
            <a:r>
              <a:rPr lang="en-US" dirty="0"/>
              <a:t>Screenshot courtesy of Microsoft.</a:t>
            </a:r>
          </a:p>
        </p:txBody>
      </p:sp>
      <p:pic>
        <p:nvPicPr>
          <p:cNvPr id="11" name="Picture Placeholder 10" descr="A screenshot of a File Explorer window with an error message stating R T X features are not available for this device.">
            <a:extLst>
              <a:ext uri="{FF2B5EF4-FFF2-40B4-BE49-F238E27FC236}">
                <a16:creationId xmlns:a16="http://schemas.microsoft.com/office/drawing/2014/main" id="{F0FD1007-0AAA-7EB0-48C6-03E166E43D1E}"/>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247075" y="754266"/>
            <a:ext cx="6668898" cy="3703320"/>
          </a:xfrm>
          <a:prstGeom prst="rect">
            <a:avLst/>
          </a:prstGeom>
          <a:noFill/>
          <a:ln>
            <a:noFill/>
          </a:ln>
        </p:spPr>
      </p:pic>
    </p:spTree>
    <p:custDataLst>
      <p:tags r:id="rId1"/>
    </p:custDataLst>
    <p:extLst>
      <p:ext uri="{BB962C8B-B14F-4D97-AF65-F5344CB8AC3E}">
        <p14:creationId xmlns:p14="http://schemas.microsoft.com/office/powerpoint/2010/main" val="15182781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DD8E8-710D-4230-78CF-9E89DE4389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DEE23E2-26E1-71D8-7DC5-8C6D5E344813}"/>
              </a:ext>
            </a:extLst>
          </p:cNvPr>
          <p:cNvSpPr>
            <a:spLocks noGrp="1"/>
          </p:cNvSpPr>
          <p:nvPr>
            <p:ph type="title"/>
          </p:nvPr>
        </p:nvSpPr>
        <p:spPr/>
        <p:txBody>
          <a:bodyPr/>
          <a:lstStyle/>
          <a:p>
            <a:r>
              <a:rPr lang="en-US" dirty="0"/>
              <a:t>OS Requirements for Applications</a:t>
            </a:r>
          </a:p>
        </p:txBody>
      </p:sp>
      <p:sp>
        <p:nvSpPr>
          <p:cNvPr id="3" name="Content Placeholder 2">
            <a:extLst>
              <a:ext uri="{FF2B5EF4-FFF2-40B4-BE49-F238E27FC236}">
                <a16:creationId xmlns:a16="http://schemas.microsoft.com/office/drawing/2014/main" id="{092200D6-FEE3-2D03-7D93-EC95B496F60B}"/>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OS compatibility</a:t>
            </a:r>
          </a:p>
          <a:p>
            <a:r>
              <a:rPr lang="en-US" dirty="0">
                <a:latin typeface="Calibri"/>
                <a:ea typeface="Calibri"/>
                <a:cs typeface="Calibri"/>
              </a:rPr>
              <a:t>64-bit vs. 32-bit </a:t>
            </a:r>
          </a:p>
        </p:txBody>
      </p:sp>
      <p:sp>
        <p:nvSpPr>
          <p:cNvPr id="4" name="Slide Number Placeholder 3">
            <a:extLst>
              <a:ext uri="{FF2B5EF4-FFF2-40B4-BE49-F238E27FC236}">
                <a16:creationId xmlns:a16="http://schemas.microsoft.com/office/drawing/2014/main" id="{C9DC8C0A-6045-EBE4-1F5F-4452ABC6BF21}"/>
              </a:ext>
            </a:extLst>
          </p:cNvPr>
          <p:cNvSpPr>
            <a:spLocks noGrp="1"/>
          </p:cNvSpPr>
          <p:nvPr>
            <p:ph type="sldNum" sz="quarter" idx="10"/>
          </p:nvPr>
        </p:nvSpPr>
        <p:spPr/>
        <p:txBody>
          <a:bodyPr/>
          <a:lstStyle/>
          <a:p>
            <a:fld id="{B7CF8A19-3A9E-4ABC-B336-2FDDE321C72D}" type="slidenum">
              <a:rPr lang="en-US" smtClean="0"/>
              <a:pPr/>
              <a:t>54</a:t>
            </a:fld>
            <a:endParaRPr lang="en-US" dirty="0"/>
          </a:p>
        </p:txBody>
      </p:sp>
    </p:spTree>
    <p:custDataLst>
      <p:tags r:id="rId1"/>
    </p:custDataLst>
    <p:extLst>
      <p:ext uri="{BB962C8B-B14F-4D97-AF65-F5344CB8AC3E}">
        <p14:creationId xmlns:p14="http://schemas.microsoft.com/office/powerpoint/2010/main" val="1990043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2A2C1-B23C-8617-6F14-8D66D85EDDA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379A515-1FF1-A602-46A5-673D6032F3AF}"/>
              </a:ext>
            </a:extLst>
          </p:cNvPr>
          <p:cNvSpPr>
            <a:spLocks noGrp="1"/>
          </p:cNvSpPr>
          <p:nvPr>
            <p:ph type="title"/>
          </p:nvPr>
        </p:nvSpPr>
        <p:spPr/>
        <p:txBody>
          <a:bodyPr/>
          <a:lstStyle/>
          <a:p>
            <a:pPr marL="71755"/>
            <a:r>
              <a:rPr lang="en-US" dirty="0">
                <a:latin typeface="Calibri"/>
                <a:ea typeface="Calibri"/>
                <a:cs typeface="Calibri"/>
              </a:rPr>
              <a:t>Distribution Methods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2419EC52-D214-6C28-FAF0-1DC32C42CA07}"/>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Physical media</a:t>
            </a:r>
            <a:endParaRPr lang="en-US" dirty="0">
              <a:ea typeface="Calibri"/>
            </a:endParaRPr>
          </a:p>
          <a:p>
            <a:pPr lvl="1"/>
            <a:r>
              <a:rPr lang="en-US" dirty="0">
                <a:latin typeface="Calibri"/>
                <a:ea typeface="Calibri"/>
                <a:cs typeface="Calibri"/>
              </a:rPr>
              <a:t>CD/DVD</a:t>
            </a:r>
          </a:p>
          <a:p>
            <a:pPr lvl="1"/>
            <a:r>
              <a:rPr lang="en-US" dirty="0">
                <a:latin typeface="Calibri"/>
                <a:ea typeface="Calibri"/>
                <a:cs typeface="Calibri"/>
              </a:rPr>
              <a:t>USB drive</a:t>
            </a:r>
          </a:p>
          <a:p>
            <a:r>
              <a:rPr lang="en-US" dirty="0">
                <a:latin typeface="Calibri"/>
                <a:ea typeface="Calibri"/>
                <a:cs typeface="Calibri"/>
              </a:rPr>
              <a:t>Download from the Internet</a:t>
            </a:r>
          </a:p>
          <a:p>
            <a:r>
              <a:rPr lang="en-US" dirty="0">
                <a:latin typeface="Calibri"/>
                <a:ea typeface="Calibri"/>
                <a:cs typeface="Calibri"/>
              </a:rPr>
              <a:t>Mount ISO file directly in Windows</a:t>
            </a:r>
          </a:p>
          <a:p>
            <a:r>
              <a:rPr lang="en-US" dirty="0">
                <a:latin typeface="Calibri"/>
                <a:ea typeface="Calibri"/>
                <a:cs typeface="Calibri"/>
              </a:rPr>
              <a:t>UAC confirmation of changes</a:t>
            </a:r>
            <a:endParaRPr lang="en-US" dirty="0">
              <a:ea typeface="Calibri"/>
            </a:endParaRPr>
          </a:p>
        </p:txBody>
      </p:sp>
      <p:sp>
        <p:nvSpPr>
          <p:cNvPr id="4" name="Slide Number Placeholder 3">
            <a:extLst>
              <a:ext uri="{FF2B5EF4-FFF2-40B4-BE49-F238E27FC236}">
                <a16:creationId xmlns:a16="http://schemas.microsoft.com/office/drawing/2014/main" id="{9C76A3EC-AA3F-1D14-DDAE-EE0E975888A8}"/>
              </a:ext>
            </a:extLst>
          </p:cNvPr>
          <p:cNvSpPr>
            <a:spLocks noGrp="1"/>
          </p:cNvSpPr>
          <p:nvPr>
            <p:ph type="sldNum" sz="quarter" idx="10"/>
          </p:nvPr>
        </p:nvSpPr>
        <p:spPr/>
        <p:txBody>
          <a:bodyPr/>
          <a:lstStyle/>
          <a:p>
            <a:fld id="{B7CF8A19-3A9E-4ABC-B336-2FDDE321C72D}" type="slidenum">
              <a:rPr lang="en-US" smtClean="0"/>
              <a:pPr/>
              <a:t>55</a:t>
            </a:fld>
            <a:endParaRPr lang="en-US" dirty="0"/>
          </a:p>
        </p:txBody>
      </p:sp>
    </p:spTree>
    <p:custDataLst>
      <p:tags r:id="rId1"/>
    </p:custDataLst>
    <p:extLst>
      <p:ext uri="{BB962C8B-B14F-4D97-AF65-F5344CB8AC3E}">
        <p14:creationId xmlns:p14="http://schemas.microsoft.com/office/powerpoint/2010/main" val="40035634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BE77C-D717-8673-52C4-97024BCEC63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37FFC8-1420-398B-8BC8-BBF27CDF1CB0}"/>
              </a:ext>
            </a:extLst>
          </p:cNvPr>
          <p:cNvSpPr>
            <a:spLocks noGrp="1"/>
          </p:cNvSpPr>
          <p:nvPr>
            <p:ph type="title"/>
          </p:nvPr>
        </p:nvSpPr>
        <p:spPr/>
        <p:txBody>
          <a:bodyPr/>
          <a:lstStyle/>
          <a:p>
            <a:pPr marL="71755"/>
            <a:r>
              <a:rPr lang="en-US" dirty="0">
                <a:latin typeface="Calibri"/>
                <a:ea typeface="Calibri"/>
                <a:cs typeface="Calibri"/>
              </a:rPr>
              <a:t>Distribution Methods </a:t>
            </a:r>
            <a:r>
              <a:rPr lang="en-US" sz="2000" dirty="0">
                <a:latin typeface="Calibri"/>
                <a:ea typeface="Calibri"/>
                <a:cs typeface="Calibri"/>
              </a:rPr>
              <a:t>(Slide 2 of 2)</a:t>
            </a:r>
            <a:endParaRPr lang="en-US" dirty="0"/>
          </a:p>
        </p:txBody>
      </p:sp>
      <p:sp>
        <p:nvSpPr>
          <p:cNvPr id="4" name="Slide Number Placeholder 3">
            <a:extLst>
              <a:ext uri="{FF2B5EF4-FFF2-40B4-BE49-F238E27FC236}">
                <a16:creationId xmlns:a16="http://schemas.microsoft.com/office/drawing/2014/main" id="{25CFE228-7FAC-F8C4-44C6-DEE2C0E819CD}"/>
              </a:ext>
            </a:extLst>
          </p:cNvPr>
          <p:cNvSpPr>
            <a:spLocks noGrp="1"/>
          </p:cNvSpPr>
          <p:nvPr>
            <p:ph type="sldNum" sz="quarter" idx="10"/>
          </p:nvPr>
        </p:nvSpPr>
        <p:spPr/>
        <p:txBody>
          <a:bodyPr/>
          <a:lstStyle/>
          <a:p>
            <a:fld id="{B7CF8A19-3A9E-4ABC-B336-2FDDE321C72D}" type="slidenum">
              <a:rPr lang="en-US" smtClean="0"/>
              <a:pPr/>
              <a:t>56</a:t>
            </a:fld>
            <a:endParaRPr lang="en-US" dirty="0"/>
          </a:p>
        </p:txBody>
      </p:sp>
      <p:sp>
        <p:nvSpPr>
          <p:cNvPr id="6" name="Content Placeholder 5" descr="A screenshot of a User Account Control prompt asking permission to allow an app named setup dot e x e to make changes.">
            <a:extLst>
              <a:ext uri="{FF2B5EF4-FFF2-40B4-BE49-F238E27FC236}">
                <a16:creationId xmlns:a16="http://schemas.microsoft.com/office/drawing/2014/main" id="{5BEE6374-BF38-0009-C5C5-2E5A1F0CFC91}"/>
              </a:ext>
            </a:extLst>
          </p:cNvPr>
          <p:cNvSpPr>
            <a:spLocks noGrp="1"/>
          </p:cNvSpPr>
          <p:nvPr>
            <p:ph idx="11"/>
          </p:nvPr>
        </p:nvSpPr>
        <p:spPr>
          <a:xfrm>
            <a:off x="146050" y="4406514"/>
            <a:ext cx="8870950" cy="274768"/>
          </a:xfrm>
        </p:spPr>
        <p:txBody>
          <a:bodyPr/>
          <a:lstStyle/>
          <a:p>
            <a:r>
              <a:rPr lang="en-US" dirty="0"/>
              <a:t>Screenshot courtesy of Microsoft.</a:t>
            </a:r>
          </a:p>
        </p:txBody>
      </p:sp>
      <p:pic>
        <p:nvPicPr>
          <p:cNvPr id="11" name="Picture Placeholder 10" descr="A screenshot of a User Account Control prompt asking permission to allow an app named setup dot e x e to make changes.">
            <a:extLst>
              <a:ext uri="{FF2B5EF4-FFF2-40B4-BE49-F238E27FC236}">
                <a16:creationId xmlns:a16="http://schemas.microsoft.com/office/drawing/2014/main" id="{EE0A2B21-16D5-2A8A-A68F-D963DC80A23B}"/>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rcRect l="-7" t="168" r="-71" b="-22"/>
          <a:stretch>
            <a:fillRect/>
          </a:stretch>
        </p:blipFill>
        <p:spPr>
          <a:xfrm>
            <a:off x="2475186" y="807129"/>
            <a:ext cx="4193022" cy="3532890"/>
          </a:xfrm>
          <a:noFill/>
          <a:ln>
            <a:noFill/>
          </a:ln>
        </p:spPr>
      </p:pic>
    </p:spTree>
    <p:custDataLst>
      <p:tags r:id="rId1"/>
    </p:custDataLst>
    <p:extLst>
      <p:ext uri="{BB962C8B-B14F-4D97-AF65-F5344CB8AC3E}">
        <p14:creationId xmlns:p14="http://schemas.microsoft.com/office/powerpoint/2010/main" val="2102346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D2204-9D4E-DE29-34A6-0A5951F714D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414E263-6F54-4CEC-3039-8ADB35032A66}"/>
              </a:ext>
            </a:extLst>
          </p:cNvPr>
          <p:cNvSpPr>
            <a:spLocks noGrp="1"/>
          </p:cNvSpPr>
          <p:nvPr>
            <p:ph type="title"/>
          </p:nvPr>
        </p:nvSpPr>
        <p:spPr/>
        <p:txBody>
          <a:bodyPr/>
          <a:lstStyle/>
          <a:p>
            <a:r>
              <a:rPr lang="en-US" dirty="0"/>
              <a:t>Other Considerations</a:t>
            </a:r>
          </a:p>
        </p:txBody>
      </p:sp>
      <p:sp>
        <p:nvSpPr>
          <p:cNvPr id="3" name="Content Placeholder 2">
            <a:extLst>
              <a:ext uri="{FF2B5EF4-FFF2-40B4-BE49-F238E27FC236}">
                <a16:creationId xmlns:a16="http://schemas.microsoft.com/office/drawing/2014/main" id="{5FD12DA6-A7B0-D5FC-AC15-498654E73752}"/>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Business impacts</a:t>
            </a:r>
            <a:endParaRPr lang="en-US" dirty="0">
              <a:ea typeface="Calibri" panose="020F0502020204030204" pitchFamily="34" charset="0"/>
            </a:endParaRPr>
          </a:p>
          <a:p>
            <a:pPr lvl="1"/>
            <a:r>
              <a:rPr lang="en-US" dirty="0">
                <a:latin typeface="Calibri"/>
                <a:ea typeface="Calibri"/>
                <a:cs typeface="Calibri"/>
              </a:rPr>
              <a:t>Licensing, support, training needs</a:t>
            </a:r>
          </a:p>
          <a:p>
            <a:r>
              <a:rPr lang="en-US" dirty="0">
                <a:latin typeface="Calibri"/>
                <a:ea typeface="Calibri"/>
                <a:cs typeface="Calibri"/>
              </a:rPr>
              <a:t>Operation impacts</a:t>
            </a:r>
          </a:p>
          <a:p>
            <a:pPr lvl="1"/>
            <a:r>
              <a:rPr lang="en-US" dirty="0">
                <a:latin typeface="Calibri"/>
                <a:ea typeface="Calibri"/>
                <a:cs typeface="Calibri"/>
              </a:rPr>
              <a:t>Deployment, updating, maintenance</a:t>
            </a:r>
          </a:p>
          <a:p>
            <a:r>
              <a:rPr lang="en-US" dirty="0">
                <a:latin typeface="Calibri"/>
                <a:ea typeface="Calibri"/>
                <a:cs typeface="Calibri"/>
              </a:rPr>
              <a:t>Device and network impacts</a:t>
            </a:r>
          </a:p>
          <a:p>
            <a:pPr lvl="1"/>
            <a:r>
              <a:rPr lang="en-US" dirty="0">
                <a:latin typeface="Calibri"/>
                <a:ea typeface="Calibri"/>
                <a:cs typeface="Calibri"/>
              </a:rPr>
              <a:t>Use of limited local system resources</a:t>
            </a:r>
          </a:p>
          <a:p>
            <a:pPr lvl="1"/>
            <a:r>
              <a:rPr lang="en-US" dirty="0">
                <a:latin typeface="Calibri"/>
                <a:ea typeface="Calibri"/>
                <a:cs typeface="Calibri"/>
              </a:rPr>
              <a:t>Use of network resources and bandwidth</a:t>
            </a:r>
          </a:p>
        </p:txBody>
      </p:sp>
      <p:sp>
        <p:nvSpPr>
          <p:cNvPr id="4" name="Slide Number Placeholder 3">
            <a:extLst>
              <a:ext uri="{FF2B5EF4-FFF2-40B4-BE49-F238E27FC236}">
                <a16:creationId xmlns:a16="http://schemas.microsoft.com/office/drawing/2014/main" id="{A27106BF-95E3-6C77-03E2-02A80F48FC4A}"/>
              </a:ext>
            </a:extLst>
          </p:cNvPr>
          <p:cNvSpPr>
            <a:spLocks noGrp="1"/>
          </p:cNvSpPr>
          <p:nvPr>
            <p:ph type="sldNum" sz="quarter" idx="10"/>
          </p:nvPr>
        </p:nvSpPr>
        <p:spPr/>
        <p:txBody>
          <a:bodyPr/>
          <a:lstStyle/>
          <a:p>
            <a:fld id="{B7CF8A19-3A9E-4ABC-B336-2FDDE321C72D}" type="slidenum">
              <a:rPr lang="en-US" smtClean="0"/>
              <a:pPr/>
              <a:t>57</a:t>
            </a:fld>
            <a:endParaRPr lang="en-US" dirty="0"/>
          </a:p>
        </p:txBody>
      </p:sp>
    </p:spTree>
    <p:custDataLst>
      <p:tags r:id="rId1"/>
    </p:custDataLst>
    <p:extLst>
      <p:ext uri="{BB962C8B-B14F-4D97-AF65-F5344CB8AC3E}">
        <p14:creationId xmlns:p14="http://schemas.microsoft.com/office/powerpoint/2010/main" val="560428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EB564-7079-6978-852D-8390D1F17A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35578-F1B2-8231-3B78-B9FD99FE927E}"/>
              </a:ext>
            </a:extLst>
          </p:cNvPr>
          <p:cNvSpPr>
            <a:spLocks noGrp="1"/>
          </p:cNvSpPr>
          <p:nvPr>
            <p:ph sz="quarter" idx="14"/>
          </p:nvPr>
        </p:nvSpPr>
        <p:spPr/>
        <p:txBody>
          <a:bodyPr>
            <a:normAutofit/>
          </a:bodyPr>
          <a:lstStyle/>
          <a:p>
            <a:r>
              <a:rPr lang="en-US" dirty="0"/>
              <a:t>Applied Live Lab: Configure Windows Apps</a:t>
            </a:r>
            <a:br>
              <a:rPr lang="en-US"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3E039088-2D93-BCE4-7CDE-AE92859A5A10}"/>
              </a:ext>
            </a:extLst>
          </p:cNvPr>
          <p:cNvSpPr>
            <a:spLocks noGrp="1"/>
          </p:cNvSpPr>
          <p:nvPr>
            <p:ph type="sldNum" sz="quarter" idx="13"/>
          </p:nvPr>
        </p:nvSpPr>
        <p:spPr/>
        <p:txBody>
          <a:bodyPr/>
          <a:lstStyle/>
          <a:p>
            <a:fld id="{B7CF8A19-3A9E-4ABC-B336-2FDDE321C72D}" type="slidenum">
              <a:rPr lang="en-US" smtClean="0"/>
              <a:pPr/>
              <a:t>58</a:t>
            </a:fld>
            <a:endParaRPr lang="en-US" dirty="0"/>
          </a:p>
        </p:txBody>
      </p:sp>
    </p:spTree>
    <p:custDataLst>
      <p:tags r:id="rId1"/>
    </p:custDataLst>
    <p:extLst>
      <p:ext uri="{BB962C8B-B14F-4D97-AF65-F5344CB8AC3E}">
        <p14:creationId xmlns:p14="http://schemas.microsoft.com/office/powerpoint/2010/main" val="23355086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412E8-715A-8B1B-CA48-18D191D557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7E13AE-EE8F-35A0-8FBF-98B0D2C1008A}"/>
              </a:ext>
            </a:extLst>
          </p:cNvPr>
          <p:cNvSpPr>
            <a:spLocks noGrp="1"/>
          </p:cNvSpPr>
          <p:nvPr>
            <p:ph sz="quarter" idx="11"/>
          </p:nvPr>
        </p:nvSpPr>
        <p:spPr/>
        <p:txBody>
          <a:bodyPr vert="horz" lIns="91440" tIns="45720" rIns="91440" bIns="45720" rtlCol="0" anchor="t">
            <a:normAutofit/>
          </a:bodyPr>
          <a:lstStyle/>
          <a:p>
            <a:r>
              <a:rPr lang="en-US" dirty="0">
                <a:latin typeface="Calibri"/>
                <a:ea typeface="Calibri"/>
                <a:cs typeface="Calibri"/>
              </a:rPr>
              <a:t>System Requirements for Applications</a:t>
            </a:r>
          </a:p>
          <a:p>
            <a:r>
              <a:rPr lang="en-US" dirty="0">
                <a:latin typeface="Calibri"/>
                <a:ea typeface="Calibri"/>
                <a:cs typeface="Calibri"/>
              </a:rPr>
              <a:t>OS Requirements for Applications</a:t>
            </a:r>
          </a:p>
          <a:p>
            <a:r>
              <a:rPr lang="en-US" dirty="0">
                <a:latin typeface="Calibri"/>
                <a:ea typeface="Calibri"/>
                <a:cs typeface="Calibri"/>
              </a:rPr>
              <a:t>Distribution Methods</a:t>
            </a:r>
            <a:endParaRPr lang="en-US" dirty="0">
              <a:ea typeface="Calibri"/>
            </a:endParaRPr>
          </a:p>
          <a:p>
            <a:r>
              <a:rPr lang="en-US" dirty="0">
                <a:latin typeface="Calibri"/>
                <a:ea typeface="Calibri"/>
                <a:cs typeface="Calibri"/>
              </a:rPr>
              <a:t>Other Considerations</a:t>
            </a:r>
            <a:endParaRPr lang="en-US" dirty="0">
              <a:ea typeface="Calibri"/>
            </a:endParaRPr>
          </a:p>
        </p:txBody>
      </p:sp>
      <p:sp>
        <p:nvSpPr>
          <p:cNvPr id="3" name="Title 2">
            <a:extLst>
              <a:ext uri="{FF2B5EF4-FFF2-40B4-BE49-F238E27FC236}">
                <a16:creationId xmlns:a16="http://schemas.microsoft.com/office/drawing/2014/main" id="{3BE1001F-81C6-8F35-7C70-4AB63E73B208}"/>
              </a:ext>
            </a:extLst>
          </p:cNvPr>
          <p:cNvSpPr>
            <a:spLocks noGrp="1"/>
          </p:cNvSpPr>
          <p:nvPr>
            <p:ph type="title"/>
          </p:nvPr>
        </p:nvSpPr>
        <p:spPr/>
        <p:txBody>
          <a:bodyPr/>
          <a:lstStyle/>
          <a:p>
            <a:r>
              <a:rPr lang="en-US" dirty="0"/>
              <a:t>Install and Configure Applications</a:t>
            </a:r>
          </a:p>
        </p:txBody>
      </p:sp>
      <p:sp>
        <p:nvSpPr>
          <p:cNvPr id="4" name="Slide Number Placeholder 3">
            <a:extLst>
              <a:ext uri="{FF2B5EF4-FFF2-40B4-BE49-F238E27FC236}">
                <a16:creationId xmlns:a16="http://schemas.microsoft.com/office/drawing/2014/main" id="{0B04F0CB-E6B1-ED99-61DF-D7DDA306AEC1}"/>
              </a:ext>
            </a:extLst>
          </p:cNvPr>
          <p:cNvSpPr>
            <a:spLocks noGrp="1"/>
          </p:cNvSpPr>
          <p:nvPr>
            <p:ph type="sldNum" sz="quarter" idx="12"/>
          </p:nvPr>
        </p:nvSpPr>
        <p:spPr/>
        <p:txBody>
          <a:bodyPr/>
          <a:lstStyle/>
          <a:p>
            <a:fld id="{B7CF8A19-3A9E-4ABC-B336-2FDDE321C72D}" type="slidenum">
              <a:rPr lang="en-US" smtClean="0"/>
              <a:pPr/>
              <a:t>59</a:t>
            </a:fld>
            <a:endParaRPr lang="en-US" dirty="0"/>
          </a:p>
        </p:txBody>
      </p:sp>
    </p:spTree>
    <p:custDataLst>
      <p:tags r:id="rId1"/>
    </p:custDataLst>
    <p:extLst>
      <p:ext uri="{BB962C8B-B14F-4D97-AF65-F5344CB8AC3E}">
        <p14:creationId xmlns:p14="http://schemas.microsoft.com/office/powerpoint/2010/main" val="8477590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18852-5798-EC73-9254-D6156F5D0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8DAA3-F616-C9D5-29D8-0DCE746859A5}"/>
              </a:ext>
            </a:extLst>
          </p:cNvPr>
          <p:cNvSpPr>
            <a:spLocks noGrp="1"/>
          </p:cNvSpPr>
          <p:nvPr>
            <p:ph type="ctrTitle"/>
          </p:nvPr>
        </p:nvSpPr>
        <p:spPr/>
        <p:txBody>
          <a:bodyPr/>
          <a:lstStyle/>
          <a:p>
            <a:r>
              <a:rPr lang="en-US" dirty="0"/>
              <a:t>Cloud-Based Applications</a:t>
            </a:r>
          </a:p>
        </p:txBody>
      </p:sp>
      <p:sp>
        <p:nvSpPr>
          <p:cNvPr id="3" name="Subtitle 2">
            <a:extLst>
              <a:ext uri="{FF2B5EF4-FFF2-40B4-BE49-F238E27FC236}">
                <a16:creationId xmlns:a16="http://schemas.microsoft.com/office/drawing/2014/main" id="{D257ABF4-47DE-3CA4-3C09-CEA5715D8A21}"/>
              </a:ext>
            </a:extLst>
          </p:cNvPr>
          <p:cNvSpPr>
            <a:spLocks noGrp="1"/>
          </p:cNvSpPr>
          <p:nvPr>
            <p:ph type="subTitle" idx="1"/>
          </p:nvPr>
        </p:nvSpPr>
        <p:spPr/>
        <p:txBody>
          <a:bodyPr/>
          <a:lstStyle/>
          <a:p>
            <a:r>
              <a:rPr lang="en-US" dirty="0"/>
              <a:t>Lesson 12.4</a:t>
            </a:r>
          </a:p>
        </p:txBody>
      </p:sp>
      <p:sp>
        <p:nvSpPr>
          <p:cNvPr id="4" name="Slide Number Placeholder 3">
            <a:extLst>
              <a:ext uri="{FF2B5EF4-FFF2-40B4-BE49-F238E27FC236}">
                <a16:creationId xmlns:a16="http://schemas.microsoft.com/office/drawing/2014/main" id="{7AEA0CF4-1C25-F2F3-6162-B4BDF83129F9}"/>
              </a:ext>
            </a:extLst>
          </p:cNvPr>
          <p:cNvSpPr>
            <a:spLocks noGrp="1"/>
          </p:cNvSpPr>
          <p:nvPr>
            <p:ph type="sldNum" sz="quarter" idx="10"/>
          </p:nvPr>
        </p:nvSpPr>
        <p:spPr/>
        <p:txBody>
          <a:bodyPr/>
          <a:lstStyle/>
          <a:p>
            <a:fld id="{B7CF8A19-3A9E-4ABC-B336-2FDDE321C72D}" type="slidenum">
              <a:rPr lang="en-US" smtClean="0"/>
              <a:pPr/>
              <a:t>60</a:t>
            </a:fld>
            <a:endParaRPr lang="en-US" dirty="0"/>
          </a:p>
        </p:txBody>
      </p:sp>
    </p:spTree>
    <p:custDataLst>
      <p:tags r:id="rId1"/>
    </p:custDataLst>
    <p:extLst>
      <p:ext uri="{BB962C8B-B14F-4D97-AF65-F5344CB8AC3E}">
        <p14:creationId xmlns:p14="http://schemas.microsoft.com/office/powerpoint/2010/main" val="1369801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93C1-1636-2AB8-DE25-ED22B34A558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C49656-25E1-9E53-6CD4-1DE4DD5847BC}"/>
              </a:ext>
            </a:extLst>
          </p:cNvPr>
          <p:cNvSpPr>
            <a:spLocks noGrp="1"/>
          </p:cNvSpPr>
          <p:nvPr>
            <p:ph type="title"/>
          </p:nvPr>
        </p:nvSpPr>
        <p:spPr/>
        <p:txBody>
          <a:bodyPr/>
          <a:lstStyle/>
          <a:p>
            <a:r>
              <a:rPr lang="en-US" dirty="0"/>
              <a:t>Email Systems</a:t>
            </a:r>
          </a:p>
        </p:txBody>
      </p:sp>
      <p:sp>
        <p:nvSpPr>
          <p:cNvPr id="3" name="Content Placeholder 2">
            <a:extLst>
              <a:ext uri="{FF2B5EF4-FFF2-40B4-BE49-F238E27FC236}">
                <a16:creationId xmlns:a16="http://schemas.microsoft.com/office/drawing/2014/main" id="{111938E7-B23F-FBF6-5CD7-2F2AF0920A42}"/>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Outlook Web in Microsoft 365</a:t>
            </a:r>
          </a:p>
          <a:p>
            <a:r>
              <a:rPr lang="en-US" dirty="0">
                <a:latin typeface="Calibri"/>
                <a:ea typeface="Calibri"/>
                <a:cs typeface="Calibri"/>
              </a:rPr>
              <a:t>Gmail in Google Workspace</a:t>
            </a:r>
          </a:p>
        </p:txBody>
      </p:sp>
      <p:sp>
        <p:nvSpPr>
          <p:cNvPr id="4" name="Slide Number Placeholder 3">
            <a:extLst>
              <a:ext uri="{FF2B5EF4-FFF2-40B4-BE49-F238E27FC236}">
                <a16:creationId xmlns:a16="http://schemas.microsoft.com/office/drawing/2014/main" id="{671AC19D-1C78-D99F-BA6B-1358832093BC}"/>
              </a:ext>
            </a:extLst>
          </p:cNvPr>
          <p:cNvSpPr>
            <a:spLocks noGrp="1"/>
          </p:cNvSpPr>
          <p:nvPr>
            <p:ph type="sldNum" sz="quarter" idx="10"/>
          </p:nvPr>
        </p:nvSpPr>
        <p:spPr/>
        <p:txBody>
          <a:bodyPr/>
          <a:lstStyle/>
          <a:p>
            <a:fld id="{B7CF8A19-3A9E-4ABC-B336-2FDDE321C72D}" type="slidenum">
              <a:rPr lang="en-US" smtClean="0"/>
              <a:pPr/>
              <a:t>61</a:t>
            </a:fld>
            <a:endParaRPr lang="en-US" dirty="0"/>
          </a:p>
        </p:txBody>
      </p:sp>
    </p:spTree>
    <p:custDataLst>
      <p:tags r:id="rId1"/>
    </p:custDataLst>
    <p:extLst>
      <p:ext uri="{BB962C8B-B14F-4D97-AF65-F5344CB8AC3E}">
        <p14:creationId xmlns:p14="http://schemas.microsoft.com/office/powerpoint/2010/main" val="30739267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D374-66FE-977F-8923-69C1C5B1226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E21FCE-F609-85B7-FF0E-5A4CBF8A9F47}"/>
              </a:ext>
            </a:extLst>
          </p:cNvPr>
          <p:cNvSpPr>
            <a:spLocks noGrp="1"/>
          </p:cNvSpPr>
          <p:nvPr>
            <p:ph type="title"/>
          </p:nvPr>
        </p:nvSpPr>
        <p:spPr/>
        <p:txBody>
          <a:bodyPr/>
          <a:lstStyle/>
          <a:p>
            <a:pPr marL="71755"/>
            <a:r>
              <a:rPr lang="en-US" dirty="0">
                <a:latin typeface="Calibri"/>
                <a:ea typeface="Calibri"/>
                <a:cs typeface="Calibri"/>
              </a:rPr>
              <a:t>Storage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428EB646-9BFC-30FF-9B42-094A2BF4EA4F}"/>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OneDrive, Google Drive, Apple iCloud</a:t>
            </a:r>
            <a:endParaRPr lang="en-US" dirty="0">
              <a:ea typeface="Calibri" panose="020F0502020204030204" pitchFamily="34" charset="0"/>
            </a:endParaRPr>
          </a:p>
          <a:p>
            <a:r>
              <a:rPr lang="en-US" dirty="0">
                <a:latin typeface="Calibri"/>
                <a:ea typeface="Calibri"/>
                <a:cs typeface="Calibri"/>
              </a:rPr>
              <a:t>Data storage and synchronization across multiple platforms</a:t>
            </a:r>
            <a:endParaRPr lang="en-US" dirty="0">
              <a:ea typeface="Calibri"/>
            </a:endParaRPr>
          </a:p>
        </p:txBody>
      </p:sp>
      <p:sp>
        <p:nvSpPr>
          <p:cNvPr id="4" name="Slide Number Placeholder 3">
            <a:extLst>
              <a:ext uri="{FF2B5EF4-FFF2-40B4-BE49-F238E27FC236}">
                <a16:creationId xmlns:a16="http://schemas.microsoft.com/office/drawing/2014/main" id="{7D0D5F9E-88C2-C6CE-5839-BF5EFA537E24}"/>
              </a:ext>
            </a:extLst>
          </p:cNvPr>
          <p:cNvSpPr>
            <a:spLocks noGrp="1"/>
          </p:cNvSpPr>
          <p:nvPr>
            <p:ph type="sldNum" sz="quarter" idx="10"/>
          </p:nvPr>
        </p:nvSpPr>
        <p:spPr/>
        <p:txBody>
          <a:bodyPr/>
          <a:lstStyle/>
          <a:p>
            <a:fld id="{B7CF8A19-3A9E-4ABC-B336-2FDDE321C72D}" type="slidenum">
              <a:rPr lang="en-US" smtClean="0"/>
              <a:pPr/>
              <a:t>62</a:t>
            </a:fld>
            <a:endParaRPr lang="en-US" dirty="0"/>
          </a:p>
        </p:txBody>
      </p:sp>
    </p:spTree>
    <p:custDataLst>
      <p:tags r:id="rId1"/>
    </p:custDataLst>
    <p:extLst>
      <p:ext uri="{BB962C8B-B14F-4D97-AF65-F5344CB8AC3E}">
        <p14:creationId xmlns:p14="http://schemas.microsoft.com/office/powerpoint/2010/main" val="14909434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46A70-BBCF-CFF2-4781-C4F8A110186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F484977-08E2-7D61-B9D8-34BD4963DDD1}"/>
              </a:ext>
            </a:extLst>
          </p:cNvPr>
          <p:cNvSpPr>
            <a:spLocks noGrp="1"/>
          </p:cNvSpPr>
          <p:nvPr>
            <p:ph type="title"/>
          </p:nvPr>
        </p:nvSpPr>
        <p:spPr/>
        <p:txBody>
          <a:bodyPr/>
          <a:lstStyle/>
          <a:p>
            <a:pPr marL="71755"/>
            <a:r>
              <a:rPr lang="en-US" dirty="0">
                <a:latin typeface="Calibri"/>
                <a:ea typeface="Calibri"/>
                <a:cs typeface="Calibri"/>
              </a:rPr>
              <a:t>Storage </a:t>
            </a:r>
            <a:r>
              <a:rPr lang="en-US" sz="2000" dirty="0">
                <a:latin typeface="Calibri"/>
                <a:ea typeface="Calibri"/>
                <a:cs typeface="Calibri"/>
              </a:rPr>
              <a:t>(Slide 2 of 2)</a:t>
            </a:r>
            <a:endParaRPr lang="en-US" dirty="0"/>
          </a:p>
        </p:txBody>
      </p:sp>
      <p:sp>
        <p:nvSpPr>
          <p:cNvPr id="6" name="Content Placeholder 5" descr="A screenshot of a OneDrive folder named Nicholas - Personal showing synchronized files and folders.">
            <a:extLst>
              <a:ext uri="{FF2B5EF4-FFF2-40B4-BE49-F238E27FC236}">
                <a16:creationId xmlns:a16="http://schemas.microsoft.com/office/drawing/2014/main" id="{9C2D9ED4-9F30-93A0-2F79-0328081B0370}"/>
              </a:ext>
            </a:extLst>
          </p:cNvPr>
          <p:cNvSpPr>
            <a:spLocks noGrp="1"/>
          </p:cNvSpPr>
          <p:nvPr>
            <p:ph idx="11"/>
          </p:nvPr>
        </p:nvSpPr>
        <p:spPr>
          <a:xfrm>
            <a:off x="146050" y="4610922"/>
            <a:ext cx="8870950" cy="274768"/>
          </a:xfrm>
        </p:spPr>
        <p:txBody>
          <a:bodyPr/>
          <a:lstStyle/>
          <a:p>
            <a:r>
              <a:rPr lang="en-US" dirty="0"/>
              <a:t>Screenshot courtesy of Microsoft.</a:t>
            </a:r>
          </a:p>
        </p:txBody>
      </p:sp>
      <p:pic>
        <p:nvPicPr>
          <p:cNvPr id="10" name="Picture Placeholder 9" descr="A screenshot of a OneDrive folder named Nicholas - Personal showing synchronized files and folders.">
            <a:extLst>
              <a:ext uri="{FF2B5EF4-FFF2-40B4-BE49-F238E27FC236}">
                <a16:creationId xmlns:a16="http://schemas.microsoft.com/office/drawing/2014/main" id="{78BB300C-6959-A3BC-91FF-307458AF3F74}"/>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260292" y="814892"/>
            <a:ext cx="6642463" cy="3703320"/>
          </a:xfrm>
          <a:prstGeom prst="rect">
            <a:avLst/>
          </a:prstGeom>
          <a:noFill/>
          <a:ln>
            <a:noFill/>
          </a:ln>
        </p:spPr>
      </p:pic>
      <p:sp>
        <p:nvSpPr>
          <p:cNvPr id="4" name="Slide Number Placeholder 3">
            <a:extLst>
              <a:ext uri="{FF2B5EF4-FFF2-40B4-BE49-F238E27FC236}">
                <a16:creationId xmlns:a16="http://schemas.microsoft.com/office/drawing/2014/main" id="{AAC4846F-667A-33A9-C388-9BB78BDF22E4}"/>
              </a:ext>
            </a:extLst>
          </p:cNvPr>
          <p:cNvSpPr>
            <a:spLocks noGrp="1"/>
          </p:cNvSpPr>
          <p:nvPr>
            <p:ph type="sldNum" sz="quarter" idx="10"/>
          </p:nvPr>
        </p:nvSpPr>
        <p:spPr/>
        <p:txBody>
          <a:bodyPr/>
          <a:lstStyle/>
          <a:p>
            <a:fld id="{B7CF8A19-3A9E-4ABC-B336-2FDDE321C72D}" type="slidenum">
              <a:rPr lang="en-US" smtClean="0"/>
              <a:pPr/>
              <a:t>63</a:t>
            </a:fld>
            <a:endParaRPr lang="en-US" dirty="0"/>
          </a:p>
        </p:txBody>
      </p:sp>
    </p:spTree>
    <p:custDataLst>
      <p:tags r:id="rId1"/>
    </p:custDataLst>
    <p:extLst>
      <p:ext uri="{BB962C8B-B14F-4D97-AF65-F5344CB8AC3E}">
        <p14:creationId xmlns:p14="http://schemas.microsoft.com/office/powerpoint/2010/main" val="29281499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2E4E-C334-73B6-2442-9B3AEE5DD53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D68E3B4-85F4-BAE4-7152-451BA8F296D2}"/>
              </a:ext>
            </a:extLst>
          </p:cNvPr>
          <p:cNvSpPr>
            <a:spLocks noGrp="1"/>
          </p:cNvSpPr>
          <p:nvPr>
            <p:ph type="title"/>
          </p:nvPr>
        </p:nvSpPr>
        <p:spPr/>
        <p:txBody>
          <a:bodyPr/>
          <a:lstStyle/>
          <a:p>
            <a:r>
              <a:rPr lang="en-US" dirty="0"/>
              <a:t>Collaboration Tools</a:t>
            </a:r>
          </a:p>
        </p:txBody>
      </p:sp>
      <p:sp>
        <p:nvSpPr>
          <p:cNvPr id="3" name="Content Placeholder 2">
            <a:extLst>
              <a:ext uri="{FF2B5EF4-FFF2-40B4-BE49-F238E27FC236}">
                <a16:creationId xmlns:a16="http://schemas.microsoft.com/office/drawing/2014/main" id="{38F639D1-4060-DD3B-9A66-FC0C0D028C3D}"/>
              </a:ext>
            </a:extLst>
          </p:cNvPr>
          <p:cNvSpPr>
            <a:spLocks noGrp="1"/>
          </p:cNvSpPr>
          <p:nvPr>
            <p:ph idx="1"/>
          </p:nvPr>
        </p:nvSpPr>
        <p:spPr>
          <a:xfrm>
            <a:off x="146050" y="746760"/>
            <a:ext cx="4425950" cy="4046220"/>
          </a:xfrm>
        </p:spPr>
        <p:txBody>
          <a:bodyPr vert="horz" lIns="91440" tIns="45720" rIns="91440" bIns="45720" rtlCol="0" anchor="t">
            <a:normAutofit/>
          </a:bodyPr>
          <a:lstStyle/>
          <a:p>
            <a:r>
              <a:rPr lang="en-US" dirty="0">
                <a:latin typeface="Calibri"/>
                <a:ea typeface="Calibri"/>
                <a:cs typeface="Calibri"/>
              </a:rPr>
              <a:t>Documents</a:t>
            </a:r>
            <a:endParaRPr lang="en-US" dirty="0"/>
          </a:p>
          <a:p>
            <a:pPr lvl="1"/>
            <a:r>
              <a:rPr lang="en-US" dirty="0">
                <a:latin typeface="Calibri"/>
                <a:ea typeface="Calibri"/>
                <a:cs typeface="Calibri"/>
              </a:rPr>
              <a:t>Office 365 or GoogleDocs and Slides</a:t>
            </a:r>
            <a:endParaRPr lang="en-US" dirty="0">
              <a:ea typeface="Calibri" panose="020F0502020204030204" pitchFamily="34" charset="0"/>
            </a:endParaRPr>
          </a:p>
          <a:p>
            <a:pPr lvl="1"/>
            <a:r>
              <a:rPr lang="en-US" dirty="0">
                <a:latin typeface="Calibri"/>
                <a:ea typeface="Calibri"/>
                <a:cs typeface="Calibri"/>
              </a:rPr>
              <a:t>Multiple users with simultaneous access and editing capability</a:t>
            </a:r>
            <a:endParaRPr lang="en-US" dirty="0">
              <a:ea typeface="Calibri" panose="020F0502020204030204" pitchFamily="34" charset="0"/>
            </a:endParaRPr>
          </a:p>
          <a:p>
            <a:pPr lvl="1"/>
            <a:r>
              <a:rPr lang="en-US" dirty="0">
                <a:latin typeface="Calibri"/>
                <a:ea typeface="Calibri"/>
                <a:cs typeface="Calibri"/>
              </a:rPr>
              <a:t>Changes synchronize in near real-time with tracking</a:t>
            </a:r>
            <a:endParaRPr lang="en-US" dirty="0">
              <a:ea typeface="Calibri" panose="020F0502020204030204" pitchFamily="34" charset="0"/>
            </a:endParaRPr>
          </a:p>
          <a:p>
            <a:r>
              <a:rPr lang="en-US" dirty="0">
                <a:latin typeface="Calibri"/>
                <a:ea typeface="Calibri"/>
                <a:cs typeface="Calibri"/>
              </a:rPr>
              <a:t>Videoconferencing</a:t>
            </a:r>
            <a:endParaRPr lang="en-US" dirty="0">
              <a:ea typeface="Calibri"/>
            </a:endParaRPr>
          </a:p>
          <a:p>
            <a:pPr lvl="1"/>
            <a:r>
              <a:rPr lang="en-US" dirty="0">
                <a:latin typeface="Calibri"/>
                <a:ea typeface="Calibri"/>
                <a:cs typeface="Calibri"/>
              </a:rPr>
              <a:t>Video, audio, and text-based chat features</a:t>
            </a:r>
          </a:p>
          <a:p>
            <a:pPr lvl="1"/>
            <a:r>
              <a:rPr lang="en-US" dirty="0">
                <a:latin typeface="Calibri"/>
                <a:ea typeface="Calibri"/>
                <a:cs typeface="Calibri"/>
              </a:rPr>
              <a:t>Zoom, Slack, Teams</a:t>
            </a:r>
          </a:p>
        </p:txBody>
      </p:sp>
      <p:sp>
        <p:nvSpPr>
          <p:cNvPr id="4" name="Slide Number Placeholder 3">
            <a:extLst>
              <a:ext uri="{FF2B5EF4-FFF2-40B4-BE49-F238E27FC236}">
                <a16:creationId xmlns:a16="http://schemas.microsoft.com/office/drawing/2014/main" id="{83A42A1E-0AA7-CD67-7340-877B51578E2F}"/>
              </a:ext>
            </a:extLst>
          </p:cNvPr>
          <p:cNvSpPr>
            <a:spLocks noGrp="1"/>
          </p:cNvSpPr>
          <p:nvPr>
            <p:ph type="sldNum" sz="quarter" idx="10"/>
          </p:nvPr>
        </p:nvSpPr>
        <p:spPr/>
        <p:txBody>
          <a:bodyPr/>
          <a:lstStyle/>
          <a:p>
            <a:fld id="{B7CF8A19-3A9E-4ABC-B336-2FDDE321C72D}" type="slidenum">
              <a:rPr lang="en-US" smtClean="0"/>
              <a:pPr/>
              <a:t>64</a:t>
            </a:fld>
            <a:endParaRPr lang="en-US" dirty="0"/>
          </a:p>
        </p:txBody>
      </p:sp>
      <p:pic>
        <p:nvPicPr>
          <p:cNvPr id="5" name="Picture 4" descr="A screenshot showing a reaction bar with emojis.">
            <a:extLst>
              <a:ext uri="{FF2B5EF4-FFF2-40B4-BE49-F238E27FC236}">
                <a16:creationId xmlns:a16="http://schemas.microsoft.com/office/drawing/2014/main" id="{51C23D5B-5D6D-B07D-670C-48F4BDBD9C83}"/>
              </a:ext>
            </a:extLst>
          </p:cNvPr>
          <p:cNvPicPr>
            <a:picLocks noChangeAspect="1"/>
          </p:cNvPicPr>
          <p:nvPr/>
        </p:nvPicPr>
        <p:blipFill>
          <a:blip r:embed="rId4"/>
          <a:stretch>
            <a:fillRect/>
          </a:stretch>
        </p:blipFill>
        <p:spPr>
          <a:xfrm>
            <a:off x="4571999" y="746760"/>
            <a:ext cx="4117554" cy="1372518"/>
          </a:xfrm>
          <a:prstGeom prst="rect">
            <a:avLst/>
          </a:prstGeom>
        </p:spPr>
      </p:pic>
      <p:sp>
        <p:nvSpPr>
          <p:cNvPr id="6" name="Content Placeholder 5" descr="A screenshot of a OneDrive folder named Nicholas - Personal showing synchronized files and folders.">
            <a:extLst>
              <a:ext uri="{FF2B5EF4-FFF2-40B4-BE49-F238E27FC236}">
                <a16:creationId xmlns:a16="http://schemas.microsoft.com/office/drawing/2014/main" id="{E313ED7B-39B0-63E9-3F66-353F1F7B30B6}"/>
              </a:ext>
            </a:extLst>
          </p:cNvPr>
          <p:cNvSpPr txBox="1">
            <a:spLocks/>
          </p:cNvSpPr>
          <p:nvPr/>
        </p:nvSpPr>
        <p:spPr>
          <a:xfrm>
            <a:off x="4572000" y="2332318"/>
            <a:ext cx="411755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Tree>
    <p:custDataLst>
      <p:tags r:id="rId1"/>
    </p:custDataLst>
    <p:extLst>
      <p:ext uri="{BB962C8B-B14F-4D97-AF65-F5344CB8AC3E}">
        <p14:creationId xmlns:p14="http://schemas.microsoft.com/office/powerpoint/2010/main" val="18806434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EE1F-2257-7DD6-D854-BB73B9D9D20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7625877-4794-7DD0-6D2D-6D7B1F2B5A73}"/>
              </a:ext>
            </a:extLst>
          </p:cNvPr>
          <p:cNvSpPr>
            <a:spLocks noGrp="1"/>
          </p:cNvSpPr>
          <p:nvPr>
            <p:ph type="title"/>
          </p:nvPr>
        </p:nvSpPr>
        <p:spPr/>
        <p:txBody>
          <a:bodyPr/>
          <a:lstStyle/>
          <a:p>
            <a:pPr marL="71755"/>
            <a:r>
              <a:rPr lang="en-US" dirty="0">
                <a:latin typeface="Calibri"/>
                <a:ea typeface="Calibri"/>
                <a:cs typeface="Calibri"/>
              </a:rPr>
              <a:t>User Licensing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484280AD-087C-9588-18F2-D7FB933BCCBC}"/>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Licensing terms</a:t>
            </a:r>
          </a:p>
          <a:p>
            <a:pPr lvl="1"/>
            <a:r>
              <a:rPr lang="en-US" dirty="0">
                <a:latin typeface="Calibri"/>
                <a:ea typeface="Calibri"/>
                <a:cs typeface="Calibri"/>
              </a:rPr>
              <a:t>Personal vs. commercial use</a:t>
            </a:r>
          </a:p>
          <a:p>
            <a:pPr lvl="1"/>
            <a:r>
              <a:rPr lang="en-US" dirty="0">
                <a:latin typeface="Calibri"/>
                <a:ea typeface="Calibri"/>
                <a:cs typeface="Calibri"/>
              </a:rPr>
              <a:t>Multi-user access</a:t>
            </a:r>
          </a:p>
          <a:p>
            <a:r>
              <a:rPr lang="en-US" dirty="0">
                <a:latin typeface="Calibri"/>
                <a:ea typeface="Calibri"/>
                <a:cs typeface="Calibri"/>
              </a:rPr>
              <a:t>Enterprise management</a:t>
            </a:r>
          </a:p>
          <a:p>
            <a:pPr lvl="1"/>
            <a:r>
              <a:rPr lang="en-US" dirty="0">
                <a:latin typeface="Calibri"/>
                <a:ea typeface="Calibri"/>
                <a:cs typeface="Calibri"/>
              </a:rPr>
              <a:t>Admin portal for issuing licenses to individual accounts</a:t>
            </a:r>
          </a:p>
        </p:txBody>
      </p:sp>
      <p:sp>
        <p:nvSpPr>
          <p:cNvPr id="4" name="Slide Number Placeholder 3">
            <a:extLst>
              <a:ext uri="{FF2B5EF4-FFF2-40B4-BE49-F238E27FC236}">
                <a16:creationId xmlns:a16="http://schemas.microsoft.com/office/drawing/2014/main" id="{6E504647-A739-D9A3-81DF-E0C35FC2E5C2}"/>
              </a:ext>
            </a:extLst>
          </p:cNvPr>
          <p:cNvSpPr>
            <a:spLocks noGrp="1"/>
          </p:cNvSpPr>
          <p:nvPr>
            <p:ph type="sldNum" sz="quarter" idx="10"/>
          </p:nvPr>
        </p:nvSpPr>
        <p:spPr/>
        <p:txBody>
          <a:bodyPr/>
          <a:lstStyle/>
          <a:p>
            <a:fld id="{B7CF8A19-3A9E-4ABC-B336-2FDDE321C72D}" type="slidenum">
              <a:rPr lang="en-US" smtClean="0"/>
              <a:pPr/>
              <a:t>65</a:t>
            </a:fld>
            <a:endParaRPr lang="en-US" dirty="0"/>
          </a:p>
        </p:txBody>
      </p:sp>
    </p:spTree>
    <p:custDataLst>
      <p:tags r:id="rId1"/>
    </p:custDataLst>
    <p:extLst>
      <p:ext uri="{BB962C8B-B14F-4D97-AF65-F5344CB8AC3E}">
        <p14:creationId xmlns:p14="http://schemas.microsoft.com/office/powerpoint/2010/main" val="35233536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8AFF7-E231-28B6-8B9E-84F281CA66F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E800F6E-87DF-3FA9-3E93-204DDC0D2DC1}"/>
              </a:ext>
            </a:extLst>
          </p:cNvPr>
          <p:cNvSpPr>
            <a:spLocks noGrp="1"/>
          </p:cNvSpPr>
          <p:nvPr>
            <p:ph type="title"/>
          </p:nvPr>
        </p:nvSpPr>
        <p:spPr/>
        <p:txBody>
          <a:bodyPr/>
          <a:lstStyle/>
          <a:p>
            <a:pPr marL="71755"/>
            <a:r>
              <a:rPr lang="en-US" dirty="0">
                <a:latin typeface="Calibri"/>
                <a:ea typeface="Calibri"/>
                <a:cs typeface="Calibri"/>
              </a:rPr>
              <a:t>User Licensing </a:t>
            </a:r>
            <a:r>
              <a:rPr lang="en-US" sz="2000" dirty="0">
                <a:latin typeface="Calibri"/>
                <a:ea typeface="Calibri"/>
                <a:cs typeface="Calibri"/>
              </a:rPr>
              <a:t>(Slide 2 of 2)</a:t>
            </a:r>
            <a:endParaRPr lang="en-US" dirty="0"/>
          </a:p>
        </p:txBody>
      </p:sp>
      <p:sp>
        <p:nvSpPr>
          <p:cNvPr id="6" name="Content Placeholder 5">
            <a:extLst>
              <a:ext uri="{FF2B5EF4-FFF2-40B4-BE49-F238E27FC236}">
                <a16:creationId xmlns:a16="http://schemas.microsoft.com/office/drawing/2014/main" id="{C3686423-23D5-2CD0-4EF6-B36CD1FF8FE3}"/>
              </a:ext>
            </a:extLst>
          </p:cNvPr>
          <p:cNvSpPr>
            <a:spLocks noGrp="1"/>
          </p:cNvSpPr>
          <p:nvPr>
            <p:ph idx="11"/>
          </p:nvPr>
        </p:nvSpPr>
        <p:spPr>
          <a:xfrm>
            <a:off x="146049" y="4486128"/>
            <a:ext cx="8870950" cy="274768"/>
          </a:xfrm>
        </p:spPr>
        <p:txBody>
          <a:bodyPr/>
          <a:lstStyle/>
          <a:p>
            <a:r>
              <a:rPr lang="en-US" dirty="0"/>
              <a:t>Screenshot courtesy of Microsoft.</a:t>
            </a:r>
          </a:p>
        </p:txBody>
      </p:sp>
      <p:pic>
        <p:nvPicPr>
          <p:cNvPr id="10" name="Picture Placeholder 9" descr="A screenshot of the Microsoft Entra admin center page.">
            <a:extLst>
              <a:ext uri="{FF2B5EF4-FFF2-40B4-BE49-F238E27FC236}">
                <a16:creationId xmlns:a16="http://schemas.microsoft.com/office/drawing/2014/main" id="{5CEF4ED4-5BCE-0F8C-C7A8-80D81AA78E1A}"/>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486795" y="752174"/>
            <a:ext cx="8170410" cy="3703320"/>
          </a:xfrm>
          <a:prstGeom prst="rect">
            <a:avLst/>
          </a:prstGeom>
          <a:noFill/>
          <a:ln>
            <a:noFill/>
          </a:ln>
        </p:spPr>
      </p:pic>
      <p:sp>
        <p:nvSpPr>
          <p:cNvPr id="4" name="Slide Number Placeholder 3">
            <a:extLst>
              <a:ext uri="{FF2B5EF4-FFF2-40B4-BE49-F238E27FC236}">
                <a16:creationId xmlns:a16="http://schemas.microsoft.com/office/drawing/2014/main" id="{DF89FF7F-128C-3C00-FD2C-4A45FF62A942}"/>
              </a:ext>
            </a:extLst>
          </p:cNvPr>
          <p:cNvSpPr>
            <a:spLocks noGrp="1"/>
          </p:cNvSpPr>
          <p:nvPr>
            <p:ph type="sldNum" sz="quarter" idx="10"/>
          </p:nvPr>
        </p:nvSpPr>
        <p:spPr/>
        <p:txBody>
          <a:bodyPr/>
          <a:lstStyle/>
          <a:p>
            <a:fld id="{B7CF8A19-3A9E-4ABC-B336-2FDDE321C72D}" type="slidenum">
              <a:rPr lang="en-US" smtClean="0"/>
              <a:pPr/>
              <a:t>66</a:t>
            </a:fld>
            <a:endParaRPr lang="en-US" dirty="0"/>
          </a:p>
        </p:txBody>
      </p:sp>
    </p:spTree>
    <p:custDataLst>
      <p:tags r:id="rId1"/>
    </p:custDataLst>
    <p:extLst>
      <p:ext uri="{BB962C8B-B14F-4D97-AF65-F5344CB8AC3E}">
        <p14:creationId xmlns:p14="http://schemas.microsoft.com/office/powerpoint/2010/main" val="5236988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D2EE7-64BE-497C-2A3E-561FEC9B2C5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ED47C1F-00BB-06EE-2312-3BCBDB0674E6}"/>
              </a:ext>
            </a:extLst>
          </p:cNvPr>
          <p:cNvSpPr>
            <a:spLocks noGrp="1"/>
          </p:cNvSpPr>
          <p:nvPr>
            <p:ph type="title"/>
          </p:nvPr>
        </p:nvSpPr>
        <p:spPr/>
        <p:txBody>
          <a:bodyPr/>
          <a:lstStyle/>
          <a:p>
            <a:pPr marL="71755"/>
            <a:r>
              <a:rPr lang="en-US" dirty="0">
                <a:latin typeface="Calibri"/>
                <a:ea typeface="Calibri"/>
                <a:cs typeface="Calibri"/>
              </a:rPr>
              <a:t>Identity Synchronization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AA40B868-0644-4475-4B69-9779B8CCDC6C}"/>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Cloud identity account</a:t>
            </a:r>
          </a:p>
          <a:p>
            <a:pPr lvl="1"/>
            <a:r>
              <a:rPr lang="en-US" dirty="0">
                <a:latin typeface="Calibri"/>
                <a:ea typeface="Calibri"/>
                <a:cs typeface="Calibri"/>
              </a:rPr>
              <a:t>Used across platforms and applications</a:t>
            </a:r>
          </a:p>
          <a:p>
            <a:r>
              <a:rPr lang="en-US" dirty="0">
                <a:latin typeface="Calibri"/>
                <a:ea typeface="Calibri"/>
                <a:cs typeface="Calibri"/>
              </a:rPr>
              <a:t>Single account </a:t>
            </a:r>
          </a:p>
          <a:p>
            <a:pPr lvl="1"/>
            <a:r>
              <a:rPr lang="en-US" dirty="0">
                <a:latin typeface="Calibri"/>
                <a:ea typeface="Calibri"/>
                <a:cs typeface="Calibri"/>
              </a:rPr>
              <a:t>Used to access multiple applications</a:t>
            </a:r>
          </a:p>
          <a:p>
            <a:r>
              <a:rPr lang="en-US" dirty="0">
                <a:latin typeface="Calibri"/>
                <a:ea typeface="Calibri"/>
                <a:cs typeface="Calibri"/>
              </a:rPr>
              <a:t>Used for federated access or single sign-on configurations</a:t>
            </a:r>
            <a:endParaRPr lang="en-US" dirty="0">
              <a:ea typeface="Calibri"/>
            </a:endParaRPr>
          </a:p>
        </p:txBody>
      </p:sp>
      <p:sp>
        <p:nvSpPr>
          <p:cNvPr id="4" name="Slide Number Placeholder 3">
            <a:extLst>
              <a:ext uri="{FF2B5EF4-FFF2-40B4-BE49-F238E27FC236}">
                <a16:creationId xmlns:a16="http://schemas.microsoft.com/office/drawing/2014/main" id="{70490C21-A122-A557-C29D-9BD4270297E4}"/>
              </a:ext>
            </a:extLst>
          </p:cNvPr>
          <p:cNvSpPr>
            <a:spLocks noGrp="1"/>
          </p:cNvSpPr>
          <p:nvPr>
            <p:ph type="sldNum" sz="quarter" idx="10"/>
          </p:nvPr>
        </p:nvSpPr>
        <p:spPr/>
        <p:txBody>
          <a:bodyPr/>
          <a:lstStyle/>
          <a:p>
            <a:fld id="{B7CF8A19-3A9E-4ABC-B336-2FDDE321C72D}" type="slidenum">
              <a:rPr lang="en-US" smtClean="0"/>
              <a:pPr/>
              <a:t>67</a:t>
            </a:fld>
            <a:endParaRPr lang="en-US" dirty="0"/>
          </a:p>
        </p:txBody>
      </p:sp>
    </p:spTree>
    <p:custDataLst>
      <p:tags r:id="rId1"/>
    </p:custDataLst>
    <p:extLst>
      <p:ext uri="{BB962C8B-B14F-4D97-AF65-F5344CB8AC3E}">
        <p14:creationId xmlns:p14="http://schemas.microsoft.com/office/powerpoint/2010/main" val="23991995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4CC7B-1A88-72DE-F866-5CB6FE8DD0D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DE3209D-039F-1C4C-834F-A163A2397729}"/>
              </a:ext>
            </a:extLst>
          </p:cNvPr>
          <p:cNvSpPr>
            <a:spLocks noGrp="1"/>
          </p:cNvSpPr>
          <p:nvPr>
            <p:ph type="title"/>
          </p:nvPr>
        </p:nvSpPr>
        <p:spPr/>
        <p:txBody>
          <a:bodyPr/>
          <a:lstStyle/>
          <a:p>
            <a:pPr marL="71755"/>
            <a:r>
              <a:rPr lang="en-US" dirty="0">
                <a:latin typeface="Calibri"/>
                <a:ea typeface="Calibri"/>
                <a:cs typeface="Calibri"/>
              </a:rPr>
              <a:t>Identity Synchronization </a:t>
            </a:r>
            <a:r>
              <a:rPr lang="en-US" sz="2000" dirty="0">
                <a:latin typeface="Calibri"/>
                <a:ea typeface="Calibri"/>
                <a:cs typeface="Calibri"/>
              </a:rPr>
              <a:t>(Slide 2 of 2)</a:t>
            </a:r>
            <a:endParaRPr lang="en-US" dirty="0">
              <a:ea typeface="Calibri" panose="020F0502020204030204" pitchFamily="34" charset="0"/>
            </a:endParaRPr>
          </a:p>
        </p:txBody>
      </p:sp>
      <p:sp>
        <p:nvSpPr>
          <p:cNvPr id="2" name="Content Placeholder 1">
            <a:extLst>
              <a:ext uri="{FF2B5EF4-FFF2-40B4-BE49-F238E27FC236}">
                <a16:creationId xmlns:a16="http://schemas.microsoft.com/office/drawing/2014/main" id="{E0DAC624-80EB-A061-3F35-556C6B283ED7}"/>
              </a:ext>
            </a:extLst>
          </p:cNvPr>
          <p:cNvSpPr>
            <a:spLocks noGrp="1"/>
          </p:cNvSpPr>
          <p:nvPr>
            <p:ph idx="11"/>
          </p:nvPr>
        </p:nvSpPr>
        <p:spPr>
          <a:xfrm>
            <a:off x="146050" y="3884548"/>
            <a:ext cx="8870950" cy="274768"/>
          </a:xfrm>
        </p:spPr>
        <p:txBody>
          <a:bodyPr/>
          <a:lstStyle/>
          <a:p>
            <a:r>
              <a:rPr lang="en-US" dirty="0"/>
              <a:t>Screenshot courtesy of Microsoft.</a:t>
            </a:r>
          </a:p>
        </p:txBody>
      </p:sp>
      <p:pic>
        <p:nvPicPr>
          <p:cNvPr id="7" name="Picture Placeholder 6" descr="Microsoft Entra Connect synchronization. On-premises A D connects via Microsoft Entra Connector Account to Microsoft Entra I D.">
            <a:extLst>
              <a:ext uri="{FF2B5EF4-FFF2-40B4-BE49-F238E27FC236}">
                <a16:creationId xmlns:a16="http://schemas.microsoft.com/office/drawing/2014/main" id="{E7D1242A-DBF6-4E8F-9983-E5741ED4F112}"/>
              </a:ext>
            </a:extLst>
          </p:cNvPr>
          <p:cNvPicPr>
            <a:picLocks noGrp="1" noChangeAspect="1"/>
          </p:cNvPicPr>
          <p:nvPr>
            <p:ph type="pic" sz="quarter" idx="12"/>
          </p:nvPr>
        </p:nvPicPr>
        <p:blipFill>
          <a:blip r:embed="rId4">
            <a:extLst>
              <a:ext uri="{28A0092B-C50C-407E-A947-70E740481C1C}">
                <a14:useLocalDpi xmlns:a14="http://schemas.microsoft.com/office/drawing/2010/main" val="0"/>
              </a:ext>
            </a:extLst>
          </a:blip>
          <a:stretch>
            <a:fillRect/>
          </a:stretch>
        </p:blipFill>
        <p:spPr>
          <a:xfrm>
            <a:off x="1195137" y="1317335"/>
            <a:ext cx="6753726" cy="2508829"/>
          </a:xfrm>
          <a:prstGeom prst="rect">
            <a:avLst/>
          </a:prstGeom>
        </p:spPr>
      </p:pic>
      <p:sp>
        <p:nvSpPr>
          <p:cNvPr id="4" name="Slide Number Placeholder 3">
            <a:extLst>
              <a:ext uri="{FF2B5EF4-FFF2-40B4-BE49-F238E27FC236}">
                <a16:creationId xmlns:a16="http://schemas.microsoft.com/office/drawing/2014/main" id="{69B68B04-A9C4-226F-5565-E41DD638DE05}"/>
              </a:ext>
            </a:extLst>
          </p:cNvPr>
          <p:cNvSpPr>
            <a:spLocks noGrp="1"/>
          </p:cNvSpPr>
          <p:nvPr>
            <p:ph type="sldNum" sz="quarter" idx="10"/>
          </p:nvPr>
        </p:nvSpPr>
        <p:spPr/>
        <p:txBody>
          <a:bodyPr/>
          <a:lstStyle/>
          <a:p>
            <a:fld id="{B7CF8A19-3A9E-4ABC-B336-2FDDE321C72D}" type="slidenum">
              <a:rPr lang="en-US" smtClean="0"/>
              <a:pPr/>
              <a:t>68</a:t>
            </a:fld>
            <a:endParaRPr lang="en-US" dirty="0"/>
          </a:p>
        </p:txBody>
      </p:sp>
    </p:spTree>
    <p:custDataLst>
      <p:tags r:id="rId1"/>
    </p:custDataLst>
    <p:extLst>
      <p:ext uri="{BB962C8B-B14F-4D97-AF65-F5344CB8AC3E}">
        <p14:creationId xmlns:p14="http://schemas.microsoft.com/office/powerpoint/2010/main" val="25150591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DB51-6227-4914-4F8E-9710F849C1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6D57CC-EC1F-C600-47A2-193C1669C799}"/>
              </a:ext>
            </a:extLst>
          </p:cNvPr>
          <p:cNvSpPr>
            <a:spLocks noGrp="1"/>
          </p:cNvSpPr>
          <p:nvPr>
            <p:ph sz="quarter" idx="14"/>
          </p:nvPr>
        </p:nvSpPr>
        <p:spPr/>
        <p:txBody>
          <a:bodyPr>
            <a:normAutofit/>
          </a:bodyPr>
          <a:lstStyle/>
          <a:p>
            <a:r>
              <a:rPr lang="en-US" dirty="0"/>
              <a:t>Lab: Create Azure Storage Account</a:t>
            </a:r>
            <a:br>
              <a:rPr lang="en-US" dirty="0"/>
            </a:br>
            <a:r>
              <a:rPr lang="en-US" sz="2000" dirty="0"/>
              <a:t>(available in CertMaster Learn and CertMaster Perform)</a:t>
            </a:r>
          </a:p>
        </p:txBody>
      </p:sp>
      <p:sp>
        <p:nvSpPr>
          <p:cNvPr id="2" name="Slide Number Placeholder 1">
            <a:extLst>
              <a:ext uri="{FF2B5EF4-FFF2-40B4-BE49-F238E27FC236}">
                <a16:creationId xmlns:a16="http://schemas.microsoft.com/office/drawing/2014/main" id="{C7BD4DDC-0FAB-BC0E-D4F2-5CB39ED48561}"/>
              </a:ext>
            </a:extLst>
          </p:cNvPr>
          <p:cNvSpPr>
            <a:spLocks noGrp="1"/>
          </p:cNvSpPr>
          <p:nvPr>
            <p:ph type="sldNum" sz="quarter" idx="13"/>
          </p:nvPr>
        </p:nvSpPr>
        <p:spPr/>
        <p:txBody>
          <a:bodyPr/>
          <a:lstStyle/>
          <a:p>
            <a:fld id="{B7CF8A19-3A9E-4ABC-B336-2FDDE321C72D}" type="slidenum">
              <a:rPr lang="en-US" smtClean="0"/>
              <a:pPr/>
              <a:t>69</a:t>
            </a:fld>
            <a:endParaRPr lang="en-US" dirty="0"/>
          </a:p>
        </p:txBody>
      </p:sp>
    </p:spTree>
    <p:custDataLst>
      <p:tags r:id="rId1"/>
    </p:custDataLst>
    <p:extLst>
      <p:ext uri="{BB962C8B-B14F-4D97-AF65-F5344CB8AC3E}">
        <p14:creationId xmlns:p14="http://schemas.microsoft.com/office/powerpoint/2010/main" val="2671329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163B5-5B80-31B6-356D-20408A058F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D54075F-75C3-EEAC-7B73-DB0F2FBA9F8D}"/>
              </a:ext>
            </a:extLst>
          </p:cNvPr>
          <p:cNvSpPr>
            <a:spLocks noGrp="1"/>
          </p:cNvSpPr>
          <p:nvPr>
            <p:ph type="title"/>
          </p:nvPr>
        </p:nvSpPr>
        <p:spPr/>
        <p:txBody>
          <a:bodyPr/>
          <a:lstStyle/>
          <a:p>
            <a:r>
              <a:rPr lang="en-US" dirty="0"/>
              <a:t>Cloud-Based Applications</a:t>
            </a:r>
          </a:p>
        </p:txBody>
      </p:sp>
      <p:sp>
        <p:nvSpPr>
          <p:cNvPr id="2" name="Content Placeholder 1">
            <a:extLst>
              <a:ext uri="{FF2B5EF4-FFF2-40B4-BE49-F238E27FC236}">
                <a16:creationId xmlns:a16="http://schemas.microsoft.com/office/drawing/2014/main" id="{A2AF9B71-F588-A75C-81CF-DC525EB9662E}"/>
              </a:ext>
            </a:extLst>
          </p:cNvPr>
          <p:cNvSpPr>
            <a:spLocks noGrp="1"/>
          </p:cNvSpPr>
          <p:nvPr>
            <p:ph sz="quarter" idx="11"/>
          </p:nvPr>
        </p:nvSpPr>
        <p:spPr>
          <a:xfrm>
            <a:off x="146050" y="748623"/>
            <a:ext cx="8870950" cy="4044357"/>
          </a:xfrm>
        </p:spPr>
        <p:txBody>
          <a:bodyPr vert="horz" lIns="91440" tIns="45720" rIns="91440" bIns="45720" rtlCol="0" anchor="t">
            <a:normAutofit/>
          </a:bodyPr>
          <a:lstStyle/>
          <a:p>
            <a:r>
              <a:rPr lang="en-US" dirty="0"/>
              <a:t>Email Systems</a:t>
            </a:r>
          </a:p>
          <a:p>
            <a:r>
              <a:rPr lang="en-US" dirty="0"/>
              <a:t>Storage</a:t>
            </a:r>
          </a:p>
          <a:p>
            <a:r>
              <a:rPr lang="en-US" dirty="0"/>
              <a:t>Collaboration Tools</a:t>
            </a:r>
          </a:p>
          <a:p>
            <a:r>
              <a:rPr lang="en-US" dirty="0"/>
              <a:t>User Licensing</a:t>
            </a:r>
          </a:p>
          <a:p>
            <a:r>
              <a:rPr lang="en-US" dirty="0"/>
              <a:t>Identity Synchronization</a:t>
            </a:r>
          </a:p>
          <a:p>
            <a:endParaRPr lang="en-US" dirty="0"/>
          </a:p>
        </p:txBody>
      </p:sp>
      <p:sp>
        <p:nvSpPr>
          <p:cNvPr id="4" name="Slide Number Placeholder 3">
            <a:extLst>
              <a:ext uri="{FF2B5EF4-FFF2-40B4-BE49-F238E27FC236}">
                <a16:creationId xmlns:a16="http://schemas.microsoft.com/office/drawing/2014/main" id="{02C6525A-FF8E-C637-099F-6861C484A85F}"/>
              </a:ext>
            </a:extLst>
          </p:cNvPr>
          <p:cNvSpPr>
            <a:spLocks noGrp="1"/>
          </p:cNvSpPr>
          <p:nvPr>
            <p:ph type="sldNum" sz="quarter" idx="12"/>
          </p:nvPr>
        </p:nvSpPr>
        <p:spPr>
          <a:xfrm>
            <a:off x="8537816" y="4885690"/>
            <a:ext cx="479184" cy="198675"/>
          </a:xfrm>
        </p:spPr>
        <p:txBody>
          <a:bodyPr/>
          <a:lstStyle/>
          <a:p>
            <a:fld id="{B7CF8A19-3A9E-4ABC-B336-2FDDE321C72D}" type="slidenum">
              <a:rPr lang="en-US" smtClean="0"/>
              <a:pPr/>
              <a:t>70</a:t>
            </a:fld>
            <a:endParaRPr lang="en-US" dirty="0"/>
          </a:p>
        </p:txBody>
      </p:sp>
    </p:spTree>
    <p:custDataLst>
      <p:tags r:id="rId1"/>
    </p:custDataLst>
    <p:extLst>
      <p:ext uri="{BB962C8B-B14F-4D97-AF65-F5344CB8AC3E}">
        <p14:creationId xmlns:p14="http://schemas.microsoft.com/office/powerpoint/2010/main" val="19411489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70"/>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C5790E96-FA32-4149-B23C-E179F53F24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804A4A-BEBA-46F7-8D91-096B77966F98}">
  <ds:schemaRefs>
    <ds:schemaRef ds:uri="http://purl.org/dc/dcmitype/"/>
    <ds:schemaRef ds:uri="http://purl.org/dc/terms/"/>
    <ds:schemaRef ds:uri="http://schemas.openxmlformats.org/package/2006/metadata/core-properties"/>
    <ds:schemaRef ds:uri="http://schemas.microsoft.com/office/2006/documentManagement/types"/>
    <ds:schemaRef ds:uri="http://schemas.microsoft.com/sharepoint/v3"/>
    <ds:schemaRef ds:uri="http://purl.org/dc/elements/1.1/"/>
    <ds:schemaRef ds:uri="http://schemas.microsoft.com/office/2006/metadata/properties"/>
    <ds:schemaRef ds:uri="http://schemas.microsoft.com/office/infopath/2007/PartnerControls"/>
    <ds:schemaRef ds:uri="315eb565-7267-4a95-9087-2f433ded3c8b"/>
    <ds:schemaRef ds:uri="95a46270-66ec-4bdf-aabc-d78887d51418"/>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comptia_ova</Template>
  <TotalTime>832</TotalTime>
  <Words>3063</Words>
  <Application>Microsoft Office PowerPoint</Application>
  <PresentationFormat>On-screen Show (16:9)</PresentationFormat>
  <Paragraphs>543</Paragraphs>
  <Slides>70</Slides>
  <Notes>64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noto-sans</vt:lpstr>
      <vt:lpstr>Calibri</vt:lpstr>
      <vt:lpstr>comptia_ov</vt:lpstr>
      <vt:lpstr>Exam 220-1202</vt:lpstr>
      <vt:lpstr>Configuring Windows</vt:lpstr>
      <vt:lpstr>Learning Outcomes</vt:lpstr>
      <vt:lpstr>Windows User Settings</vt:lpstr>
      <vt:lpstr>Windows Interfaces (Slide 1 of 3)</vt:lpstr>
      <vt:lpstr>Windows Interfaces (Slide 2 of 3)</vt:lpstr>
      <vt:lpstr>Windows Interfaces (Slide 3 of 3)</vt:lpstr>
      <vt:lpstr>Windows Settings and Control Panel (Slide 1 of 4)</vt:lpstr>
      <vt:lpstr>Windows Settings and Control Panel (Slide 2 of 4)</vt:lpstr>
      <vt:lpstr>Windows Settings and Control Panel (Slide 3 of 4)</vt:lpstr>
      <vt:lpstr>Windows Settings and Control Panel (Slide 4 of 4)</vt:lpstr>
      <vt:lpstr>Accounts Settings (Slide 1 of 2)</vt:lpstr>
      <vt:lpstr>Accounts Settings (Slide 2 of 2)</vt:lpstr>
      <vt:lpstr>Privacy Settings (Slide 1 of 2)</vt:lpstr>
      <vt:lpstr>Privacy Settings (Slide 2 of 2)</vt:lpstr>
      <vt:lpstr>Desktop Settings</vt:lpstr>
      <vt:lpstr>Ease of Access Settings</vt:lpstr>
      <vt:lpstr>File Explorer (Slide 1 of 3)</vt:lpstr>
      <vt:lpstr>File Explorer (Slide 2 of 3)</vt:lpstr>
      <vt:lpstr>File Explorer (Slide 3 of 3)</vt:lpstr>
      <vt:lpstr>File Explorer Options (Slide 1 of 2)</vt:lpstr>
      <vt:lpstr>File Explorer Options (Slide 2 of 2)</vt:lpstr>
      <vt:lpstr>Indexing Options</vt:lpstr>
      <vt:lpstr>PowerPoint Presentation</vt:lpstr>
      <vt:lpstr>Windows User Settings</vt:lpstr>
      <vt:lpstr>Windows System Settings</vt:lpstr>
      <vt:lpstr>System Settings</vt:lpstr>
      <vt:lpstr>Update and Security Settings</vt:lpstr>
      <vt:lpstr>Device Settings (Slide 1 of 3)</vt:lpstr>
      <vt:lpstr>Device Settings (Slide 2 of 3)</vt:lpstr>
      <vt:lpstr>Device Settings (Slide 3 of 3)</vt:lpstr>
      <vt:lpstr>Display and Sound Settings (Slide 1 of 3)</vt:lpstr>
      <vt:lpstr>Display and Sound Settings (Slide 2 of 3)</vt:lpstr>
      <vt:lpstr>Display and Sound Settings (Slide 3 of 3)</vt:lpstr>
      <vt:lpstr>Power Options (Slide 1 of 2)</vt:lpstr>
      <vt:lpstr>Power Options (Slide 2 of 2)</vt:lpstr>
      <vt:lpstr>Apps, Programs, and Features</vt:lpstr>
      <vt:lpstr>Apps Settings (Slide 1 of 2)</vt:lpstr>
      <vt:lpstr>Apps Settings (Slide 2 of 2)</vt:lpstr>
      <vt:lpstr>Network Settings (Slide 1 of 2)</vt:lpstr>
      <vt:lpstr>Network Settings (Slide 2 of 2)</vt:lpstr>
      <vt:lpstr>Administrative Tools (Slide 1 of 4)</vt:lpstr>
      <vt:lpstr>Administrative Tools (Slide 2 of 4)</vt:lpstr>
      <vt:lpstr>Administrative Tools (Slide 3 of 4)</vt:lpstr>
      <vt:lpstr>Administrative Tools (Slide 4 of 4)</vt:lpstr>
      <vt:lpstr>Management Shortcuts (Slide 1 of 3)</vt:lpstr>
      <vt:lpstr>Management Shortcuts (Slide 2 of 3)</vt:lpstr>
      <vt:lpstr>Management Shortcuts (Slide 3 of 3)</vt:lpstr>
      <vt:lpstr>PowerPoint Presentation</vt:lpstr>
      <vt:lpstr>Windows System Settings</vt:lpstr>
      <vt:lpstr>Install and Configure Applications</vt:lpstr>
      <vt:lpstr>System Requirements for Applications (Slide 1 of 2)</vt:lpstr>
      <vt:lpstr>System Requirements for Applications (Slide 2 of 2)</vt:lpstr>
      <vt:lpstr>OS Requirements for Applications</vt:lpstr>
      <vt:lpstr>Distribution Methods (Slide 1 of 2)</vt:lpstr>
      <vt:lpstr>Distribution Methods (Slide 2 of 2)</vt:lpstr>
      <vt:lpstr>Other Considerations</vt:lpstr>
      <vt:lpstr>PowerPoint Presentation</vt:lpstr>
      <vt:lpstr>Install and Configure Applications</vt:lpstr>
      <vt:lpstr>Cloud-Based Applications</vt:lpstr>
      <vt:lpstr>Email Systems</vt:lpstr>
      <vt:lpstr>Storage (Slide 1 of 2)</vt:lpstr>
      <vt:lpstr>Storage (Slide 2 of 2)</vt:lpstr>
      <vt:lpstr>Collaboration Tools</vt:lpstr>
      <vt:lpstr>User Licensing (Slide 1 of 2)</vt:lpstr>
      <vt:lpstr>User Licensing (Slide 2 of 2)</vt:lpstr>
      <vt:lpstr>Identity Synchronization (Slide 1 of 2)</vt:lpstr>
      <vt:lpstr>Identity Synchronization (Slide 2 of 2)</vt:lpstr>
      <vt:lpstr>PowerPoint Presentation</vt:lpstr>
      <vt:lpstr>Cloud-Based Applications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Yvette Delim</cp:lastModifiedBy>
  <cp:revision>678</cp:revision>
  <dcterms:created xsi:type="dcterms:W3CDTF">2021-09-20T08:36:44Z</dcterms:created>
  <dcterms:modified xsi:type="dcterms:W3CDTF">2025-06-17T21:09:57Z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