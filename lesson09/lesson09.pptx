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8.xml" ContentType="application/vnd.openxmlformats-officedocument.presentationml.tags+xml"/>
  <Override PartName="/ppt/notesSlides/notesSlide10.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1.xml" ContentType="application/vnd.openxmlformats-officedocument.presentationml.notesSlide+xml"/>
  <Override PartName="/ppt/tags/tag41.xml" ContentType="application/vnd.openxmlformats-officedocument.presentationml.tags+xml"/>
  <Override PartName="/ppt/notesSlides/notesSlide12.xml" ContentType="application/vnd.openxmlformats-officedocument.presentationml.notesSlide+xml"/>
  <Override PartName="/ppt/tags/tag42.xml" ContentType="application/vnd.openxmlformats-officedocument.presentationml.tags+xml"/>
  <Override PartName="/ppt/notesSlides/notesSlide13.xml" ContentType="application/vnd.openxmlformats-officedocument.presentationml.notesSlide+xml"/>
  <Override PartName="/ppt/tags/tag43.xml" ContentType="application/vnd.openxmlformats-officedocument.presentationml.tags+xml"/>
  <Override PartName="/ppt/notesSlides/notesSlide14.xml" ContentType="application/vnd.openxmlformats-officedocument.presentationml.notesSlide+xml"/>
  <Override PartName="/ppt/tags/tag4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6.xml" ContentType="application/vnd.openxmlformats-officedocument.presentationml.tags+xml"/>
  <Override PartName="/ppt/notesSlides/notesSlide19.xml" ContentType="application/vnd.openxmlformats-officedocument.presentationml.notesSlide+xml"/>
  <Override PartName="/ppt/tags/tag47.xml" ContentType="application/vnd.openxmlformats-officedocument.presentationml.tags+xml"/>
  <Override PartName="/ppt/notesSlides/notesSlide20.xml" ContentType="application/vnd.openxmlformats-officedocument.presentationml.notesSlide+xml"/>
  <Override PartName="/ppt/tags/tag4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0.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30.xml" ContentType="application/vnd.openxmlformats-officedocument.presentationml.notesSlide+xml"/>
  <Override PartName="/ppt/tags/tag53.xml" ContentType="application/vnd.openxmlformats-officedocument.presentationml.tags+xml"/>
  <Override PartName="/ppt/notesSlides/notesSlide31.xml" ContentType="application/vnd.openxmlformats-officedocument.presentationml.notesSlide+xml"/>
  <Override PartName="/ppt/tags/tag54.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5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57.xml" ContentType="application/vnd.openxmlformats-officedocument.presentationml.tags+xml"/>
  <Override PartName="/ppt/notesSlides/notesSlide38.xml" ContentType="application/vnd.openxmlformats-officedocument.presentationml.notesSlide+xml"/>
  <Override PartName="/ppt/tags/tag5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5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44.xml" ContentType="application/vnd.openxmlformats-officedocument.presentationml.notesSlide+xml"/>
  <Override PartName="/ppt/tags/tag62.xml" ContentType="application/vnd.openxmlformats-officedocument.presentationml.tags+xml"/>
  <Override PartName="/ppt/notesSlides/notesSlide45.xml" ContentType="application/vnd.openxmlformats-officedocument.presentationml.notesSlide+xml"/>
  <Override PartName="/ppt/tags/tag63.xml" ContentType="application/vnd.openxmlformats-officedocument.presentationml.tags+xml"/>
  <Override PartName="/ppt/notesSlides/notesSlide46.xml" ContentType="application/vnd.openxmlformats-officedocument.presentationml.notesSlide+xml"/>
  <Override PartName="/ppt/tags/tag64.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65.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66.xml" ContentType="application/vnd.openxmlformats-officedocument.presentationml.tags+xml"/>
  <Override PartName="/ppt/notesSlides/notesSlide51.xml" ContentType="application/vnd.openxmlformats-officedocument.presentationml.notesSlide+xml"/>
  <Override PartName="/ppt/tags/tag67.xml" ContentType="application/vnd.openxmlformats-officedocument.presentationml.tags+xml"/>
  <Override PartName="/ppt/notesSlides/notesSlide52.xml" ContentType="application/vnd.openxmlformats-officedocument.presentationml.notesSlide+xml"/>
  <Override PartName="/ppt/tags/tag68.xml" ContentType="application/vnd.openxmlformats-officedocument.presentationml.tags+xml"/>
  <Override PartName="/ppt/notesSlides/notesSlide53.xml" ContentType="application/vnd.openxmlformats-officedocument.presentationml.notesSlide+xml"/>
  <Override PartName="/ppt/tags/tag69.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70.xml" ContentType="application/vnd.openxmlformats-officedocument.presentationml.tags+xml"/>
  <Override PartName="/ppt/notesSlides/notesSlide56.xml" ContentType="application/vnd.openxmlformats-officedocument.presentationml.notesSlide+xml"/>
  <Override PartName="/ppt/tags/tag71.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72.xml" ContentType="application/vnd.openxmlformats-officedocument.presentationml.tags+xml"/>
  <Override PartName="/ppt/notesSlides/notesSlide60.xml" ContentType="application/vnd.openxmlformats-officedocument.presentationml.notesSlide+xml"/>
  <Override PartName="/ppt/tags/tag73.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74.xml" ContentType="application/vnd.openxmlformats-officedocument.presentationml.tags+xml"/>
  <Override PartName="/ppt/notesSlides/notesSlide63.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64.xml" ContentType="application/vnd.openxmlformats-officedocument.presentationml.notesSlide+xml"/>
  <Override PartName="/ppt/tags/tag77.xml" ContentType="application/vnd.openxmlformats-officedocument.presentationml.tags+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77"/>
  </p:notesMasterIdLst>
  <p:handoutMasterIdLst>
    <p:handoutMasterId r:id="rId78"/>
  </p:handoutMasterIdLst>
  <p:sldIdLst>
    <p:sldId id="299" r:id="rId5"/>
    <p:sldId id="465" r:id="rId6"/>
    <p:sldId id="297" r:id="rId7"/>
    <p:sldId id="302" r:id="rId8"/>
    <p:sldId id="569" r:id="rId9"/>
    <p:sldId id="570" r:id="rId10"/>
    <p:sldId id="313" r:id="rId11"/>
    <p:sldId id="626" r:id="rId12"/>
    <p:sldId id="627" r:id="rId13"/>
    <p:sldId id="628" r:id="rId14"/>
    <p:sldId id="595" r:id="rId15"/>
    <p:sldId id="596" r:id="rId16"/>
    <p:sldId id="629" r:id="rId17"/>
    <p:sldId id="310" r:id="rId18"/>
    <p:sldId id="309" r:id="rId19"/>
    <p:sldId id="315" r:id="rId20"/>
    <p:sldId id="578" r:id="rId21"/>
    <p:sldId id="598" r:id="rId22"/>
    <p:sldId id="576" r:id="rId23"/>
    <p:sldId id="575" r:id="rId24"/>
    <p:sldId id="633" r:id="rId25"/>
    <p:sldId id="632" r:id="rId26"/>
    <p:sldId id="565" r:id="rId27"/>
    <p:sldId id="634" r:id="rId28"/>
    <p:sldId id="636" r:id="rId29"/>
    <p:sldId id="577" r:id="rId30"/>
    <p:sldId id="635" r:id="rId31"/>
    <p:sldId id="637" r:id="rId32"/>
    <p:sldId id="638" r:id="rId33"/>
    <p:sldId id="639" r:id="rId34"/>
    <p:sldId id="640" r:id="rId35"/>
    <p:sldId id="642" r:id="rId36"/>
    <p:sldId id="641" r:id="rId37"/>
    <p:sldId id="631" r:id="rId38"/>
    <p:sldId id="630" r:id="rId39"/>
    <p:sldId id="441" r:id="rId40"/>
    <p:sldId id="567" r:id="rId41"/>
    <p:sldId id="489" r:id="rId42"/>
    <p:sldId id="643" r:id="rId43"/>
    <p:sldId id="644" r:id="rId44"/>
    <p:sldId id="645" r:id="rId45"/>
    <p:sldId id="646" r:id="rId46"/>
    <p:sldId id="574" r:id="rId47"/>
    <p:sldId id="647" r:id="rId48"/>
    <p:sldId id="648" r:id="rId49"/>
    <p:sldId id="649" r:id="rId50"/>
    <p:sldId id="650" r:id="rId51"/>
    <p:sldId id="651" r:id="rId52"/>
    <p:sldId id="604" r:id="rId53"/>
    <p:sldId id="603" r:id="rId54"/>
    <p:sldId id="652" r:id="rId55"/>
    <p:sldId id="608" r:id="rId56"/>
    <p:sldId id="655" r:id="rId57"/>
    <p:sldId id="656" r:id="rId58"/>
    <p:sldId id="657" r:id="rId59"/>
    <p:sldId id="658" r:id="rId60"/>
    <p:sldId id="610" r:id="rId61"/>
    <p:sldId id="659" r:id="rId62"/>
    <p:sldId id="660" r:id="rId63"/>
    <p:sldId id="661" r:id="rId64"/>
    <p:sldId id="662" r:id="rId65"/>
    <p:sldId id="663" r:id="rId66"/>
    <p:sldId id="670" r:id="rId67"/>
    <p:sldId id="664" r:id="rId68"/>
    <p:sldId id="665" r:id="rId69"/>
    <p:sldId id="614" r:id="rId70"/>
    <p:sldId id="666" r:id="rId71"/>
    <p:sldId id="667" r:id="rId72"/>
    <p:sldId id="669" r:id="rId73"/>
    <p:sldId id="654" r:id="rId74"/>
    <p:sldId id="653" r:id="rId75"/>
    <p:sldId id="668" r:id="rId76"/>
  </p:sldIdLst>
  <p:sldSz cx="9144000" cy="5143500" type="screen16x9"/>
  <p:notesSz cx="6858000" cy="9144000"/>
  <p:custDataLst>
    <p:tags r:id="rId7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7D5C04-2B44-413C-ADF3-E41FD452DC4D}" v="3" dt="2025-06-17T17:28:43.1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1513" autoAdjust="0"/>
  </p:normalViewPr>
  <p:slideViewPr>
    <p:cSldViewPr snapToGrid="0">
      <p:cViewPr varScale="1">
        <p:scale>
          <a:sx n="114" d="100"/>
          <a:sy n="114" d="100"/>
        </p:scale>
        <p:origin x="1446" y="96"/>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gs" Target="tags/tag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018CD484-34EE-4232-A713-F0C8E5684B28}"/>
    <pc:docChg chg="modSld">
      <pc:chgData name="Yvette Delim" userId="1eb1221e-2905-468b-b6ca-e1e332e3c4b6" providerId="ADAL" clId="{018CD484-34EE-4232-A713-F0C8E5684B28}" dt="2025-06-17T21:06:51.568" v="0"/>
      <pc:docMkLst>
        <pc:docMk/>
      </pc:docMkLst>
      <pc:sldChg chg="modSp mod">
        <pc:chgData name="Yvette Delim" userId="1eb1221e-2905-468b-b6ca-e1e332e3c4b6" providerId="ADAL" clId="{018CD484-34EE-4232-A713-F0C8E5684B28}" dt="2025-06-17T21:06:51.568" v="0"/>
        <pc:sldMkLst>
          <pc:docMk/>
          <pc:sldMk cId="2615260713" sldId="297"/>
        </pc:sldMkLst>
        <pc:spChg chg="mod">
          <ac:chgData name="Yvette Delim" userId="1eb1221e-2905-468b-b6ca-e1e332e3c4b6" providerId="ADAL" clId="{018CD484-34EE-4232-A713-F0C8E5684B28}" dt="2025-06-17T21:06:51.568" v="0"/>
          <ac:spMkLst>
            <pc:docMk/>
            <pc:sldMk cId="2615260713" sldId="297"/>
            <ac:spMk id="5" creationId="{3F9B06E0-25E2-2207-FA53-43B03A3DD8B6}"/>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Amy Glidewell" userId="095a4851-014c-47ed-bf1b-0c4b57406e94" providerId="ADAL" clId="{3D7D5C04-2B44-413C-ADF3-E41FD452DC4D}"/>
    <pc:docChg chg="custSel addSld modSld">
      <pc:chgData name="Amy Glidewell" userId="095a4851-014c-47ed-bf1b-0c4b57406e94" providerId="ADAL" clId="{3D7D5C04-2B44-413C-ADF3-E41FD452DC4D}" dt="2025-06-17T17:48:35.474" v="234" actId="12"/>
      <pc:docMkLst>
        <pc:docMk/>
      </pc:docMkLst>
      <pc:sldChg chg="modNotesTx">
        <pc:chgData name="Amy Glidewell" userId="095a4851-014c-47ed-bf1b-0c4b57406e94" providerId="ADAL" clId="{3D7D5C04-2B44-413C-ADF3-E41FD452DC4D}" dt="2025-06-17T17:29:38.240" v="5" actId="2711"/>
        <pc:sldMkLst>
          <pc:docMk/>
          <pc:sldMk cId="2349293421" sldId="302"/>
        </pc:sldMkLst>
      </pc:sldChg>
      <pc:sldChg chg="modNotesTx">
        <pc:chgData name="Amy Glidewell" userId="095a4851-014c-47ed-bf1b-0c4b57406e94" providerId="ADAL" clId="{3D7D5C04-2B44-413C-ADF3-E41FD452DC4D}" dt="2025-06-17T17:28:58.092" v="0" actId="313"/>
        <pc:sldMkLst>
          <pc:docMk/>
          <pc:sldMk cId="1878458843" sldId="309"/>
        </pc:sldMkLst>
      </pc:sldChg>
      <pc:sldChg chg="modNotesTx">
        <pc:chgData name="Amy Glidewell" userId="095a4851-014c-47ed-bf1b-0c4b57406e94" providerId="ADAL" clId="{3D7D5C04-2B44-413C-ADF3-E41FD452DC4D}" dt="2025-06-17T17:31:00.026" v="6" actId="2711"/>
        <pc:sldMkLst>
          <pc:docMk/>
          <pc:sldMk cId="1686946997" sldId="315"/>
        </pc:sldMkLst>
      </pc:sldChg>
      <pc:sldChg chg="modNotesTx">
        <pc:chgData name="Amy Glidewell" userId="095a4851-014c-47ed-bf1b-0c4b57406e94" providerId="ADAL" clId="{3D7D5C04-2B44-413C-ADF3-E41FD452DC4D}" dt="2025-06-17T17:35:15.324" v="37" actId="2711"/>
        <pc:sldMkLst>
          <pc:docMk/>
          <pc:sldMk cId="3832170073" sldId="441"/>
        </pc:sldMkLst>
      </pc:sldChg>
      <pc:sldChg chg="modSp mod modNotesTx">
        <pc:chgData name="Amy Glidewell" userId="095a4851-014c-47ed-bf1b-0c4b57406e94" providerId="ADAL" clId="{3D7D5C04-2B44-413C-ADF3-E41FD452DC4D}" dt="2025-06-17T17:33:06.295" v="23" actId="20577"/>
        <pc:sldMkLst>
          <pc:docMk/>
          <pc:sldMk cId="1498049252" sldId="577"/>
        </pc:sldMkLst>
        <pc:picChg chg="mod">
          <ac:chgData name="Amy Glidewell" userId="095a4851-014c-47ed-bf1b-0c4b57406e94" providerId="ADAL" clId="{3D7D5C04-2B44-413C-ADF3-E41FD452DC4D}" dt="2025-06-17T17:32:59.815" v="19" actId="207"/>
          <ac:picMkLst>
            <pc:docMk/>
            <pc:sldMk cId="1498049252" sldId="577"/>
            <ac:picMk id="7" creationId="{112BF2C1-CE56-033F-5C4C-43B876E6FA89}"/>
          </ac:picMkLst>
        </pc:picChg>
      </pc:sldChg>
      <pc:sldChg chg="modSp mod">
        <pc:chgData name="Amy Glidewell" userId="095a4851-014c-47ed-bf1b-0c4b57406e94" providerId="ADAL" clId="{3D7D5C04-2B44-413C-ADF3-E41FD452DC4D}" dt="2025-06-17T17:31:29.259" v="9" actId="208"/>
        <pc:sldMkLst>
          <pc:docMk/>
          <pc:sldMk cId="2078518832" sldId="578"/>
        </pc:sldMkLst>
        <pc:picChg chg="mod">
          <ac:chgData name="Amy Glidewell" userId="095a4851-014c-47ed-bf1b-0c4b57406e94" providerId="ADAL" clId="{3D7D5C04-2B44-413C-ADF3-E41FD452DC4D}" dt="2025-06-17T17:31:29.259" v="9" actId="208"/>
          <ac:picMkLst>
            <pc:docMk/>
            <pc:sldMk cId="2078518832" sldId="578"/>
            <ac:picMk id="7" creationId="{D7995F0E-012F-784C-947B-C74B5A9FF926}"/>
          </ac:picMkLst>
        </pc:picChg>
      </pc:sldChg>
      <pc:sldChg chg="modNotesTx">
        <pc:chgData name="Amy Glidewell" userId="095a4851-014c-47ed-bf1b-0c4b57406e94" providerId="ADAL" clId="{3D7D5C04-2B44-413C-ADF3-E41FD452DC4D}" dt="2025-06-17T17:28:59.687" v="2" actId="313"/>
        <pc:sldMkLst>
          <pc:docMk/>
          <pc:sldMk cId="1513034710" sldId="603"/>
        </pc:sldMkLst>
      </pc:sldChg>
      <pc:sldChg chg="modSp mod">
        <pc:chgData name="Amy Glidewell" userId="095a4851-014c-47ed-bf1b-0c4b57406e94" providerId="ADAL" clId="{3D7D5C04-2B44-413C-ADF3-E41FD452DC4D}" dt="2025-06-17T17:38:16.380" v="162" actId="12"/>
        <pc:sldMkLst>
          <pc:docMk/>
          <pc:sldMk cId="2646471323" sldId="608"/>
        </pc:sldMkLst>
        <pc:spChg chg="mod">
          <ac:chgData name="Amy Glidewell" userId="095a4851-014c-47ed-bf1b-0c4b57406e94" providerId="ADAL" clId="{3D7D5C04-2B44-413C-ADF3-E41FD452DC4D}" dt="2025-06-17T17:38:16.380" v="162" actId="12"/>
          <ac:spMkLst>
            <pc:docMk/>
            <pc:sldMk cId="2646471323" sldId="608"/>
            <ac:spMk id="5" creationId="{76D12AA2-772C-5649-B527-BC08EE47F602}"/>
          </ac:spMkLst>
        </pc:spChg>
      </pc:sldChg>
      <pc:sldChg chg="modNotesTx">
        <pc:chgData name="Amy Glidewell" userId="095a4851-014c-47ed-bf1b-0c4b57406e94" providerId="ADAL" clId="{3D7D5C04-2B44-413C-ADF3-E41FD452DC4D}" dt="2025-06-17T17:28:59.038" v="1" actId="313"/>
        <pc:sldMkLst>
          <pc:docMk/>
          <pc:sldMk cId="4065436323" sldId="630"/>
        </pc:sldMkLst>
      </pc:sldChg>
      <pc:sldChg chg="modSp mod">
        <pc:chgData name="Amy Glidewell" userId="095a4851-014c-47ed-bf1b-0c4b57406e94" providerId="ADAL" clId="{3D7D5C04-2B44-413C-ADF3-E41FD452DC4D}" dt="2025-06-17T17:32:26.934" v="14" actId="2085"/>
        <pc:sldMkLst>
          <pc:docMk/>
          <pc:sldMk cId="3268977878" sldId="632"/>
        </pc:sldMkLst>
        <pc:picChg chg="mod">
          <ac:chgData name="Amy Glidewell" userId="095a4851-014c-47ed-bf1b-0c4b57406e94" providerId="ADAL" clId="{3D7D5C04-2B44-413C-ADF3-E41FD452DC4D}" dt="2025-06-17T17:32:26.934" v="14" actId="2085"/>
          <ac:picMkLst>
            <pc:docMk/>
            <pc:sldMk cId="3268977878" sldId="632"/>
            <ac:picMk id="7" creationId="{77FB01FC-7E69-AD47-12E0-8B7D47D06DDE}"/>
          </ac:picMkLst>
        </pc:picChg>
      </pc:sldChg>
      <pc:sldChg chg="modSp mod modNotesTx">
        <pc:chgData name="Amy Glidewell" userId="095a4851-014c-47ed-bf1b-0c4b57406e94" providerId="ADAL" clId="{3D7D5C04-2B44-413C-ADF3-E41FD452DC4D}" dt="2025-06-17T17:32:08.648" v="11" actId="20577"/>
        <pc:sldMkLst>
          <pc:docMk/>
          <pc:sldMk cId="1848967670" sldId="633"/>
        </pc:sldMkLst>
        <pc:spChg chg="mod">
          <ac:chgData name="Amy Glidewell" userId="095a4851-014c-47ed-bf1b-0c4b57406e94" providerId="ADAL" clId="{3D7D5C04-2B44-413C-ADF3-E41FD452DC4D}" dt="2025-06-17T17:32:08.648" v="11" actId="20577"/>
          <ac:spMkLst>
            <pc:docMk/>
            <pc:sldMk cId="1848967670" sldId="633"/>
            <ac:spMk id="3" creationId="{FC3C9F45-2056-ACB6-32DE-020E22F627E5}"/>
          </ac:spMkLst>
        </pc:spChg>
      </pc:sldChg>
      <pc:sldChg chg="modSp mod">
        <pc:chgData name="Amy Glidewell" userId="095a4851-014c-47ed-bf1b-0c4b57406e94" providerId="ADAL" clId="{3D7D5C04-2B44-413C-ADF3-E41FD452DC4D}" dt="2025-06-17T17:32:47.156" v="17" actId="20577"/>
        <pc:sldMkLst>
          <pc:docMk/>
          <pc:sldMk cId="865420239" sldId="634"/>
        </pc:sldMkLst>
        <pc:spChg chg="mod">
          <ac:chgData name="Amy Glidewell" userId="095a4851-014c-47ed-bf1b-0c4b57406e94" providerId="ADAL" clId="{3D7D5C04-2B44-413C-ADF3-E41FD452DC4D}" dt="2025-06-17T17:32:47.156" v="17" actId="20577"/>
          <ac:spMkLst>
            <pc:docMk/>
            <pc:sldMk cId="865420239" sldId="634"/>
            <ac:spMk id="3" creationId="{E87F038A-9FC3-9121-EC89-93A00712A599}"/>
          </ac:spMkLst>
        </pc:spChg>
        <pc:picChg chg="mod">
          <ac:chgData name="Amy Glidewell" userId="095a4851-014c-47ed-bf1b-0c4b57406e94" providerId="ADAL" clId="{3D7D5C04-2B44-413C-ADF3-E41FD452DC4D}" dt="2025-06-17T17:32:40.968" v="16" actId="207"/>
          <ac:picMkLst>
            <pc:docMk/>
            <pc:sldMk cId="865420239" sldId="634"/>
            <ac:picMk id="5" creationId="{2D24AEA2-68B8-2931-D22C-0265D8AD6BB8}"/>
          </ac:picMkLst>
        </pc:picChg>
      </pc:sldChg>
      <pc:sldChg chg="modSp mod">
        <pc:chgData name="Amy Glidewell" userId="095a4851-014c-47ed-bf1b-0c4b57406e94" providerId="ADAL" clId="{3D7D5C04-2B44-413C-ADF3-E41FD452DC4D}" dt="2025-06-17T17:33:16.300" v="25" actId="207"/>
        <pc:sldMkLst>
          <pc:docMk/>
          <pc:sldMk cId="880098313" sldId="635"/>
        </pc:sldMkLst>
        <pc:picChg chg="mod">
          <ac:chgData name="Amy Glidewell" userId="095a4851-014c-47ed-bf1b-0c4b57406e94" providerId="ADAL" clId="{3D7D5C04-2B44-413C-ADF3-E41FD452DC4D}" dt="2025-06-17T17:33:16.300" v="25" actId="207"/>
          <ac:picMkLst>
            <pc:docMk/>
            <pc:sldMk cId="880098313" sldId="635"/>
            <ac:picMk id="6" creationId="{D112040A-00E4-AAF1-1403-8F66E6C471D9}"/>
          </ac:picMkLst>
        </pc:picChg>
      </pc:sldChg>
      <pc:sldChg chg="modSp mod">
        <pc:chgData name="Amy Glidewell" userId="095a4851-014c-47ed-bf1b-0c4b57406e94" providerId="ADAL" clId="{3D7D5C04-2B44-413C-ADF3-E41FD452DC4D}" dt="2025-06-17T17:33:25.395" v="27" actId="207"/>
        <pc:sldMkLst>
          <pc:docMk/>
          <pc:sldMk cId="3678024493" sldId="638"/>
        </pc:sldMkLst>
        <pc:picChg chg="mod">
          <ac:chgData name="Amy Glidewell" userId="095a4851-014c-47ed-bf1b-0c4b57406e94" providerId="ADAL" clId="{3D7D5C04-2B44-413C-ADF3-E41FD452DC4D}" dt="2025-06-17T17:33:25.395" v="27" actId="207"/>
          <ac:picMkLst>
            <pc:docMk/>
            <pc:sldMk cId="3678024493" sldId="638"/>
            <ac:picMk id="6" creationId="{BD245531-AE09-C5CA-6D52-059087FCFA94}"/>
          </ac:picMkLst>
        </pc:picChg>
      </pc:sldChg>
      <pc:sldChg chg="modSp mod">
        <pc:chgData name="Amy Glidewell" userId="095a4851-014c-47ed-bf1b-0c4b57406e94" providerId="ADAL" clId="{3D7D5C04-2B44-413C-ADF3-E41FD452DC4D}" dt="2025-06-17T17:33:29.864" v="29" actId="207"/>
        <pc:sldMkLst>
          <pc:docMk/>
          <pc:sldMk cId="1380403630" sldId="639"/>
        </pc:sldMkLst>
        <pc:picChg chg="mod">
          <ac:chgData name="Amy Glidewell" userId="095a4851-014c-47ed-bf1b-0c4b57406e94" providerId="ADAL" clId="{3D7D5C04-2B44-413C-ADF3-E41FD452DC4D}" dt="2025-06-17T17:33:29.864" v="29" actId="207"/>
          <ac:picMkLst>
            <pc:docMk/>
            <pc:sldMk cId="1380403630" sldId="639"/>
            <ac:picMk id="7" creationId="{754BA7B9-FC29-FF40-9D1A-100B59A62973}"/>
          </ac:picMkLst>
        </pc:picChg>
      </pc:sldChg>
      <pc:sldChg chg="modSp mod">
        <pc:chgData name="Amy Glidewell" userId="095a4851-014c-47ed-bf1b-0c4b57406e94" providerId="ADAL" clId="{3D7D5C04-2B44-413C-ADF3-E41FD452DC4D}" dt="2025-06-17T17:34:13.573" v="36" actId="2085"/>
        <pc:sldMkLst>
          <pc:docMk/>
          <pc:sldMk cId="571046767" sldId="641"/>
        </pc:sldMkLst>
        <pc:picChg chg="mod">
          <ac:chgData name="Amy Glidewell" userId="095a4851-014c-47ed-bf1b-0c4b57406e94" providerId="ADAL" clId="{3D7D5C04-2B44-413C-ADF3-E41FD452DC4D}" dt="2025-06-17T17:34:13.573" v="36" actId="2085"/>
          <ac:picMkLst>
            <pc:docMk/>
            <pc:sldMk cId="571046767" sldId="641"/>
            <ac:picMk id="7" creationId="{31C32504-505D-9EDA-1BAE-9412872BB723}"/>
          </ac:picMkLst>
        </pc:picChg>
      </pc:sldChg>
      <pc:sldChg chg="modSp mod">
        <pc:chgData name="Amy Glidewell" userId="095a4851-014c-47ed-bf1b-0c4b57406e94" providerId="ADAL" clId="{3D7D5C04-2B44-413C-ADF3-E41FD452DC4D}" dt="2025-06-17T17:33:51.465" v="31" actId="207"/>
        <pc:sldMkLst>
          <pc:docMk/>
          <pc:sldMk cId="2311631562" sldId="642"/>
        </pc:sldMkLst>
        <pc:picChg chg="mod">
          <ac:chgData name="Amy Glidewell" userId="095a4851-014c-47ed-bf1b-0c4b57406e94" providerId="ADAL" clId="{3D7D5C04-2B44-413C-ADF3-E41FD452DC4D}" dt="2025-06-17T17:33:51.465" v="31" actId="207"/>
          <ac:picMkLst>
            <pc:docMk/>
            <pc:sldMk cId="2311631562" sldId="642"/>
            <ac:picMk id="6" creationId="{1C465649-1E9A-1CAB-4880-637C8AA92248}"/>
          </ac:picMkLst>
        </pc:picChg>
      </pc:sldChg>
      <pc:sldChg chg="modSp mod">
        <pc:chgData name="Amy Glidewell" userId="095a4851-014c-47ed-bf1b-0c4b57406e94" providerId="ADAL" clId="{3D7D5C04-2B44-413C-ADF3-E41FD452DC4D}" dt="2025-06-17T17:35:51.452" v="43" actId="20577"/>
        <pc:sldMkLst>
          <pc:docMk/>
          <pc:sldMk cId="2703206544" sldId="643"/>
        </pc:sldMkLst>
        <pc:spChg chg="mod">
          <ac:chgData name="Amy Glidewell" userId="095a4851-014c-47ed-bf1b-0c4b57406e94" providerId="ADAL" clId="{3D7D5C04-2B44-413C-ADF3-E41FD452DC4D}" dt="2025-06-17T17:35:51.452" v="43" actId="20577"/>
          <ac:spMkLst>
            <pc:docMk/>
            <pc:sldMk cId="2703206544" sldId="643"/>
            <ac:spMk id="3" creationId="{ADAFB93A-CE41-3463-CCDF-5776AFC7CA95}"/>
          </ac:spMkLst>
        </pc:spChg>
      </pc:sldChg>
      <pc:sldChg chg="modSp mod">
        <pc:chgData name="Amy Glidewell" userId="095a4851-014c-47ed-bf1b-0c4b57406e94" providerId="ADAL" clId="{3D7D5C04-2B44-413C-ADF3-E41FD452DC4D}" dt="2025-06-17T17:36:11.579" v="45" actId="207"/>
        <pc:sldMkLst>
          <pc:docMk/>
          <pc:sldMk cId="37346651" sldId="644"/>
        </pc:sldMkLst>
        <pc:picChg chg="mod">
          <ac:chgData name="Amy Glidewell" userId="095a4851-014c-47ed-bf1b-0c4b57406e94" providerId="ADAL" clId="{3D7D5C04-2B44-413C-ADF3-E41FD452DC4D}" dt="2025-06-17T17:36:11.579" v="45" actId="207"/>
          <ac:picMkLst>
            <pc:docMk/>
            <pc:sldMk cId="37346651" sldId="644"/>
            <ac:picMk id="6" creationId="{9AEC3ED2-62B6-2385-6005-DB11ACA916A7}"/>
          </ac:picMkLst>
        </pc:picChg>
      </pc:sldChg>
      <pc:sldChg chg="modNotesTx">
        <pc:chgData name="Amy Glidewell" userId="095a4851-014c-47ed-bf1b-0c4b57406e94" providerId="ADAL" clId="{3D7D5C04-2B44-413C-ADF3-E41FD452DC4D}" dt="2025-06-17T17:37:23.540" v="160" actId="20577"/>
        <pc:sldMkLst>
          <pc:docMk/>
          <pc:sldMk cId="3664825629" sldId="650"/>
        </pc:sldMkLst>
      </pc:sldChg>
      <pc:sldChg chg="modNotesTx">
        <pc:chgData name="Amy Glidewell" userId="095a4851-014c-47ed-bf1b-0c4b57406e94" providerId="ADAL" clId="{3D7D5C04-2B44-413C-ADF3-E41FD452DC4D}" dt="2025-06-17T17:37:48.697" v="161" actId="2711"/>
        <pc:sldMkLst>
          <pc:docMk/>
          <pc:sldMk cId="3634785870" sldId="652"/>
        </pc:sldMkLst>
      </pc:sldChg>
      <pc:sldChg chg="modNotesTx">
        <pc:chgData name="Amy Glidewell" userId="095a4851-014c-47ed-bf1b-0c4b57406e94" providerId="ADAL" clId="{3D7D5C04-2B44-413C-ADF3-E41FD452DC4D}" dt="2025-06-17T17:29:00.504" v="3" actId="313"/>
        <pc:sldMkLst>
          <pc:docMk/>
          <pc:sldMk cId="821808868" sldId="653"/>
        </pc:sldMkLst>
      </pc:sldChg>
      <pc:sldChg chg="modSp mod">
        <pc:chgData name="Amy Glidewell" userId="095a4851-014c-47ed-bf1b-0c4b57406e94" providerId="ADAL" clId="{3D7D5C04-2B44-413C-ADF3-E41FD452DC4D}" dt="2025-06-17T17:38:32.451" v="163" actId="14100"/>
        <pc:sldMkLst>
          <pc:docMk/>
          <pc:sldMk cId="896307106" sldId="657"/>
        </pc:sldMkLst>
        <pc:spChg chg="mod">
          <ac:chgData name="Amy Glidewell" userId="095a4851-014c-47ed-bf1b-0c4b57406e94" providerId="ADAL" clId="{3D7D5C04-2B44-413C-ADF3-E41FD452DC4D}" dt="2025-06-17T17:38:32.451" v="163" actId="14100"/>
          <ac:spMkLst>
            <pc:docMk/>
            <pc:sldMk cId="896307106" sldId="657"/>
            <ac:spMk id="3" creationId="{7F4B18E1-4BE9-D8B2-A70F-BB71AE060BAF}"/>
          </ac:spMkLst>
        </pc:spChg>
      </pc:sldChg>
      <pc:sldChg chg="modSp mod">
        <pc:chgData name="Amy Glidewell" userId="095a4851-014c-47ed-bf1b-0c4b57406e94" providerId="ADAL" clId="{3D7D5C04-2B44-413C-ADF3-E41FD452DC4D}" dt="2025-06-17T17:42:26.639" v="178" actId="1035"/>
        <pc:sldMkLst>
          <pc:docMk/>
          <pc:sldMk cId="2245690633" sldId="662"/>
        </pc:sldMkLst>
        <pc:spChg chg="mod">
          <ac:chgData name="Amy Glidewell" userId="095a4851-014c-47ed-bf1b-0c4b57406e94" providerId="ADAL" clId="{3D7D5C04-2B44-413C-ADF3-E41FD452DC4D}" dt="2025-06-17T17:42:21.674" v="166" actId="1076"/>
          <ac:spMkLst>
            <pc:docMk/>
            <pc:sldMk cId="2245690633" sldId="662"/>
            <ac:spMk id="7" creationId="{D5E9DDDD-D4B9-E118-96EA-620C14596592}"/>
          </ac:spMkLst>
        </pc:spChg>
        <pc:picChg chg="mod">
          <ac:chgData name="Amy Glidewell" userId="095a4851-014c-47ed-bf1b-0c4b57406e94" providerId="ADAL" clId="{3D7D5C04-2B44-413C-ADF3-E41FD452DC4D}" dt="2025-06-17T17:42:26.639" v="178" actId="1035"/>
          <ac:picMkLst>
            <pc:docMk/>
            <pc:sldMk cId="2245690633" sldId="662"/>
            <ac:picMk id="6" creationId="{70F4992A-73CE-279A-04B4-D8B920409C90}"/>
          </ac:picMkLst>
        </pc:picChg>
      </pc:sldChg>
      <pc:sldChg chg="modSp mod">
        <pc:chgData name="Amy Glidewell" userId="095a4851-014c-47ed-bf1b-0c4b57406e94" providerId="ADAL" clId="{3D7D5C04-2B44-413C-ADF3-E41FD452DC4D}" dt="2025-06-17T17:47:18.162" v="221" actId="14100"/>
        <pc:sldMkLst>
          <pc:docMk/>
          <pc:sldMk cId="3815423914" sldId="663"/>
        </pc:sldMkLst>
        <pc:spChg chg="mod">
          <ac:chgData name="Amy Glidewell" userId="095a4851-014c-47ed-bf1b-0c4b57406e94" providerId="ADAL" clId="{3D7D5C04-2B44-413C-ADF3-E41FD452DC4D}" dt="2025-06-17T17:47:18.162" v="221" actId="14100"/>
          <ac:spMkLst>
            <pc:docMk/>
            <pc:sldMk cId="3815423914" sldId="663"/>
            <ac:spMk id="3" creationId="{6AABF560-8676-C3ED-0E0A-79E9360B37F6}"/>
          </ac:spMkLst>
        </pc:spChg>
        <pc:spChg chg="mod">
          <ac:chgData name="Amy Glidewell" userId="095a4851-014c-47ed-bf1b-0c4b57406e94" providerId="ADAL" clId="{3D7D5C04-2B44-413C-ADF3-E41FD452DC4D}" dt="2025-06-17T17:42:53.204" v="181" actId="20577"/>
          <ac:spMkLst>
            <pc:docMk/>
            <pc:sldMk cId="3815423914" sldId="663"/>
            <ac:spMk id="8" creationId="{268D1F25-71C6-11EB-A0EF-C99D8A7FCFB5}"/>
          </ac:spMkLst>
        </pc:spChg>
      </pc:sldChg>
      <pc:sldChg chg="modSp mod">
        <pc:chgData name="Amy Glidewell" userId="095a4851-014c-47ed-bf1b-0c4b57406e94" providerId="ADAL" clId="{3D7D5C04-2B44-413C-ADF3-E41FD452DC4D}" dt="2025-06-17T17:47:46.504" v="229" actId="20577"/>
        <pc:sldMkLst>
          <pc:docMk/>
          <pc:sldMk cId="2850278437" sldId="664"/>
        </pc:sldMkLst>
        <pc:spChg chg="mod">
          <ac:chgData name="Amy Glidewell" userId="095a4851-014c-47ed-bf1b-0c4b57406e94" providerId="ADAL" clId="{3D7D5C04-2B44-413C-ADF3-E41FD452DC4D}" dt="2025-06-17T17:47:46.504" v="229" actId="20577"/>
          <ac:spMkLst>
            <pc:docMk/>
            <pc:sldMk cId="2850278437" sldId="664"/>
            <ac:spMk id="2" creationId="{8E79F729-422E-4A16-8A0B-B42E286D7B91}"/>
          </ac:spMkLst>
        </pc:spChg>
      </pc:sldChg>
      <pc:sldChg chg="modSp mod">
        <pc:chgData name="Amy Glidewell" userId="095a4851-014c-47ed-bf1b-0c4b57406e94" providerId="ADAL" clId="{3D7D5C04-2B44-413C-ADF3-E41FD452DC4D}" dt="2025-06-17T17:47:54.071" v="233" actId="20577"/>
        <pc:sldMkLst>
          <pc:docMk/>
          <pc:sldMk cId="1227255415" sldId="665"/>
        </pc:sldMkLst>
        <pc:spChg chg="mod">
          <ac:chgData name="Amy Glidewell" userId="095a4851-014c-47ed-bf1b-0c4b57406e94" providerId="ADAL" clId="{3D7D5C04-2B44-413C-ADF3-E41FD452DC4D}" dt="2025-06-17T17:47:54.071" v="233" actId="20577"/>
          <ac:spMkLst>
            <pc:docMk/>
            <pc:sldMk cId="1227255415" sldId="665"/>
            <ac:spMk id="2" creationId="{6AF552C4-E1D7-34D0-7731-47932CB85124}"/>
          </ac:spMkLst>
        </pc:spChg>
      </pc:sldChg>
      <pc:sldChg chg="modSp mod">
        <pc:chgData name="Amy Glidewell" userId="095a4851-014c-47ed-bf1b-0c4b57406e94" providerId="ADAL" clId="{3D7D5C04-2B44-413C-ADF3-E41FD452DC4D}" dt="2025-06-17T17:48:35.474" v="234" actId="12"/>
        <pc:sldMkLst>
          <pc:docMk/>
          <pc:sldMk cId="870150144" sldId="666"/>
        </pc:sldMkLst>
        <pc:spChg chg="mod">
          <ac:chgData name="Amy Glidewell" userId="095a4851-014c-47ed-bf1b-0c4b57406e94" providerId="ADAL" clId="{3D7D5C04-2B44-413C-ADF3-E41FD452DC4D}" dt="2025-06-17T17:48:35.474" v="234" actId="12"/>
          <ac:spMkLst>
            <pc:docMk/>
            <pc:sldMk cId="870150144" sldId="666"/>
            <ac:spMk id="3" creationId="{5167EC53-D011-BC07-DEB4-1549622793CE}"/>
          </ac:spMkLst>
        </pc:spChg>
      </pc:sldChg>
      <pc:sldChg chg="modNotesTx">
        <pc:chgData name="Amy Glidewell" userId="095a4851-014c-47ed-bf1b-0c4b57406e94" providerId="ADAL" clId="{3D7D5C04-2B44-413C-ADF3-E41FD452DC4D}" dt="2025-06-17T17:29:01.630" v="4" actId="313"/>
        <pc:sldMkLst>
          <pc:docMk/>
          <pc:sldMk cId="602767470" sldId="668"/>
        </pc:sldMkLst>
      </pc:sldChg>
      <pc:sldChg chg="modSp add mod">
        <pc:chgData name="Amy Glidewell" userId="095a4851-014c-47ed-bf1b-0c4b57406e94" providerId="ADAL" clId="{3D7D5C04-2B44-413C-ADF3-E41FD452DC4D}" dt="2025-06-17T17:47:40.727" v="225" actId="20577"/>
        <pc:sldMkLst>
          <pc:docMk/>
          <pc:sldMk cId="2521597552" sldId="670"/>
        </pc:sldMkLst>
        <pc:spChg chg="mod">
          <ac:chgData name="Amy Glidewell" userId="095a4851-014c-47ed-bf1b-0c4b57406e94" providerId="ADAL" clId="{3D7D5C04-2B44-413C-ADF3-E41FD452DC4D}" dt="2025-06-17T17:46:51.334" v="220" actId="11"/>
          <ac:spMkLst>
            <pc:docMk/>
            <pc:sldMk cId="2521597552" sldId="670"/>
            <ac:spMk id="3" creationId="{8380EDF4-4FA3-CCFC-8397-955D483AB4C2}"/>
          </ac:spMkLst>
        </pc:spChg>
        <pc:spChg chg="mod">
          <ac:chgData name="Amy Glidewell" userId="095a4851-014c-47ed-bf1b-0c4b57406e94" providerId="ADAL" clId="{3D7D5C04-2B44-413C-ADF3-E41FD452DC4D}" dt="2025-06-17T17:47:40.727" v="225" actId="20577"/>
          <ac:spMkLst>
            <pc:docMk/>
            <pc:sldMk cId="2521597552" sldId="670"/>
            <ac:spMk id="8" creationId="{CF5FDF87-F80D-A8E8-4D0C-EF60135F1A50}"/>
          </ac:spMkLst>
        </pc:spChg>
      </pc:sldChg>
    </pc:docChg>
  </pc:docChgLst>
  <pc:docChgLst>
    <pc:chgData name="Nicholas Pierce" userId="S::npierce@comptia.global::ee89543b-d064-42d7-b9d5-60e771afdcba" providerId="AD" clId="Web-{32546E10-FA92-CEA7-F721-FB33569FC7AC}"/>
    <pc:docChg chg="modSld">
      <pc:chgData name="Nicholas Pierce" userId="S::npierce@comptia.global::ee89543b-d064-42d7-b9d5-60e771afdcba" providerId="AD" clId="Web-{32546E10-FA92-CEA7-F721-FB33569FC7AC}" dt="2025-06-09T13:56:28.029" v="3805"/>
      <pc:docMkLst>
        <pc:docMk/>
      </pc:docMkLst>
      <pc:sldChg chg="modSp modNotes">
        <pc:chgData name="Nicholas Pierce" userId="S::npierce@comptia.global::ee89543b-d064-42d7-b9d5-60e771afdcba" providerId="AD" clId="Web-{32546E10-FA92-CEA7-F721-FB33569FC7AC}" dt="2025-06-09T12:16:26.805" v="432" actId="20577"/>
        <pc:sldMkLst>
          <pc:docMk/>
          <pc:sldMk cId="3868167892" sldId="313"/>
        </pc:sldMkLst>
        <pc:spChg chg="mod">
          <ac:chgData name="Nicholas Pierce" userId="S::npierce@comptia.global::ee89543b-d064-42d7-b9d5-60e771afdcba" providerId="AD" clId="Web-{32546E10-FA92-CEA7-F721-FB33569FC7AC}" dt="2025-06-09T12:16:26.805" v="432" actId="20577"/>
          <ac:spMkLst>
            <pc:docMk/>
            <pc:sldMk cId="3868167892" sldId="313"/>
            <ac:spMk id="3" creationId="{BEF0CD94-701E-BF31-F57D-0F0245971FB7}"/>
          </ac:spMkLst>
        </pc:spChg>
      </pc:sldChg>
      <pc:sldChg chg="modSp modNotes">
        <pc:chgData name="Nicholas Pierce" userId="S::npierce@comptia.global::ee89543b-d064-42d7-b9d5-60e771afdcba" providerId="AD" clId="Web-{32546E10-FA92-CEA7-F721-FB33569FC7AC}" dt="2025-06-09T12:32:36.955" v="1291"/>
        <pc:sldMkLst>
          <pc:docMk/>
          <pc:sldMk cId="3941134522" sldId="565"/>
        </pc:sldMkLst>
        <pc:spChg chg="mod">
          <ac:chgData name="Nicholas Pierce" userId="S::npierce@comptia.global::ee89543b-d064-42d7-b9d5-60e771afdcba" providerId="AD" clId="Web-{32546E10-FA92-CEA7-F721-FB33569FC7AC}" dt="2025-06-09T12:32:35.721" v="1290" actId="20577"/>
          <ac:spMkLst>
            <pc:docMk/>
            <pc:sldMk cId="3941134522" sldId="565"/>
            <ac:spMk id="3" creationId="{BAB06EB0-33B2-B513-6C4B-408F52305AF2}"/>
          </ac:spMkLst>
        </pc:spChg>
      </pc:sldChg>
      <pc:sldChg chg="modSp modNotes">
        <pc:chgData name="Nicholas Pierce" userId="S::npierce@comptia.global::ee89543b-d064-42d7-b9d5-60e771afdcba" providerId="AD" clId="Web-{32546E10-FA92-CEA7-F721-FB33569FC7AC}" dt="2025-06-09T13:25:20.420" v="1861"/>
        <pc:sldMkLst>
          <pc:docMk/>
          <pc:sldMk cId="1760471389" sldId="567"/>
        </pc:sldMkLst>
        <pc:spChg chg="mod">
          <ac:chgData name="Nicholas Pierce" userId="S::npierce@comptia.global::ee89543b-d064-42d7-b9d5-60e771afdcba" providerId="AD" clId="Web-{32546E10-FA92-CEA7-F721-FB33569FC7AC}" dt="2025-06-09T13:23:44.994" v="1775" actId="20577"/>
          <ac:spMkLst>
            <pc:docMk/>
            <pc:sldMk cId="1760471389" sldId="567"/>
            <ac:spMk id="3" creationId="{3F9375CA-7E26-5D57-3A32-F6CA6D2D5B06}"/>
          </ac:spMkLst>
        </pc:spChg>
      </pc:sldChg>
      <pc:sldChg chg="modSp modNotes">
        <pc:chgData name="Nicholas Pierce" userId="S::npierce@comptia.global::ee89543b-d064-42d7-b9d5-60e771afdcba" providerId="AD" clId="Web-{32546E10-FA92-CEA7-F721-FB33569FC7AC}" dt="2025-06-09T12:14:29.459" v="340"/>
        <pc:sldMkLst>
          <pc:docMk/>
          <pc:sldMk cId="2436142003" sldId="569"/>
        </pc:sldMkLst>
        <pc:spChg chg="mod">
          <ac:chgData name="Nicholas Pierce" userId="S::npierce@comptia.global::ee89543b-d064-42d7-b9d5-60e771afdcba" providerId="AD" clId="Web-{32546E10-FA92-CEA7-F721-FB33569FC7AC}" dt="2025-06-09T11:44:01.237" v="54" actId="20577"/>
          <ac:spMkLst>
            <pc:docMk/>
            <pc:sldMk cId="2436142003" sldId="569"/>
            <ac:spMk id="3" creationId="{C6F96774-36B8-B8FC-7220-DEB733B577E6}"/>
          </ac:spMkLst>
        </pc:spChg>
      </pc:sldChg>
      <pc:sldChg chg="modSp modNotes">
        <pc:chgData name="Nicholas Pierce" userId="S::npierce@comptia.global::ee89543b-d064-42d7-b9d5-60e771afdcba" providerId="AD" clId="Web-{32546E10-FA92-CEA7-F721-FB33569FC7AC}" dt="2025-06-09T13:29:55.697" v="2142"/>
        <pc:sldMkLst>
          <pc:docMk/>
          <pc:sldMk cId="2244434959" sldId="574"/>
        </pc:sldMkLst>
        <pc:spChg chg="mod">
          <ac:chgData name="Nicholas Pierce" userId="S::npierce@comptia.global::ee89543b-d064-42d7-b9d5-60e771afdcba" providerId="AD" clId="Web-{32546E10-FA92-CEA7-F721-FB33569FC7AC}" dt="2025-06-09T13:29:55.478" v="2141" actId="20577"/>
          <ac:spMkLst>
            <pc:docMk/>
            <pc:sldMk cId="2244434959" sldId="574"/>
            <ac:spMk id="3" creationId="{59EECA1C-48D5-48AC-6120-1FEB34308C39}"/>
          </ac:spMkLst>
        </pc:spChg>
      </pc:sldChg>
      <pc:sldChg chg="modSp modNotes">
        <pc:chgData name="Nicholas Pierce" userId="S::npierce@comptia.global::ee89543b-d064-42d7-b9d5-60e771afdcba" providerId="AD" clId="Web-{32546E10-FA92-CEA7-F721-FB33569FC7AC}" dt="2025-06-09T12:28:22.839" v="1046"/>
        <pc:sldMkLst>
          <pc:docMk/>
          <pc:sldMk cId="2216117190" sldId="576"/>
        </pc:sldMkLst>
        <pc:spChg chg="mod">
          <ac:chgData name="Nicholas Pierce" userId="S::npierce@comptia.global::ee89543b-d064-42d7-b9d5-60e771afdcba" providerId="AD" clId="Web-{32546E10-FA92-CEA7-F721-FB33569FC7AC}" dt="2025-06-09T12:27:57.933" v="1016" actId="20577"/>
          <ac:spMkLst>
            <pc:docMk/>
            <pc:sldMk cId="2216117190" sldId="576"/>
            <ac:spMk id="3" creationId="{6D5A74EA-3ADC-D1D9-D7E4-CED6E293EF4C}"/>
          </ac:spMkLst>
        </pc:spChg>
      </pc:sldChg>
      <pc:sldChg chg="modSp modNotes">
        <pc:chgData name="Nicholas Pierce" userId="S::npierce@comptia.global::ee89543b-d064-42d7-b9d5-60e771afdcba" providerId="AD" clId="Web-{32546E10-FA92-CEA7-F721-FB33569FC7AC}" dt="2025-06-09T12:25:45.742" v="899"/>
        <pc:sldMkLst>
          <pc:docMk/>
          <pc:sldMk cId="2078518832" sldId="578"/>
        </pc:sldMkLst>
        <pc:spChg chg="mod">
          <ac:chgData name="Nicholas Pierce" userId="S::npierce@comptia.global::ee89543b-d064-42d7-b9d5-60e771afdcba" providerId="AD" clId="Web-{32546E10-FA92-CEA7-F721-FB33569FC7AC}" dt="2025-06-09T12:25:43.351" v="898" actId="20577"/>
          <ac:spMkLst>
            <pc:docMk/>
            <pc:sldMk cId="2078518832" sldId="578"/>
            <ac:spMk id="3" creationId="{0ED57C38-DB4C-2C60-75BB-44DDF418BD92}"/>
          </ac:spMkLst>
        </pc:spChg>
      </pc:sldChg>
      <pc:sldChg chg="modSp modNotes">
        <pc:chgData name="Nicholas Pierce" userId="S::npierce@comptia.global::ee89543b-d064-42d7-b9d5-60e771afdcba" providerId="AD" clId="Web-{32546E10-FA92-CEA7-F721-FB33569FC7AC}" dt="2025-06-09T12:22:51.003" v="753" actId="20577"/>
        <pc:sldMkLst>
          <pc:docMk/>
          <pc:sldMk cId="3472094641" sldId="595"/>
        </pc:sldMkLst>
        <pc:spChg chg="mod">
          <ac:chgData name="Nicholas Pierce" userId="S::npierce@comptia.global::ee89543b-d064-42d7-b9d5-60e771afdcba" providerId="AD" clId="Web-{32546E10-FA92-CEA7-F721-FB33569FC7AC}" dt="2025-06-09T12:22:51.003" v="753" actId="20577"/>
          <ac:spMkLst>
            <pc:docMk/>
            <pc:sldMk cId="3472094641" sldId="595"/>
            <ac:spMk id="3" creationId="{A01B904E-8D64-3CE1-1BF8-448762148B0B}"/>
          </ac:spMkLst>
        </pc:spChg>
      </pc:sldChg>
      <pc:sldChg chg="modSp modNotes">
        <pc:chgData name="Nicholas Pierce" userId="S::npierce@comptia.global::ee89543b-d064-42d7-b9d5-60e771afdcba" providerId="AD" clId="Web-{32546E10-FA92-CEA7-F721-FB33569FC7AC}" dt="2025-06-09T12:26:55.728" v="968"/>
        <pc:sldMkLst>
          <pc:docMk/>
          <pc:sldMk cId="1841601235" sldId="598"/>
        </pc:sldMkLst>
        <pc:spChg chg="mod">
          <ac:chgData name="Nicholas Pierce" userId="S::npierce@comptia.global::ee89543b-d064-42d7-b9d5-60e771afdcba" providerId="AD" clId="Web-{32546E10-FA92-CEA7-F721-FB33569FC7AC}" dt="2025-06-09T12:26:53.009" v="967" actId="20577"/>
          <ac:spMkLst>
            <pc:docMk/>
            <pc:sldMk cId="1841601235" sldId="598"/>
            <ac:spMk id="3" creationId="{FBF46B8F-65F3-3D74-C918-46A6C98AB08F}"/>
          </ac:spMkLst>
        </pc:spChg>
      </pc:sldChg>
      <pc:sldChg chg="addSp delSp modSp modNotes">
        <pc:chgData name="Nicholas Pierce" userId="S::npierce@comptia.global::ee89543b-d064-42d7-b9d5-60e771afdcba" providerId="AD" clId="Web-{32546E10-FA92-CEA7-F721-FB33569FC7AC}" dt="2025-06-09T13:38:15.874" v="2542"/>
        <pc:sldMkLst>
          <pc:docMk/>
          <pc:sldMk cId="2646471323" sldId="608"/>
        </pc:sldMkLst>
        <pc:spChg chg="add mod">
          <ac:chgData name="Nicholas Pierce" userId="S::npierce@comptia.global::ee89543b-d064-42d7-b9d5-60e771afdcba" providerId="AD" clId="Web-{32546E10-FA92-CEA7-F721-FB33569FC7AC}" dt="2025-06-09T13:37:28.122" v="2484" actId="20577"/>
          <ac:spMkLst>
            <pc:docMk/>
            <pc:sldMk cId="2646471323" sldId="608"/>
            <ac:spMk id="5" creationId="{76D12AA2-772C-5649-B527-BC08EE47F602}"/>
          </ac:spMkLst>
        </pc:spChg>
        <pc:spChg chg="add mod">
          <ac:chgData name="Nicholas Pierce" userId="S::npierce@comptia.global::ee89543b-d064-42d7-b9d5-60e771afdcba" providerId="AD" clId="Web-{32546E10-FA92-CEA7-F721-FB33569FC7AC}" dt="2025-06-09T13:38:08.155" v="2535" actId="20577"/>
          <ac:spMkLst>
            <pc:docMk/>
            <pc:sldMk cId="2646471323" sldId="608"/>
            <ac:spMk id="7" creationId="{890DC139-2FD8-2A1B-3365-1313BA725705}"/>
          </ac:spMkLst>
        </pc:spChg>
      </pc:sldChg>
      <pc:sldChg chg="modSp modNotes">
        <pc:chgData name="Nicholas Pierce" userId="S::npierce@comptia.global::ee89543b-d064-42d7-b9d5-60e771afdcba" providerId="AD" clId="Web-{32546E10-FA92-CEA7-F721-FB33569FC7AC}" dt="2025-06-09T13:41:36.492" v="2778"/>
        <pc:sldMkLst>
          <pc:docMk/>
          <pc:sldMk cId="1395085934" sldId="610"/>
        </pc:sldMkLst>
        <pc:spChg chg="mod">
          <ac:chgData name="Nicholas Pierce" userId="S::npierce@comptia.global::ee89543b-d064-42d7-b9d5-60e771afdcba" providerId="AD" clId="Web-{32546E10-FA92-CEA7-F721-FB33569FC7AC}" dt="2025-06-09T13:41:05.616" v="2725" actId="20577"/>
          <ac:spMkLst>
            <pc:docMk/>
            <pc:sldMk cId="1395085934" sldId="610"/>
            <ac:spMk id="3" creationId="{B671A0A3-00E9-C0BD-094E-485B9DBD8B19}"/>
          </ac:spMkLst>
        </pc:spChg>
      </pc:sldChg>
      <pc:sldChg chg="modSp modNotes">
        <pc:chgData name="Nicholas Pierce" userId="S::npierce@comptia.global::ee89543b-d064-42d7-b9d5-60e771afdcba" providerId="AD" clId="Web-{32546E10-FA92-CEA7-F721-FB33569FC7AC}" dt="2025-06-09T13:51:29.235" v="3365" actId="20577"/>
        <pc:sldMkLst>
          <pc:docMk/>
          <pc:sldMk cId="1141807311" sldId="614"/>
        </pc:sldMkLst>
        <pc:spChg chg="mod">
          <ac:chgData name="Nicholas Pierce" userId="S::npierce@comptia.global::ee89543b-d064-42d7-b9d5-60e771afdcba" providerId="AD" clId="Web-{32546E10-FA92-CEA7-F721-FB33569FC7AC}" dt="2025-06-09T13:51:29.235" v="3365" actId="20577"/>
          <ac:spMkLst>
            <pc:docMk/>
            <pc:sldMk cId="1141807311" sldId="614"/>
            <ac:spMk id="3" creationId="{983FF77F-73FE-69B2-6F1C-BB118C0D1A1B}"/>
          </ac:spMkLst>
        </pc:spChg>
      </pc:sldChg>
      <pc:sldChg chg="modSp modNotes">
        <pc:chgData name="Nicholas Pierce" userId="S::npierce@comptia.global::ee89543b-d064-42d7-b9d5-60e771afdcba" providerId="AD" clId="Web-{32546E10-FA92-CEA7-F721-FB33569FC7AC}" dt="2025-06-09T12:17:47.901" v="502"/>
        <pc:sldMkLst>
          <pc:docMk/>
          <pc:sldMk cId="2519113988" sldId="626"/>
        </pc:sldMkLst>
        <pc:spChg chg="mod">
          <ac:chgData name="Nicholas Pierce" userId="S::npierce@comptia.global::ee89543b-d064-42d7-b9d5-60e771afdcba" providerId="AD" clId="Web-{32546E10-FA92-CEA7-F721-FB33569FC7AC}" dt="2025-06-09T12:17:45.651" v="501" actId="20577"/>
          <ac:spMkLst>
            <pc:docMk/>
            <pc:sldMk cId="2519113988" sldId="626"/>
            <ac:spMk id="3" creationId="{931044F7-9B64-3934-62DC-DDBFE510CF9B}"/>
          </ac:spMkLst>
        </pc:spChg>
      </pc:sldChg>
      <pc:sldChg chg="modSp modNotes">
        <pc:chgData name="Nicholas Pierce" userId="S::npierce@comptia.global::ee89543b-d064-42d7-b9d5-60e771afdcba" providerId="AD" clId="Web-{32546E10-FA92-CEA7-F721-FB33569FC7AC}" dt="2025-06-09T12:19:50.936" v="598" actId="20577"/>
        <pc:sldMkLst>
          <pc:docMk/>
          <pc:sldMk cId="4274438087" sldId="627"/>
        </pc:sldMkLst>
        <pc:spChg chg="mod">
          <ac:chgData name="Nicholas Pierce" userId="S::npierce@comptia.global::ee89543b-d064-42d7-b9d5-60e771afdcba" providerId="AD" clId="Web-{32546E10-FA92-CEA7-F721-FB33569FC7AC}" dt="2025-06-09T12:19:50.936" v="598" actId="20577"/>
          <ac:spMkLst>
            <pc:docMk/>
            <pc:sldMk cId="4274438087" sldId="627"/>
            <ac:spMk id="3" creationId="{07B9E5B6-AE7B-1C93-75B8-A3F33E711F46}"/>
          </ac:spMkLst>
        </pc:spChg>
      </pc:sldChg>
      <pc:sldChg chg="modSp modNotes">
        <pc:chgData name="Nicholas Pierce" userId="S::npierce@comptia.global::ee89543b-d064-42d7-b9d5-60e771afdcba" providerId="AD" clId="Web-{32546E10-FA92-CEA7-F721-FB33569FC7AC}" dt="2025-06-09T12:21:07.844" v="654"/>
        <pc:sldMkLst>
          <pc:docMk/>
          <pc:sldMk cId="1583239804" sldId="628"/>
        </pc:sldMkLst>
        <pc:spChg chg="mod">
          <ac:chgData name="Nicholas Pierce" userId="S::npierce@comptia.global::ee89543b-d064-42d7-b9d5-60e771afdcba" providerId="AD" clId="Web-{32546E10-FA92-CEA7-F721-FB33569FC7AC}" dt="2025-06-09T12:21:01.328" v="653" actId="20577"/>
          <ac:spMkLst>
            <pc:docMk/>
            <pc:sldMk cId="1583239804" sldId="628"/>
            <ac:spMk id="3" creationId="{3076FF8F-CAF5-E531-5C8D-5C83A86696AA}"/>
          </ac:spMkLst>
        </pc:spChg>
      </pc:sldChg>
      <pc:sldChg chg="modSp modNotes">
        <pc:chgData name="Nicholas Pierce" userId="S::npierce@comptia.global::ee89543b-d064-42d7-b9d5-60e771afdcba" providerId="AD" clId="Web-{32546E10-FA92-CEA7-F721-FB33569FC7AC}" dt="2025-06-09T12:24:00.833" v="817"/>
        <pc:sldMkLst>
          <pc:docMk/>
          <pc:sldMk cId="4109263353" sldId="629"/>
        </pc:sldMkLst>
        <pc:spChg chg="mod">
          <ac:chgData name="Nicholas Pierce" userId="S::npierce@comptia.global::ee89543b-d064-42d7-b9d5-60e771afdcba" providerId="AD" clId="Web-{32546E10-FA92-CEA7-F721-FB33569FC7AC}" dt="2025-06-09T12:23:58.176" v="816" actId="20577"/>
          <ac:spMkLst>
            <pc:docMk/>
            <pc:sldMk cId="4109263353" sldId="629"/>
            <ac:spMk id="3" creationId="{4F113790-FF7F-BFE5-B1B3-4A2778B6371C}"/>
          </ac:spMkLst>
        </pc:spChg>
      </pc:sldChg>
      <pc:sldChg chg="modSp modNotes">
        <pc:chgData name="Nicholas Pierce" userId="S::npierce@comptia.global::ee89543b-d064-42d7-b9d5-60e771afdcba" providerId="AD" clId="Web-{32546E10-FA92-CEA7-F721-FB33569FC7AC}" dt="2025-06-09T12:30:57.640" v="1208"/>
        <pc:sldMkLst>
          <pc:docMk/>
          <pc:sldMk cId="1848967670" sldId="633"/>
        </pc:sldMkLst>
        <pc:spChg chg="mod">
          <ac:chgData name="Nicholas Pierce" userId="S::npierce@comptia.global::ee89543b-d064-42d7-b9d5-60e771afdcba" providerId="AD" clId="Web-{32546E10-FA92-CEA7-F721-FB33569FC7AC}" dt="2025-06-09T12:30:25.264" v="1161" actId="20577"/>
          <ac:spMkLst>
            <pc:docMk/>
            <pc:sldMk cId="1848967670" sldId="633"/>
            <ac:spMk id="3" creationId="{FC3C9F45-2056-ACB6-32DE-020E22F627E5}"/>
          </ac:spMkLst>
        </pc:spChg>
      </pc:sldChg>
      <pc:sldChg chg="modSp modNotes">
        <pc:chgData name="Nicholas Pierce" userId="S::npierce@comptia.global::ee89543b-d064-42d7-b9d5-60e771afdcba" providerId="AD" clId="Web-{32546E10-FA92-CEA7-F721-FB33569FC7AC}" dt="2025-06-09T12:33:47.285" v="1363"/>
        <pc:sldMkLst>
          <pc:docMk/>
          <pc:sldMk cId="865420239" sldId="634"/>
        </pc:sldMkLst>
        <pc:spChg chg="mod">
          <ac:chgData name="Nicholas Pierce" userId="S::npierce@comptia.global::ee89543b-d064-42d7-b9d5-60e771afdcba" providerId="AD" clId="Web-{32546E10-FA92-CEA7-F721-FB33569FC7AC}" dt="2025-06-09T12:33:44.957" v="1362" actId="20577"/>
          <ac:spMkLst>
            <pc:docMk/>
            <pc:sldMk cId="865420239" sldId="634"/>
            <ac:spMk id="3" creationId="{E87F038A-9FC3-9121-EC89-93A00712A599}"/>
          </ac:spMkLst>
        </pc:spChg>
      </pc:sldChg>
      <pc:sldChg chg="modSp modNotes">
        <pc:chgData name="Nicholas Pierce" userId="S::npierce@comptia.global::ee89543b-d064-42d7-b9d5-60e771afdcba" providerId="AD" clId="Web-{32546E10-FA92-CEA7-F721-FB33569FC7AC}" dt="2025-06-09T13:06:15.638" v="1436"/>
        <pc:sldMkLst>
          <pc:docMk/>
          <pc:sldMk cId="1214336031" sldId="636"/>
        </pc:sldMkLst>
        <pc:spChg chg="mod">
          <ac:chgData name="Nicholas Pierce" userId="S::npierce@comptia.global::ee89543b-d064-42d7-b9d5-60e771afdcba" providerId="AD" clId="Web-{32546E10-FA92-CEA7-F721-FB33569FC7AC}" dt="2025-06-09T12:34:47.865" v="1415" actId="20577"/>
          <ac:spMkLst>
            <pc:docMk/>
            <pc:sldMk cId="1214336031" sldId="636"/>
            <ac:spMk id="3" creationId="{8B95090A-E26F-D90B-93F1-8ACB61EB8B68}"/>
          </ac:spMkLst>
        </pc:spChg>
      </pc:sldChg>
      <pc:sldChg chg="modSp modNotes">
        <pc:chgData name="Nicholas Pierce" userId="S::npierce@comptia.global::ee89543b-d064-42d7-b9d5-60e771afdcba" providerId="AD" clId="Web-{32546E10-FA92-CEA7-F721-FB33569FC7AC}" dt="2025-06-09T13:19:32.468" v="1568"/>
        <pc:sldMkLst>
          <pc:docMk/>
          <pc:sldMk cId="3232735169" sldId="637"/>
        </pc:sldMkLst>
        <pc:spChg chg="mod">
          <ac:chgData name="Nicholas Pierce" userId="S::npierce@comptia.global::ee89543b-d064-42d7-b9d5-60e771afdcba" providerId="AD" clId="Web-{32546E10-FA92-CEA7-F721-FB33569FC7AC}" dt="2025-06-09T13:08:25.628" v="1508" actId="20577"/>
          <ac:spMkLst>
            <pc:docMk/>
            <pc:sldMk cId="3232735169" sldId="637"/>
            <ac:spMk id="3" creationId="{E7B3F069-5E28-7922-9F6D-957CD3ADB832}"/>
          </ac:spMkLst>
        </pc:spChg>
      </pc:sldChg>
      <pc:sldChg chg="modSp modNotes">
        <pc:chgData name="Nicholas Pierce" userId="S::npierce@comptia.global::ee89543b-d064-42d7-b9d5-60e771afdcba" providerId="AD" clId="Web-{32546E10-FA92-CEA7-F721-FB33569FC7AC}" dt="2025-06-09T13:22:22.975" v="1694"/>
        <pc:sldMkLst>
          <pc:docMk/>
          <pc:sldMk cId="2504727895" sldId="640"/>
        </pc:sldMkLst>
        <pc:spChg chg="mod">
          <ac:chgData name="Nicholas Pierce" userId="S::npierce@comptia.global::ee89543b-d064-42d7-b9d5-60e771afdcba" providerId="AD" clId="Web-{32546E10-FA92-CEA7-F721-FB33569FC7AC}" dt="2025-06-09T13:22:20.709" v="1693" actId="20577"/>
          <ac:spMkLst>
            <pc:docMk/>
            <pc:sldMk cId="2504727895" sldId="640"/>
            <ac:spMk id="3" creationId="{CD59DB5D-A223-96BA-8D80-51951E37FFC0}"/>
          </ac:spMkLst>
        </pc:spChg>
      </pc:sldChg>
      <pc:sldChg chg="modSp modNotes">
        <pc:chgData name="Nicholas Pierce" userId="S::npierce@comptia.global::ee89543b-d064-42d7-b9d5-60e771afdcba" providerId="AD" clId="Web-{32546E10-FA92-CEA7-F721-FB33569FC7AC}" dt="2025-06-09T13:26:39.392" v="1937" actId="20577"/>
        <pc:sldMkLst>
          <pc:docMk/>
          <pc:sldMk cId="2703206544" sldId="643"/>
        </pc:sldMkLst>
        <pc:spChg chg="mod">
          <ac:chgData name="Nicholas Pierce" userId="S::npierce@comptia.global::ee89543b-d064-42d7-b9d5-60e771afdcba" providerId="AD" clId="Web-{32546E10-FA92-CEA7-F721-FB33569FC7AC}" dt="2025-06-09T13:26:39.392" v="1937" actId="20577"/>
          <ac:spMkLst>
            <pc:docMk/>
            <pc:sldMk cId="2703206544" sldId="643"/>
            <ac:spMk id="3" creationId="{ADAFB93A-CE41-3463-CCDF-5776AFC7CA95}"/>
          </ac:spMkLst>
        </pc:spChg>
      </pc:sldChg>
      <pc:sldChg chg="modSp modNotes">
        <pc:chgData name="Nicholas Pierce" userId="S::npierce@comptia.global::ee89543b-d064-42d7-b9d5-60e771afdcba" providerId="AD" clId="Web-{32546E10-FA92-CEA7-F721-FB33569FC7AC}" dt="2025-06-09T13:29:03.226" v="2093" actId="20577"/>
        <pc:sldMkLst>
          <pc:docMk/>
          <pc:sldMk cId="3470917929" sldId="645"/>
        </pc:sldMkLst>
        <pc:spChg chg="mod">
          <ac:chgData name="Nicholas Pierce" userId="S::npierce@comptia.global::ee89543b-d064-42d7-b9d5-60e771afdcba" providerId="AD" clId="Web-{32546E10-FA92-CEA7-F721-FB33569FC7AC}" dt="2025-06-09T13:29:03.226" v="2093" actId="20577"/>
          <ac:spMkLst>
            <pc:docMk/>
            <pc:sldMk cId="3470917929" sldId="645"/>
            <ac:spMk id="3" creationId="{0E56BE62-D8C5-FB0F-D5F3-46B95365896E}"/>
          </ac:spMkLst>
        </pc:spChg>
      </pc:sldChg>
      <pc:sldChg chg="modSp modNotes">
        <pc:chgData name="Nicholas Pierce" userId="S::npierce@comptia.global::ee89543b-d064-42d7-b9d5-60e771afdcba" providerId="AD" clId="Web-{32546E10-FA92-CEA7-F721-FB33569FC7AC}" dt="2025-06-09T13:34:33.662" v="2348" actId="20577"/>
        <pc:sldMkLst>
          <pc:docMk/>
          <pc:sldMk cId="1879838843" sldId="647"/>
        </pc:sldMkLst>
        <pc:spChg chg="mod">
          <ac:chgData name="Nicholas Pierce" userId="S::npierce@comptia.global::ee89543b-d064-42d7-b9d5-60e771afdcba" providerId="AD" clId="Web-{32546E10-FA92-CEA7-F721-FB33569FC7AC}" dt="2025-06-09T13:34:33.662" v="2348" actId="20577"/>
          <ac:spMkLst>
            <pc:docMk/>
            <pc:sldMk cId="1879838843" sldId="647"/>
            <ac:spMk id="3" creationId="{D6A001DA-E12F-CDD3-53C8-669D3A83A7C4}"/>
          </ac:spMkLst>
        </pc:spChg>
      </pc:sldChg>
      <pc:sldChg chg="modSp modNotes">
        <pc:chgData name="Nicholas Pierce" userId="S::npierce@comptia.global::ee89543b-d064-42d7-b9d5-60e771afdcba" providerId="AD" clId="Web-{32546E10-FA92-CEA7-F721-FB33569FC7AC}" dt="2025-06-09T13:36:12.556" v="2438" actId="20577"/>
        <pc:sldMkLst>
          <pc:docMk/>
          <pc:sldMk cId="3664825629" sldId="650"/>
        </pc:sldMkLst>
        <pc:spChg chg="mod">
          <ac:chgData name="Nicholas Pierce" userId="S::npierce@comptia.global::ee89543b-d064-42d7-b9d5-60e771afdcba" providerId="AD" clId="Web-{32546E10-FA92-CEA7-F721-FB33569FC7AC}" dt="2025-06-09T13:36:12.556" v="2438" actId="20577"/>
          <ac:spMkLst>
            <pc:docMk/>
            <pc:sldMk cId="3664825629" sldId="650"/>
            <ac:spMk id="3" creationId="{518AB397-F9F2-13FC-4814-3FD59015A102}"/>
          </ac:spMkLst>
        </pc:spChg>
      </pc:sldChg>
      <pc:sldChg chg="modSp modNotes">
        <pc:chgData name="Nicholas Pierce" userId="S::npierce@comptia.global::ee89543b-d064-42d7-b9d5-60e771afdcba" providerId="AD" clId="Web-{32546E10-FA92-CEA7-F721-FB33569FC7AC}" dt="2025-06-09T13:39:22.080" v="2608" actId="20577"/>
        <pc:sldMkLst>
          <pc:docMk/>
          <pc:sldMk cId="1022136855" sldId="655"/>
        </pc:sldMkLst>
        <pc:spChg chg="mod">
          <ac:chgData name="Nicholas Pierce" userId="S::npierce@comptia.global::ee89543b-d064-42d7-b9d5-60e771afdcba" providerId="AD" clId="Web-{32546E10-FA92-CEA7-F721-FB33569FC7AC}" dt="2025-06-09T13:39:22.080" v="2608" actId="20577"/>
          <ac:spMkLst>
            <pc:docMk/>
            <pc:sldMk cId="1022136855" sldId="655"/>
            <ac:spMk id="3" creationId="{1FE1B6F7-8124-70EC-6380-FDE14F281EF2}"/>
          </ac:spMkLst>
        </pc:spChg>
      </pc:sldChg>
      <pc:sldChg chg="modSp modNotes">
        <pc:chgData name="Nicholas Pierce" userId="S::npierce@comptia.global::ee89543b-d064-42d7-b9d5-60e771afdcba" providerId="AD" clId="Web-{32546E10-FA92-CEA7-F721-FB33569FC7AC}" dt="2025-06-09T13:40:16.535" v="2668"/>
        <pc:sldMkLst>
          <pc:docMk/>
          <pc:sldMk cId="896307106" sldId="657"/>
        </pc:sldMkLst>
        <pc:spChg chg="mod">
          <ac:chgData name="Nicholas Pierce" userId="S::npierce@comptia.global::ee89543b-d064-42d7-b9d5-60e771afdcba" providerId="AD" clId="Web-{32546E10-FA92-CEA7-F721-FB33569FC7AC}" dt="2025-06-09T13:40:13.957" v="2667" actId="20577"/>
          <ac:spMkLst>
            <pc:docMk/>
            <pc:sldMk cId="896307106" sldId="657"/>
            <ac:spMk id="3" creationId="{7F4B18E1-4BE9-D8B2-A70F-BB71AE060BAF}"/>
          </ac:spMkLst>
        </pc:spChg>
      </pc:sldChg>
      <pc:sldChg chg="modSp modNotes">
        <pc:chgData name="Nicholas Pierce" userId="S::npierce@comptia.global::ee89543b-d064-42d7-b9d5-60e771afdcba" providerId="AD" clId="Web-{32546E10-FA92-CEA7-F721-FB33569FC7AC}" dt="2025-06-09T13:43:08.996" v="2851"/>
        <pc:sldMkLst>
          <pc:docMk/>
          <pc:sldMk cId="2900573769" sldId="659"/>
        </pc:sldMkLst>
        <pc:spChg chg="mod">
          <ac:chgData name="Nicholas Pierce" userId="S::npierce@comptia.global::ee89543b-d064-42d7-b9d5-60e771afdcba" providerId="AD" clId="Web-{32546E10-FA92-CEA7-F721-FB33569FC7AC}" dt="2025-06-09T13:42:29.619" v="2819" actId="20577"/>
          <ac:spMkLst>
            <pc:docMk/>
            <pc:sldMk cId="2900573769" sldId="659"/>
            <ac:spMk id="3" creationId="{EE9E5E94-E94B-6D86-70B8-9E00FBC61B17}"/>
          </ac:spMkLst>
        </pc:spChg>
      </pc:sldChg>
      <pc:sldChg chg="modSp modNotes">
        <pc:chgData name="Nicholas Pierce" userId="S::npierce@comptia.global::ee89543b-d064-42d7-b9d5-60e771afdcba" providerId="AD" clId="Web-{32546E10-FA92-CEA7-F721-FB33569FC7AC}" dt="2025-06-09T13:44:46.140" v="2909" actId="20577"/>
        <pc:sldMkLst>
          <pc:docMk/>
          <pc:sldMk cId="707741878" sldId="660"/>
        </pc:sldMkLst>
        <pc:spChg chg="mod">
          <ac:chgData name="Nicholas Pierce" userId="S::npierce@comptia.global::ee89543b-d064-42d7-b9d5-60e771afdcba" providerId="AD" clId="Web-{32546E10-FA92-CEA7-F721-FB33569FC7AC}" dt="2025-06-09T13:44:46.140" v="2909" actId="20577"/>
          <ac:spMkLst>
            <pc:docMk/>
            <pc:sldMk cId="707741878" sldId="660"/>
            <ac:spMk id="3" creationId="{B0A9A4E8-AB4D-8819-941B-1865482F3E1E}"/>
          </ac:spMkLst>
        </pc:spChg>
      </pc:sldChg>
      <pc:sldChg chg="modSp modNotes">
        <pc:chgData name="Nicholas Pierce" userId="S::npierce@comptia.global::ee89543b-d064-42d7-b9d5-60e771afdcba" providerId="AD" clId="Web-{32546E10-FA92-CEA7-F721-FB33569FC7AC}" dt="2025-06-09T13:48:04.446" v="3181" actId="20577"/>
        <pc:sldMkLst>
          <pc:docMk/>
          <pc:sldMk cId="2008367231" sldId="661"/>
        </pc:sldMkLst>
        <pc:spChg chg="mod">
          <ac:chgData name="Nicholas Pierce" userId="S::npierce@comptia.global::ee89543b-d064-42d7-b9d5-60e771afdcba" providerId="AD" clId="Web-{32546E10-FA92-CEA7-F721-FB33569FC7AC}" dt="2025-06-09T13:48:04.446" v="3181" actId="20577"/>
          <ac:spMkLst>
            <pc:docMk/>
            <pc:sldMk cId="2008367231" sldId="661"/>
            <ac:spMk id="3" creationId="{E8446AAA-C1FD-E80E-2E3D-655801776368}"/>
          </ac:spMkLst>
        </pc:spChg>
      </pc:sldChg>
      <pc:sldChg chg="modSp modNotes">
        <pc:chgData name="Nicholas Pierce" userId="S::npierce@comptia.global::ee89543b-d064-42d7-b9d5-60e771afdcba" providerId="AD" clId="Web-{32546E10-FA92-CEA7-F721-FB33569FC7AC}" dt="2025-06-09T13:49:59.732" v="3279"/>
        <pc:sldMkLst>
          <pc:docMk/>
          <pc:sldMk cId="3815423914" sldId="663"/>
        </pc:sldMkLst>
        <pc:spChg chg="mod">
          <ac:chgData name="Nicholas Pierce" userId="S::npierce@comptia.global::ee89543b-d064-42d7-b9d5-60e771afdcba" providerId="AD" clId="Web-{32546E10-FA92-CEA7-F721-FB33569FC7AC}" dt="2025-06-09T13:49:29.824" v="3240" actId="20577"/>
          <ac:spMkLst>
            <pc:docMk/>
            <pc:sldMk cId="3815423914" sldId="663"/>
            <ac:spMk id="3" creationId="{6AABF560-8676-C3ED-0E0A-79E9360B37F6}"/>
          </ac:spMkLst>
        </pc:spChg>
      </pc:sldChg>
      <pc:sldChg chg="modSp modNotes">
        <pc:chgData name="Nicholas Pierce" userId="S::npierce@comptia.global::ee89543b-d064-42d7-b9d5-60e771afdcba" providerId="AD" clId="Web-{32546E10-FA92-CEA7-F721-FB33569FC7AC}" dt="2025-06-09T13:53:46.616" v="3567" actId="20577"/>
        <pc:sldMkLst>
          <pc:docMk/>
          <pc:sldMk cId="870150144" sldId="666"/>
        </pc:sldMkLst>
        <pc:spChg chg="mod">
          <ac:chgData name="Nicholas Pierce" userId="S::npierce@comptia.global::ee89543b-d064-42d7-b9d5-60e771afdcba" providerId="AD" clId="Web-{32546E10-FA92-CEA7-F721-FB33569FC7AC}" dt="2025-06-09T13:53:46.616" v="3567" actId="20577"/>
          <ac:spMkLst>
            <pc:docMk/>
            <pc:sldMk cId="870150144" sldId="666"/>
            <ac:spMk id="3" creationId="{5167EC53-D011-BC07-DEB4-1549622793CE}"/>
          </ac:spMkLst>
        </pc:spChg>
      </pc:sldChg>
      <pc:sldChg chg="modSp modNotes">
        <pc:chgData name="Nicholas Pierce" userId="S::npierce@comptia.global::ee89543b-d064-42d7-b9d5-60e771afdcba" providerId="AD" clId="Web-{32546E10-FA92-CEA7-F721-FB33569FC7AC}" dt="2025-06-09T13:56:28.029" v="3805"/>
        <pc:sldMkLst>
          <pc:docMk/>
          <pc:sldMk cId="286300062" sldId="669"/>
        </pc:sldMkLst>
        <pc:spChg chg="mod">
          <ac:chgData name="Nicholas Pierce" userId="S::npierce@comptia.global::ee89543b-d064-42d7-b9d5-60e771afdcba" providerId="AD" clId="Web-{32546E10-FA92-CEA7-F721-FB33569FC7AC}" dt="2025-06-09T13:54:58.385" v="3639" actId="20577"/>
          <ac:spMkLst>
            <pc:docMk/>
            <pc:sldMk cId="286300062" sldId="669"/>
            <ac:spMk id="3" creationId="{F01DD22F-DE5F-5DDE-BEB7-79AD8DA1CA43}"/>
          </ac:spMkLst>
        </pc:spChg>
      </pc:sld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Danielle Andries" userId="93d179e4-3c18-40f7-920e-ae80b202540d" providerId="ADAL" clId="{566A7D3A-1C22-4217-86D9-9C0B52600276}"/>
    <pc:docChg chg="custSel modSld sldOrd modMainMaster">
      <pc:chgData name="Danielle Andries" userId="93d179e4-3c18-40f7-920e-ae80b202540d" providerId="ADAL" clId="{566A7D3A-1C22-4217-86D9-9C0B52600276}" dt="2025-06-11T14:59:53.611" v="94"/>
      <pc:docMkLst>
        <pc:docMk/>
      </pc:docMkLst>
      <pc:sldChg chg="ord">
        <pc:chgData name="Danielle Andries" userId="93d179e4-3c18-40f7-920e-ae80b202540d" providerId="ADAL" clId="{566A7D3A-1C22-4217-86D9-9C0B52600276}" dt="2025-06-11T14:36:02.303" v="34"/>
        <pc:sldMkLst>
          <pc:docMk/>
          <pc:sldMk cId="1169523784" sldId="310"/>
        </pc:sldMkLst>
      </pc:sldChg>
      <pc:sldChg chg="modNotesTx">
        <pc:chgData name="Danielle Andries" userId="93d179e4-3c18-40f7-920e-ae80b202540d" providerId="ADAL" clId="{566A7D3A-1C22-4217-86D9-9C0B52600276}" dt="2025-06-11T14:33:53.580" v="6" actId="20577"/>
        <pc:sldMkLst>
          <pc:docMk/>
          <pc:sldMk cId="3868167892" sldId="313"/>
        </pc:sldMkLst>
      </pc:sldChg>
      <pc:sldChg chg="modNotesTx">
        <pc:chgData name="Danielle Andries" userId="93d179e4-3c18-40f7-920e-ae80b202540d" providerId="ADAL" clId="{566A7D3A-1C22-4217-86D9-9C0B52600276}" dt="2025-06-11T14:52:25.488" v="67"/>
        <pc:sldMkLst>
          <pc:docMk/>
          <pc:sldMk cId="1664212164" sldId="489"/>
        </pc:sldMkLst>
      </pc:sldChg>
      <pc:sldChg chg="modSp mod">
        <pc:chgData name="Danielle Andries" userId="93d179e4-3c18-40f7-920e-ae80b202540d" providerId="ADAL" clId="{566A7D3A-1C22-4217-86D9-9C0B52600276}" dt="2025-06-11T14:52:00.833" v="60" actId="20577"/>
        <pc:sldMkLst>
          <pc:docMk/>
          <pc:sldMk cId="1760471389" sldId="567"/>
        </pc:sldMkLst>
        <pc:spChg chg="mod">
          <ac:chgData name="Danielle Andries" userId="93d179e4-3c18-40f7-920e-ae80b202540d" providerId="ADAL" clId="{566A7D3A-1C22-4217-86D9-9C0B52600276}" dt="2025-06-11T14:52:00.833" v="60" actId="20577"/>
          <ac:spMkLst>
            <pc:docMk/>
            <pc:sldMk cId="1760471389" sldId="567"/>
            <ac:spMk id="3" creationId="{3F9375CA-7E26-5D57-3A32-F6CA6D2D5B06}"/>
          </ac:spMkLst>
        </pc:spChg>
      </pc:sldChg>
      <pc:sldChg chg="modNotesTx">
        <pc:chgData name="Danielle Andries" userId="93d179e4-3c18-40f7-920e-ae80b202540d" providerId="ADAL" clId="{566A7D3A-1C22-4217-86D9-9C0B52600276}" dt="2025-06-11T14:49:01.996" v="45"/>
        <pc:sldMkLst>
          <pc:docMk/>
          <pc:sldMk cId="1498049252" sldId="577"/>
        </pc:sldMkLst>
      </pc:sldChg>
      <pc:sldChg chg="modSp mod">
        <pc:chgData name="Danielle Andries" userId="93d179e4-3c18-40f7-920e-ae80b202540d" providerId="ADAL" clId="{566A7D3A-1C22-4217-86D9-9C0B52600276}" dt="2025-06-11T14:47:04.796" v="36" actId="20577"/>
        <pc:sldMkLst>
          <pc:docMk/>
          <pc:sldMk cId="2078518832" sldId="578"/>
        </pc:sldMkLst>
        <pc:spChg chg="mod">
          <ac:chgData name="Danielle Andries" userId="93d179e4-3c18-40f7-920e-ae80b202540d" providerId="ADAL" clId="{566A7D3A-1C22-4217-86D9-9C0B52600276}" dt="2025-06-11T14:47:04.796" v="36" actId="20577"/>
          <ac:spMkLst>
            <pc:docMk/>
            <pc:sldMk cId="2078518832" sldId="578"/>
            <ac:spMk id="3" creationId="{0ED57C38-DB4C-2C60-75BB-44DDF418BD92}"/>
          </ac:spMkLst>
        </pc:spChg>
      </pc:sldChg>
      <pc:sldChg chg="modNotesTx">
        <pc:chgData name="Danielle Andries" userId="93d179e4-3c18-40f7-920e-ae80b202540d" providerId="ADAL" clId="{566A7D3A-1C22-4217-86D9-9C0B52600276}" dt="2025-06-11T14:34:51.104" v="19"/>
        <pc:sldMkLst>
          <pc:docMk/>
          <pc:sldMk cId="3472094641" sldId="595"/>
        </pc:sldMkLst>
      </pc:sldChg>
      <pc:sldChg chg="ord">
        <pc:chgData name="Danielle Andries" userId="93d179e4-3c18-40f7-920e-ae80b202540d" providerId="ADAL" clId="{566A7D3A-1C22-4217-86D9-9C0B52600276}" dt="2025-06-11T14:55:08.474" v="80"/>
        <pc:sldMkLst>
          <pc:docMk/>
          <pc:sldMk cId="1118513344" sldId="604"/>
        </pc:sldMkLst>
      </pc:sldChg>
      <pc:sldChg chg="modSp mod">
        <pc:chgData name="Danielle Andries" userId="93d179e4-3c18-40f7-920e-ae80b202540d" providerId="ADAL" clId="{566A7D3A-1C22-4217-86D9-9C0B52600276}" dt="2025-06-11T14:56:18.591" v="82" actId="20577"/>
        <pc:sldMkLst>
          <pc:docMk/>
          <pc:sldMk cId="2646471323" sldId="608"/>
        </pc:sldMkLst>
        <pc:spChg chg="mod">
          <ac:chgData name="Danielle Andries" userId="93d179e4-3c18-40f7-920e-ae80b202540d" providerId="ADAL" clId="{566A7D3A-1C22-4217-86D9-9C0B52600276}" dt="2025-06-11T14:56:18.591" v="82" actId="20577"/>
          <ac:spMkLst>
            <pc:docMk/>
            <pc:sldMk cId="2646471323" sldId="608"/>
            <ac:spMk id="5" creationId="{76D12AA2-772C-5649-B527-BC08EE47F602}"/>
          </ac:spMkLst>
        </pc:spChg>
      </pc:sldChg>
      <pc:sldChg chg="modSp mod">
        <pc:chgData name="Danielle Andries" userId="93d179e4-3c18-40f7-920e-ae80b202540d" providerId="ADAL" clId="{566A7D3A-1C22-4217-86D9-9C0B52600276}" dt="2025-06-11T14:57:16.100" v="92" actId="20577"/>
        <pc:sldMkLst>
          <pc:docMk/>
          <pc:sldMk cId="1395085934" sldId="610"/>
        </pc:sldMkLst>
        <pc:spChg chg="mod">
          <ac:chgData name="Danielle Andries" userId="93d179e4-3c18-40f7-920e-ae80b202540d" providerId="ADAL" clId="{566A7D3A-1C22-4217-86D9-9C0B52600276}" dt="2025-06-11T14:57:16.100" v="92" actId="20577"/>
          <ac:spMkLst>
            <pc:docMk/>
            <pc:sldMk cId="1395085934" sldId="610"/>
            <ac:spMk id="3" creationId="{B671A0A3-00E9-C0BD-094E-485B9DBD8B19}"/>
          </ac:spMkLst>
        </pc:spChg>
      </pc:sldChg>
      <pc:sldChg chg="modSp mod">
        <pc:chgData name="Danielle Andries" userId="93d179e4-3c18-40f7-920e-ae80b202540d" providerId="ADAL" clId="{566A7D3A-1C22-4217-86D9-9C0B52600276}" dt="2025-06-11T14:34:19.461" v="8" actId="20577"/>
        <pc:sldMkLst>
          <pc:docMk/>
          <pc:sldMk cId="4274438087" sldId="627"/>
        </pc:sldMkLst>
        <pc:spChg chg="mod">
          <ac:chgData name="Danielle Andries" userId="93d179e4-3c18-40f7-920e-ae80b202540d" providerId="ADAL" clId="{566A7D3A-1C22-4217-86D9-9C0B52600276}" dt="2025-06-11T14:34:19.461" v="8" actId="20577"/>
          <ac:spMkLst>
            <pc:docMk/>
            <pc:sldMk cId="4274438087" sldId="627"/>
            <ac:spMk id="3" creationId="{07B9E5B6-AE7B-1C93-75B8-A3F33E711F46}"/>
          </ac:spMkLst>
        </pc:spChg>
      </pc:sldChg>
      <pc:sldChg chg="modSp mod">
        <pc:chgData name="Danielle Andries" userId="93d179e4-3c18-40f7-920e-ae80b202540d" providerId="ADAL" clId="{566A7D3A-1C22-4217-86D9-9C0B52600276}" dt="2025-06-11T14:35:28.024" v="22" actId="20577"/>
        <pc:sldMkLst>
          <pc:docMk/>
          <pc:sldMk cId="4109263353" sldId="629"/>
        </pc:sldMkLst>
        <pc:spChg chg="mod">
          <ac:chgData name="Danielle Andries" userId="93d179e4-3c18-40f7-920e-ae80b202540d" providerId="ADAL" clId="{566A7D3A-1C22-4217-86D9-9C0B52600276}" dt="2025-06-11T14:35:28.024" v="22" actId="20577"/>
          <ac:spMkLst>
            <pc:docMk/>
            <pc:sldMk cId="4109263353" sldId="629"/>
            <ac:spMk id="3" creationId="{4F113790-FF7F-BFE5-B1B3-4A2778B6371C}"/>
          </ac:spMkLst>
        </pc:spChg>
      </pc:sldChg>
      <pc:sldChg chg="ord">
        <pc:chgData name="Danielle Andries" userId="93d179e4-3c18-40f7-920e-ae80b202540d" providerId="ADAL" clId="{566A7D3A-1C22-4217-86D9-9C0B52600276}" dt="2025-06-11T14:50:37.448" v="59"/>
        <pc:sldMkLst>
          <pc:docMk/>
          <pc:sldMk cId="1667709354" sldId="631"/>
        </pc:sldMkLst>
      </pc:sldChg>
      <pc:sldChg chg="modSp mod">
        <pc:chgData name="Danielle Andries" userId="93d179e4-3c18-40f7-920e-ae80b202540d" providerId="ADAL" clId="{566A7D3A-1C22-4217-86D9-9C0B52600276}" dt="2025-06-11T14:48:23.782" v="37" actId="20577"/>
        <pc:sldMkLst>
          <pc:docMk/>
          <pc:sldMk cId="865420239" sldId="634"/>
        </pc:sldMkLst>
        <pc:spChg chg="mod">
          <ac:chgData name="Danielle Andries" userId="93d179e4-3c18-40f7-920e-ae80b202540d" providerId="ADAL" clId="{566A7D3A-1C22-4217-86D9-9C0B52600276}" dt="2025-06-11T14:48:23.782" v="37" actId="20577"/>
          <ac:spMkLst>
            <pc:docMk/>
            <pc:sldMk cId="865420239" sldId="634"/>
            <ac:spMk id="3" creationId="{E87F038A-9FC3-9121-EC89-93A00712A599}"/>
          </ac:spMkLst>
        </pc:spChg>
      </pc:sldChg>
      <pc:sldChg chg="modSp mod">
        <pc:chgData name="Danielle Andries" userId="93d179e4-3c18-40f7-920e-ae80b202540d" providerId="ADAL" clId="{566A7D3A-1C22-4217-86D9-9C0B52600276}" dt="2025-06-11T14:48:47.462" v="38" actId="20577"/>
        <pc:sldMkLst>
          <pc:docMk/>
          <pc:sldMk cId="1214336031" sldId="636"/>
        </pc:sldMkLst>
        <pc:spChg chg="mod">
          <ac:chgData name="Danielle Andries" userId="93d179e4-3c18-40f7-920e-ae80b202540d" providerId="ADAL" clId="{566A7D3A-1C22-4217-86D9-9C0B52600276}" dt="2025-06-11T14:48:47.462" v="38" actId="20577"/>
          <ac:spMkLst>
            <pc:docMk/>
            <pc:sldMk cId="1214336031" sldId="636"/>
            <ac:spMk id="3" creationId="{8B95090A-E26F-D90B-93F1-8ACB61EB8B68}"/>
          </ac:spMkLst>
        </pc:spChg>
      </pc:sldChg>
      <pc:sldChg chg="modNotesTx">
        <pc:chgData name="Danielle Andries" userId="93d179e4-3c18-40f7-920e-ae80b202540d" providerId="ADAL" clId="{566A7D3A-1C22-4217-86D9-9C0B52600276}" dt="2025-06-11T14:50:31.559" v="57" actId="20577"/>
        <pc:sldMkLst>
          <pc:docMk/>
          <pc:sldMk cId="571046767" sldId="641"/>
        </pc:sldMkLst>
      </pc:sldChg>
      <pc:sldChg chg="modSp mod modNotesTx">
        <pc:chgData name="Danielle Andries" userId="93d179e4-3c18-40f7-920e-ae80b202540d" providerId="ADAL" clId="{566A7D3A-1C22-4217-86D9-9C0B52600276}" dt="2025-06-11T14:53:04.951" v="75" actId="20577"/>
        <pc:sldMkLst>
          <pc:docMk/>
          <pc:sldMk cId="2703206544" sldId="643"/>
        </pc:sldMkLst>
        <pc:spChg chg="mod">
          <ac:chgData name="Danielle Andries" userId="93d179e4-3c18-40f7-920e-ae80b202540d" providerId="ADAL" clId="{566A7D3A-1C22-4217-86D9-9C0B52600276}" dt="2025-06-11T14:53:04.951" v="75" actId="20577"/>
          <ac:spMkLst>
            <pc:docMk/>
            <pc:sldMk cId="2703206544" sldId="643"/>
            <ac:spMk id="3" creationId="{ADAFB93A-CE41-3463-CCDF-5776AFC7CA95}"/>
          </ac:spMkLst>
        </pc:spChg>
      </pc:sldChg>
      <pc:sldChg chg="modSp mod">
        <pc:chgData name="Danielle Andries" userId="93d179e4-3c18-40f7-920e-ae80b202540d" providerId="ADAL" clId="{566A7D3A-1C22-4217-86D9-9C0B52600276}" dt="2025-06-11T14:54:55.570" v="78" actId="20577"/>
        <pc:sldMkLst>
          <pc:docMk/>
          <pc:sldMk cId="3664825629" sldId="650"/>
        </pc:sldMkLst>
        <pc:spChg chg="mod">
          <ac:chgData name="Danielle Andries" userId="93d179e4-3c18-40f7-920e-ae80b202540d" providerId="ADAL" clId="{566A7D3A-1C22-4217-86D9-9C0B52600276}" dt="2025-06-11T14:54:55.570" v="78" actId="20577"/>
          <ac:spMkLst>
            <pc:docMk/>
            <pc:sldMk cId="3664825629" sldId="650"/>
            <ac:spMk id="3" creationId="{518AB397-F9F2-13FC-4814-3FD59015A102}"/>
          </ac:spMkLst>
        </pc:spChg>
      </pc:sldChg>
      <pc:sldChg chg="ord">
        <pc:chgData name="Danielle Andries" userId="93d179e4-3c18-40f7-920e-ae80b202540d" providerId="ADAL" clId="{566A7D3A-1C22-4217-86D9-9C0B52600276}" dt="2025-06-11T14:59:53.611" v="94"/>
        <pc:sldMkLst>
          <pc:docMk/>
          <pc:sldMk cId="1280050196" sldId="654"/>
        </pc:sldMkLst>
      </pc:sldChg>
      <pc:sldChg chg="modNotesTx">
        <pc:chgData name="Danielle Andries" userId="93d179e4-3c18-40f7-920e-ae80b202540d" providerId="ADAL" clId="{566A7D3A-1C22-4217-86D9-9C0B52600276}" dt="2025-06-11T14:56:43.824" v="89"/>
        <pc:sldMkLst>
          <pc:docMk/>
          <pc:sldMk cId="2138373900" sldId="656"/>
        </pc:sldMkLst>
      </pc:sldChg>
      <pc:sldMasterChg chg="modSldLayout sldLayoutOrd">
        <pc:chgData name="Danielle Andries" userId="93d179e4-3c18-40f7-920e-ae80b202540d" providerId="ADAL" clId="{566A7D3A-1C22-4217-86D9-9C0B52600276}" dt="2025-06-11T14:35:45.358" v="32" actId="20578"/>
        <pc:sldMasterMkLst>
          <pc:docMk/>
          <pc:sldMasterMk cId="58932730" sldId="2147483910"/>
        </pc:sldMasterMkLst>
        <pc:sldLayoutChg chg="modSp mod">
          <pc:chgData name="Danielle Andries" userId="93d179e4-3c18-40f7-920e-ae80b202540d" providerId="ADAL" clId="{566A7D3A-1C22-4217-86D9-9C0B52600276}" dt="2025-06-11T14:35:41.621" v="31" actId="20577"/>
          <pc:sldLayoutMkLst>
            <pc:docMk/>
            <pc:sldMasterMk cId="58932730" sldId="2147483910"/>
            <pc:sldLayoutMk cId="3198385692" sldId="2147483922"/>
          </pc:sldLayoutMkLst>
          <pc:spChg chg="mod">
            <ac:chgData name="Danielle Andries" userId="93d179e4-3c18-40f7-920e-ae80b202540d" providerId="ADAL" clId="{566A7D3A-1C22-4217-86D9-9C0B52600276}" dt="2025-06-11T14:35:41.621" v="31" actId="20577"/>
            <ac:spMkLst>
              <pc:docMk/>
              <pc:sldMasterMk cId="58932730" sldId="2147483910"/>
              <pc:sldLayoutMk cId="3198385692" sldId="2147483922"/>
              <ac:spMk id="4" creationId="{48DA206A-2516-457B-9C8F-9BDD445DD373}"/>
            </ac:spMkLst>
          </pc:spChg>
        </pc:sldLayoutChg>
        <pc:sldLayoutChg chg="ord">
          <pc:chgData name="Danielle Andries" userId="93d179e4-3c18-40f7-920e-ae80b202540d" providerId="ADAL" clId="{566A7D3A-1C22-4217-86D9-9C0B52600276}" dt="2025-06-11T14:35:45.358" v="32" actId="20578"/>
          <pc:sldLayoutMkLst>
            <pc:docMk/>
            <pc:sldMasterMk cId="58932730" sldId="2147483910"/>
            <pc:sldLayoutMk cId="3241009506" sldId="2147483924"/>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2.7 Given a scenario, apply workstation security options and hardening techniques.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considerations should be made when selecting a password?</a:t>
            </a:r>
          </a:p>
          <a:p>
            <a:pPr marL="171450" indent="-171450" algn="l">
              <a:buFont typeface="Arial" panose="020B0604020202020204" pitchFamily="34" charset="0"/>
              <a:buChar char="•"/>
            </a:pPr>
            <a:r>
              <a:rPr lang="en-US" b="0" i="0" dirty="0">
                <a:solidFill>
                  <a:srgbClr val="191D1F"/>
                </a:solidFill>
                <a:effectLst/>
                <a:latin typeface="+mn-lt"/>
              </a:rPr>
              <a:t>How does encryption of your data make it more difficult to access?</a:t>
            </a:r>
          </a:p>
          <a:p>
            <a:pPr marL="171450" indent="-171450" algn="l">
              <a:buFont typeface="Arial" panose="020B0604020202020204" pitchFamily="34" charset="0"/>
              <a:buChar char="•"/>
            </a:pPr>
            <a:r>
              <a:rPr lang="en-US" b="0" i="0" dirty="0">
                <a:solidFill>
                  <a:srgbClr val="191D1F"/>
                </a:solidFill>
                <a:effectLst/>
                <a:latin typeface="+mn-lt"/>
              </a:rPr>
              <a:t>What best practices should be enabled on your personal accounts? Are they the same for corporate accounts?</a:t>
            </a:r>
          </a:p>
          <a:p>
            <a:pPr marL="171450" indent="-171450" algn="l">
              <a:buFont typeface="Arial" panose="020B0604020202020204" pitchFamily="34" charset="0"/>
              <a:buChar char="•"/>
            </a:pPr>
            <a:r>
              <a:rPr lang="en-US" b="0" i="0" dirty="0">
                <a:solidFill>
                  <a:srgbClr val="191D1F"/>
                </a:solidFill>
                <a:effectLst/>
                <a:latin typeface="+mn-lt"/>
              </a:rPr>
              <a:t>What methods can be used to restrict access to the system and the data it contains?</a:t>
            </a:r>
          </a:p>
          <a:p>
            <a:pPr marL="171450" indent="-171450" algn="l">
              <a:buFont typeface="Arial" panose="020B0604020202020204" pitchFamily="34" charset="0"/>
              <a:buChar char="•"/>
            </a:pPr>
            <a:r>
              <a:rPr lang="en-US" b="0" i="0" dirty="0">
                <a:solidFill>
                  <a:srgbClr val="191D1F"/>
                </a:solidFill>
                <a:effectLst/>
                <a:latin typeface="+mn-lt"/>
              </a:rPr>
              <a:t>What applications manage security policies in an Active Directory environment?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a:defRPr/>
            </a:pPr>
            <a:r>
              <a:rPr lang="en-US" dirty="0">
                <a:ea typeface="Calibri"/>
                <a:cs typeface="Calibri"/>
              </a:rPr>
              <a:t>Learners should be reminded that the National Institute of Standards of Technology (NIST) have established password recommendations under SP-800-63 Appendix A and the International Organization of Standards (ISO) established their recommendations under ISO 27001:2022 Annex A:9 Access Control.</a:t>
            </a:r>
            <a:br>
              <a:rPr lang="en-US" dirty="0">
                <a:ea typeface="Calibri"/>
                <a:cs typeface="+mn-lt"/>
              </a:rPr>
            </a:br>
            <a:endParaRPr lang="en-US" dirty="0">
              <a:ea typeface="Calibri"/>
              <a:cs typeface="Calibri"/>
            </a:endParaRPr>
          </a:p>
          <a:p>
            <a:pPr>
              <a:defRPr/>
            </a:pPr>
            <a:r>
              <a:rPr lang="en-US" dirty="0">
                <a:ea typeface="Calibri"/>
                <a:cs typeface="+mn-lt"/>
              </a:rPr>
              <a:t>NIST no longer recommends changing passwords at regular intervals. They recommend only changing a password if it is known or thought to be compromised.</a:t>
            </a: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160330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Note: Personal data is typically protected by regulations and legislation. Making any sort of unauthorized copy of this data is often illegal. It should only typically be stored and processed in systems that are configured and monitored by a data owner.</a:t>
            </a:r>
            <a:endParaRPr lang="en-US" dirty="0">
              <a:ea typeface="Calibri"/>
              <a:cs typeface="Calibri"/>
            </a:endParaRP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A06B-EFB0-ADBA-72EC-B3886A1A1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F6139-0524-29D8-A0E7-D5E079FA90E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1E9A24B-B4E8-BD7F-AB80-E53DF08CD0B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77BCE37-99FD-4EB0-20DA-51E232A42B39}"/>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3999716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DF034-273C-0086-B319-73188AC8C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22DD0-F009-5ED2-506B-A34FCE21459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2A77C1A-7138-5DF9-7AD2-994B8647455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5DEE35B-EBE4-A4A3-95A5-B2C003B1C2F8}"/>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000083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61AF6-FBEF-40CE-3916-227A28CC6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5E281-04D6-B265-233C-ED869D12FFA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324AEF-7D8E-FB20-F268-263825F06E2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EB8205A-DFDB-44D6-5994-66BE071A71AA}"/>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828681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A771-0D60-ADA6-ED34-CB5B9D139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4DD11-31A8-5E6D-87DB-F1D318E9BF4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2ECEFCC-1715-4D7B-DB3D-6CA3DC3DD44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These tools are not available in the Home edition of Windows.</a:t>
            </a:r>
            <a:endParaRPr lang="en-US" dirty="0">
              <a:ea typeface="Calibri"/>
              <a:cs typeface="Calibri"/>
            </a:endParaRPr>
          </a:p>
        </p:txBody>
      </p:sp>
      <p:sp>
        <p:nvSpPr>
          <p:cNvPr id="4" name="Slide Number Placeholder 3">
            <a:extLst>
              <a:ext uri="{FF2B5EF4-FFF2-40B4-BE49-F238E27FC236}">
                <a16:creationId xmlns:a16="http://schemas.microsoft.com/office/drawing/2014/main" id="{133166CB-3B7B-ECE2-B409-F1AF4B0CD5DF}"/>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47829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54A40-FE32-2015-BD9A-1392F4D8A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51C4F-6F94-0B0F-0CC6-0CA1718A355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B66BAB2-EF10-14A0-A7DE-A5983AEFEF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34F68F-6498-26C6-FE9C-42D2A2A47929}"/>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2267245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DC3D-60AA-C647-AD5B-DBB6EE6AC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D73CF-D861-E1B2-460C-C3394FDB707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DF5E1A7-9927-A787-5000-46E158292DF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72C336B-B882-2DBA-C978-C585B1A1B58A}"/>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981565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2.2 Given a scenario, configure and apply basic Microsoft Windows OS security settings.</a:t>
            </a:r>
          </a:p>
          <a:p>
            <a:pPr marL="171450" indent="-171450" algn="l">
              <a:buFont typeface="Arial" panose="020B0604020202020204" pitchFamily="34" charset="0"/>
              <a:buChar char="•"/>
            </a:pPr>
            <a:r>
              <a:rPr lang="en-US" b="0" i="0" dirty="0">
                <a:solidFill>
                  <a:srgbClr val="191D1F"/>
                </a:solidFill>
                <a:effectLst/>
                <a:latin typeface="+mn-lt"/>
              </a:rPr>
              <a:t>2.7 Given a scenario, apply workstation security options and hardening techniques.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protections does the Windows Defender application provide to a workstation?</a:t>
            </a:r>
          </a:p>
          <a:p>
            <a:pPr marL="171450" indent="-171450" algn="l">
              <a:buFont typeface="Arial" panose="020B0604020202020204" pitchFamily="34" charset="0"/>
              <a:buChar char="•"/>
            </a:pPr>
            <a:r>
              <a:rPr lang="en-US" b="0" i="0" dirty="0">
                <a:solidFill>
                  <a:srgbClr val="191D1F"/>
                </a:solidFill>
                <a:effectLst/>
                <a:latin typeface="+mn-lt"/>
              </a:rPr>
              <a:t>What type of firewall is Windows Defender Firewall?</a:t>
            </a:r>
          </a:p>
          <a:p>
            <a:pPr marL="171450" indent="-171450" algn="l">
              <a:buFont typeface="Arial" panose="020B0604020202020204" pitchFamily="34" charset="0"/>
              <a:buChar char="•"/>
            </a:pPr>
            <a:r>
              <a:rPr lang="en-US" b="0" i="0" dirty="0">
                <a:solidFill>
                  <a:srgbClr val="191D1F"/>
                </a:solidFill>
                <a:effectLst/>
                <a:latin typeface="+mn-lt"/>
              </a:rPr>
              <a:t>What encryption programs are available within the Windows operating system environment?</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EB92-ED49-1E23-EC37-0AB628FB8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B21A1-B06C-1118-AE07-64833EAD042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F94D28-82E7-C68C-8278-DF30C30AF9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5709EEF-0E1A-67A2-5FF2-6EFD19871ED1}"/>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4151126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CE23-8C5B-CEF4-1E7E-1AB2CE89C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7ADE1-149E-DA67-4503-095F38B8348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4AC1F19-9D5D-07DC-E225-84D0408CFA6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817CC27-AC10-5900-3486-8D4CC12A2524}"/>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1673085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3F62-A2BC-AB2B-072F-1969B443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4221-F017-A4D1-2D30-5DDDC52E2AC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9B82832-91AB-7F3C-D068-D9E414041965}"/>
              </a:ext>
            </a:extLst>
          </p:cNvPr>
          <p:cNvSpPr>
            <a:spLocks noGrp="1"/>
          </p:cNvSpPr>
          <p:nvPr>
            <p:ph type="body" idx="1"/>
          </p:nvPr>
        </p:nvSpPr>
        <p:spPr/>
        <p:txBody>
          <a:bodyPr/>
          <a:lstStyle/>
          <a:p>
            <a:pPr>
              <a:defRPr/>
            </a:pPr>
            <a:r>
              <a:rPr lang="en-US" dirty="0">
                <a:ea typeface="Calibri"/>
                <a:cs typeface="Calibri"/>
              </a:rPr>
              <a:t>Prevents auto execution or installation of files, programs, and applications.</a:t>
            </a:r>
          </a:p>
        </p:txBody>
      </p:sp>
      <p:sp>
        <p:nvSpPr>
          <p:cNvPr id="4" name="Slide Number Placeholder 3">
            <a:extLst>
              <a:ext uri="{FF2B5EF4-FFF2-40B4-BE49-F238E27FC236}">
                <a16:creationId xmlns:a16="http://schemas.microsoft.com/office/drawing/2014/main" id="{E08C83D0-4693-67AB-C352-72FA48AEEF0D}"/>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442168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B108-5B08-A94B-0490-6C3B1C6B0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0DEC8-49B2-1A2E-5FFC-DB607F49CE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5CD35FE-BC5F-D2B6-E4B3-DFC6601FD4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FA712-774D-597B-2FB3-E65C7005CB98}"/>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955912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E66C3-E968-ECC9-AF70-6C0D40BD0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43F27-95F1-45E5-4664-4C576ADEEE8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E0ACAFF-A614-59B6-4EA3-87BEDD5C2A33}"/>
              </a:ext>
            </a:extLst>
          </p:cNvPr>
          <p:cNvSpPr>
            <a:spLocks noGrp="1"/>
          </p:cNvSpPr>
          <p:nvPr>
            <p:ph type="body" idx="1"/>
          </p:nvPr>
        </p:nvSpPr>
        <p:spPr/>
        <p:txBody>
          <a:bodyPr/>
          <a:lstStyle/>
          <a:p>
            <a:pPr>
              <a:defRPr/>
            </a:pPr>
            <a:r>
              <a:rPr lang="en-US" dirty="0">
                <a:ea typeface="Calibri"/>
                <a:cs typeface="Calibri"/>
              </a:rPr>
              <a:t>Instructors may want to review host-based vs. network-based solutions along with false positive and false negative indications.</a:t>
            </a:r>
          </a:p>
        </p:txBody>
      </p:sp>
      <p:sp>
        <p:nvSpPr>
          <p:cNvPr id="4" name="Slide Number Placeholder 3">
            <a:extLst>
              <a:ext uri="{FF2B5EF4-FFF2-40B4-BE49-F238E27FC236}">
                <a16:creationId xmlns:a16="http://schemas.microsoft.com/office/drawing/2014/main" id="{369EE7C6-53C7-9D68-952B-D5E87EE7566A}"/>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10448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427F-F361-016E-2A18-3AEE03610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C4009-2803-1A3F-8EA5-B73B45DD600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1CD9F38-EA86-593E-26C1-2F001EE1EA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6A047A-2724-9B3D-31F6-C9B0D9AC521E}"/>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2743274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19045-BA13-5940-B570-089F91CC2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5F40-83A7-D1CA-CBAE-8DB41CED27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B286344-1892-A65D-6403-961D92921C8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6E88D0E-41AB-4012-1764-A483F9B70819}"/>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1390315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8E7D-B145-FDC1-BE67-2252AEABA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082A6-AC8B-D203-13D0-AD972EE0549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46B4391-66CE-29B3-7370-43FB7DC9901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1C30EDF-8DDC-AD4E-EBFE-2D966ED52F55}"/>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061005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B190-DCF1-9B2B-98ED-664CA6932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DACE3-4DE2-CA95-244F-76E0E572EDE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3412925-EFFB-8B62-393E-E11233500887}"/>
              </a:ext>
            </a:extLst>
          </p:cNvPr>
          <p:cNvSpPr>
            <a:spLocks noGrp="1"/>
          </p:cNvSpPr>
          <p:nvPr>
            <p:ph type="body" idx="1"/>
          </p:nvPr>
        </p:nvSpPr>
        <p:spPr/>
        <p:txBody>
          <a:bodyPr/>
          <a:lstStyle/>
          <a:p>
            <a:pPr>
              <a:defRPr/>
            </a:pPr>
            <a:r>
              <a:rPr lang="en-US" dirty="0">
                <a:ea typeface="Calibri"/>
                <a:cs typeface="Calibri"/>
              </a:rPr>
              <a:t>Learners should practice creating rules within Windows Defender. </a:t>
            </a:r>
          </a:p>
        </p:txBody>
      </p:sp>
      <p:sp>
        <p:nvSpPr>
          <p:cNvPr id="4" name="Slide Number Placeholder 3">
            <a:extLst>
              <a:ext uri="{FF2B5EF4-FFF2-40B4-BE49-F238E27FC236}">
                <a16:creationId xmlns:a16="http://schemas.microsoft.com/office/drawing/2014/main" id="{69E2D6DC-A330-106D-BBDD-C94A5135C028}"/>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607628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0448-1753-3686-1D49-252F16106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932B7-9AEA-CBCA-E74C-98E185ECCAA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6523F06-7E21-B5EA-F319-F7CA2892F6E6}"/>
              </a:ext>
            </a:extLst>
          </p:cNvPr>
          <p:cNvSpPr>
            <a:spLocks noGrp="1"/>
          </p:cNvSpPr>
          <p:nvPr>
            <p:ph type="body" idx="1"/>
          </p:nvPr>
        </p:nvSpPr>
        <p:spPr/>
        <p:txBody>
          <a:bodyPr/>
          <a:lstStyle/>
          <a:p>
            <a:r>
              <a:rPr lang="en-US" dirty="0"/>
              <a:t>Note: Block stops traffic unless a specific rule allows it. Conversely, Allow accepts all traffic unless a specific rule blocks it. You can also use Block all connections to stop inbound connections regardless of the rules set up.</a:t>
            </a:r>
          </a:p>
        </p:txBody>
      </p:sp>
      <p:sp>
        <p:nvSpPr>
          <p:cNvPr id="4" name="Slide Number Placeholder 3">
            <a:extLst>
              <a:ext uri="{FF2B5EF4-FFF2-40B4-BE49-F238E27FC236}">
                <a16:creationId xmlns:a16="http://schemas.microsoft.com/office/drawing/2014/main" id="{1DEA1232-CFDC-88DB-D9ED-50E133344406}"/>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3267688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E2E4D-1D63-A81D-CBD8-C9607BD39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6882B-7F6D-4052-CC75-C58AC067725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0804110-5FF7-99DA-03EB-5D443F23BB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2BA24-01A6-9810-E985-F8661D3A127C}"/>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3822386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1973F-562D-2158-4D06-B626B31BC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5674C-5E70-AB77-8F1E-346C2412D4F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E8D2C47-19E2-D966-91BE-12606A8F773D}"/>
              </a:ext>
            </a:extLst>
          </p:cNvPr>
          <p:cNvSpPr>
            <a:spLocks noGrp="1"/>
          </p:cNvSpPr>
          <p:nvPr>
            <p:ph type="body" idx="1"/>
          </p:nvPr>
        </p:nvSpPr>
        <p:spPr/>
        <p:txBody>
          <a:bodyPr/>
          <a:lstStyle/>
          <a:p>
            <a:pPr>
              <a:defRPr/>
            </a:pPr>
            <a:r>
              <a:rPr lang="en-US" dirty="0">
                <a:ea typeface="Calibri"/>
                <a:cs typeface="Calibri"/>
              </a:rPr>
              <a:t>Learners can practice on their own Windows system or utilize the Lab: Encrypt Files with EFS in CertMaster.</a:t>
            </a:r>
          </a:p>
        </p:txBody>
      </p:sp>
      <p:sp>
        <p:nvSpPr>
          <p:cNvPr id="4" name="Slide Number Placeholder 3">
            <a:extLst>
              <a:ext uri="{FF2B5EF4-FFF2-40B4-BE49-F238E27FC236}">
                <a16:creationId xmlns:a16="http://schemas.microsoft.com/office/drawing/2014/main" id="{E07B7B2C-154C-7B55-C05A-C1BDFB4A96D0}"/>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880154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3F20B-8F49-3096-DB27-876E9D871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6F6BE-5247-20A9-F324-2F79330A39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A5DB573-CF3B-6ED2-75F7-DFA86F85EC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8C6EA-F2B9-F020-0688-8CAEDE346F43}"/>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1658643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A8D21-B57F-59FD-51E9-5313CD004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771D6-92D5-6E9E-CA49-6F7130456D5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E993AC4-A73E-A1F1-AF14-91688D083D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1F9274-C1A1-B267-BE50-45205C32DD0D}"/>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40979957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9FE9-840F-7EC3-D968-9C897076B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92C89-3736-B311-189A-7A53B90F495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4C457D0-BD3A-CC99-BB76-C84CF01A745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B20419A-9FD6-4EB3-31CD-DF57F171E5FC}"/>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8463496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CCC5F-D712-C8CD-E148-49C59C876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19B00-5F5A-AA23-C334-295CB72CC86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620F6F5-FA3A-98D9-E3DA-D1A035E182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1D7250-AF64-7342-6485-D6966130E0BD}"/>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3208808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456B0-39ED-E952-B014-74B56B583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A0464-97E4-570C-7A67-4F7D23E3CE0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EB019A5-4885-22E5-7C86-E0CD656B26F4}"/>
              </a:ext>
            </a:extLst>
          </p:cNvPr>
          <p:cNvSpPr>
            <a:spLocks noGrp="1"/>
          </p:cNvSpPr>
          <p:nvPr>
            <p:ph type="body" idx="1"/>
          </p:nvPr>
        </p:nvSpPr>
        <p:spPr/>
        <p:txBody>
          <a:bodyPr/>
          <a:lstStyle/>
          <a:p>
            <a:pPr>
              <a:buNone/>
            </a:pPr>
            <a:r>
              <a:rPr lang="en-US" dirty="0"/>
              <a:t>Note: The TPM must be configured with an owner password (often the system password set in firmware). You can manage TPM settings from Windows using the TPM Management snap-in (select ​​​TPM Administration​ from the BitLocker applet).</a:t>
            </a:r>
          </a:p>
          <a:p>
            <a:endParaRPr lang="en-US" dirty="0"/>
          </a:p>
        </p:txBody>
      </p:sp>
      <p:sp>
        <p:nvSpPr>
          <p:cNvPr id="4" name="Slide Number Placeholder 3">
            <a:extLst>
              <a:ext uri="{FF2B5EF4-FFF2-40B4-BE49-F238E27FC236}">
                <a16:creationId xmlns:a16="http://schemas.microsoft.com/office/drawing/2014/main" id="{C4E6C65F-8B5D-10E3-913C-163098F176D0}"/>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542078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B6066-36F4-1E7A-9DEF-B3363D56E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E4AF4-16FA-112B-2623-171EFB4F8AA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3CB74F0-1F27-02E0-6181-A14E61FDED4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71B1B65E-0A9D-28E0-8F03-AF77B91E7868}"/>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7617907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2.11 Given a scenario, configure relevant security settings in a browser.</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can you verify a downloaded browser has not been tampered with?</a:t>
            </a:r>
          </a:p>
          <a:p>
            <a:pPr marL="171450" indent="-171450" algn="l">
              <a:buFont typeface="Arial" panose="020B0604020202020204" pitchFamily="34" charset="0"/>
              <a:buChar char="•"/>
            </a:pPr>
            <a:r>
              <a:rPr lang="en-US" b="0" i="0" dirty="0">
                <a:solidFill>
                  <a:srgbClr val="191D1F"/>
                </a:solidFill>
                <a:effectLst/>
                <a:latin typeface="+mn-lt"/>
              </a:rPr>
              <a:t>Why might you consider using an untrusted source to download and install a plug-in or extension?</a:t>
            </a:r>
          </a:p>
          <a:p>
            <a:pPr marL="171450" indent="-171450" algn="l">
              <a:buFont typeface="Arial" panose="020B0604020202020204" pitchFamily="34" charset="0"/>
              <a:buChar char="•"/>
            </a:pPr>
            <a:r>
              <a:rPr lang="en-US" b="0" i="0" dirty="0">
                <a:solidFill>
                  <a:srgbClr val="191D1F"/>
                </a:solidFill>
                <a:effectLst/>
                <a:latin typeface="+mn-lt"/>
              </a:rPr>
              <a:t>Why might you consider clearing your cache and browsing data on a system?</a:t>
            </a:r>
          </a:p>
          <a:p>
            <a:pPr marL="171450" indent="-171450" algn="l">
              <a:buFont typeface="Arial" panose="020B0604020202020204" pitchFamily="34" charset="0"/>
              <a:buChar char="•"/>
            </a:pPr>
            <a:r>
              <a:rPr lang="en-US" b="0" i="0" dirty="0">
                <a:solidFill>
                  <a:srgbClr val="191D1F"/>
                </a:solidFill>
                <a:effectLst/>
                <a:latin typeface="+mn-lt"/>
              </a:rPr>
              <a:t>What does private-browsing mode mean?</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5039-E74D-F384-5673-032BB717F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FCCB-E267-1287-358F-CD9D64E427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B6E75A-22ED-02D7-9192-AF4901DF2F41}"/>
              </a:ext>
            </a:extLst>
          </p:cNvPr>
          <p:cNvSpPr>
            <a:spLocks noGrp="1"/>
          </p:cNvSpPr>
          <p:nvPr>
            <p:ph type="body" idx="1"/>
          </p:nvPr>
        </p:nvSpPr>
        <p:spPr/>
        <p:txBody>
          <a:bodyPr/>
          <a:lstStyle/>
          <a:p>
            <a:pPr>
              <a:defRPr/>
            </a:pPr>
            <a:r>
              <a:rPr lang="en-US" dirty="0">
                <a:ea typeface="Calibri"/>
                <a:cs typeface="Calibri"/>
              </a:rPr>
              <a:t>Learners should be reminded that downloading from the software developer's website is a best practice.</a:t>
            </a:r>
          </a:p>
          <a:p>
            <a:pPr>
              <a:defRPr/>
            </a:pPr>
            <a:endParaRPr lang="en-US" dirty="0">
              <a:ea typeface="Calibri"/>
              <a:cs typeface="Calibri"/>
            </a:endParaRPr>
          </a:p>
          <a:p>
            <a:pPr>
              <a:defRPr/>
            </a:pPr>
            <a:r>
              <a:rPr lang="en-US" dirty="0">
                <a:ea typeface="Calibri"/>
                <a:cs typeface="Calibri"/>
              </a:rPr>
              <a:t>Mozilla.org</a:t>
            </a:r>
          </a:p>
          <a:p>
            <a:pPr>
              <a:defRPr/>
            </a:pPr>
            <a:r>
              <a:rPr lang="en-US" dirty="0">
                <a:ea typeface="Calibri"/>
                <a:cs typeface="Calibri"/>
              </a:rPr>
              <a:t>Chrome.com</a:t>
            </a:r>
          </a:p>
          <a:p>
            <a:pPr>
              <a:defRPr/>
            </a:pPr>
            <a:r>
              <a:rPr lang="en-US" dirty="0">
                <a:ea typeface="Calibri"/>
                <a:cs typeface="Calibri"/>
              </a:rPr>
              <a:t>Opera.com</a:t>
            </a:r>
          </a:p>
        </p:txBody>
      </p:sp>
      <p:sp>
        <p:nvSpPr>
          <p:cNvPr id="4" name="Slide Number Placeholder 3">
            <a:extLst>
              <a:ext uri="{FF2B5EF4-FFF2-40B4-BE49-F238E27FC236}">
                <a16:creationId xmlns:a16="http://schemas.microsoft.com/office/drawing/2014/main" id="{455DB894-84D3-6C3B-7223-B024C768ABE0}"/>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18995051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E69-3758-7A60-D445-43FA1B630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26F0-7F43-5689-FD7E-05819268AA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5B388AB-0A78-0E1F-6EBE-049F66DEA7CE}"/>
              </a:ext>
            </a:extLst>
          </p:cNvPr>
          <p:cNvSpPr>
            <a:spLocks noGrp="1"/>
          </p:cNvSpPr>
          <p:nvPr>
            <p:ph type="body" idx="1"/>
          </p:nvPr>
        </p:nvSpPr>
        <p:spPr/>
        <p:txBody>
          <a:bodyPr/>
          <a:lstStyle/>
          <a:p>
            <a:r>
              <a:rPr lang="en-US" dirty="0"/>
              <a:t>Note: Software that cannot definitively be classified as malicious but that does have increased privacy risks is often categorized as a potentially unwanted application (PUA).</a:t>
            </a:r>
          </a:p>
        </p:txBody>
      </p:sp>
      <p:sp>
        <p:nvSpPr>
          <p:cNvPr id="4" name="Slide Number Placeholder 3">
            <a:extLst>
              <a:ext uri="{FF2B5EF4-FFF2-40B4-BE49-F238E27FC236}">
                <a16:creationId xmlns:a16="http://schemas.microsoft.com/office/drawing/2014/main" id="{DD58010F-1C3F-0DB7-1262-D3465F19EF86}"/>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3319664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A892-85FE-34C1-5AE5-23C63FDD9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D1B38-6832-4234-07D5-F9BB97FA7F1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0A0BDBB-6344-A463-422E-C884BC58BD5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The Internet Explorer browser functionality remains available as a compatibility mode in Microsoft Edge. The settings are configured via the Edge Settings and More menu.</a:t>
            </a:r>
            <a:endParaRPr lang="en-US" dirty="0">
              <a:ea typeface="Calibri"/>
              <a:cs typeface="Calibri"/>
            </a:endParaRPr>
          </a:p>
        </p:txBody>
      </p:sp>
      <p:sp>
        <p:nvSpPr>
          <p:cNvPr id="4" name="Slide Number Placeholder 3">
            <a:extLst>
              <a:ext uri="{FF2B5EF4-FFF2-40B4-BE49-F238E27FC236}">
                <a16:creationId xmlns:a16="http://schemas.microsoft.com/office/drawing/2014/main" id="{F641C3AA-B15C-59A7-FE26-E170F3349B50}"/>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24378753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1E6C-E5F9-30A6-5C5E-071E06F4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14AB0-B5FC-3938-E030-E9E997F7857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0B1D76B-181F-E921-4B30-D35754A15E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31D06-9F48-C5A1-5A87-2D8583D50C68}"/>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21749085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6FB1-F02B-03D7-3F3C-4CAF97E26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E8168-6D1A-8E12-2F94-E163F78202B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B99DA1A-6E78-343F-2940-DE01F64B481F}"/>
              </a:ext>
            </a:extLst>
          </p:cNvPr>
          <p:cNvSpPr>
            <a:spLocks noGrp="1"/>
          </p:cNvSpPr>
          <p:nvPr>
            <p:ph type="body" idx="1"/>
          </p:nvPr>
        </p:nvSpPr>
        <p:spPr/>
        <p:txBody>
          <a:bodyPr/>
          <a:lstStyle/>
          <a:p>
            <a:pPr>
              <a:defRPr/>
            </a:pPr>
            <a:r>
              <a:rPr lang="en-US" dirty="0">
                <a:ea typeface="Calibri"/>
                <a:cs typeface="Calibri"/>
              </a:rPr>
              <a:t>Instructors should show various extensions and add-ins. Also should showcase how to obtain them from each browsers "store"</a:t>
            </a:r>
          </a:p>
        </p:txBody>
      </p:sp>
      <p:sp>
        <p:nvSpPr>
          <p:cNvPr id="4" name="Slide Number Placeholder 3">
            <a:extLst>
              <a:ext uri="{FF2B5EF4-FFF2-40B4-BE49-F238E27FC236}">
                <a16:creationId xmlns:a16="http://schemas.microsoft.com/office/drawing/2014/main" id="{9660FA0B-4025-6A09-B10E-020E7117BED1}"/>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41099236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F9A2B-00C4-5EA0-1E38-83BA40094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47E70-05E4-51D7-0DD6-28E824E1C9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7DAC05A-57CD-E740-1BBF-19914D4839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BD372-198C-02BF-413C-58EBFB0D673F}"/>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4131565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7EF92-BAE0-8C8B-30B9-E641FB989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5DE34-F223-8369-E7EE-60083E70709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69AB15-FCBF-0BAC-FEFF-83815DF218E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ADC43FB-5710-F30C-B5F6-122345D04C3A}"/>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22373960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51A08-E553-B951-2555-DEBFCDF6A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0478D-5F06-9233-3D9D-487FAB0DB3E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493B5EB-5E33-2D86-AFCD-0FB080A9B769}"/>
              </a:ext>
            </a:extLst>
          </p:cNvPr>
          <p:cNvSpPr>
            <a:spLocks noGrp="1"/>
          </p:cNvSpPr>
          <p:nvPr>
            <p:ph type="body" idx="1"/>
          </p:nvPr>
        </p:nvSpPr>
        <p:spPr/>
        <p:txBody>
          <a:bodyPr/>
          <a:lstStyle/>
          <a:p>
            <a:pPr>
              <a:defRPr/>
            </a:pPr>
            <a:r>
              <a:rPr lang="en-US" dirty="0">
                <a:ea typeface="Calibri"/>
                <a:cs typeface="Calibri"/>
              </a:rPr>
              <a:t>Instructors should walk users through how to view a website certificate and identify various components of the certificate including the Issued By and Issued to, certificate validity dates, and the public key and algorithm. Instructors may also wish to show the Certificate Manager (certmgr.msc) within Windows.</a:t>
            </a:r>
          </a:p>
        </p:txBody>
      </p:sp>
      <p:sp>
        <p:nvSpPr>
          <p:cNvPr id="4" name="Slide Number Placeholder 3">
            <a:extLst>
              <a:ext uri="{FF2B5EF4-FFF2-40B4-BE49-F238E27FC236}">
                <a16:creationId xmlns:a16="http://schemas.microsoft.com/office/drawing/2014/main" id="{EBCF3616-C790-FEA7-D2EF-97AAD5E14E16}"/>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2487217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7BE6E-F5EC-FDC6-6387-6547175AD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505DF-D0FC-4ED2-A18C-4553DFCB9B5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81DD7BD-AB38-B0C5-A65C-AA7A9CDFDF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83F4E-E1C3-E14B-4A07-767301AA56DF}"/>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22338081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61A5C-4866-2BEC-A45B-D2C8083A8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D20B2-ED75-C29D-AB1A-1AFFD9CEC3E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FFDF2CB-2A86-269F-4F17-ECFD33C6AC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00FB43-8383-407F-812D-9E4C34748CDC}"/>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1420409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ADFA9-6689-7337-5F30-875A5DCE2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3F6EE-A56D-476E-D922-17F0B1ECE17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AFC7BDB-DBD7-564B-ED27-A4292DAEB26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the video Clear Browser History to reinforce the concepts in this lesson.</a:t>
            </a:r>
          </a:p>
        </p:txBody>
      </p:sp>
      <p:sp>
        <p:nvSpPr>
          <p:cNvPr id="4" name="Slide Number Placeholder 3">
            <a:extLst>
              <a:ext uri="{FF2B5EF4-FFF2-40B4-BE49-F238E27FC236}">
                <a16:creationId xmlns:a16="http://schemas.microsoft.com/office/drawing/2014/main" id="{1E52EACF-3036-EF79-050D-79803F066D9B}"/>
              </a:ext>
            </a:extLst>
          </p:cNvPr>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25157981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FC12D-CF60-8D5B-D690-8048A9278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1EFCB-D678-CD98-41AF-65B8D217382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EF7DE6-1529-DC94-CD99-BC9DD1D211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DD1D2-06D4-3480-7966-288274B5E251}"/>
              </a:ext>
            </a:extLst>
          </p:cNvPr>
          <p:cNvSpPr>
            <a:spLocks noGrp="1"/>
          </p:cNvSpPr>
          <p:nvPr>
            <p:ph type="sldNum" sz="quarter" idx="5"/>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1073730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3BEB-BC9E-14D7-539D-A43D51D0E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C3494-7724-A496-20F5-40F6CBB15B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9E298EE-C49A-F3C3-00B8-43490043F7B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0A0863A2-714A-1290-FC4B-6C2A97122EC6}"/>
              </a:ext>
            </a:extLst>
          </p:cNvPr>
          <p:cNvSpPr>
            <a:spLocks noGrp="1"/>
          </p:cNvSpPr>
          <p:nvPr>
            <p:ph type="sldNum" sz="quarter" idx="5"/>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37740359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D366A-1570-7C1E-E542-9F29C0A8D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94335-713E-40EA-86AF-519B780B308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E48E6D7-1B9C-E1B0-E675-94B11E336EA1}"/>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2.4 Summarize types of malware and tools/methods for detection, removal, and prevention.</a:t>
            </a:r>
          </a:p>
          <a:p>
            <a:pPr marL="171450" indent="-171450" algn="l">
              <a:buFont typeface="Arial" panose="020B0604020202020204" pitchFamily="34" charset="0"/>
              <a:buChar char="•"/>
            </a:pPr>
            <a:r>
              <a:rPr lang="en-US" b="0" i="0" dirty="0">
                <a:solidFill>
                  <a:srgbClr val="191D1F"/>
                </a:solidFill>
                <a:effectLst/>
                <a:latin typeface="+mn-lt"/>
              </a:rPr>
              <a:t>2.6 Given a scenario, implement procedures for basic small office/home office (SOHO) malware removal.</a:t>
            </a:r>
          </a:p>
          <a:p>
            <a:pPr marL="171450" indent="-171450" algn="l">
              <a:buFont typeface="Arial" panose="020B0604020202020204" pitchFamily="34" charset="0"/>
              <a:buChar char="•"/>
            </a:pPr>
            <a:r>
              <a:rPr lang="en-US" b="0" i="0" dirty="0">
                <a:solidFill>
                  <a:srgbClr val="191D1F"/>
                </a:solidFill>
                <a:effectLst/>
                <a:latin typeface="+mn-lt"/>
              </a:rPr>
              <a:t>3.4 Given a scenario, troubleshoot common PC security issues.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does a malware vector differ from malware payloads?</a:t>
            </a:r>
          </a:p>
          <a:p>
            <a:pPr marL="171450" indent="-171450" algn="l">
              <a:buFont typeface="Arial" panose="020B0604020202020204" pitchFamily="34" charset="0"/>
              <a:buChar char="•"/>
            </a:pPr>
            <a:r>
              <a:rPr lang="en-US" b="0" i="0" dirty="0">
                <a:solidFill>
                  <a:srgbClr val="191D1F"/>
                </a:solidFill>
                <a:effectLst/>
                <a:latin typeface="+mn-lt"/>
              </a:rPr>
              <a:t>What is ransomware?</a:t>
            </a:r>
          </a:p>
          <a:p>
            <a:pPr marL="171450" indent="-171450" algn="l">
              <a:buFont typeface="Arial" panose="020B0604020202020204" pitchFamily="34" charset="0"/>
              <a:buChar char="•"/>
            </a:pPr>
            <a:r>
              <a:rPr lang="en-US" b="0" i="0" dirty="0">
                <a:solidFill>
                  <a:srgbClr val="191D1F"/>
                </a:solidFill>
                <a:effectLst/>
                <a:latin typeface="+mn-lt"/>
              </a:rPr>
              <a:t>What are best practices to combat malware and its undesired side effects?</a:t>
            </a:r>
          </a:p>
          <a:p>
            <a:pPr marL="171450" indent="-171450" algn="l">
              <a:buFont typeface="Arial" panose="020B0604020202020204" pitchFamily="34" charset="0"/>
              <a:buChar char="•"/>
            </a:pPr>
            <a:r>
              <a:rPr lang="en-US" b="0" i="0" dirty="0">
                <a:solidFill>
                  <a:srgbClr val="191D1F"/>
                </a:solidFill>
                <a:effectLst/>
                <a:latin typeface="+mn-lt"/>
              </a:rPr>
              <a:t>What steps should be taken to troubleshoot security issues within a workstation?</a:t>
            </a:r>
          </a:p>
          <a:p>
            <a:endParaRPr lang="en-US" dirty="0"/>
          </a:p>
        </p:txBody>
      </p:sp>
      <p:sp>
        <p:nvSpPr>
          <p:cNvPr id="4" name="Slide Number Placeholder 3">
            <a:extLst>
              <a:ext uri="{FF2B5EF4-FFF2-40B4-BE49-F238E27FC236}">
                <a16:creationId xmlns:a16="http://schemas.microsoft.com/office/drawing/2014/main" id="{5B38E50B-1550-B380-8ED0-5A0AE307B0EC}"/>
              </a:ext>
            </a:extLst>
          </p:cNvPr>
          <p:cNvSpPr>
            <a:spLocks noGrp="1"/>
          </p:cNvSpPr>
          <p:nvPr>
            <p:ph type="sldNum" sz="quarter" idx="5"/>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9024718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7DB71-8B82-1AFB-5FDC-AB8A32076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7C473-8AFC-ADEF-C91F-98635A2A9DF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A842493-A7BD-1409-518A-139C278A3CA5}"/>
              </a:ext>
            </a:extLst>
          </p:cNvPr>
          <p:cNvSpPr>
            <a:spLocks noGrp="1"/>
          </p:cNvSpPr>
          <p:nvPr>
            <p:ph type="body" idx="1"/>
          </p:nvPr>
        </p:nvSpPr>
        <p:spPr/>
        <p:txBody>
          <a:bodyPr/>
          <a:lstStyle/>
          <a:p>
            <a:pPr>
              <a:defRPr/>
            </a:pPr>
            <a:r>
              <a:rPr lang="en-US" dirty="0">
                <a:ea typeface="Calibri"/>
                <a:cs typeface="Calibri"/>
              </a:rPr>
              <a:t>Instructors may wish to provide real-world examples of each type of malware.</a:t>
            </a:r>
          </a:p>
        </p:txBody>
      </p:sp>
      <p:sp>
        <p:nvSpPr>
          <p:cNvPr id="4" name="Slide Number Placeholder 3">
            <a:extLst>
              <a:ext uri="{FF2B5EF4-FFF2-40B4-BE49-F238E27FC236}">
                <a16:creationId xmlns:a16="http://schemas.microsoft.com/office/drawing/2014/main" id="{5EE6B043-FBD6-6545-B171-C2A2F9F0B2A6}"/>
              </a:ext>
            </a:extLst>
          </p:cNvPr>
          <p:cNvSpPr>
            <a:spLocks noGrp="1"/>
          </p:cNvSpPr>
          <p:nvPr>
            <p:ph type="sldNum" sz="quarter" idx="5"/>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3113895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B4AD4-0478-37D9-D777-2720D6E81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6F787-BCDF-713E-0B45-42A007E08C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5AB38FD-6083-DAB9-BEA8-F648A186105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534DACB-D2B2-4846-E8E4-863E62A05EC3}"/>
              </a:ext>
            </a:extLst>
          </p:cNvPr>
          <p:cNvSpPr>
            <a:spLocks noGrp="1"/>
          </p:cNvSpPr>
          <p:nvPr>
            <p:ph type="sldNum" sz="quarter" idx="5"/>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29785634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F853-35A0-C02F-D6FB-CC279E00C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FED3E-22E4-732E-4C36-F5F57D7871D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40FF2A8-F9FE-40A4-68A2-856AF80B7CAF}"/>
              </a:ext>
            </a:extLst>
          </p:cNvPr>
          <p:cNvSpPr>
            <a:spLocks noGrp="1"/>
          </p:cNvSpPr>
          <p:nvPr>
            <p:ph type="body" idx="1"/>
          </p:nvPr>
        </p:nvSpPr>
        <p:spPr/>
        <p:txBody>
          <a:bodyPr/>
          <a:lstStyle/>
          <a:p>
            <a:r>
              <a:rPr lang="en-US" dirty="0"/>
              <a:t>Note: Using the Metasploit Meterpreter remote access tool to dump keystrokes from the victim machine, revealing the password used to access a web app.</a:t>
            </a:r>
          </a:p>
        </p:txBody>
      </p:sp>
      <p:sp>
        <p:nvSpPr>
          <p:cNvPr id="4" name="Slide Number Placeholder 3">
            <a:extLst>
              <a:ext uri="{FF2B5EF4-FFF2-40B4-BE49-F238E27FC236}">
                <a16:creationId xmlns:a16="http://schemas.microsoft.com/office/drawing/2014/main" id="{B749EFA7-EBAB-6B8B-9EA6-5D778E8F9D6D}"/>
              </a:ext>
            </a:extLst>
          </p:cNvPr>
          <p:cNvSpPr>
            <a:spLocks noGrp="1"/>
          </p:cNvSpPr>
          <p:nvPr>
            <p:ph type="sldNum" sz="quarter" idx="5"/>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7743180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967FF-0E60-DA2D-C3EF-C751C7891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4F55D-979B-BCD3-7FC9-3E2F8CE9A89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4DD2DA8-1247-9FBB-CC08-8454F92A28D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3B3726DE-B4F8-C079-3DD6-9ABE5E03D53E}"/>
              </a:ext>
            </a:extLst>
          </p:cNvPr>
          <p:cNvSpPr>
            <a:spLocks noGrp="1"/>
          </p:cNvSpPr>
          <p:nvPr>
            <p:ph type="sldNum" sz="quarter" idx="5"/>
          </p:nvPr>
        </p:nvSpPr>
        <p:spPr/>
        <p:txBody>
          <a:bodyPr/>
          <a:lstStyle/>
          <a:p>
            <a:fld id="{B7CF8A19-3A9E-4ABC-B336-2FDDE321C72D}" type="slidenum">
              <a:rPr lang="en-US" smtClean="0"/>
              <a:pPr/>
              <a:t>55</a:t>
            </a:fld>
            <a:endParaRPr lang="en-US" dirty="0"/>
          </a:p>
        </p:txBody>
      </p:sp>
    </p:spTree>
    <p:extLst>
      <p:ext uri="{BB962C8B-B14F-4D97-AF65-F5344CB8AC3E}">
        <p14:creationId xmlns:p14="http://schemas.microsoft.com/office/powerpoint/2010/main" val="27332638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6EC28-B266-2831-9A01-FEE5EAE06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D5565-0447-D13F-1091-2D1567C666E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569B968-3ADE-175E-60C3-079ECD21B9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A58293-9019-D526-A058-F021B3AA4449}"/>
              </a:ext>
            </a:extLst>
          </p:cNvPr>
          <p:cNvSpPr>
            <a:spLocks noGrp="1"/>
          </p:cNvSpPr>
          <p:nvPr>
            <p:ph type="sldNum" sz="quarter" idx="5"/>
          </p:nvPr>
        </p:nvSpPr>
        <p:spPr/>
        <p:txBody>
          <a:bodyPr/>
          <a:lstStyle/>
          <a:p>
            <a:fld id="{B7CF8A19-3A9E-4ABC-B336-2FDDE321C72D}" type="slidenum">
              <a:rPr lang="en-US" smtClean="0"/>
              <a:pPr/>
              <a:t>56</a:t>
            </a:fld>
            <a:endParaRPr lang="en-US" dirty="0"/>
          </a:p>
        </p:txBody>
      </p:sp>
    </p:spTree>
    <p:extLst>
      <p:ext uri="{BB962C8B-B14F-4D97-AF65-F5344CB8AC3E}">
        <p14:creationId xmlns:p14="http://schemas.microsoft.com/office/powerpoint/2010/main" val="33751205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4995-B0A9-CBF6-C2A6-0C5326F1D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929CB-815D-8ABB-7BA3-0A90F01DD5B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EC85541-3B15-7F46-6CFA-5E818F5CCC10}"/>
              </a:ext>
            </a:extLst>
          </p:cNvPr>
          <p:cNvSpPr>
            <a:spLocks noGrp="1"/>
          </p:cNvSpPr>
          <p:nvPr>
            <p:ph type="body" idx="1"/>
          </p:nvPr>
        </p:nvSpPr>
        <p:spPr/>
        <p:txBody>
          <a:bodyPr/>
          <a:lstStyle/>
          <a:p>
            <a:pPr>
              <a:defRPr/>
            </a:pPr>
            <a:r>
              <a:rPr lang="en-US" dirty="0">
                <a:ea typeface="Calibri"/>
                <a:cs typeface="Calibri"/>
              </a:rPr>
              <a:t>Learners should be able to provide examples of symptoms of malware infection.</a:t>
            </a:r>
          </a:p>
        </p:txBody>
      </p:sp>
      <p:sp>
        <p:nvSpPr>
          <p:cNvPr id="4" name="Slide Number Placeholder 3">
            <a:extLst>
              <a:ext uri="{FF2B5EF4-FFF2-40B4-BE49-F238E27FC236}">
                <a16:creationId xmlns:a16="http://schemas.microsoft.com/office/drawing/2014/main" id="{883EBF4E-8DA6-EB66-11D0-25E2555FC001}"/>
              </a:ext>
            </a:extLst>
          </p:cNvPr>
          <p:cNvSpPr>
            <a:spLocks noGrp="1"/>
          </p:cNvSpPr>
          <p:nvPr>
            <p:ph type="sldNum" sz="quarter" idx="5"/>
          </p:nvPr>
        </p:nvSpPr>
        <p:spPr/>
        <p:txBody>
          <a:bodyPr/>
          <a:lstStyle/>
          <a:p>
            <a:fld id="{B7CF8A19-3A9E-4ABC-B336-2FDDE321C72D}" type="slidenum">
              <a:rPr lang="en-US" smtClean="0"/>
              <a:pPr/>
              <a:t>57</a:t>
            </a:fld>
            <a:endParaRPr lang="en-US" dirty="0"/>
          </a:p>
        </p:txBody>
      </p:sp>
    </p:spTree>
    <p:extLst>
      <p:ext uri="{BB962C8B-B14F-4D97-AF65-F5344CB8AC3E}">
        <p14:creationId xmlns:p14="http://schemas.microsoft.com/office/powerpoint/2010/main" val="6849371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3A2D-6655-3EF4-42CB-56BD81F18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7FB6D-0F87-F2EB-0BBB-4E4B720FEFB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A178212-E3BD-9D94-DB41-BB6C3FC43C88}"/>
              </a:ext>
            </a:extLst>
          </p:cNvPr>
          <p:cNvSpPr>
            <a:spLocks noGrp="1"/>
          </p:cNvSpPr>
          <p:nvPr>
            <p:ph type="body" idx="1"/>
          </p:nvPr>
        </p:nvSpPr>
        <p:spPr/>
        <p:txBody>
          <a:bodyPr/>
          <a:lstStyle/>
          <a:p>
            <a:pPr>
              <a:defRPr/>
            </a:pPr>
            <a:r>
              <a:rPr lang="en-US" dirty="0">
                <a:ea typeface="Calibri"/>
                <a:cs typeface="Calibri"/>
              </a:rPr>
              <a:t>Fake OS support notifications or cold calls are common.</a:t>
            </a:r>
          </a:p>
        </p:txBody>
      </p:sp>
      <p:sp>
        <p:nvSpPr>
          <p:cNvPr id="4" name="Slide Number Placeholder 3">
            <a:extLst>
              <a:ext uri="{FF2B5EF4-FFF2-40B4-BE49-F238E27FC236}">
                <a16:creationId xmlns:a16="http://schemas.microsoft.com/office/drawing/2014/main" id="{0D2E618B-6125-FFF2-E8C1-1C93D81A18C5}"/>
              </a:ext>
            </a:extLst>
          </p:cNvPr>
          <p:cNvSpPr>
            <a:spLocks noGrp="1"/>
          </p:cNvSpPr>
          <p:nvPr>
            <p:ph type="sldNum" sz="quarter" idx="5"/>
          </p:nvPr>
        </p:nvSpPr>
        <p:spPr/>
        <p:txBody>
          <a:bodyPr/>
          <a:lstStyle/>
          <a:p>
            <a:fld id="{B7CF8A19-3A9E-4ABC-B336-2FDDE321C72D}" type="slidenum">
              <a:rPr lang="en-US" smtClean="0"/>
              <a:pPr/>
              <a:t>58</a:t>
            </a:fld>
            <a:endParaRPr lang="en-US" dirty="0"/>
          </a:p>
        </p:txBody>
      </p:sp>
    </p:spTree>
    <p:extLst>
      <p:ext uri="{BB962C8B-B14F-4D97-AF65-F5344CB8AC3E}">
        <p14:creationId xmlns:p14="http://schemas.microsoft.com/office/powerpoint/2010/main" val="3850793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2E43B-1622-B39C-DCAD-40E1B1544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CDF57-4117-D446-330E-056FCC71B89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74192A3-FD4B-7FB8-47B8-DEE5BA53427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4868D84-E39E-A8C6-AB2B-9CBF43A9C916}"/>
              </a:ext>
            </a:extLst>
          </p:cNvPr>
          <p:cNvSpPr>
            <a:spLocks noGrp="1"/>
          </p:cNvSpPr>
          <p:nvPr>
            <p:ph type="sldNum" sz="quarter" idx="5"/>
          </p:nvPr>
        </p:nvSpPr>
        <p:spPr/>
        <p:txBody>
          <a:bodyPr/>
          <a:lstStyle/>
          <a:p>
            <a:fld id="{B7CF8A19-3A9E-4ABC-B336-2FDDE321C72D}" type="slidenum">
              <a:rPr lang="en-US" smtClean="0"/>
              <a:pPr/>
              <a:t>59</a:t>
            </a:fld>
            <a:endParaRPr lang="en-US" dirty="0"/>
          </a:p>
        </p:txBody>
      </p:sp>
    </p:spTree>
    <p:extLst>
      <p:ext uri="{BB962C8B-B14F-4D97-AF65-F5344CB8AC3E}">
        <p14:creationId xmlns:p14="http://schemas.microsoft.com/office/powerpoint/2010/main" val="41802582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8B4D-45B6-72BC-C8A8-D914AB083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8E42A-E9C9-42AE-916E-53F7054461D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BDB019B-0BAF-C1F2-B5F9-6E5308C31E42}"/>
              </a:ext>
            </a:extLst>
          </p:cNvPr>
          <p:cNvSpPr>
            <a:spLocks noGrp="1"/>
          </p:cNvSpPr>
          <p:nvPr>
            <p:ph type="body" idx="1"/>
          </p:nvPr>
        </p:nvSpPr>
        <p:spPr/>
        <p:txBody>
          <a:bodyPr/>
          <a:lstStyle/>
          <a:p>
            <a:pPr>
              <a:defRPr/>
            </a:pPr>
            <a:r>
              <a:rPr lang="en-US" dirty="0"/>
              <a:t>Some certificate warnings are not indicators of malicious intent. Certificate warnings may pop up if a certificate is nearing expiration or if the certificate was issued to a parent domain and is being used by a child domain. IE certificate issued to comptia.org but is used by store.comptia.org. This mismatch could generate a warning message.</a:t>
            </a:r>
          </a:p>
        </p:txBody>
      </p:sp>
      <p:sp>
        <p:nvSpPr>
          <p:cNvPr id="4" name="Slide Number Placeholder 3">
            <a:extLst>
              <a:ext uri="{FF2B5EF4-FFF2-40B4-BE49-F238E27FC236}">
                <a16:creationId xmlns:a16="http://schemas.microsoft.com/office/drawing/2014/main" id="{FFC298C8-2906-0F64-1D2C-310CE9AE167C}"/>
              </a:ext>
            </a:extLst>
          </p:cNvPr>
          <p:cNvSpPr>
            <a:spLocks noGrp="1"/>
          </p:cNvSpPr>
          <p:nvPr>
            <p:ph type="sldNum" sz="quarter" idx="5"/>
          </p:nvPr>
        </p:nvSpPr>
        <p:spPr/>
        <p:txBody>
          <a:bodyPr/>
          <a:lstStyle/>
          <a:p>
            <a:fld id="{B7CF8A19-3A9E-4ABC-B336-2FDDE321C72D}" type="slidenum">
              <a:rPr lang="en-US" smtClean="0"/>
              <a:pPr/>
              <a:t>60</a:t>
            </a:fld>
            <a:endParaRPr lang="en-US" dirty="0"/>
          </a:p>
        </p:txBody>
      </p:sp>
    </p:spTree>
    <p:extLst>
      <p:ext uri="{BB962C8B-B14F-4D97-AF65-F5344CB8AC3E}">
        <p14:creationId xmlns:p14="http://schemas.microsoft.com/office/powerpoint/2010/main" val="9979901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B22F1-E597-A453-FF33-4A2CAAAD1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71FDB-3093-4172-1272-8BBD0258844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A33C4E0-5B5D-66E6-2E85-BE6BA6E034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4A2F5-719A-FEC5-9866-3979C95EE845}"/>
              </a:ext>
            </a:extLst>
          </p:cNvPr>
          <p:cNvSpPr>
            <a:spLocks noGrp="1"/>
          </p:cNvSpPr>
          <p:nvPr>
            <p:ph type="sldNum" sz="quarter" idx="5"/>
          </p:nvPr>
        </p:nvSpPr>
        <p:spPr/>
        <p:txBody>
          <a:bodyPr/>
          <a:lstStyle/>
          <a:p>
            <a:fld id="{B7CF8A19-3A9E-4ABC-B336-2FDDE321C72D}" type="slidenum">
              <a:rPr lang="en-US" smtClean="0"/>
              <a:pPr/>
              <a:t>61</a:t>
            </a:fld>
            <a:endParaRPr lang="en-US" dirty="0"/>
          </a:p>
        </p:txBody>
      </p:sp>
    </p:spTree>
    <p:extLst>
      <p:ext uri="{BB962C8B-B14F-4D97-AF65-F5344CB8AC3E}">
        <p14:creationId xmlns:p14="http://schemas.microsoft.com/office/powerpoint/2010/main" val="37281581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F995-CCE6-9D49-9681-A3C2BB9BD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DE8D0-4743-3604-D7D4-358ED069E4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A5261F9-A3B4-29B5-365C-102EA5CE2128}"/>
              </a:ext>
            </a:extLst>
          </p:cNvPr>
          <p:cNvSpPr>
            <a:spLocks noGrp="1"/>
          </p:cNvSpPr>
          <p:nvPr>
            <p:ph type="body" idx="1"/>
          </p:nvPr>
        </p:nvSpPr>
        <p:spPr/>
        <p:txBody>
          <a:bodyPr/>
          <a:lstStyle/>
          <a:p>
            <a:pPr>
              <a:defRPr/>
            </a:pPr>
            <a:r>
              <a:rPr lang="en-US" dirty="0">
                <a:ea typeface="Calibri"/>
                <a:cs typeface="Calibri"/>
              </a:rPr>
              <a:t>Learners should become familiar with this 7-step process.</a:t>
            </a:r>
          </a:p>
        </p:txBody>
      </p:sp>
      <p:sp>
        <p:nvSpPr>
          <p:cNvPr id="4" name="Slide Number Placeholder 3">
            <a:extLst>
              <a:ext uri="{FF2B5EF4-FFF2-40B4-BE49-F238E27FC236}">
                <a16:creationId xmlns:a16="http://schemas.microsoft.com/office/drawing/2014/main" id="{2890CBFB-A2D6-1451-4E26-A1F9E086A9D0}"/>
              </a:ext>
            </a:extLst>
          </p:cNvPr>
          <p:cNvSpPr>
            <a:spLocks noGrp="1"/>
          </p:cNvSpPr>
          <p:nvPr>
            <p:ph type="sldNum" sz="quarter" idx="5"/>
          </p:nvPr>
        </p:nvSpPr>
        <p:spPr/>
        <p:txBody>
          <a:bodyPr/>
          <a:lstStyle/>
          <a:p>
            <a:fld id="{B7CF8A19-3A9E-4ABC-B336-2FDDE321C72D}" type="slidenum">
              <a:rPr lang="en-US" smtClean="0"/>
              <a:pPr/>
              <a:t>62</a:t>
            </a:fld>
            <a:endParaRPr lang="en-US" dirty="0"/>
          </a:p>
        </p:txBody>
      </p:sp>
    </p:spTree>
    <p:extLst>
      <p:ext uri="{BB962C8B-B14F-4D97-AF65-F5344CB8AC3E}">
        <p14:creationId xmlns:p14="http://schemas.microsoft.com/office/powerpoint/2010/main" val="40406361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7ADA6-8FB0-E2DC-29B0-F38686201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C8BE2-4497-EBF1-EC29-7011644F6BF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DBA1FED-5B28-152C-10C2-EFC1EC7A2E0A}"/>
              </a:ext>
            </a:extLst>
          </p:cNvPr>
          <p:cNvSpPr>
            <a:spLocks noGrp="1"/>
          </p:cNvSpPr>
          <p:nvPr>
            <p:ph type="body" idx="1"/>
          </p:nvPr>
        </p:nvSpPr>
        <p:spPr/>
        <p:txBody>
          <a:bodyPr/>
          <a:lstStyle/>
          <a:p>
            <a:pPr>
              <a:defRPr/>
            </a:pPr>
            <a:r>
              <a:rPr lang="en-US" dirty="0">
                <a:ea typeface="Calibri"/>
                <a:cs typeface="Calibri"/>
              </a:rPr>
              <a:t>Learners should become familiar with this 7-step process.</a:t>
            </a:r>
          </a:p>
        </p:txBody>
      </p:sp>
      <p:sp>
        <p:nvSpPr>
          <p:cNvPr id="4" name="Slide Number Placeholder 3">
            <a:extLst>
              <a:ext uri="{FF2B5EF4-FFF2-40B4-BE49-F238E27FC236}">
                <a16:creationId xmlns:a16="http://schemas.microsoft.com/office/drawing/2014/main" id="{B7721C4D-6D58-5350-A6CC-22CC1CA0D016}"/>
              </a:ext>
            </a:extLst>
          </p:cNvPr>
          <p:cNvSpPr>
            <a:spLocks noGrp="1"/>
          </p:cNvSpPr>
          <p:nvPr>
            <p:ph type="sldNum" sz="quarter" idx="5"/>
          </p:nvPr>
        </p:nvSpPr>
        <p:spPr/>
        <p:txBody>
          <a:bodyPr/>
          <a:lstStyle/>
          <a:p>
            <a:fld id="{B7CF8A19-3A9E-4ABC-B336-2FDDE321C72D}" type="slidenum">
              <a:rPr lang="en-US" smtClean="0"/>
              <a:pPr/>
              <a:t>63</a:t>
            </a:fld>
            <a:endParaRPr lang="en-US" dirty="0"/>
          </a:p>
        </p:txBody>
      </p:sp>
    </p:spTree>
    <p:extLst>
      <p:ext uri="{BB962C8B-B14F-4D97-AF65-F5344CB8AC3E}">
        <p14:creationId xmlns:p14="http://schemas.microsoft.com/office/powerpoint/2010/main" val="13334518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07A98-777A-B820-CC04-AE33B32E7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D97B1-4EBC-2280-8AE1-1D0B43C40FC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844B379-15E7-D09A-73CC-23FBC7A837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144A88-FD17-D4A4-3268-8D03261B50FF}"/>
              </a:ext>
            </a:extLst>
          </p:cNvPr>
          <p:cNvSpPr>
            <a:spLocks noGrp="1"/>
          </p:cNvSpPr>
          <p:nvPr>
            <p:ph type="sldNum" sz="quarter" idx="5"/>
          </p:nvPr>
        </p:nvSpPr>
        <p:spPr/>
        <p:txBody>
          <a:bodyPr/>
          <a:lstStyle/>
          <a:p>
            <a:fld id="{B7CF8A19-3A9E-4ABC-B336-2FDDE321C72D}" type="slidenum">
              <a:rPr lang="en-US" smtClean="0"/>
              <a:pPr/>
              <a:t>64</a:t>
            </a:fld>
            <a:endParaRPr lang="en-US" dirty="0"/>
          </a:p>
        </p:txBody>
      </p:sp>
    </p:spTree>
    <p:extLst>
      <p:ext uri="{BB962C8B-B14F-4D97-AF65-F5344CB8AC3E}">
        <p14:creationId xmlns:p14="http://schemas.microsoft.com/office/powerpoint/2010/main" val="17725489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79F7-6A2D-4D3B-7A20-F9E33EFC7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803DB-FD27-7D28-84EE-CF23DD172BF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809D60C-8C71-F8C9-A41A-21059D0DC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6777B3-9131-8A8B-BA21-00CD23D324F4}"/>
              </a:ext>
            </a:extLst>
          </p:cNvPr>
          <p:cNvSpPr>
            <a:spLocks noGrp="1"/>
          </p:cNvSpPr>
          <p:nvPr>
            <p:ph type="sldNum" sz="quarter" idx="5"/>
          </p:nvPr>
        </p:nvSpPr>
        <p:spPr/>
        <p:txBody>
          <a:bodyPr/>
          <a:lstStyle/>
          <a:p>
            <a:fld id="{B7CF8A19-3A9E-4ABC-B336-2FDDE321C72D}" type="slidenum">
              <a:rPr lang="en-US" smtClean="0"/>
              <a:pPr/>
              <a:t>65</a:t>
            </a:fld>
            <a:endParaRPr lang="en-US" dirty="0"/>
          </a:p>
        </p:txBody>
      </p:sp>
    </p:spTree>
    <p:extLst>
      <p:ext uri="{BB962C8B-B14F-4D97-AF65-F5344CB8AC3E}">
        <p14:creationId xmlns:p14="http://schemas.microsoft.com/office/powerpoint/2010/main" val="36444680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51E5-1814-7ADA-7E54-C2BEC68CE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38B55-0794-1DBB-5C01-94AB044FA02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3EB1158-8A34-331A-9A39-9BB478460C0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7631D26-B0CF-2D5C-BE70-F32886364BE9}"/>
              </a:ext>
            </a:extLst>
          </p:cNvPr>
          <p:cNvSpPr>
            <a:spLocks noGrp="1"/>
          </p:cNvSpPr>
          <p:nvPr>
            <p:ph type="sldNum" sz="quarter" idx="5"/>
          </p:nvPr>
        </p:nvSpPr>
        <p:spPr/>
        <p:txBody>
          <a:bodyPr/>
          <a:lstStyle/>
          <a:p>
            <a:fld id="{B7CF8A19-3A9E-4ABC-B336-2FDDE321C72D}" type="slidenum">
              <a:rPr lang="en-US" smtClean="0"/>
              <a:pPr/>
              <a:t>66</a:t>
            </a:fld>
            <a:endParaRPr lang="en-US" dirty="0"/>
          </a:p>
        </p:txBody>
      </p:sp>
    </p:spTree>
    <p:extLst>
      <p:ext uri="{BB962C8B-B14F-4D97-AF65-F5344CB8AC3E}">
        <p14:creationId xmlns:p14="http://schemas.microsoft.com/office/powerpoint/2010/main" val="39958304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AF34-A8C3-21FF-2B81-994A83B8A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51630-546B-941F-98BD-FBD2D88172B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A787D18-439C-F84B-94F7-4D92E00BFC1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95D1637-6B36-E632-4EAE-EC7247C3224D}"/>
              </a:ext>
            </a:extLst>
          </p:cNvPr>
          <p:cNvSpPr>
            <a:spLocks noGrp="1"/>
          </p:cNvSpPr>
          <p:nvPr>
            <p:ph type="sldNum" sz="quarter" idx="5"/>
          </p:nvPr>
        </p:nvSpPr>
        <p:spPr/>
        <p:txBody>
          <a:bodyPr/>
          <a:lstStyle/>
          <a:p>
            <a:fld id="{B7CF8A19-3A9E-4ABC-B336-2FDDE321C72D}" type="slidenum">
              <a:rPr lang="en-US" smtClean="0"/>
              <a:pPr/>
              <a:t>67</a:t>
            </a:fld>
            <a:endParaRPr lang="en-US" dirty="0"/>
          </a:p>
        </p:txBody>
      </p:sp>
    </p:spTree>
    <p:extLst>
      <p:ext uri="{BB962C8B-B14F-4D97-AF65-F5344CB8AC3E}">
        <p14:creationId xmlns:p14="http://schemas.microsoft.com/office/powerpoint/2010/main" val="4813972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51D0-A511-8F96-7779-BE5B4DAC2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2582D-BB00-6593-93BC-7C39C4EFBA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AF180C6-8BD4-E9E9-48EA-BF525845B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3ED0E4-4613-4E21-AB5E-FA8BCC2728C7}"/>
              </a:ext>
            </a:extLst>
          </p:cNvPr>
          <p:cNvSpPr>
            <a:spLocks noGrp="1"/>
          </p:cNvSpPr>
          <p:nvPr>
            <p:ph type="sldNum" sz="quarter" idx="5"/>
          </p:nvPr>
        </p:nvSpPr>
        <p:spPr/>
        <p:txBody>
          <a:bodyPr/>
          <a:lstStyle/>
          <a:p>
            <a:fld id="{B7CF8A19-3A9E-4ABC-B336-2FDDE321C72D}" type="slidenum">
              <a:rPr lang="en-US" smtClean="0"/>
              <a:pPr/>
              <a:t>68</a:t>
            </a:fld>
            <a:endParaRPr lang="en-US" dirty="0"/>
          </a:p>
        </p:txBody>
      </p:sp>
    </p:spTree>
    <p:extLst>
      <p:ext uri="{BB962C8B-B14F-4D97-AF65-F5344CB8AC3E}">
        <p14:creationId xmlns:p14="http://schemas.microsoft.com/office/powerpoint/2010/main" val="7042648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2D850-CB40-25A3-5E53-8F28AC820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2D63C-C6E5-82DE-8A09-BF37417CA5D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8A7B69F-C009-15F6-EE6E-A8814C9BE3CD}"/>
              </a:ext>
            </a:extLst>
          </p:cNvPr>
          <p:cNvSpPr>
            <a:spLocks noGrp="1"/>
          </p:cNvSpPr>
          <p:nvPr>
            <p:ph type="body" idx="1"/>
          </p:nvPr>
        </p:nvSpPr>
        <p:spPr/>
        <p:txBody>
          <a:bodyPr/>
          <a:lstStyle/>
          <a:p>
            <a:pPr>
              <a:defRPr/>
            </a:pPr>
            <a:r>
              <a:rPr lang="en-US" dirty="0">
                <a:ea typeface="Calibri"/>
                <a:cs typeface="Calibri"/>
              </a:rPr>
              <a:t>Education of the end user is key to future success. Train on what indicators they should look for, policy they should understand, and best practices they can implement. IT administrators can also use this to improve identification and response procedures and policy changes.</a:t>
            </a:r>
          </a:p>
        </p:txBody>
      </p:sp>
      <p:sp>
        <p:nvSpPr>
          <p:cNvPr id="4" name="Slide Number Placeholder 3">
            <a:extLst>
              <a:ext uri="{FF2B5EF4-FFF2-40B4-BE49-F238E27FC236}">
                <a16:creationId xmlns:a16="http://schemas.microsoft.com/office/drawing/2014/main" id="{1C5044B9-9D82-F7BB-58B1-1DAEC354086D}"/>
              </a:ext>
            </a:extLst>
          </p:cNvPr>
          <p:cNvSpPr>
            <a:spLocks noGrp="1"/>
          </p:cNvSpPr>
          <p:nvPr>
            <p:ph type="sldNum" sz="quarter" idx="5"/>
          </p:nvPr>
        </p:nvSpPr>
        <p:spPr/>
        <p:txBody>
          <a:bodyPr/>
          <a:lstStyle/>
          <a:p>
            <a:fld id="{B7CF8A19-3A9E-4ABC-B336-2FDDE321C72D}" type="slidenum">
              <a:rPr lang="en-US" smtClean="0"/>
              <a:pPr/>
              <a:t>69</a:t>
            </a:fld>
            <a:endParaRPr lang="en-US" dirty="0"/>
          </a:p>
        </p:txBody>
      </p:sp>
    </p:spTree>
    <p:extLst>
      <p:ext uri="{BB962C8B-B14F-4D97-AF65-F5344CB8AC3E}">
        <p14:creationId xmlns:p14="http://schemas.microsoft.com/office/powerpoint/2010/main" val="14948102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1BDBF-A33D-DDB9-0FC2-840F4897A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35D74-33B0-0B96-A5ED-1561853D8C8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1D8DD4F-2594-6C2E-159C-38903C76839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84ACE877-A3DC-004B-AC26-7C6A0A2CAD71}"/>
              </a:ext>
            </a:extLst>
          </p:cNvPr>
          <p:cNvSpPr>
            <a:spLocks noGrp="1"/>
          </p:cNvSpPr>
          <p:nvPr>
            <p:ph type="sldNum" sz="quarter" idx="5"/>
          </p:nvPr>
        </p:nvSpPr>
        <p:spPr/>
        <p:txBody>
          <a:bodyPr/>
          <a:lstStyle/>
          <a:p>
            <a:fld id="{B7CF8A19-3A9E-4ABC-B336-2FDDE321C72D}" type="slidenum">
              <a:rPr lang="en-US" smtClean="0"/>
              <a:pPr/>
              <a:t>71</a:t>
            </a:fld>
            <a:endParaRPr lang="en-US" dirty="0"/>
          </a:p>
        </p:txBody>
      </p:sp>
    </p:spTree>
    <p:extLst>
      <p:ext uri="{BB962C8B-B14F-4D97-AF65-F5344CB8AC3E}">
        <p14:creationId xmlns:p14="http://schemas.microsoft.com/office/powerpoint/2010/main" val="2350034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834F5-D300-3033-B85B-6F49A010B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627FC-EB92-60DB-CCF7-396D7B6DACC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37BF4E5-FDA8-2DFF-4616-A970A17113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C806735-482F-BF5E-6D1A-A95E9A29F8F8}"/>
              </a:ext>
            </a:extLst>
          </p:cNvPr>
          <p:cNvSpPr>
            <a:spLocks noGrp="1"/>
          </p:cNvSpPr>
          <p:nvPr>
            <p:ph type="sldNum" sz="quarter" idx="5"/>
          </p:nvPr>
        </p:nvSpPr>
        <p:spPr/>
        <p:txBody>
          <a:bodyPr/>
          <a:lstStyle/>
          <a:p>
            <a:fld id="{B7CF8A19-3A9E-4ABC-B336-2FDDE321C72D}" type="slidenum">
              <a:rPr lang="en-US" smtClean="0"/>
              <a:pPr/>
              <a:t>72</a:t>
            </a:fld>
            <a:endParaRPr lang="en-US" dirty="0"/>
          </a:p>
        </p:txBody>
      </p:sp>
    </p:spTree>
    <p:extLst>
      <p:ext uri="{BB962C8B-B14F-4D97-AF65-F5344CB8AC3E}">
        <p14:creationId xmlns:p14="http://schemas.microsoft.com/office/powerpoint/2010/main" val="18417889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1.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4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47.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1.xml"/><Relationship Id="rId1" Type="http://schemas.openxmlformats.org/officeDocument/2006/relationships/tags" Target="../tags/tag5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54.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6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1.xml"/><Relationship Id="rId1" Type="http://schemas.openxmlformats.org/officeDocument/2006/relationships/tags" Target="../tags/tag6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6.xml"/><Relationship Id="rId1" Type="http://schemas.openxmlformats.org/officeDocument/2006/relationships/tags" Target="../tags/tag6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64.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tags" Target="../tags/tag65.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xml"/><Relationship Id="rId1" Type="http://schemas.openxmlformats.org/officeDocument/2006/relationships/tags" Target="../tags/tag6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6.xml"/><Relationship Id="rId1" Type="http://schemas.openxmlformats.org/officeDocument/2006/relationships/tags" Target="../tags/tag6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6.xml"/><Relationship Id="rId1" Type="http://schemas.openxmlformats.org/officeDocument/2006/relationships/tags" Target="../tags/tag6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6.xml"/><Relationship Id="rId1" Type="http://schemas.openxmlformats.org/officeDocument/2006/relationships/tags" Target="../tags/tag69.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6.xml"/><Relationship Id="rId1" Type="http://schemas.openxmlformats.org/officeDocument/2006/relationships/tags" Target="../tags/tag7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6.xml"/><Relationship Id="rId1" Type="http://schemas.openxmlformats.org/officeDocument/2006/relationships/tags" Target="../tags/tag71.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6.xml"/><Relationship Id="rId1" Type="http://schemas.openxmlformats.org/officeDocument/2006/relationships/tags" Target="../tags/tag7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6.xml"/><Relationship Id="rId1" Type="http://schemas.openxmlformats.org/officeDocument/2006/relationships/tags" Target="../tags/tag73.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6.xml"/><Relationship Id="rId1" Type="http://schemas.openxmlformats.org/officeDocument/2006/relationships/tags" Target="../tags/tag7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75.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1.xml"/><Relationship Id="rId1" Type="http://schemas.openxmlformats.org/officeDocument/2006/relationships/tags" Target="../tags/tag76.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1.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Managing Security Settings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19</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endParaRPr lang="en-US" dirty="0"/>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Configuring workstation security</a:t>
            </a:r>
          </a:p>
          <a:p>
            <a:r>
              <a:rPr lang="en-US" dirty="0"/>
              <a:t>Configuring browser security</a:t>
            </a:r>
          </a:p>
          <a:p>
            <a:r>
              <a:rPr lang="en-US" dirty="0"/>
              <a:t>Troubleshooting workstation security issues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Account Security</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19.1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Password Best Practices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Make password sufficiently long</a:t>
            </a:r>
          </a:p>
          <a:p>
            <a:r>
              <a:rPr lang="en-US" dirty="0">
                <a:latin typeface="Calibri"/>
                <a:ea typeface="Calibri"/>
                <a:cs typeface="Calibri"/>
              </a:rPr>
              <a:t>Use passphrase, rather than password</a:t>
            </a:r>
          </a:p>
          <a:p>
            <a:r>
              <a:rPr lang="en-US" dirty="0">
                <a:latin typeface="Calibri"/>
                <a:ea typeface="Calibri"/>
                <a:cs typeface="Calibri"/>
              </a:rPr>
              <a:t>NO personal info</a:t>
            </a:r>
          </a:p>
          <a:p>
            <a:r>
              <a:rPr lang="en-US" dirty="0">
                <a:latin typeface="Calibri"/>
                <a:ea typeface="Calibri"/>
                <a:cs typeface="Calibri"/>
              </a:rPr>
              <a:t>Expiration requirements</a:t>
            </a:r>
            <a:endParaRPr lang="en-US" dirty="0">
              <a:ea typeface="Calibri"/>
            </a:endParaRPr>
          </a:p>
          <a:p>
            <a:pPr lvl="1"/>
            <a:endParaRPr lang="en-US" dirty="0">
              <a:ea typeface="Calibri"/>
            </a:endParaRP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dirty="0">
                <a:solidFill>
                  <a:srgbClr val="253644"/>
                </a:solidFill>
                <a:effectLst/>
              </a:rPr>
              <a:t>Password Best Practices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6</a:t>
            </a:fld>
            <a:endParaRPr lang="en-US" dirty="0"/>
          </a:p>
        </p:txBody>
      </p:sp>
      <p:pic>
        <p:nvPicPr>
          <p:cNvPr id="5" name="Picture 4" descr="A Local Group Policy Editor on Windows, displaying password policies such as password history, minimum password length, and complexity requirements.">
            <a:extLst>
              <a:ext uri="{FF2B5EF4-FFF2-40B4-BE49-F238E27FC236}">
                <a16:creationId xmlns:a16="http://schemas.microsoft.com/office/drawing/2014/main" id="{0963B828-E289-B2A2-012A-784C5DEDC210}"/>
              </a:ext>
            </a:extLst>
          </p:cNvPr>
          <p:cNvPicPr>
            <a:picLocks noChangeAspect="1"/>
          </p:cNvPicPr>
          <p:nvPr/>
        </p:nvPicPr>
        <p:blipFill>
          <a:blip r:embed="rId3"/>
          <a:stretch>
            <a:fillRect/>
          </a:stretch>
        </p:blipFill>
        <p:spPr>
          <a:xfrm>
            <a:off x="1942275" y="744134"/>
            <a:ext cx="5259450" cy="4124778"/>
          </a:xfrm>
          <a:prstGeom prst="rect">
            <a:avLst/>
          </a:prstGeom>
        </p:spPr>
      </p:pic>
      <p:sp>
        <p:nvSpPr>
          <p:cNvPr id="7" name="Content Placeholder 11">
            <a:extLst>
              <a:ext uri="{FF2B5EF4-FFF2-40B4-BE49-F238E27FC236}">
                <a16:creationId xmlns:a16="http://schemas.microsoft.com/office/drawing/2014/main" id="{456CE305-7D16-4C7A-C97F-FB3CEADBB1E2}"/>
              </a:ext>
            </a:extLst>
          </p:cNvPr>
          <p:cNvSpPr txBox="1">
            <a:spLocks/>
          </p:cNvSpPr>
          <p:nvPr/>
        </p:nvSpPr>
        <p:spPr>
          <a:xfrm>
            <a:off x="1942276" y="4860980"/>
            <a:ext cx="525945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Tree>
    <p:extLst>
      <p:ext uri="{BB962C8B-B14F-4D97-AF65-F5344CB8AC3E}">
        <p14:creationId xmlns:p14="http://schemas.microsoft.com/office/powerpoint/2010/main" val="231484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End User Best Practices</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Log off when not using system</a:t>
            </a:r>
          </a:p>
          <a:p>
            <a:pPr lvl="1"/>
            <a:r>
              <a:rPr lang="en-US" dirty="0">
                <a:latin typeface="Calibri"/>
                <a:ea typeface="Calibri"/>
                <a:cs typeface="Calibri"/>
              </a:rPr>
              <a:t>START+ L keys</a:t>
            </a:r>
          </a:p>
          <a:p>
            <a:r>
              <a:rPr lang="en-US" dirty="0">
                <a:latin typeface="Calibri"/>
                <a:ea typeface="Calibri"/>
                <a:cs typeface="Calibri"/>
              </a:rPr>
              <a:t>Secure critical systems from theft</a:t>
            </a:r>
          </a:p>
          <a:p>
            <a:r>
              <a:rPr lang="en-US" dirty="0">
                <a:latin typeface="Calibri"/>
                <a:ea typeface="Calibri"/>
                <a:cs typeface="Calibri"/>
              </a:rPr>
              <a:t>Secure PII and passwords</a:t>
            </a:r>
          </a:p>
          <a:p>
            <a:r>
              <a:rPr lang="en-US" dirty="0">
                <a:latin typeface="Calibri"/>
                <a:ea typeface="Calibri"/>
                <a:cs typeface="Calibri"/>
              </a:rPr>
              <a:t>Use password manager</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BA29-737B-F43C-B3C1-2E61BAFCEFF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DC8B279-B6B2-A718-DECF-A8DBC06C44EC}"/>
              </a:ext>
            </a:extLst>
          </p:cNvPr>
          <p:cNvSpPr>
            <a:spLocks noGrp="1"/>
          </p:cNvSpPr>
          <p:nvPr>
            <p:ph type="title"/>
          </p:nvPr>
        </p:nvSpPr>
        <p:spPr/>
        <p:txBody>
          <a:bodyPr/>
          <a:lstStyle/>
          <a:p>
            <a:r>
              <a:rPr lang="en-US" b="1" i="0" dirty="0">
                <a:solidFill>
                  <a:srgbClr val="253644"/>
                </a:solidFill>
                <a:effectLst/>
              </a:rPr>
              <a:t>Restrict User Permissions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931044F7-9B64-3934-62DC-DDBFE510CF9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Least privilege principle</a:t>
            </a:r>
          </a:p>
          <a:p>
            <a:r>
              <a:rPr lang="en-US" dirty="0">
                <a:latin typeface="Calibri"/>
                <a:ea typeface="Calibri"/>
                <a:cs typeface="Calibri"/>
              </a:rPr>
              <a:t>Fewest number of accounts with administrative rights as possible</a:t>
            </a:r>
          </a:p>
          <a:p>
            <a:r>
              <a:rPr lang="en-US" dirty="0">
                <a:latin typeface="Calibri"/>
                <a:ea typeface="Calibri"/>
                <a:cs typeface="Calibri"/>
              </a:rPr>
              <a:t>Ensure UAC or sudo features are enabled</a:t>
            </a:r>
            <a:endParaRPr lang="en-US" dirty="0">
              <a:ea typeface="Calibri"/>
            </a:endParaRPr>
          </a:p>
        </p:txBody>
      </p:sp>
      <p:sp>
        <p:nvSpPr>
          <p:cNvPr id="4" name="Slide Number Placeholder 3">
            <a:extLst>
              <a:ext uri="{FF2B5EF4-FFF2-40B4-BE49-F238E27FC236}">
                <a16:creationId xmlns:a16="http://schemas.microsoft.com/office/drawing/2014/main" id="{9270F97E-064F-5A09-20D6-76262BB598C9}"/>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2519113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5B00-BD2D-C86A-529F-5921D118F6C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498D49-982F-8B81-71AD-7E432622B462}"/>
              </a:ext>
            </a:extLst>
          </p:cNvPr>
          <p:cNvSpPr>
            <a:spLocks noGrp="1"/>
          </p:cNvSpPr>
          <p:nvPr>
            <p:ph type="title"/>
          </p:nvPr>
        </p:nvSpPr>
        <p:spPr/>
        <p:txBody>
          <a:bodyPr/>
          <a:lstStyle/>
          <a:p>
            <a:r>
              <a:rPr lang="en-US" b="1" i="0" dirty="0">
                <a:solidFill>
                  <a:srgbClr val="253644"/>
                </a:solidFill>
                <a:effectLst/>
              </a:rPr>
              <a:t>Change Default Administrator Account and Password</a:t>
            </a:r>
            <a:endParaRPr lang="en-US" sz="2000" dirty="0">
              <a:solidFill>
                <a:srgbClr val="253644"/>
              </a:solidFill>
            </a:endParaRPr>
          </a:p>
        </p:txBody>
      </p:sp>
      <p:sp>
        <p:nvSpPr>
          <p:cNvPr id="3" name="Content Placeholder 2">
            <a:extLst>
              <a:ext uri="{FF2B5EF4-FFF2-40B4-BE49-F238E27FC236}">
                <a16:creationId xmlns:a16="http://schemas.microsoft.com/office/drawing/2014/main" id="{07B9E5B6-AE7B-1C93-75B8-A3F33E711F4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"Administrator" in WINDOWS and root in Linux/Unix; accounts should be changed and disabled from use</a:t>
            </a:r>
          </a:p>
          <a:p>
            <a:pPr lvl="1"/>
            <a:r>
              <a:rPr lang="en-US" dirty="0">
                <a:latin typeface="Calibri"/>
                <a:ea typeface="Calibri"/>
                <a:cs typeface="Calibri"/>
              </a:rPr>
              <a:t>If not possible, change the default password</a:t>
            </a:r>
          </a:p>
          <a:p>
            <a:r>
              <a:rPr lang="en-US" dirty="0">
                <a:latin typeface="Calibri"/>
                <a:ea typeface="Calibri"/>
                <a:cs typeface="Calibri"/>
              </a:rPr>
              <a:t>Create unique accounts with administrative access for admin use</a:t>
            </a:r>
            <a:endParaRPr lang="en-US" dirty="0">
              <a:ea typeface="Calibri"/>
            </a:endParaRPr>
          </a:p>
          <a:p>
            <a:r>
              <a:rPr lang="en-US" dirty="0">
                <a:latin typeface="Calibri"/>
                <a:ea typeface="Calibri"/>
                <a:cs typeface="Calibri"/>
              </a:rPr>
              <a:t>Separation of duties</a:t>
            </a:r>
            <a:endParaRPr lang="en-US" dirty="0">
              <a:ea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13CBE7A4-1CFC-9BAF-F528-307239A0838B}"/>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427443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25713-C03F-5382-5744-69BA2A630B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DD56B8-0F0F-DD0A-40B5-D92B46F84B2B}"/>
              </a:ext>
            </a:extLst>
          </p:cNvPr>
          <p:cNvSpPr>
            <a:spLocks noGrp="1"/>
          </p:cNvSpPr>
          <p:nvPr>
            <p:ph type="title"/>
          </p:nvPr>
        </p:nvSpPr>
        <p:spPr/>
        <p:txBody>
          <a:bodyPr/>
          <a:lstStyle/>
          <a:p>
            <a:r>
              <a:rPr lang="en-US" b="1" i="0" dirty="0">
                <a:solidFill>
                  <a:srgbClr val="253644"/>
                </a:solidFill>
                <a:effectLst/>
              </a:rPr>
              <a:t>Disable Guest Account</a:t>
            </a:r>
            <a:endParaRPr lang="en-US" sz="2000" dirty="0">
              <a:solidFill>
                <a:srgbClr val="253644"/>
              </a:solidFill>
            </a:endParaRPr>
          </a:p>
        </p:txBody>
      </p:sp>
      <p:sp>
        <p:nvSpPr>
          <p:cNvPr id="3" name="Content Placeholder 2">
            <a:extLst>
              <a:ext uri="{FF2B5EF4-FFF2-40B4-BE49-F238E27FC236}">
                <a16:creationId xmlns:a16="http://schemas.microsoft.com/office/drawing/2014/main" id="{3076FF8F-CAF5-E531-5C8D-5C83A86696AA}"/>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Guest accounts do not require authentication</a:t>
            </a:r>
          </a:p>
          <a:p>
            <a:r>
              <a:rPr lang="en-US" dirty="0">
                <a:latin typeface="Calibri"/>
                <a:ea typeface="Calibri"/>
                <a:cs typeface="Calibri"/>
              </a:rPr>
              <a:t>Disable all guest account use</a:t>
            </a:r>
            <a:endParaRPr lang="en-US" dirty="0">
              <a:ea typeface="Calibri"/>
            </a:endParaRPr>
          </a:p>
          <a:p>
            <a:pPr lvl="1"/>
            <a:r>
              <a:rPr lang="en-US" dirty="0">
                <a:latin typeface="Calibri"/>
                <a:ea typeface="Calibri"/>
                <a:cs typeface="Calibri"/>
              </a:rPr>
              <a:t>Accountability for all users with unique accounts for each user</a:t>
            </a:r>
            <a:endParaRPr lang="en-US" dirty="0">
              <a:ea typeface="Calibri"/>
            </a:endParaRPr>
          </a:p>
        </p:txBody>
      </p:sp>
      <p:sp>
        <p:nvSpPr>
          <p:cNvPr id="4" name="Slide Number Placeholder 3">
            <a:extLst>
              <a:ext uri="{FF2B5EF4-FFF2-40B4-BE49-F238E27FC236}">
                <a16:creationId xmlns:a16="http://schemas.microsoft.com/office/drawing/2014/main" id="{1593B81B-BEC6-0BC1-6CCD-B0DEF9173361}"/>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1583239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6BBD-C363-63A8-498A-8283DAA74F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00FB4B-3A0D-DD32-290A-2AED17F14FD5}"/>
              </a:ext>
            </a:extLst>
          </p:cNvPr>
          <p:cNvSpPr>
            <a:spLocks noGrp="1"/>
          </p:cNvSpPr>
          <p:nvPr>
            <p:ph type="title"/>
          </p:nvPr>
        </p:nvSpPr>
        <p:spPr/>
        <p:txBody>
          <a:bodyPr/>
          <a:lstStyle/>
          <a:p>
            <a:r>
              <a:rPr lang="en-US" b="1" i="0" dirty="0">
                <a:solidFill>
                  <a:srgbClr val="253644"/>
                </a:solidFill>
                <a:effectLst/>
              </a:rPr>
              <a:t>Account Policies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01B904E-8D64-3CE1-1BF8-448762148B0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Restrict login times</a:t>
            </a:r>
          </a:p>
          <a:p>
            <a:pPr lvl="1"/>
            <a:r>
              <a:rPr lang="en-US" dirty="0">
                <a:latin typeface="Calibri"/>
                <a:ea typeface="Calibri"/>
                <a:cs typeface="Calibri"/>
              </a:rPr>
              <a:t>Working hours/logon hours</a:t>
            </a:r>
          </a:p>
          <a:p>
            <a:r>
              <a:rPr lang="en-US" dirty="0">
                <a:latin typeface="Calibri"/>
                <a:ea typeface="Calibri"/>
                <a:cs typeface="Calibri"/>
              </a:rPr>
              <a:t>Account expiration</a:t>
            </a:r>
          </a:p>
          <a:p>
            <a:r>
              <a:rPr lang="en-US" dirty="0">
                <a:latin typeface="Calibri"/>
                <a:ea typeface="Calibri"/>
                <a:cs typeface="Calibri"/>
              </a:rPr>
              <a:t>Failed login attempt lockout</a:t>
            </a:r>
          </a:p>
          <a:p>
            <a:r>
              <a:rPr lang="en-US" dirty="0">
                <a:latin typeface="Calibri"/>
                <a:ea typeface="Calibri"/>
                <a:cs typeface="Calibri"/>
              </a:rPr>
              <a:t>Concurrent logins</a:t>
            </a:r>
          </a:p>
          <a:p>
            <a:r>
              <a:rPr lang="en-US" dirty="0">
                <a:latin typeface="Calibri"/>
                <a:ea typeface="Calibri"/>
                <a:cs typeface="Calibri"/>
              </a:rPr>
              <a:t>Use timeout/screen locks</a:t>
            </a:r>
          </a:p>
        </p:txBody>
      </p:sp>
      <p:sp>
        <p:nvSpPr>
          <p:cNvPr id="4" name="Slide Number Placeholder 3">
            <a:extLst>
              <a:ext uri="{FF2B5EF4-FFF2-40B4-BE49-F238E27FC236}">
                <a16:creationId xmlns:a16="http://schemas.microsoft.com/office/drawing/2014/main" id="{49E1E10B-5218-4A87-A27E-590E704E4870}"/>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3472094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AE0D-FA5F-750D-B894-0ED75F01A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3ABB7-6486-49F4-C926-8E73CA5B95D0}"/>
              </a:ext>
            </a:extLst>
          </p:cNvPr>
          <p:cNvSpPr>
            <a:spLocks noGrp="1"/>
          </p:cNvSpPr>
          <p:nvPr>
            <p:ph type="title"/>
          </p:nvPr>
        </p:nvSpPr>
        <p:spPr/>
        <p:txBody>
          <a:bodyPr/>
          <a:lstStyle/>
          <a:p>
            <a:r>
              <a:rPr lang="en-US" b="1" i="0" dirty="0">
                <a:solidFill>
                  <a:srgbClr val="253644"/>
                </a:solidFill>
                <a:effectLst/>
              </a:rPr>
              <a:t>Account Policies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5F5527D0-75B5-234E-DACC-BAA368928248}"/>
              </a:ext>
            </a:extLst>
          </p:cNvPr>
          <p:cNvSpPr>
            <a:spLocks noGrp="1"/>
          </p:cNvSpPr>
          <p:nvPr>
            <p:ph type="sldNum" sz="quarter" idx="10"/>
          </p:nvPr>
        </p:nvSpPr>
        <p:spPr/>
        <p:txBody>
          <a:bodyPr/>
          <a:lstStyle/>
          <a:p>
            <a:fld id="{B7CF8A19-3A9E-4ABC-B336-2FDDE321C72D}" type="slidenum">
              <a:rPr lang="en-US" smtClean="0"/>
              <a:pPr/>
              <a:t>12</a:t>
            </a:fld>
            <a:endParaRPr lang="en-US" dirty="0"/>
          </a:p>
        </p:txBody>
      </p:sp>
      <p:pic>
        <p:nvPicPr>
          <p:cNvPr id="6" name="Picture 5" descr="A Windows user properties window for David Martin, showing account settings including password expiration, login hours, and account expiration date.">
            <a:extLst>
              <a:ext uri="{FF2B5EF4-FFF2-40B4-BE49-F238E27FC236}">
                <a16:creationId xmlns:a16="http://schemas.microsoft.com/office/drawing/2014/main" id="{21D85DAB-B8FE-15C7-0F44-C610EEF00B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69983" y="690558"/>
            <a:ext cx="3204034" cy="4194087"/>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4DD60A4F-6255-82A4-B69D-0D2FEEF1D7BB}"/>
              </a:ext>
            </a:extLst>
          </p:cNvPr>
          <p:cNvSpPr txBox="1">
            <a:spLocks/>
          </p:cNvSpPr>
          <p:nvPr/>
        </p:nvSpPr>
        <p:spPr>
          <a:xfrm>
            <a:off x="2969983" y="4869369"/>
            <a:ext cx="320403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spTree>
    <p:extLst>
      <p:ext uri="{BB962C8B-B14F-4D97-AF65-F5344CB8AC3E}">
        <p14:creationId xmlns:p14="http://schemas.microsoft.com/office/powerpoint/2010/main" val="529444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C9BFB-5485-9F5A-A3C4-92BC00439EC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ADFCCA-F9FF-4691-3C90-8E1695036DE7}"/>
              </a:ext>
            </a:extLst>
          </p:cNvPr>
          <p:cNvSpPr>
            <a:spLocks noGrp="1"/>
          </p:cNvSpPr>
          <p:nvPr>
            <p:ph type="title"/>
          </p:nvPr>
        </p:nvSpPr>
        <p:spPr/>
        <p:txBody>
          <a:bodyPr/>
          <a:lstStyle/>
          <a:p>
            <a:r>
              <a:rPr lang="en-US" b="1" i="0" dirty="0">
                <a:solidFill>
                  <a:srgbClr val="253644"/>
                </a:solidFill>
                <a:effectLst/>
              </a:rPr>
              <a:t>Unused Services</a:t>
            </a:r>
            <a:endParaRPr lang="en-US" sz="2000" dirty="0">
              <a:solidFill>
                <a:srgbClr val="253644"/>
              </a:solidFill>
            </a:endParaRPr>
          </a:p>
        </p:txBody>
      </p:sp>
      <p:sp>
        <p:nvSpPr>
          <p:cNvPr id="3" name="Content Placeholder 2">
            <a:extLst>
              <a:ext uri="{FF2B5EF4-FFF2-40B4-BE49-F238E27FC236}">
                <a16:creationId xmlns:a16="http://schemas.microsoft.com/office/drawing/2014/main" id="{4F113790-FF7F-BFE5-B1B3-4A2778B6371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Disable all unused services</a:t>
            </a:r>
          </a:p>
          <a:p>
            <a:r>
              <a:rPr lang="en-US" dirty="0">
                <a:latin typeface="Calibri"/>
                <a:ea typeface="Calibri"/>
                <a:cs typeface="Calibri"/>
              </a:rPr>
              <a:t>Includes wi-fi, Bluetooth, and NFC connections</a:t>
            </a:r>
          </a:p>
          <a:p>
            <a:r>
              <a:rPr lang="en-US" dirty="0">
                <a:latin typeface="Calibri"/>
                <a:ea typeface="Calibri"/>
                <a:cs typeface="Calibri"/>
              </a:rPr>
              <a:t>Disable file and print services not necessary to operation of the system</a:t>
            </a:r>
            <a:endParaRPr lang="en-US" dirty="0">
              <a:ea typeface="Calibri"/>
            </a:endParaRPr>
          </a:p>
        </p:txBody>
      </p:sp>
      <p:sp>
        <p:nvSpPr>
          <p:cNvPr id="4" name="Slide Number Placeholder 3">
            <a:extLst>
              <a:ext uri="{FF2B5EF4-FFF2-40B4-BE49-F238E27FC236}">
                <a16:creationId xmlns:a16="http://schemas.microsoft.com/office/drawing/2014/main" id="{162EFBC9-93CE-72EC-9427-7B418BEAC915}"/>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custDataLst>
      <p:tags r:id="rId1"/>
    </p:custDataLst>
    <p:extLst>
      <p:ext uri="{BB962C8B-B14F-4D97-AF65-F5344CB8AC3E}">
        <p14:creationId xmlns:p14="http://schemas.microsoft.com/office/powerpoint/2010/main" val="4109263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14</a:t>
            </a:fld>
            <a:endParaRPr lang="en-US" dirty="0"/>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Enforce Password Settings</a:t>
            </a:r>
            <a:br>
              <a:rPr lang="en-US" dirty="0"/>
            </a:br>
            <a:r>
              <a:rPr lang="en-US" sz="2000" dirty="0"/>
              <a:t>(available in CertMaster Learn and CertMaster Perform)</a:t>
            </a:r>
          </a:p>
          <a:p>
            <a:r>
              <a:rPr lang="en-US" dirty="0"/>
              <a:t>Lab: User Policy Management</a:t>
            </a:r>
            <a:br>
              <a:rPr lang="en-US" sz="2000" dirty="0"/>
            </a:br>
            <a:r>
              <a:rPr lang="en-US" sz="2000" dirty="0"/>
              <a:t>(available in CertMaster Learn and CertMaster Perform)</a:t>
            </a:r>
          </a:p>
          <a:p>
            <a:r>
              <a:rPr lang="en-US" dirty="0"/>
              <a:t>Applied Live Lab: Configure Domain Account Security</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Password Best Practices</a:t>
            </a:r>
          </a:p>
          <a:p>
            <a:r>
              <a:rPr lang="en-US" dirty="0"/>
              <a:t>End User Best Practices</a:t>
            </a:r>
          </a:p>
          <a:p>
            <a:r>
              <a:rPr lang="en-US" dirty="0"/>
              <a:t>Restrict User Permissions</a:t>
            </a:r>
          </a:p>
          <a:p>
            <a:r>
              <a:rPr lang="en-US" dirty="0"/>
              <a:t>Change Default Administrator Account and Password</a:t>
            </a:r>
          </a:p>
          <a:p>
            <a:r>
              <a:rPr lang="en-US" dirty="0"/>
              <a:t>Disable Guest Account</a:t>
            </a:r>
          </a:p>
          <a:p>
            <a:r>
              <a:rPr lang="en-US" dirty="0"/>
              <a:t>Account Policies</a:t>
            </a:r>
          </a:p>
          <a:p>
            <a:r>
              <a:rPr lang="en-US" dirty="0"/>
              <a:t>Unused Services</a:t>
            </a:r>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Account Security</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Workstation Security</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19.2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A8E8-62F6-8B65-5FAA-A5D17351E7E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7A4169-9C1A-0BD9-3050-6236175837ED}"/>
              </a:ext>
            </a:extLst>
          </p:cNvPr>
          <p:cNvSpPr>
            <a:spLocks noGrp="1"/>
          </p:cNvSpPr>
          <p:nvPr>
            <p:ph type="title"/>
          </p:nvPr>
        </p:nvSpPr>
        <p:spPr/>
        <p:txBody>
          <a:bodyPr/>
          <a:lstStyle/>
          <a:p>
            <a:r>
              <a:rPr lang="en-US" b="1" i="0" dirty="0">
                <a:solidFill>
                  <a:srgbClr val="253644"/>
                </a:solidFill>
                <a:effectLst/>
              </a:rPr>
              <a:t>Execution Control</a:t>
            </a:r>
            <a:endParaRPr lang="en-US" sz="2000" dirty="0">
              <a:solidFill>
                <a:srgbClr val="253644"/>
              </a:solidFill>
            </a:endParaRPr>
          </a:p>
        </p:txBody>
      </p:sp>
      <p:sp>
        <p:nvSpPr>
          <p:cNvPr id="3" name="Content Placeholder 2">
            <a:extLst>
              <a:ext uri="{FF2B5EF4-FFF2-40B4-BE49-F238E27FC236}">
                <a16:creationId xmlns:a16="http://schemas.microsoft.com/office/drawing/2014/main" id="{0ED57C38-DB4C-2C60-75BB-44DDF418BD92}"/>
              </a:ext>
            </a:extLst>
          </p:cNvPr>
          <p:cNvSpPr>
            <a:spLocks noGrp="1"/>
          </p:cNvSpPr>
          <p:nvPr>
            <p:ph idx="1"/>
          </p:nvPr>
        </p:nvSpPr>
        <p:spPr>
          <a:xfrm>
            <a:off x="146050" y="746760"/>
            <a:ext cx="4333671" cy="4046220"/>
          </a:xfrm>
        </p:spPr>
        <p:txBody>
          <a:bodyPr vert="horz" lIns="91440" tIns="45720" rIns="91440" bIns="45720" rtlCol="0" anchor="t">
            <a:normAutofit/>
          </a:bodyPr>
          <a:lstStyle/>
          <a:p>
            <a:r>
              <a:rPr lang="en-US" dirty="0">
                <a:latin typeface="Calibri"/>
                <a:ea typeface="Calibri"/>
                <a:cs typeface="Calibri"/>
              </a:rPr>
              <a:t>Restrict use of elevated permissions</a:t>
            </a:r>
          </a:p>
          <a:p>
            <a:r>
              <a:rPr lang="en-US" dirty="0">
                <a:latin typeface="Calibri"/>
                <a:ea typeface="Calibri"/>
                <a:cs typeface="Calibri"/>
              </a:rPr>
              <a:t>"Run As administrator"</a:t>
            </a:r>
            <a:endParaRPr lang="en-US" dirty="0">
              <a:ea typeface="Calibri"/>
            </a:endParaRPr>
          </a:p>
          <a:p>
            <a:pPr lvl="1"/>
            <a:r>
              <a:rPr lang="en-US" dirty="0">
                <a:latin typeface="Calibri"/>
                <a:ea typeface="Calibri"/>
                <a:cs typeface="Calibri"/>
              </a:rPr>
              <a:t>UAC warning</a:t>
            </a:r>
          </a:p>
          <a:p>
            <a:pPr lvl="1"/>
            <a:r>
              <a:rPr lang="en-US" dirty="0">
                <a:latin typeface="Calibri"/>
                <a:ea typeface="Calibri"/>
                <a:cs typeface="Calibri"/>
              </a:rPr>
              <a:t>Asmin account login requirement</a:t>
            </a:r>
            <a:endParaRPr lang="en-US" dirty="0">
              <a:ea typeface="Calibri"/>
            </a:endParaRPr>
          </a:p>
        </p:txBody>
      </p:sp>
      <p:sp>
        <p:nvSpPr>
          <p:cNvPr id="4" name="Slide Number Placeholder 3">
            <a:extLst>
              <a:ext uri="{FF2B5EF4-FFF2-40B4-BE49-F238E27FC236}">
                <a16:creationId xmlns:a16="http://schemas.microsoft.com/office/drawing/2014/main" id="{010967C6-B25C-A28F-651C-C0395EF70A59}"/>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
        <p:nvSpPr>
          <p:cNvPr id="6" name="Content Placeholder 11">
            <a:extLst>
              <a:ext uri="{FF2B5EF4-FFF2-40B4-BE49-F238E27FC236}">
                <a16:creationId xmlns:a16="http://schemas.microsoft.com/office/drawing/2014/main" id="{6C24EFBD-69EE-5C2B-C30D-70FF3856F10C}"/>
              </a:ext>
            </a:extLst>
          </p:cNvPr>
          <p:cNvSpPr txBox="1">
            <a:spLocks/>
          </p:cNvSpPr>
          <p:nvPr/>
        </p:nvSpPr>
        <p:spPr>
          <a:xfrm>
            <a:off x="4991451" y="3973625"/>
            <a:ext cx="323814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7" name="Picture 6" descr="A Microsoft Edge application menu in Windows, showing options including Run as administrator, Open file location, and Pin to taskbar.">
            <a:extLst>
              <a:ext uri="{FF2B5EF4-FFF2-40B4-BE49-F238E27FC236}">
                <a16:creationId xmlns:a16="http://schemas.microsoft.com/office/drawing/2014/main" id="{D7995F0E-012F-784C-947B-C74B5A9FF92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991451" y="746760"/>
            <a:ext cx="3238149" cy="3220739"/>
          </a:xfrm>
          <a:prstGeom prst="rect">
            <a:avLst/>
          </a:prstGeom>
          <a:noFill/>
          <a:ln>
            <a:solidFill>
              <a:schemeClr val="bg1">
                <a:lumMod val="85000"/>
              </a:schemeClr>
            </a:solidFill>
          </a:ln>
        </p:spPr>
      </p:pic>
    </p:spTree>
    <p:custDataLst>
      <p:tags r:id="rId1"/>
    </p:custDataLst>
    <p:extLst>
      <p:ext uri="{BB962C8B-B14F-4D97-AF65-F5344CB8AC3E}">
        <p14:creationId xmlns:p14="http://schemas.microsoft.com/office/powerpoint/2010/main" val="2078518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CF055-741C-AC97-FA7C-6BBC1A0089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961D658-9DC9-1896-F5E6-07F84FB1DAD6}"/>
              </a:ext>
            </a:extLst>
          </p:cNvPr>
          <p:cNvSpPr>
            <a:spLocks noGrp="1"/>
          </p:cNvSpPr>
          <p:nvPr>
            <p:ph type="title"/>
          </p:nvPr>
        </p:nvSpPr>
        <p:spPr/>
        <p:txBody>
          <a:bodyPr/>
          <a:lstStyle/>
          <a:p>
            <a:r>
              <a:rPr lang="en-US" b="1" i="0" dirty="0">
                <a:solidFill>
                  <a:srgbClr val="253644"/>
                </a:solidFill>
                <a:effectLst/>
              </a:rPr>
              <a:t>Trusted/Untrusted Software Sources</a:t>
            </a:r>
            <a:endParaRPr lang="en-US" sz="2000" dirty="0">
              <a:solidFill>
                <a:srgbClr val="253644"/>
              </a:solidFill>
            </a:endParaRPr>
          </a:p>
        </p:txBody>
      </p:sp>
      <p:sp>
        <p:nvSpPr>
          <p:cNvPr id="3" name="Content Placeholder 2">
            <a:extLst>
              <a:ext uri="{FF2B5EF4-FFF2-40B4-BE49-F238E27FC236}">
                <a16:creationId xmlns:a16="http://schemas.microsoft.com/office/drawing/2014/main" id="{FBF46B8F-65F3-3D74-C918-46A6C98AB08F}"/>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Download from trusted sources</a:t>
            </a:r>
            <a:endParaRPr lang="en-US" dirty="0">
              <a:ea typeface="Calibri"/>
            </a:endParaRPr>
          </a:p>
          <a:p>
            <a:r>
              <a:rPr lang="en-US" dirty="0">
                <a:latin typeface="Calibri"/>
                <a:ea typeface="Calibri"/>
                <a:cs typeface="Calibri"/>
              </a:rPr>
              <a:t>Scan all downloads</a:t>
            </a:r>
          </a:p>
          <a:p>
            <a:r>
              <a:rPr lang="en-US" dirty="0">
                <a:latin typeface="Calibri"/>
                <a:ea typeface="Calibri"/>
                <a:cs typeface="Calibri"/>
              </a:rPr>
              <a:t>Verify digital signatures and/or file hash</a:t>
            </a:r>
          </a:p>
          <a:p>
            <a:r>
              <a:rPr lang="en-US" dirty="0">
                <a:latin typeface="Calibri"/>
                <a:ea typeface="Calibri"/>
                <a:cs typeface="Calibri"/>
              </a:rPr>
              <a:t>Remove all unnecessary software applications</a:t>
            </a:r>
          </a:p>
        </p:txBody>
      </p:sp>
      <p:sp>
        <p:nvSpPr>
          <p:cNvPr id="4" name="Slide Number Placeholder 3">
            <a:extLst>
              <a:ext uri="{FF2B5EF4-FFF2-40B4-BE49-F238E27FC236}">
                <a16:creationId xmlns:a16="http://schemas.microsoft.com/office/drawing/2014/main" id="{6DE81EE0-8B67-1CDA-7444-CD1A32DC8DEE}"/>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1841601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7F80-5964-07B9-B326-8FF3C836C9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308DCC-9C25-002E-10F7-8DC38CCDA7D5}"/>
              </a:ext>
            </a:extLst>
          </p:cNvPr>
          <p:cNvSpPr>
            <a:spLocks noGrp="1"/>
          </p:cNvSpPr>
          <p:nvPr>
            <p:ph type="title"/>
          </p:nvPr>
        </p:nvSpPr>
        <p:spPr/>
        <p:txBody>
          <a:bodyPr/>
          <a:lstStyle/>
          <a:p>
            <a:r>
              <a:rPr lang="en-US" b="1" i="0" dirty="0">
                <a:solidFill>
                  <a:srgbClr val="253644"/>
                </a:solidFill>
                <a:effectLst/>
              </a:rPr>
              <a:t>AutoRun and AutoPlay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6D5A74EA-3ADC-D1D9-D7E4-CED6E293EF4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Disable Autorun and AutoPlay</a:t>
            </a:r>
          </a:p>
          <a:p>
            <a:pPr lvl="1"/>
            <a:r>
              <a:rPr lang="en-US" dirty="0">
                <a:latin typeface="Calibri"/>
                <a:ea typeface="Calibri"/>
                <a:cs typeface="Calibri"/>
              </a:rPr>
              <a:t>Autorun.inf</a:t>
            </a:r>
          </a:p>
          <a:p>
            <a:r>
              <a:rPr lang="en-US" dirty="0">
                <a:latin typeface="Calibri"/>
                <a:ea typeface="Calibri"/>
                <a:cs typeface="Calibri"/>
              </a:rPr>
              <a:t>Configured under a drive's property dialog box</a:t>
            </a:r>
            <a:endParaRPr lang="en-US" dirty="0">
              <a:ea typeface="Calibri"/>
            </a:endParaRPr>
          </a:p>
        </p:txBody>
      </p:sp>
      <p:sp>
        <p:nvSpPr>
          <p:cNvPr id="4" name="Slide Number Placeholder 3">
            <a:extLst>
              <a:ext uri="{FF2B5EF4-FFF2-40B4-BE49-F238E27FC236}">
                <a16:creationId xmlns:a16="http://schemas.microsoft.com/office/drawing/2014/main" id="{96D5DFF8-A47A-7CD0-EDCD-97B1C04189CA}"/>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2216117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E36F-8254-070C-A82B-4D37E56B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2C31-9C53-A873-8D68-DF4791B589FA}"/>
              </a:ext>
            </a:extLst>
          </p:cNvPr>
          <p:cNvSpPr>
            <a:spLocks noGrp="1"/>
          </p:cNvSpPr>
          <p:nvPr>
            <p:ph type="title"/>
          </p:nvPr>
        </p:nvSpPr>
        <p:spPr/>
        <p:txBody>
          <a:bodyPr/>
          <a:lstStyle/>
          <a:p>
            <a:r>
              <a:rPr lang="en-US" b="1" i="0" dirty="0">
                <a:solidFill>
                  <a:srgbClr val="253644"/>
                </a:solidFill>
                <a:effectLst/>
              </a:rPr>
              <a:t>AutoRun and AutoPlay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84A7FDA7-F3D0-AD72-0A36-FD9D0FF6214C}"/>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
        <p:nvSpPr>
          <p:cNvPr id="4" name="Content Placeholder 11">
            <a:extLst>
              <a:ext uri="{FF2B5EF4-FFF2-40B4-BE49-F238E27FC236}">
                <a16:creationId xmlns:a16="http://schemas.microsoft.com/office/drawing/2014/main" id="{B5F804CF-87B6-FA5F-FA22-4CFF4150068B}"/>
              </a:ext>
            </a:extLst>
          </p:cNvPr>
          <p:cNvSpPr txBox="1">
            <a:spLocks/>
          </p:cNvSpPr>
          <p:nvPr/>
        </p:nvSpPr>
        <p:spPr>
          <a:xfrm>
            <a:off x="1963023" y="4860568"/>
            <a:ext cx="521795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Windows AutoPlay settings window, displaying options to configure default actions for removable drives, memory cards, and a connected camera.">
            <a:extLst>
              <a:ext uri="{FF2B5EF4-FFF2-40B4-BE49-F238E27FC236}">
                <a16:creationId xmlns:a16="http://schemas.microsoft.com/office/drawing/2014/main" id="{B148E863-D787-7735-3C3F-8707740DF1AF}"/>
              </a:ext>
            </a:extLst>
          </p:cNvPr>
          <p:cNvPicPr>
            <a:picLocks noChangeAspect="1"/>
          </p:cNvPicPr>
          <p:nvPr/>
        </p:nvPicPr>
        <p:blipFill>
          <a:blip r:embed="rId3"/>
          <a:stretch>
            <a:fillRect/>
          </a:stretch>
        </p:blipFill>
        <p:spPr>
          <a:xfrm>
            <a:off x="1963023" y="727215"/>
            <a:ext cx="5217952" cy="4124327"/>
          </a:xfrm>
          <a:prstGeom prst="rect">
            <a:avLst/>
          </a:prstGeom>
        </p:spPr>
      </p:pic>
    </p:spTree>
    <p:extLst>
      <p:ext uri="{BB962C8B-B14F-4D97-AF65-F5344CB8AC3E}">
        <p14:creationId xmlns:p14="http://schemas.microsoft.com/office/powerpoint/2010/main" val="2344874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C7A36-0D9D-946B-FDBE-3D23B53659D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7D4D005-CC06-44A2-42A9-B7CF52CA7D9A}"/>
              </a:ext>
            </a:extLst>
          </p:cNvPr>
          <p:cNvSpPr>
            <a:spLocks noGrp="1"/>
          </p:cNvSpPr>
          <p:nvPr>
            <p:ph type="title"/>
          </p:nvPr>
        </p:nvSpPr>
        <p:spPr/>
        <p:txBody>
          <a:bodyPr/>
          <a:lstStyle/>
          <a:p>
            <a:r>
              <a:rPr lang="en-US" b="1" i="0" dirty="0">
                <a:solidFill>
                  <a:srgbClr val="253644"/>
                </a:solidFill>
                <a:effectLst/>
              </a:rPr>
              <a:t>Windows Defender Antivirus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FC3C9F45-2056-ACB6-32DE-020E22F627E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Detect and prevent execution of malware</a:t>
            </a:r>
          </a:p>
          <a:p>
            <a:r>
              <a:rPr lang="en-US" dirty="0">
                <a:latin typeface="Calibri"/>
                <a:ea typeface="Calibri"/>
                <a:cs typeface="Calibri"/>
              </a:rPr>
              <a:t>Host-based system</a:t>
            </a:r>
          </a:p>
          <a:p>
            <a:pPr lvl="1"/>
            <a:r>
              <a:rPr lang="en-US" dirty="0">
                <a:latin typeface="Calibri"/>
                <a:ea typeface="Calibri"/>
                <a:cs typeface="Calibri"/>
              </a:rPr>
              <a:t>Settings and rules are only for that single node, unless managed through group policy</a:t>
            </a:r>
            <a:endParaRPr lang="en-US" dirty="0">
              <a:ea typeface="Calibri"/>
            </a:endParaRPr>
          </a:p>
        </p:txBody>
      </p:sp>
      <p:sp>
        <p:nvSpPr>
          <p:cNvPr id="4" name="Slide Number Placeholder 3">
            <a:extLst>
              <a:ext uri="{FF2B5EF4-FFF2-40B4-BE49-F238E27FC236}">
                <a16:creationId xmlns:a16="http://schemas.microsoft.com/office/drawing/2014/main" id="{0C6283A2-2D75-5567-ABB4-F21512259FFD}"/>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1848967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45949-8795-3204-15C1-4E62FC5F2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EF2BC-2E37-FAA7-B6B6-E2D75168D07A}"/>
              </a:ext>
            </a:extLst>
          </p:cNvPr>
          <p:cNvSpPr>
            <a:spLocks noGrp="1"/>
          </p:cNvSpPr>
          <p:nvPr>
            <p:ph type="title"/>
          </p:nvPr>
        </p:nvSpPr>
        <p:spPr/>
        <p:txBody>
          <a:bodyPr/>
          <a:lstStyle/>
          <a:p>
            <a:r>
              <a:rPr lang="en-US" b="1" i="0" dirty="0">
                <a:solidFill>
                  <a:srgbClr val="253644"/>
                </a:solidFill>
                <a:effectLst/>
              </a:rPr>
              <a:t>Windows Defender Antivirus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B3E20BCB-3EE5-380D-EA8F-1C75FF0C40CF}"/>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
        <p:nvSpPr>
          <p:cNvPr id="4" name="Content Placeholder 11">
            <a:extLst>
              <a:ext uri="{FF2B5EF4-FFF2-40B4-BE49-F238E27FC236}">
                <a16:creationId xmlns:a16="http://schemas.microsoft.com/office/drawing/2014/main" id="{CF089093-9264-518B-C0A5-D165A5849581}"/>
              </a:ext>
            </a:extLst>
          </p:cNvPr>
          <p:cNvSpPr txBox="1">
            <a:spLocks/>
          </p:cNvSpPr>
          <p:nvPr/>
        </p:nvSpPr>
        <p:spPr>
          <a:xfrm>
            <a:off x="2171449" y="4860568"/>
            <a:ext cx="486267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7" name="Picture 6" descr="A Windows Security window under Virus and threat protection, showing current threats, scan options, and virus protection settings.">
            <a:extLst>
              <a:ext uri="{FF2B5EF4-FFF2-40B4-BE49-F238E27FC236}">
                <a16:creationId xmlns:a16="http://schemas.microsoft.com/office/drawing/2014/main" id="{77FB01FC-7E69-AD47-12E0-8B7D47D06DD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71449" y="704675"/>
            <a:ext cx="4862677" cy="4155893"/>
          </a:xfrm>
          <a:prstGeom prst="rect">
            <a:avLst/>
          </a:prstGeom>
          <a:noFill/>
          <a:ln>
            <a:noFill/>
          </a:ln>
        </p:spPr>
      </p:pic>
    </p:spTree>
    <p:extLst>
      <p:ext uri="{BB962C8B-B14F-4D97-AF65-F5344CB8AC3E}">
        <p14:creationId xmlns:p14="http://schemas.microsoft.com/office/powerpoint/2010/main" val="3268977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BFD24-6BB5-7BD3-9ABE-0126300804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93B579-BE82-6337-4CE7-049ECDCEA590}"/>
              </a:ext>
            </a:extLst>
          </p:cNvPr>
          <p:cNvSpPr>
            <a:spLocks noGrp="1"/>
          </p:cNvSpPr>
          <p:nvPr>
            <p:ph type="title"/>
          </p:nvPr>
        </p:nvSpPr>
        <p:spPr/>
        <p:txBody>
          <a:bodyPr/>
          <a:lstStyle/>
          <a:p>
            <a:r>
              <a:rPr lang="en-US" b="1" i="0" dirty="0">
                <a:solidFill>
                  <a:srgbClr val="253644"/>
                </a:solidFill>
                <a:effectLst/>
              </a:rPr>
              <a:t>Windows Defender Antivirus Updated Definitions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BAB06EB0-33B2-B513-6C4B-408F52305AF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Definitions</a:t>
            </a:r>
            <a:endParaRPr lang="en-US" dirty="0">
              <a:ea typeface="Calibri"/>
            </a:endParaRPr>
          </a:p>
          <a:p>
            <a:pPr lvl="1"/>
            <a:r>
              <a:rPr lang="en-US" dirty="0">
                <a:latin typeface="Calibri"/>
                <a:ea typeface="Calibri"/>
                <a:cs typeface="Calibri"/>
              </a:rPr>
              <a:t>Identify malware using signatures and heuristic models</a:t>
            </a:r>
          </a:p>
          <a:p>
            <a:pPr lvl="1"/>
            <a:r>
              <a:rPr lang="en-US" dirty="0">
                <a:latin typeface="Calibri"/>
                <a:ea typeface="Calibri"/>
                <a:cs typeface="Calibri"/>
              </a:rPr>
              <a:t>Daily and sometimes hourly updates</a:t>
            </a:r>
          </a:p>
          <a:p>
            <a:r>
              <a:rPr lang="en-US" dirty="0">
                <a:latin typeface="Calibri"/>
                <a:ea typeface="Calibri"/>
                <a:cs typeface="Calibri"/>
              </a:rPr>
              <a:t>Scan engine</a:t>
            </a:r>
          </a:p>
          <a:p>
            <a:pPr lvl="1"/>
            <a:r>
              <a:rPr lang="en-US" dirty="0">
                <a:latin typeface="Calibri"/>
                <a:ea typeface="Calibri"/>
                <a:cs typeface="Calibri"/>
              </a:rPr>
              <a:t>Improves software performance</a:t>
            </a:r>
          </a:p>
          <a:p>
            <a:pPr lvl="1"/>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E90D5A5E-54FB-EB7F-B4A7-DEF09125349B}"/>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3941134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B5456-9A2B-A7B7-D339-7819DD47D64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9223CAC-D219-E5E4-46CF-FFCBB199FED3}"/>
              </a:ext>
            </a:extLst>
          </p:cNvPr>
          <p:cNvSpPr>
            <a:spLocks noGrp="1"/>
          </p:cNvSpPr>
          <p:nvPr>
            <p:ph type="title"/>
          </p:nvPr>
        </p:nvSpPr>
        <p:spPr/>
        <p:txBody>
          <a:bodyPr/>
          <a:lstStyle/>
          <a:p>
            <a:r>
              <a:rPr lang="en-US" b="1" i="0" dirty="0">
                <a:solidFill>
                  <a:srgbClr val="253644"/>
                </a:solidFill>
                <a:effectLst/>
              </a:rPr>
              <a:t>Activating and Deactivating Windows Defender Antivirus</a:t>
            </a:r>
            <a:endParaRPr lang="en-US" sz="2000" dirty="0">
              <a:solidFill>
                <a:srgbClr val="253644"/>
              </a:solidFill>
            </a:endParaRPr>
          </a:p>
        </p:txBody>
      </p:sp>
      <p:sp>
        <p:nvSpPr>
          <p:cNvPr id="3" name="Content Placeholder 2">
            <a:extLst>
              <a:ext uri="{FF2B5EF4-FFF2-40B4-BE49-F238E27FC236}">
                <a16:creationId xmlns:a16="http://schemas.microsoft.com/office/drawing/2014/main" id="{E87F038A-9FC3-9121-EC89-93A00712A599}"/>
              </a:ext>
            </a:extLst>
          </p:cNvPr>
          <p:cNvSpPr>
            <a:spLocks noGrp="1"/>
          </p:cNvSpPr>
          <p:nvPr>
            <p:ph idx="1"/>
          </p:nvPr>
        </p:nvSpPr>
        <p:spPr>
          <a:xfrm>
            <a:off x="146050" y="746760"/>
            <a:ext cx="4333671" cy="4046220"/>
          </a:xfrm>
        </p:spPr>
        <p:txBody>
          <a:bodyPr vert="horz" lIns="91440" tIns="45720" rIns="91440" bIns="45720" rtlCol="0" anchor="t">
            <a:normAutofit/>
          </a:bodyPr>
          <a:lstStyle/>
          <a:p>
            <a:r>
              <a:rPr lang="en-US" dirty="0">
                <a:latin typeface="Calibri"/>
                <a:ea typeface="Calibri"/>
                <a:cs typeface="Calibri"/>
              </a:rPr>
              <a:t>Temporary disable</a:t>
            </a:r>
            <a:endParaRPr lang="en-US" dirty="0">
              <a:ea typeface="Calibri"/>
            </a:endParaRPr>
          </a:p>
          <a:p>
            <a:pPr lvl="1"/>
            <a:r>
              <a:rPr lang="en-US" dirty="0">
                <a:latin typeface="Calibri"/>
                <a:ea typeface="Calibri"/>
                <a:cs typeface="Calibri"/>
              </a:rPr>
              <a:t>Real-time protection slider</a:t>
            </a:r>
          </a:p>
          <a:p>
            <a:r>
              <a:rPr lang="en-US" dirty="0">
                <a:latin typeface="Calibri"/>
                <a:ea typeface="Calibri"/>
                <a:cs typeface="Calibri"/>
              </a:rPr>
              <a:t>Third-party antivirus/ antimalware software installed</a:t>
            </a:r>
            <a:endParaRPr lang="en-US" dirty="0">
              <a:ea typeface="Calibri"/>
            </a:endParaRPr>
          </a:p>
        </p:txBody>
      </p:sp>
      <p:sp>
        <p:nvSpPr>
          <p:cNvPr id="4" name="Slide Number Placeholder 3">
            <a:extLst>
              <a:ext uri="{FF2B5EF4-FFF2-40B4-BE49-F238E27FC236}">
                <a16:creationId xmlns:a16="http://schemas.microsoft.com/office/drawing/2014/main" id="{34184B39-2C91-F7B1-9171-CC53E4AC063A}"/>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
        <p:nvSpPr>
          <p:cNvPr id="6" name="Content Placeholder 11">
            <a:extLst>
              <a:ext uri="{FF2B5EF4-FFF2-40B4-BE49-F238E27FC236}">
                <a16:creationId xmlns:a16="http://schemas.microsoft.com/office/drawing/2014/main" id="{4432CC80-2136-6B88-CCB4-7298F536FFCE}"/>
              </a:ext>
            </a:extLst>
          </p:cNvPr>
          <p:cNvSpPr txBox="1">
            <a:spLocks/>
          </p:cNvSpPr>
          <p:nvPr/>
        </p:nvSpPr>
        <p:spPr>
          <a:xfrm>
            <a:off x="4919837" y="4710259"/>
            <a:ext cx="368745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A Windows Security settings window displaying Virus and threat protection settings, with real-time protection and cloud-delivered protection enabled.">
            <a:extLst>
              <a:ext uri="{FF2B5EF4-FFF2-40B4-BE49-F238E27FC236}">
                <a16:creationId xmlns:a16="http://schemas.microsoft.com/office/drawing/2014/main" id="{2D24AEA2-68B8-2931-D22C-0265D8AD6BB8}"/>
              </a:ext>
            </a:extLst>
          </p:cNvPr>
          <p:cNvPicPr>
            <a:picLocks noChangeAspect="1"/>
          </p:cNvPicPr>
          <p:nvPr/>
        </p:nvPicPr>
        <p:blipFill>
          <a:blip r:embed="rId4"/>
          <a:stretch>
            <a:fillRect/>
          </a:stretch>
        </p:blipFill>
        <p:spPr>
          <a:xfrm>
            <a:off x="4919837" y="746760"/>
            <a:ext cx="3687454" cy="3952263"/>
          </a:xfrm>
          <a:prstGeom prst="rect">
            <a:avLst/>
          </a:prstGeom>
          <a:noFill/>
          <a:ln>
            <a:noFill/>
          </a:ln>
        </p:spPr>
      </p:pic>
    </p:spTree>
    <p:custDataLst>
      <p:tags r:id="rId1"/>
    </p:custDataLst>
    <p:extLst>
      <p:ext uri="{BB962C8B-B14F-4D97-AF65-F5344CB8AC3E}">
        <p14:creationId xmlns:p14="http://schemas.microsoft.com/office/powerpoint/2010/main" val="865420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39EE-E186-091D-31BF-82F8F63761C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A2445A-70C5-C75C-FE61-3E86D1702A4B}"/>
              </a:ext>
            </a:extLst>
          </p:cNvPr>
          <p:cNvSpPr>
            <a:spLocks noGrp="1"/>
          </p:cNvSpPr>
          <p:nvPr>
            <p:ph type="title"/>
          </p:nvPr>
        </p:nvSpPr>
        <p:spPr/>
        <p:txBody>
          <a:bodyPr/>
          <a:lstStyle/>
          <a:p>
            <a:r>
              <a:rPr lang="en-US" b="1" i="0" dirty="0">
                <a:solidFill>
                  <a:srgbClr val="253644"/>
                </a:solidFill>
                <a:effectLst/>
              </a:rPr>
              <a:t>Windows Defender Firewall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8B95090A-E26F-D90B-93F1-8ACB61EB8B6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Inbound/outbound Rules</a:t>
            </a:r>
          </a:p>
          <a:p>
            <a:r>
              <a:rPr lang="en-US" dirty="0">
                <a:latin typeface="Calibri"/>
                <a:ea typeface="Calibri"/>
                <a:cs typeface="Calibri"/>
              </a:rPr>
              <a:t>Port security</a:t>
            </a:r>
            <a:endParaRPr lang="en-US" dirty="0">
              <a:ea typeface="Calibri"/>
            </a:endParaRPr>
          </a:p>
          <a:p>
            <a:r>
              <a:rPr lang="en-US" dirty="0">
                <a:latin typeface="Calibri"/>
                <a:ea typeface="Calibri"/>
                <a:cs typeface="Calibri"/>
              </a:rPr>
              <a:t>Application security</a:t>
            </a:r>
          </a:p>
          <a:p>
            <a:r>
              <a:rPr lang="en-US" dirty="0">
                <a:latin typeface="Calibri"/>
                <a:ea typeface="Calibri"/>
                <a:cs typeface="Calibri"/>
              </a:rPr>
              <a:t>Triggers</a:t>
            </a:r>
          </a:p>
          <a:p>
            <a:endParaRPr lang="en-US" dirty="0">
              <a:ea typeface="Calibri"/>
            </a:endParaRPr>
          </a:p>
        </p:txBody>
      </p:sp>
      <p:sp>
        <p:nvSpPr>
          <p:cNvPr id="4" name="Slide Number Placeholder 3">
            <a:extLst>
              <a:ext uri="{FF2B5EF4-FFF2-40B4-BE49-F238E27FC236}">
                <a16:creationId xmlns:a16="http://schemas.microsoft.com/office/drawing/2014/main" id="{1CA446C1-9C6C-D954-D553-5A6465345038}"/>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1214336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3B65-33AA-11DC-5884-9BE194A3C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B48B9-C748-A2A4-BAF1-E9F35775E2B8}"/>
              </a:ext>
            </a:extLst>
          </p:cNvPr>
          <p:cNvSpPr>
            <a:spLocks noGrp="1"/>
          </p:cNvSpPr>
          <p:nvPr>
            <p:ph type="title"/>
          </p:nvPr>
        </p:nvSpPr>
        <p:spPr/>
        <p:txBody>
          <a:bodyPr/>
          <a:lstStyle/>
          <a:p>
            <a:r>
              <a:rPr lang="en-US" b="1" i="0" dirty="0">
                <a:solidFill>
                  <a:srgbClr val="253644"/>
                </a:solidFill>
                <a:effectLst/>
              </a:rPr>
              <a:t>Windows Defender Firewall </a:t>
            </a:r>
            <a:r>
              <a:rPr lang="en-US" sz="2000" b="1" i="0" dirty="0">
                <a:solidFill>
                  <a:srgbClr val="253644"/>
                </a:solidFill>
                <a:effectLst/>
              </a:rPr>
              <a:t>(Slide </a:t>
            </a:r>
            <a:r>
              <a:rPr lang="en-US" sz="2000" dirty="0">
                <a:solidFill>
                  <a:srgbClr val="253644"/>
                </a:solidFill>
              </a:rPr>
              <a:t>2</a:t>
            </a:r>
            <a:r>
              <a:rPr lang="en-US" sz="2000" b="1" i="0" dirty="0">
                <a:solidFill>
                  <a:srgbClr val="253644"/>
                </a:solidFill>
                <a:effectLst/>
              </a:rPr>
              <a:t> of 3)</a:t>
            </a:r>
            <a:endParaRPr lang="en-US" sz="2000" dirty="0"/>
          </a:p>
        </p:txBody>
      </p:sp>
      <p:sp>
        <p:nvSpPr>
          <p:cNvPr id="3" name="Slide Number Placeholder 2">
            <a:extLst>
              <a:ext uri="{FF2B5EF4-FFF2-40B4-BE49-F238E27FC236}">
                <a16:creationId xmlns:a16="http://schemas.microsoft.com/office/drawing/2014/main" id="{2FEAADC2-2FE2-6159-9474-A43BBA3444A0}"/>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
        <p:nvSpPr>
          <p:cNvPr id="4" name="Content Placeholder 11">
            <a:extLst>
              <a:ext uri="{FF2B5EF4-FFF2-40B4-BE49-F238E27FC236}">
                <a16:creationId xmlns:a16="http://schemas.microsoft.com/office/drawing/2014/main" id="{26D28B4D-73A4-D64A-6FAE-7A97DAE1E206}"/>
              </a:ext>
            </a:extLst>
          </p:cNvPr>
          <p:cNvSpPr txBox="1">
            <a:spLocks/>
          </p:cNvSpPr>
          <p:nvPr/>
        </p:nvSpPr>
        <p:spPr>
          <a:xfrm>
            <a:off x="2003860" y="4844202"/>
            <a:ext cx="513627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7" name="Picture 6" descr="A Windows Defender Firewall with Advanced Security window, showing firewall settings and an open dialog box for blocking or allowing connections.">
            <a:extLst>
              <a:ext uri="{FF2B5EF4-FFF2-40B4-BE49-F238E27FC236}">
                <a16:creationId xmlns:a16="http://schemas.microsoft.com/office/drawing/2014/main" id="{112BF2C1-CE56-033F-5C4C-43B876E6FA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03860" y="756874"/>
            <a:ext cx="5136277" cy="4042304"/>
          </a:xfrm>
          <a:prstGeom prst="rect">
            <a:avLst/>
          </a:prstGeom>
          <a:noFill/>
          <a:ln>
            <a:noFill/>
          </a:ln>
        </p:spPr>
      </p:pic>
    </p:spTree>
    <p:extLst>
      <p:ext uri="{BB962C8B-B14F-4D97-AF65-F5344CB8AC3E}">
        <p14:creationId xmlns:p14="http://schemas.microsoft.com/office/powerpoint/2010/main" val="1498049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D7D50-F51D-08A4-6536-A16497257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EE74E-B4A7-CC14-C189-A82DEACA61C0}"/>
              </a:ext>
            </a:extLst>
          </p:cNvPr>
          <p:cNvSpPr>
            <a:spLocks noGrp="1"/>
          </p:cNvSpPr>
          <p:nvPr>
            <p:ph type="title"/>
          </p:nvPr>
        </p:nvSpPr>
        <p:spPr/>
        <p:txBody>
          <a:bodyPr/>
          <a:lstStyle/>
          <a:p>
            <a:r>
              <a:rPr lang="en-US" b="1" i="0" dirty="0">
                <a:solidFill>
                  <a:srgbClr val="253644"/>
                </a:solidFill>
                <a:effectLst/>
              </a:rPr>
              <a:t>Windows Defender Firewall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9552197D-1B86-5B85-B665-FB567449A3C2}"/>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
        <p:nvSpPr>
          <p:cNvPr id="4" name="Content Placeholder 11">
            <a:extLst>
              <a:ext uri="{FF2B5EF4-FFF2-40B4-BE49-F238E27FC236}">
                <a16:creationId xmlns:a16="http://schemas.microsoft.com/office/drawing/2014/main" id="{716CA070-D7E3-FE52-0145-115287538ED0}"/>
              </a:ext>
            </a:extLst>
          </p:cNvPr>
          <p:cNvSpPr txBox="1">
            <a:spLocks/>
          </p:cNvSpPr>
          <p:nvPr/>
        </p:nvSpPr>
        <p:spPr>
          <a:xfrm>
            <a:off x="632863" y="4186726"/>
            <a:ext cx="787827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Windows Defender Firewall inbound rules list, displaying allowed network rules for core networking, multicast, and remote management.">
            <a:extLst>
              <a:ext uri="{FF2B5EF4-FFF2-40B4-BE49-F238E27FC236}">
                <a16:creationId xmlns:a16="http://schemas.microsoft.com/office/drawing/2014/main" id="{D112040A-00E4-AAF1-1403-8F66E6C471D9}"/>
              </a:ext>
            </a:extLst>
          </p:cNvPr>
          <p:cNvPicPr>
            <a:picLocks noChangeAspect="1"/>
          </p:cNvPicPr>
          <p:nvPr/>
        </p:nvPicPr>
        <p:blipFill>
          <a:blip r:embed="rId3"/>
          <a:stretch>
            <a:fillRect/>
          </a:stretch>
        </p:blipFill>
        <p:spPr>
          <a:xfrm>
            <a:off x="632862" y="1289645"/>
            <a:ext cx="7878274" cy="2868161"/>
          </a:xfrm>
          <a:prstGeom prst="rect">
            <a:avLst/>
          </a:prstGeom>
          <a:noFill/>
          <a:ln>
            <a:noFill/>
          </a:ln>
        </p:spPr>
      </p:pic>
    </p:spTree>
    <p:extLst>
      <p:ext uri="{BB962C8B-B14F-4D97-AF65-F5344CB8AC3E}">
        <p14:creationId xmlns:p14="http://schemas.microsoft.com/office/powerpoint/2010/main" val="880098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8A3C8-2C7C-B388-CE22-3395CF7067A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DAC6D7-B845-DB01-EA30-BC4004022A11}"/>
              </a:ext>
            </a:extLst>
          </p:cNvPr>
          <p:cNvSpPr>
            <a:spLocks noGrp="1"/>
          </p:cNvSpPr>
          <p:nvPr>
            <p:ph type="title"/>
          </p:nvPr>
        </p:nvSpPr>
        <p:spPr/>
        <p:txBody>
          <a:bodyPr/>
          <a:lstStyle/>
          <a:p>
            <a:r>
              <a:rPr lang="en-US" b="1" i="0" dirty="0">
                <a:solidFill>
                  <a:srgbClr val="253644"/>
                </a:solidFill>
                <a:effectLst/>
              </a:rPr>
              <a:t>Encrypting File System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E7B3F069-5E28-7922-9F6D-957CD3ADB83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Built into Windows to protect data at rest</a:t>
            </a:r>
            <a:endParaRPr lang="en-US" dirty="0">
              <a:ea typeface="Calibri"/>
            </a:endParaRPr>
          </a:p>
          <a:p>
            <a:pPr lvl="1"/>
            <a:r>
              <a:rPr lang="en-US" dirty="0">
                <a:latin typeface="Calibri"/>
                <a:ea typeface="Calibri"/>
                <a:cs typeface="Calibri"/>
              </a:rPr>
              <a:t>Not available on Home Edition</a:t>
            </a:r>
            <a:endParaRPr lang="en-US" dirty="0">
              <a:ea typeface="Calibri"/>
            </a:endParaRPr>
          </a:p>
          <a:p>
            <a:r>
              <a:rPr lang="en-US" dirty="0">
                <a:latin typeface="Calibri"/>
                <a:ea typeface="Calibri"/>
                <a:cs typeface="Calibri"/>
              </a:rPr>
              <a:t>Advanced button of file's property dialog box</a:t>
            </a:r>
            <a:endParaRPr lang="en-US" dirty="0">
              <a:ea typeface="Calibri"/>
            </a:endParaRPr>
          </a:p>
        </p:txBody>
      </p:sp>
      <p:sp>
        <p:nvSpPr>
          <p:cNvPr id="4" name="Slide Number Placeholder 3">
            <a:extLst>
              <a:ext uri="{FF2B5EF4-FFF2-40B4-BE49-F238E27FC236}">
                <a16:creationId xmlns:a16="http://schemas.microsoft.com/office/drawing/2014/main" id="{86B6DA32-F931-DFC3-0A87-3DF311C96891}"/>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3232735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691F1-88F4-FE0F-26B0-B529F4BE1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45BA7-4F70-2D20-1375-1CFA127A30D5}"/>
              </a:ext>
            </a:extLst>
          </p:cNvPr>
          <p:cNvSpPr>
            <a:spLocks noGrp="1"/>
          </p:cNvSpPr>
          <p:nvPr>
            <p:ph type="title"/>
          </p:nvPr>
        </p:nvSpPr>
        <p:spPr/>
        <p:txBody>
          <a:bodyPr/>
          <a:lstStyle/>
          <a:p>
            <a:r>
              <a:rPr lang="en-US" b="1" i="0" dirty="0">
                <a:solidFill>
                  <a:srgbClr val="253644"/>
                </a:solidFill>
                <a:effectLst/>
              </a:rPr>
              <a:t>Encrypting File System </a:t>
            </a:r>
            <a:r>
              <a:rPr lang="en-US" sz="2000" b="1" i="0" dirty="0">
                <a:solidFill>
                  <a:srgbClr val="253644"/>
                </a:solidFill>
                <a:effectLst/>
              </a:rPr>
              <a:t>(Slide </a:t>
            </a:r>
            <a:r>
              <a:rPr lang="en-US" sz="2000" dirty="0">
                <a:solidFill>
                  <a:srgbClr val="253644"/>
                </a:solidFill>
              </a:rPr>
              <a:t>2</a:t>
            </a:r>
            <a:r>
              <a:rPr lang="en-US" sz="2000" b="1" i="0" dirty="0">
                <a:solidFill>
                  <a:srgbClr val="253644"/>
                </a:solidFill>
                <a:effectLst/>
              </a:rPr>
              <a:t> of 3)</a:t>
            </a:r>
            <a:endParaRPr lang="en-US" sz="2000" dirty="0"/>
          </a:p>
        </p:txBody>
      </p:sp>
      <p:sp>
        <p:nvSpPr>
          <p:cNvPr id="3" name="Slide Number Placeholder 2">
            <a:extLst>
              <a:ext uri="{FF2B5EF4-FFF2-40B4-BE49-F238E27FC236}">
                <a16:creationId xmlns:a16="http://schemas.microsoft.com/office/drawing/2014/main" id="{7E7C8145-9EFA-AF49-513B-E3F3AB01E37E}"/>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
        <p:nvSpPr>
          <p:cNvPr id="4" name="Content Placeholder 11">
            <a:extLst>
              <a:ext uri="{FF2B5EF4-FFF2-40B4-BE49-F238E27FC236}">
                <a16:creationId xmlns:a16="http://schemas.microsoft.com/office/drawing/2014/main" id="{C6731640-C55F-28C5-9F66-54DD1C632379}"/>
              </a:ext>
            </a:extLst>
          </p:cNvPr>
          <p:cNvSpPr txBox="1">
            <a:spLocks/>
          </p:cNvSpPr>
          <p:nvPr/>
        </p:nvSpPr>
        <p:spPr>
          <a:xfrm>
            <a:off x="784370" y="4763139"/>
            <a:ext cx="757525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folder properties window for &quot;LABFILES&quot; in Windows, with an open advanced attributes dialog showing options for encryption and compression">
            <a:extLst>
              <a:ext uri="{FF2B5EF4-FFF2-40B4-BE49-F238E27FC236}">
                <a16:creationId xmlns:a16="http://schemas.microsoft.com/office/drawing/2014/main" id="{BD245531-AE09-C5CA-6D52-059087FCFA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4369" y="745874"/>
            <a:ext cx="7575259" cy="3997191"/>
          </a:xfrm>
          <a:prstGeom prst="rect">
            <a:avLst/>
          </a:prstGeom>
          <a:noFill/>
          <a:ln>
            <a:noFill/>
          </a:ln>
        </p:spPr>
      </p:pic>
    </p:spTree>
    <p:extLst>
      <p:ext uri="{BB962C8B-B14F-4D97-AF65-F5344CB8AC3E}">
        <p14:creationId xmlns:p14="http://schemas.microsoft.com/office/powerpoint/2010/main" val="3678024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9005-D40E-4FA3-1719-59D7D2183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8A800-0EDD-8377-956D-B058BD7F2EB5}"/>
              </a:ext>
            </a:extLst>
          </p:cNvPr>
          <p:cNvSpPr>
            <a:spLocks noGrp="1"/>
          </p:cNvSpPr>
          <p:nvPr>
            <p:ph type="title"/>
          </p:nvPr>
        </p:nvSpPr>
        <p:spPr/>
        <p:txBody>
          <a:bodyPr/>
          <a:lstStyle/>
          <a:p>
            <a:r>
              <a:rPr lang="en-US" b="1" i="0" dirty="0">
                <a:solidFill>
                  <a:srgbClr val="253644"/>
                </a:solidFill>
                <a:effectLst/>
              </a:rPr>
              <a:t>Encrypting File System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A257846F-A7E6-D90E-B20C-899DD138FB19}"/>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
        <p:nvSpPr>
          <p:cNvPr id="4" name="Content Placeholder 11">
            <a:extLst>
              <a:ext uri="{FF2B5EF4-FFF2-40B4-BE49-F238E27FC236}">
                <a16:creationId xmlns:a16="http://schemas.microsoft.com/office/drawing/2014/main" id="{59A081A6-D5F9-D1D0-C7D1-E39106E95770}"/>
              </a:ext>
            </a:extLst>
          </p:cNvPr>
          <p:cNvSpPr txBox="1">
            <a:spLocks/>
          </p:cNvSpPr>
          <p:nvPr/>
        </p:nvSpPr>
        <p:spPr>
          <a:xfrm>
            <a:off x="1383414" y="4725707"/>
            <a:ext cx="637716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7" name="Picture 6" descr="A Windows File Explorer window with a permission warning for &quot;LABFILES,&quot; prompting the user to continue or cancel access to the restricted folder.">
            <a:extLst>
              <a:ext uri="{FF2B5EF4-FFF2-40B4-BE49-F238E27FC236}">
                <a16:creationId xmlns:a16="http://schemas.microsoft.com/office/drawing/2014/main" id="{754BA7B9-FC29-FF40-9D1A-100B59A629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83415" y="747065"/>
            <a:ext cx="6377169" cy="3959159"/>
          </a:xfrm>
          <a:prstGeom prst="rect">
            <a:avLst/>
          </a:prstGeom>
          <a:noFill/>
          <a:ln>
            <a:noFill/>
          </a:ln>
        </p:spPr>
      </p:pic>
    </p:spTree>
    <p:extLst>
      <p:ext uri="{BB962C8B-B14F-4D97-AF65-F5344CB8AC3E}">
        <p14:creationId xmlns:p14="http://schemas.microsoft.com/office/powerpoint/2010/main" val="1380403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3E29C-BACF-157C-EDC5-9BE9D0D884A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01B1F1E-F159-D5C0-32F6-129B92252C35}"/>
              </a:ext>
            </a:extLst>
          </p:cNvPr>
          <p:cNvSpPr>
            <a:spLocks noGrp="1"/>
          </p:cNvSpPr>
          <p:nvPr>
            <p:ph type="title"/>
          </p:nvPr>
        </p:nvSpPr>
        <p:spPr/>
        <p:txBody>
          <a:bodyPr/>
          <a:lstStyle/>
          <a:p>
            <a:r>
              <a:rPr lang="en-US" b="1" i="0" dirty="0">
                <a:solidFill>
                  <a:srgbClr val="253644"/>
                </a:solidFill>
                <a:effectLst/>
              </a:rPr>
              <a:t>Windows BitLocker and BitLocker To Go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CD59DB5D-A223-96BA-8D80-51951E37FFC0}"/>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Included with all versions of Windows except Home edition</a:t>
            </a:r>
          </a:p>
          <a:p>
            <a:r>
              <a:rPr lang="en-US" dirty="0">
                <a:latin typeface="Calibri"/>
                <a:ea typeface="Calibri"/>
                <a:cs typeface="Calibri"/>
              </a:rPr>
              <a:t>Full disk encryption software</a:t>
            </a:r>
            <a:endParaRPr lang="en-US" dirty="0">
              <a:ea typeface="Calibri"/>
            </a:endParaRPr>
          </a:p>
          <a:p>
            <a:pPr lvl="1"/>
            <a:r>
              <a:rPr lang="en-US" dirty="0">
                <a:latin typeface="Calibri"/>
                <a:ea typeface="Calibri"/>
                <a:cs typeface="Calibri"/>
              </a:rPr>
              <a:t>Password protected</a:t>
            </a:r>
          </a:p>
          <a:p>
            <a:pPr lvl="1"/>
            <a:r>
              <a:rPr lang="en-US" dirty="0">
                <a:latin typeface="Calibri"/>
                <a:ea typeface="Calibri"/>
                <a:cs typeface="Calibri"/>
              </a:rPr>
              <a:t>Recovery Key backup- safe location outside of the disk being protected</a:t>
            </a:r>
          </a:p>
          <a:p>
            <a:pPr lvl="2">
              <a:buFont typeface="Wingdings" panose="020B0604020202020204" pitchFamily="34" charset="0"/>
              <a:buChar char="§"/>
            </a:pPr>
            <a:r>
              <a:rPr lang="en-US" dirty="0">
                <a:latin typeface="Calibri"/>
                <a:ea typeface="Calibri"/>
                <a:cs typeface="Calibri"/>
              </a:rPr>
              <a:t>TPM can be used</a:t>
            </a:r>
          </a:p>
          <a:p>
            <a:r>
              <a:rPr lang="en-US" dirty="0">
                <a:latin typeface="Calibri"/>
                <a:ea typeface="Calibri"/>
                <a:cs typeface="Calibri"/>
              </a:rPr>
              <a:t>To Go- removable drive version</a:t>
            </a:r>
          </a:p>
        </p:txBody>
      </p:sp>
      <p:sp>
        <p:nvSpPr>
          <p:cNvPr id="4" name="Slide Number Placeholder 3">
            <a:extLst>
              <a:ext uri="{FF2B5EF4-FFF2-40B4-BE49-F238E27FC236}">
                <a16:creationId xmlns:a16="http://schemas.microsoft.com/office/drawing/2014/main" id="{62D617F5-4C8C-B9ED-5CF5-DE0C6033781D}"/>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2504727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FA318-403C-6A43-4AB6-F11189086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6748C-713D-94ED-E062-F2512DC5493B}"/>
              </a:ext>
            </a:extLst>
          </p:cNvPr>
          <p:cNvSpPr>
            <a:spLocks noGrp="1"/>
          </p:cNvSpPr>
          <p:nvPr>
            <p:ph type="title"/>
          </p:nvPr>
        </p:nvSpPr>
        <p:spPr/>
        <p:txBody>
          <a:bodyPr/>
          <a:lstStyle/>
          <a:p>
            <a:r>
              <a:rPr lang="en-US" b="1" i="0" dirty="0">
                <a:solidFill>
                  <a:srgbClr val="253644"/>
                </a:solidFill>
                <a:effectLst/>
              </a:rPr>
              <a:t>Windows BitLocker and BitLocker To Go </a:t>
            </a:r>
            <a:r>
              <a:rPr lang="en-US" sz="2000" b="1" i="0" dirty="0">
                <a:solidFill>
                  <a:srgbClr val="253644"/>
                </a:solidFill>
                <a:effectLst/>
              </a:rPr>
              <a:t>(Slide 2 of 3)</a:t>
            </a:r>
            <a:endParaRPr lang="en-US" sz="2000" dirty="0"/>
          </a:p>
        </p:txBody>
      </p:sp>
      <p:sp>
        <p:nvSpPr>
          <p:cNvPr id="3" name="Slide Number Placeholder 2">
            <a:extLst>
              <a:ext uri="{FF2B5EF4-FFF2-40B4-BE49-F238E27FC236}">
                <a16:creationId xmlns:a16="http://schemas.microsoft.com/office/drawing/2014/main" id="{15449BF8-45A4-AA3D-D6D1-269516C12A4B}"/>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
        <p:nvSpPr>
          <p:cNvPr id="4" name="Content Placeholder 11">
            <a:extLst>
              <a:ext uri="{FF2B5EF4-FFF2-40B4-BE49-F238E27FC236}">
                <a16:creationId xmlns:a16="http://schemas.microsoft.com/office/drawing/2014/main" id="{B2279BC1-DBB8-1C8D-D88E-0BF4CC440F66}"/>
              </a:ext>
            </a:extLst>
          </p:cNvPr>
          <p:cNvSpPr txBox="1">
            <a:spLocks/>
          </p:cNvSpPr>
          <p:nvPr/>
        </p:nvSpPr>
        <p:spPr>
          <a:xfrm>
            <a:off x="1500263" y="4843565"/>
            <a:ext cx="614346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Windows BitLocker Drive Encryption settings, showing BitLocker disabled on the C drive and removable drives, with an option to turn it on.">
            <a:extLst>
              <a:ext uri="{FF2B5EF4-FFF2-40B4-BE49-F238E27FC236}">
                <a16:creationId xmlns:a16="http://schemas.microsoft.com/office/drawing/2014/main" id="{1C465649-1E9A-1CAB-4880-637C8AA9224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00263" y="744626"/>
            <a:ext cx="6143465" cy="4066800"/>
          </a:xfrm>
          <a:prstGeom prst="rect">
            <a:avLst/>
          </a:prstGeom>
          <a:noFill/>
          <a:ln>
            <a:noFill/>
          </a:ln>
        </p:spPr>
      </p:pic>
    </p:spTree>
    <p:extLst>
      <p:ext uri="{BB962C8B-B14F-4D97-AF65-F5344CB8AC3E}">
        <p14:creationId xmlns:p14="http://schemas.microsoft.com/office/powerpoint/2010/main" val="2311631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49AEC-978B-8F10-42EC-192EBD8B7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D08F7-943F-407B-9191-C492F1E43DCA}"/>
              </a:ext>
            </a:extLst>
          </p:cNvPr>
          <p:cNvSpPr>
            <a:spLocks noGrp="1"/>
          </p:cNvSpPr>
          <p:nvPr>
            <p:ph type="title"/>
          </p:nvPr>
        </p:nvSpPr>
        <p:spPr/>
        <p:txBody>
          <a:bodyPr/>
          <a:lstStyle/>
          <a:p>
            <a:r>
              <a:rPr lang="en-US" b="1" i="0" dirty="0">
                <a:solidFill>
                  <a:srgbClr val="253644"/>
                </a:solidFill>
                <a:effectLst/>
              </a:rPr>
              <a:t>Windows BitLocker and BitLocker To Go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E82B4526-00F1-6626-BA8C-59B9DAF4F980}"/>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
        <p:nvSpPr>
          <p:cNvPr id="4" name="Content Placeholder 11">
            <a:extLst>
              <a:ext uri="{FF2B5EF4-FFF2-40B4-BE49-F238E27FC236}">
                <a16:creationId xmlns:a16="http://schemas.microsoft.com/office/drawing/2014/main" id="{AEA3AD67-D1FA-D76B-66C5-0C754DFAEED8}"/>
              </a:ext>
            </a:extLst>
          </p:cNvPr>
          <p:cNvSpPr txBox="1">
            <a:spLocks/>
          </p:cNvSpPr>
          <p:nvPr/>
        </p:nvSpPr>
        <p:spPr>
          <a:xfrm>
            <a:off x="842725" y="4687105"/>
            <a:ext cx="745854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7" name="Picture 6" descr="A Windows File Explorer window with an overlay BitLocker prompt for drive F:, requesting a password to unlock the encrypted drive.">
            <a:extLst>
              <a:ext uri="{FF2B5EF4-FFF2-40B4-BE49-F238E27FC236}">
                <a16:creationId xmlns:a16="http://schemas.microsoft.com/office/drawing/2014/main" id="{31C32504-505D-9EDA-1BAE-9412872BB72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2726" y="751500"/>
            <a:ext cx="7458545" cy="3935605"/>
          </a:xfrm>
          <a:prstGeom prst="rect">
            <a:avLst/>
          </a:prstGeom>
          <a:noFill/>
          <a:ln>
            <a:noFill/>
          </a:ln>
        </p:spPr>
      </p:pic>
    </p:spTree>
    <p:extLst>
      <p:ext uri="{BB962C8B-B14F-4D97-AF65-F5344CB8AC3E}">
        <p14:creationId xmlns:p14="http://schemas.microsoft.com/office/powerpoint/2010/main" val="571046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0539-9136-A8FF-3290-DF1C9FE10A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440C8B-7300-0C06-841F-3A01F6F0C136}"/>
              </a:ext>
            </a:extLst>
          </p:cNvPr>
          <p:cNvSpPr>
            <a:spLocks noGrp="1"/>
          </p:cNvSpPr>
          <p:nvPr>
            <p:ph type="sldNum" sz="quarter" idx="13"/>
          </p:nvPr>
        </p:nvSpPr>
        <p:spPr/>
        <p:txBody>
          <a:bodyPr/>
          <a:lstStyle/>
          <a:p>
            <a:fld id="{B7CF8A19-3A9E-4ABC-B336-2FDDE321C72D}" type="slidenum">
              <a:rPr lang="en-US" smtClean="0"/>
              <a:pPr/>
              <a:t>34</a:t>
            </a:fld>
            <a:endParaRPr lang="en-US" dirty="0"/>
          </a:p>
        </p:txBody>
      </p:sp>
      <p:sp>
        <p:nvSpPr>
          <p:cNvPr id="3" name="Content Placeholder 2">
            <a:extLst>
              <a:ext uri="{FF2B5EF4-FFF2-40B4-BE49-F238E27FC236}">
                <a16:creationId xmlns:a16="http://schemas.microsoft.com/office/drawing/2014/main" id="{9D4A4656-96EB-4F9A-2DDE-7147BE4D12A1}"/>
              </a:ext>
            </a:extLst>
          </p:cNvPr>
          <p:cNvSpPr>
            <a:spLocks noGrp="1"/>
          </p:cNvSpPr>
          <p:nvPr>
            <p:ph sz="quarter" idx="14"/>
          </p:nvPr>
        </p:nvSpPr>
        <p:spPr/>
        <p:txBody>
          <a:bodyPr>
            <a:normAutofit/>
          </a:bodyPr>
          <a:lstStyle/>
          <a:p>
            <a:r>
              <a:rPr lang="en-US" dirty="0"/>
              <a:t>Lab: Configure Microsoft Defender Antivirus</a:t>
            </a:r>
            <a:br>
              <a:rPr lang="en-US" dirty="0"/>
            </a:br>
            <a:r>
              <a:rPr lang="en-US" sz="2000" dirty="0"/>
              <a:t>(available in CertMaster Learn and CertMaster Perform)</a:t>
            </a:r>
          </a:p>
          <a:p>
            <a:r>
              <a:rPr lang="en-US" dirty="0"/>
              <a:t>Lab: Encrypt Files with EFS</a:t>
            </a:r>
            <a:br>
              <a:rPr lang="en-US" sz="2000" dirty="0"/>
            </a:br>
            <a:r>
              <a:rPr lang="en-US" sz="2000" dirty="0"/>
              <a:t>(available in CertMaster Learn and CertMaster Perform)</a:t>
            </a:r>
          </a:p>
          <a:p>
            <a:r>
              <a:rPr lang="en-US" dirty="0"/>
              <a:t>Lab: Configure BitLocker with a TPM</a:t>
            </a:r>
            <a:br>
              <a:rPr lang="en-US" sz="2000" dirty="0"/>
            </a:br>
            <a:r>
              <a:rPr lang="en-US" sz="2000" dirty="0"/>
              <a:t>(available in CertMaster Learn and CertMaster Perform)</a:t>
            </a:r>
          </a:p>
          <a:p>
            <a:r>
              <a:rPr lang="en-US" dirty="0"/>
              <a:t>Applied Live Lab: Analyze Workstation Security Settings</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667709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1B143-C697-2451-4082-135B20E054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5675BA-7EF4-F693-599E-0356AA80B3DC}"/>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Execution Control</a:t>
            </a:r>
          </a:p>
          <a:p>
            <a:r>
              <a:rPr lang="en-US" dirty="0"/>
              <a:t>Trusted/Untrusted Software Sources</a:t>
            </a:r>
          </a:p>
          <a:p>
            <a:r>
              <a:rPr lang="en-US" dirty="0"/>
              <a:t>AutoRun and AutoPlay</a:t>
            </a:r>
          </a:p>
          <a:p>
            <a:r>
              <a:rPr lang="en-US" dirty="0"/>
              <a:t>Windows Defender Antivirus</a:t>
            </a:r>
          </a:p>
          <a:p>
            <a:r>
              <a:rPr lang="en-US" dirty="0"/>
              <a:t>Windows Defender Antivirus Updated Definitions</a:t>
            </a:r>
          </a:p>
          <a:p>
            <a:r>
              <a:rPr lang="en-US" dirty="0"/>
              <a:t>Activating and Deactivating Windows Defender Antivirus</a:t>
            </a:r>
          </a:p>
          <a:p>
            <a:r>
              <a:rPr lang="en-US" dirty="0"/>
              <a:t>Windows Defender Firewall</a:t>
            </a:r>
          </a:p>
          <a:p>
            <a:r>
              <a:rPr lang="en-US" dirty="0"/>
              <a:t>Encrypting File System</a:t>
            </a:r>
          </a:p>
          <a:p>
            <a:r>
              <a:rPr lang="en-US" dirty="0"/>
              <a:t>Windows BitLocker and BitLocker To Go</a:t>
            </a:r>
          </a:p>
        </p:txBody>
      </p:sp>
      <p:sp>
        <p:nvSpPr>
          <p:cNvPr id="3" name="Title 2">
            <a:extLst>
              <a:ext uri="{FF2B5EF4-FFF2-40B4-BE49-F238E27FC236}">
                <a16:creationId xmlns:a16="http://schemas.microsoft.com/office/drawing/2014/main" id="{3C22E72F-A528-9E18-E6B8-4261F8136688}"/>
              </a:ext>
            </a:extLst>
          </p:cNvPr>
          <p:cNvSpPr>
            <a:spLocks noGrp="1"/>
          </p:cNvSpPr>
          <p:nvPr>
            <p:ph type="title"/>
          </p:nvPr>
        </p:nvSpPr>
        <p:spPr/>
        <p:txBody>
          <a:bodyPr/>
          <a:lstStyle/>
          <a:p>
            <a:r>
              <a:rPr lang="en-US" dirty="0"/>
              <a:t>Workstation Security</a:t>
            </a:r>
          </a:p>
        </p:txBody>
      </p:sp>
      <p:sp>
        <p:nvSpPr>
          <p:cNvPr id="4" name="Slide Number Placeholder 3">
            <a:extLst>
              <a:ext uri="{FF2B5EF4-FFF2-40B4-BE49-F238E27FC236}">
                <a16:creationId xmlns:a16="http://schemas.microsoft.com/office/drawing/2014/main" id="{D91BD80D-F080-9ACE-6686-F25750F1CA6F}"/>
              </a:ext>
            </a:extLst>
          </p:cNvPr>
          <p:cNvSpPr>
            <a:spLocks noGrp="1"/>
          </p:cNvSpPr>
          <p:nvPr>
            <p:ph type="sldNum" sz="quarter" idx="12"/>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4065436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Browser Security</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19.3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893-635C-BE8F-2C05-F35774DDC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029219-FAE6-8315-6253-6743D91ECD56}"/>
              </a:ext>
            </a:extLst>
          </p:cNvPr>
          <p:cNvSpPr>
            <a:spLocks noGrp="1"/>
          </p:cNvSpPr>
          <p:nvPr>
            <p:ph type="title"/>
          </p:nvPr>
        </p:nvSpPr>
        <p:spPr/>
        <p:txBody>
          <a:bodyPr/>
          <a:lstStyle/>
          <a:p>
            <a:r>
              <a:rPr lang="en-US" b="1" i="0" dirty="0">
                <a:solidFill>
                  <a:srgbClr val="253644"/>
                </a:solidFill>
                <a:effectLst/>
              </a:rPr>
              <a:t>Browser Selection and Installation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F9375CA-7E26-5D57-3A32-F6CA6D2D5B0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Trusted sources</a:t>
            </a:r>
          </a:p>
          <a:p>
            <a:pPr lvl="1"/>
            <a:r>
              <a:rPr lang="en-US" dirty="0">
                <a:latin typeface="Calibri"/>
                <a:ea typeface="Calibri"/>
                <a:cs typeface="Calibri"/>
              </a:rPr>
              <a:t>Verify download using hash or digital signature</a:t>
            </a:r>
          </a:p>
          <a:p>
            <a:r>
              <a:rPr lang="en-US" dirty="0">
                <a:latin typeface="Calibri"/>
                <a:ea typeface="Calibri"/>
                <a:cs typeface="Calibri"/>
              </a:rPr>
              <a:t>Untrusted sources</a:t>
            </a:r>
            <a:endParaRPr lang="en-US" dirty="0">
              <a:ea typeface="Calibri"/>
            </a:endParaRPr>
          </a:p>
          <a:p>
            <a:pPr lvl="1"/>
            <a:r>
              <a:rPr lang="en-US" dirty="0">
                <a:latin typeface="Calibri"/>
                <a:ea typeface="Calibri"/>
                <a:cs typeface="Calibri"/>
              </a:rPr>
              <a:t>May expose system to malware including advertising spam</a:t>
            </a:r>
          </a:p>
          <a:p>
            <a:pPr lvl="1"/>
            <a:r>
              <a:rPr lang="en-US" dirty="0">
                <a:latin typeface="Calibri"/>
                <a:ea typeface="Calibri"/>
                <a:cs typeface="Calibri"/>
              </a:rPr>
              <a:t>Should not be used</a:t>
            </a:r>
            <a:endParaRPr lang="en-US" dirty="0">
              <a:ea typeface="Calibri"/>
            </a:endParaRPr>
          </a:p>
        </p:txBody>
      </p:sp>
      <p:sp>
        <p:nvSpPr>
          <p:cNvPr id="4" name="Slide Number Placeholder 3">
            <a:extLst>
              <a:ext uri="{FF2B5EF4-FFF2-40B4-BE49-F238E27FC236}">
                <a16:creationId xmlns:a16="http://schemas.microsoft.com/office/drawing/2014/main" id="{09C20A8B-BF55-083E-1E40-7876E2051D44}"/>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1760471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0372-A2FC-D0B8-230A-BCFF36CE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8F21B-E1FB-12C6-EE85-D042683F6099}"/>
              </a:ext>
            </a:extLst>
          </p:cNvPr>
          <p:cNvSpPr>
            <a:spLocks noGrp="1"/>
          </p:cNvSpPr>
          <p:nvPr>
            <p:ph type="title"/>
          </p:nvPr>
        </p:nvSpPr>
        <p:spPr/>
        <p:txBody>
          <a:bodyPr/>
          <a:lstStyle/>
          <a:p>
            <a:r>
              <a:rPr lang="en-US" b="1" i="0" dirty="0">
                <a:solidFill>
                  <a:srgbClr val="253644"/>
                </a:solidFill>
                <a:effectLst/>
              </a:rPr>
              <a:t>Browser Selection and Installation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3FF1668C-3F55-2D35-0AD9-E62704E43581}"/>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
        <p:nvSpPr>
          <p:cNvPr id="7" name="Content Placeholder 11">
            <a:extLst>
              <a:ext uri="{FF2B5EF4-FFF2-40B4-BE49-F238E27FC236}">
                <a16:creationId xmlns:a16="http://schemas.microsoft.com/office/drawing/2014/main" id="{8BBF22DC-C9BB-F6A5-9F25-E7460AA8F573}"/>
              </a:ext>
            </a:extLst>
          </p:cNvPr>
          <p:cNvSpPr txBox="1">
            <a:spLocks/>
          </p:cNvSpPr>
          <p:nvPr/>
        </p:nvSpPr>
        <p:spPr>
          <a:xfrm>
            <a:off x="1277778" y="4776041"/>
            <a:ext cx="658844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A hash verification process, showing a S H A-1 hash value highlighted in a text file and a hash-checking tool.">
            <a:extLst>
              <a:ext uri="{FF2B5EF4-FFF2-40B4-BE49-F238E27FC236}">
                <a16:creationId xmlns:a16="http://schemas.microsoft.com/office/drawing/2014/main" id="{908CD602-47A0-2BC5-C157-B3A0B408D3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77778" y="754030"/>
            <a:ext cx="6588441" cy="3980879"/>
          </a:xfrm>
          <a:prstGeom prst="rect">
            <a:avLst/>
          </a:prstGeom>
          <a:ln>
            <a:solidFill>
              <a:schemeClr val="bg1">
                <a:lumMod val="85000"/>
              </a:schemeClr>
            </a:solidFill>
          </a:ln>
        </p:spPr>
      </p:pic>
    </p:spTree>
    <p:extLst>
      <p:ext uri="{BB962C8B-B14F-4D97-AF65-F5344CB8AC3E}">
        <p14:creationId xmlns:p14="http://schemas.microsoft.com/office/powerpoint/2010/main" val="1664212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8D921-5A47-4173-81D7-C425ACAAE31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6F61887-0EEF-10B3-C79E-8837CBC95018}"/>
              </a:ext>
            </a:extLst>
          </p:cNvPr>
          <p:cNvSpPr>
            <a:spLocks noGrp="1"/>
          </p:cNvSpPr>
          <p:nvPr>
            <p:ph type="title"/>
          </p:nvPr>
        </p:nvSpPr>
        <p:spPr/>
        <p:txBody>
          <a:bodyPr/>
          <a:lstStyle/>
          <a:p>
            <a:r>
              <a:rPr lang="en-US" b="1" i="0" dirty="0">
                <a:solidFill>
                  <a:srgbClr val="253644"/>
                </a:solidFill>
                <a:effectLst/>
              </a:rPr>
              <a:t>Browser Settings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DAFB93A-CE41-3463-CCDF-5776AFC7CA9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Sign-in and data sync</a:t>
            </a:r>
            <a:endParaRPr lang="en-US" dirty="0">
              <a:ea typeface="Calibri"/>
            </a:endParaRPr>
          </a:p>
          <a:p>
            <a:pPr lvl="1"/>
            <a:r>
              <a:rPr lang="en-US" dirty="0">
                <a:latin typeface="Calibri"/>
                <a:ea typeface="Calibri"/>
                <a:cs typeface="Calibri"/>
              </a:rPr>
              <a:t>Cross platform and device sync</a:t>
            </a:r>
            <a:endParaRPr lang="en-US" dirty="0">
              <a:ea typeface="Calibri"/>
            </a:endParaRPr>
          </a:p>
          <a:p>
            <a:r>
              <a:rPr lang="en-US" dirty="0">
                <a:latin typeface="Calibri"/>
                <a:ea typeface="Calibri"/>
                <a:cs typeface="Calibri"/>
              </a:rPr>
              <a:t>Password manager</a:t>
            </a:r>
            <a:endParaRPr lang="en-US" dirty="0">
              <a:ea typeface="Calibri"/>
            </a:endParaRPr>
          </a:p>
          <a:p>
            <a:pPr lvl="1"/>
            <a:r>
              <a:rPr lang="en-US" dirty="0">
                <a:latin typeface="Calibri"/>
                <a:ea typeface="Calibri"/>
                <a:cs typeface="Calibri"/>
              </a:rPr>
              <a:t>Holds passwords securely and can sync across devices</a:t>
            </a:r>
            <a:endParaRPr lang="en-US" dirty="0">
              <a:ea typeface="Calibri"/>
            </a:endParaRPr>
          </a:p>
        </p:txBody>
      </p:sp>
      <p:sp>
        <p:nvSpPr>
          <p:cNvPr id="4" name="Slide Number Placeholder 3">
            <a:extLst>
              <a:ext uri="{FF2B5EF4-FFF2-40B4-BE49-F238E27FC236}">
                <a16:creationId xmlns:a16="http://schemas.microsoft.com/office/drawing/2014/main" id="{2E03CA04-FE47-E20D-4FFE-E15CA473185F}"/>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custDataLst>
      <p:tags r:id="rId1"/>
    </p:custDataLst>
    <p:extLst>
      <p:ext uri="{BB962C8B-B14F-4D97-AF65-F5344CB8AC3E}">
        <p14:creationId xmlns:p14="http://schemas.microsoft.com/office/powerpoint/2010/main" val="2703206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E8C6-0196-180E-72D8-850DA70EE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87515-2B52-84B5-409B-B1E4A6AD0899}"/>
              </a:ext>
            </a:extLst>
          </p:cNvPr>
          <p:cNvSpPr>
            <a:spLocks noGrp="1"/>
          </p:cNvSpPr>
          <p:nvPr>
            <p:ph type="title"/>
          </p:nvPr>
        </p:nvSpPr>
        <p:spPr/>
        <p:txBody>
          <a:bodyPr/>
          <a:lstStyle/>
          <a:p>
            <a:r>
              <a:rPr lang="en-US" b="1" i="0" dirty="0">
                <a:solidFill>
                  <a:srgbClr val="253644"/>
                </a:solidFill>
                <a:effectLst/>
              </a:rPr>
              <a:t>Browser Settings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1AA1ACB0-5BAD-49B0-F2BD-D5B61D7FD24A}"/>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
        <p:nvSpPr>
          <p:cNvPr id="7" name="Content Placeholder 11">
            <a:extLst>
              <a:ext uri="{FF2B5EF4-FFF2-40B4-BE49-F238E27FC236}">
                <a16:creationId xmlns:a16="http://schemas.microsoft.com/office/drawing/2014/main" id="{BEDAD15B-A344-8541-5B11-BDE3678E5315}"/>
              </a:ext>
            </a:extLst>
          </p:cNvPr>
          <p:cNvSpPr txBox="1">
            <a:spLocks/>
          </p:cNvSpPr>
          <p:nvPr/>
        </p:nvSpPr>
        <p:spPr>
          <a:xfrm>
            <a:off x="788563" y="4402866"/>
            <a:ext cx="756687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6" name="Picture 5" descr="A Chrome Web Store open in Google Chrome, displaying a selection of top-rated browser extensions with icons, names, ratings, and descriptions.">
            <a:extLst>
              <a:ext uri="{FF2B5EF4-FFF2-40B4-BE49-F238E27FC236}">
                <a16:creationId xmlns:a16="http://schemas.microsoft.com/office/drawing/2014/main" id="{9AEC3ED2-62B6-2385-6005-DB11ACA916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8563" y="778889"/>
            <a:ext cx="7566870" cy="3585722"/>
          </a:xfrm>
          <a:prstGeom prst="rect">
            <a:avLst/>
          </a:prstGeom>
          <a:noFill/>
          <a:ln>
            <a:noFill/>
          </a:ln>
        </p:spPr>
      </p:pic>
    </p:spTree>
    <p:extLst>
      <p:ext uri="{BB962C8B-B14F-4D97-AF65-F5344CB8AC3E}">
        <p14:creationId xmlns:p14="http://schemas.microsoft.com/office/powerpoint/2010/main" val="37346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E5E20-E53E-49B6-7E77-4601103A04D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E3CE3A8-4F98-FF06-A4A2-23D3EC4E90AC}"/>
              </a:ext>
            </a:extLst>
          </p:cNvPr>
          <p:cNvSpPr>
            <a:spLocks noGrp="1"/>
          </p:cNvSpPr>
          <p:nvPr>
            <p:ph type="title"/>
          </p:nvPr>
        </p:nvSpPr>
        <p:spPr/>
        <p:txBody>
          <a:bodyPr/>
          <a:lstStyle/>
          <a:p>
            <a:r>
              <a:rPr lang="en-US" b="1" i="0" dirty="0">
                <a:solidFill>
                  <a:srgbClr val="253644"/>
                </a:solidFill>
                <a:effectLst/>
              </a:rPr>
              <a:t>Browser Extensions and Plug-ins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0E56BE62-D8C5-FB0F-D5F3-46B95365896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Extension- Add or change a feature</a:t>
            </a:r>
          </a:p>
          <a:p>
            <a:r>
              <a:rPr lang="en-US" dirty="0">
                <a:latin typeface="Calibri"/>
                <a:ea typeface="Calibri"/>
                <a:cs typeface="Calibri"/>
              </a:rPr>
              <a:t>Plug-in- Support various types of content</a:t>
            </a:r>
          </a:p>
          <a:p>
            <a:r>
              <a:rPr lang="en-US" dirty="0">
                <a:latin typeface="Calibri"/>
                <a:ea typeface="Calibri"/>
                <a:cs typeface="Calibri"/>
              </a:rPr>
              <a:t>Trusted sources</a:t>
            </a:r>
          </a:p>
          <a:p>
            <a:pPr lvl="1"/>
            <a:r>
              <a:rPr lang="en-US" dirty="0">
                <a:latin typeface="Calibri"/>
                <a:ea typeface="Calibri"/>
                <a:cs typeface="Calibri"/>
              </a:rPr>
              <a:t>Browser web store</a:t>
            </a:r>
          </a:p>
          <a:p>
            <a:r>
              <a:rPr lang="en-US" dirty="0">
                <a:latin typeface="Calibri"/>
                <a:ea typeface="Calibri"/>
                <a:cs typeface="Calibri"/>
              </a:rPr>
              <a:t>Only enable when needed</a:t>
            </a:r>
            <a:endParaRPr lang="en-US" dirty="0">
              <a:ea typeface="Calibri"/>
            </a:endParaRPr>
          </a:p>
        </p:txBody>
      </p:sp>
      <p:sp>
        <p:nvSpPr>
          <p:cNvPr id="4" name="Slide Number Placeholder 3">
            <a:extLst>
              <a:ext uri="{FF2B5EF4-FFF2-40B4-BE49-F238E27FC236}">
                <a16:creationId xmlns:a16="http://schemas.microsoft.com/office/drawing/2014/main" id="{19F255F8-1719-B0F5-B613-546C0E02EA86}"/>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3470917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CF88-2570-BF25-0CA3-ADF64CDA8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6C822-69FF-6F6A-062E-ED5EC27200F0}"/>
              </a:ext>
            </a:extLst>
          </p:cNvPr>
          <p:cNvSpPr>
            <a:spLocks noGrp="1"/>
          </p:cNvSpPr>
          <p:nvPr>
            <p:ph type="title"/>
          </p:nvPr>
        </p:nvSpPr>
        <p:spPr/>
        <p:txBody>
          <a:bodyPr/>
          <a:lstStyle/>
          <a:p>
            <a:r>
              <a:rPr lang="en-US" b="1" i="0" dirty="0">
                <a:solidFill>
                  <a:srgbClr val="253644"/>
                </a:solidFill>
                <a:effectLst/>
              </a:rPr>
              <a:t>Browser Extensions and Plug-ins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791557AD-89CD-9535-0002-C8D40BFC971D}"/>
              </a:ext>
            </a:extLst>
          </p:cNvPr>
          <p:cNvSpPr>
            <a:spLocks noGrp="1"/>
          </p:cNvSpPr>
          <p:nvPr>
            <p:ph type="sldNum" sz="quarter" idx="10"/>
          </p:nvPr>
        </p:nvSpPr>
        <p:spPr/>
        <p:txBody>
          <a:bodyPr/>
          <a:lstStyle/>
          <a:p>
            <a:fld id="{B7CF8A19-3A9E-4ABC-B336-2FDDE321C72D}" type="slidenum">
              <a:rPr lang="en-US" smtClean="0"/>
              <a:pPr/>
              <a:t>42</a:t>
            </a:fld>
            <a:endParaRPr lang="en-US" dirty="0"/>
          </a:p>
        </p:txBody>
      </p:sp>
      <p:sp>
        <p:nvSpPr>
          <p:cNvPr id="7" name="Content Placeholder 11">
            <a:extLst>
              <a:ext uri="{FF2B5EF4-FFF2-40B4-BE49-F238E27FC236}">
                <a16:creationId xmlns:a16="http://schemas.microsoft.com/office/drawing/2014/main" id="{62374D8A-D6CA-D1F2-35E1-07639C9489A5}"/>
              </a:ext>
            </a:extLst>
          </p:cNvPr>
          <p:cNvSpPr txBox="1">
            <a:spLocks/>
          </p:cNvSpPr>
          <p:nvPr/>
        </p:nvSpPr>
        <p:spPr>
          <a:xfrm>
            <a:off x="1500946" y="4784430"/>
            <a:ext cx="614210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b="0" i="1" dirty="0">
                <a:solidFill>
                  <a:srgbClr val="253644"/>
                </a:solidFill>
                <a:effectLst/>
                <a:ea typeface="Calibri" panose="020F0502020204030204" pitchFamily="34" charset="0"/>
              </a:rPr>
              <a:t>Screenshot courtesy of Google, a trademark of Google LLC.</a:t>
            </a:r>
            <a:endParaRPr lang="en-US" sz="900" i="1" dirty="0">
              <a:solidFill>
                <a:srgbClr val="253644"/>
              </a:solidFill>
              <a:ea typeface="Calibri" panose="020F0502020204030204" pitchFamily="34" charset="0"/>
            </a:endParaRPr>
          </a:p>
        </p:txBody>
      </p:sp>
      <p:pic>
        <p:nvPicPr>
          <p:cNvPr id="5" name="Picture 4" descr="A Microsoft Edge settings page under &quot;Profiles,&quot; showing a logged-in user profile with sync enabled and various profile management options.">
            <a:extLst>
              <a:ext uri="{FF2B5EF4-FFF2-40B4-BE49-F238E27FC236}">
                <a16:creationId xmlns:a16="http://schemas.microsoft.com/office/drawing/2014/main" id="{44A51F33-719E-3E1B-7840-6B97E5B9000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00947" y="759226"/>
            <a:ext cx="6142106" cy="3989080"/>
          </a:xfrm>
          <a:prstGeom prst="rect">
            <a:avLst/>
          </a:prstGeom>
        </p:spPr>
      </p:pic>
    </p:spTree>
    <p:extLst>
      <p:ext uri="{BB962C8B-B14F-4D97-AF65-F5344CB8AC3E}">
        <p14:creationId xmlns:p14="http://schemas.microsoft.com/office/powerpoint/2010/main" val="3507926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EBF7-8596-6F5B-0AC8-E7B37A629A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6C5317-4290-1E64-35F1-616A29E2B965}"/>
              </a:ext>
            </a:extLst>
          </p:cNvPr>
          <p:cNvSpPr>
            <a:spLocks noGrp="1"/>
          </p:cNvSpPr>
          <p:nvPr>
            <p:ph type="title"/>
          </p:nvPr>
        </p:nvSpPr>
        <p:spPr/>
        <p:txBody>
          <a:bodyPr/>
          <a:lstStyle/>
          <a:p>
            <a:r>
              <a:rPr lang="en-US" b="1" i="0" dirty="0">
                <a:solidFill>
                  <a:srgbClr val="253644"/>
                </a:solidFill>
                <a:effectLst/>
              </a:rPr>
              <a:t>Browser Patching</a:t>
            </a:r>
            <a:endParaRPr lang="en-US" sz="2000" dirty="0">
              <a:solidFill>
                <a:srgbClr val="253644"/>
              </a:solidFill>
            </a:endParaRPr>
          </a:p>
        </p:txBody>
      </p:sp>
      <p:sp>
        <p:nvSpPr>
          <p:cNvPr id="3" name="Content Placeholder 2">
            <a:extLst>
              <a:ext uri="{FF2B5EF4-FFF2-40B4-BE49-F238E27FC236}">
                <a16:creationId xmlns:a16="http://schemas.microsoft.com/office/drawing/2014/main" id="{59EECA1C-48D5-48AC-6120-1FEB34308C3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Updates- processed through OS updates or separately</a:t>
            </a:r>
          </a:p>
          <a:p>
            <a:r>
              <a:rPr lang="en-US" dirty="0">
                <a:latin typeface="Calibri"/>
                <a:ea typeface="Calibri"/>
                <a:cs typeface="Calibri"/>
              </a:rPr>
              <a:t>Auto update upon launch</a:t>
            </a:r>
          </a:p>
          <a:p>
            <a:r>
              <a:rPr lang="en-US" dirty="0">
                <a:latin typeface="Calibri"/>
                <a:ea typeface="Calibri"/>
                <a:cs typeface="Calibri"/>
              </a:rPr>
              <a:t>About menu</a:t>
            </a:r>
            <a:endParaRPr lang="en-US" dirty="0">
              <a:ea typeface="Calibri"/>
            </a:endParaRPr>
          </a:p>
        </p:txBody>
      </p:sp>
      <p:sp>
        <p:nvSpPr>
          <p:cNvPr id="4" name="Slide Number Placeholder 3">
            <a:extLst>
              <a:ext uri="{FF2B5EF4-FFF2-40B4-BE49-F238E27FC236}">
                <a16:creationId xmlns:a16="http://schemas.microsoft.com/office/drawing/2014/main" id="{27BD4702-9D9C-C825-A8F1-C2736873EA24}"/>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2244434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202B3-07A9-2E77-ED33-3A2729A4470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58B634D-C412-621F-8001-DBC2B3A90BE9}"/>
              </a:ext>
            </a:extLst>
          </p:cNvPr>
          <p:cNvSpPr>
            <a:spLocks noGrp="1"/>
          </p:cNvSpPr>
          <p:nvPr>
            <p:ph type="title"/>
          </p:nvPr>
        </p:nvSpPr>
        <p:spPr/>
        <p:txBody>
          <a:bodyPr/>
          <a:lstStyle/>
          <a:p>
            <a:r>
              <a:rPr lang="en-US" b="1" i="0" dirty="0">
                <a:solidFill>
                  <a:srgbClr val="253644"/>
                </a:solidFill>
                <a:effectLst/>
              </a:rPr>
              <a:t>Secure Connections and Valid Certificates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D6A001DA-E12F-CDD3-53C8-669D3A83A7C4}"/>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SSL/TLS certificate</a:t>
            </a:r>
          </a:p>
          <a:p>
            <a:r>
              <a:rPr lang="en-US" dirty="0">
                <a:latin typeface="Calibri"/>
                <a:ea typeface="Calibri"/>
                <a:cs typeface="Calibri"/>
              </a:rPr>
              <a:t>Certificate Authority (CA)</a:t>
            </a:r>
          </a:p>
          <a:p>
            <a:r>
              <a:rPr lang="en-US" dirty="0">
                <a:latin typeface="Calibri"/>
                <a:ea typeface="Calibri"/>
                <a:cs typeface="Calibri"/>
              </a:rPr>
              <a:t>Validity</a:t>
            </a:r>
          </a:p>
          <a:p>
            <a:r>
              <a:rPr lang="en-US" dirty="0">
                <a:latin typeface="Calibri"/>
                <a:ea typeface="Calibri"/>
                <a:cs typeface="Calibri"/>
              </a:rPr>
              <a:t>Asymmetric Algorithm</a:t>
            </a:r>
            <a:endParaRPr lang="en-US" dirty="0">
              <a:ea typeface="Calibri"/>
            </a:endParaRPr>
          </a:p>
          <a:p>
            <a:pPr lvl="1"/>
            <a:r>
              <a:rPr lang="en-US" dirty="0">
                <a:latin typeface="Calibri"/>
                <a:ea typeface="Calibri"/>
                <a:cs typeface="Calibri"/>
              </a:rPr>
              <a:t>RSA</a:t>
            </a:r>
            <a:endParaRPr lang="en-US" dirty="0">
              <a:ea typeface="Calibri"/>
            </a:endParaRPr>
          </a:p>
          <a:p>
            <a:pPr lvl="1"/>
            <a:r>
              <a:rPr lang="en-US" dirty="0">
                <a:latin typeface="Calibri"/>
                <a:ea typeface="Calibri"/>
                <a:cs typeface="Calibri"/>
              </a:rPr>
              <a:t>ECC</a:t>
            </a:r>
          </a:p>
        </p:txBody>
      </p:sp>
      <p:sp>
        <p:nvSpPr>
          <p:cNvPr id="4" name="Slide Number Placeholder 3">
            <a:extLst>
              <a:ext uri="{FF2B5EF4-FFF2-40B4-BE49-F238E27FC236}">
                <a16:creationId xmlns:a16="http://schemas.microsoft.com/office/drawing/2014/main" id="{59B541B9-DDC0-5988-ACDD-F3EBA5453017}"/>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custDataLst>
      <p:tags r:id="rId1"/>
    </p:custDataLst>
    <p:extLst>
      <p:ext uri="{BB962C8B-B14F-4D97-AF65-F5344CB8AC3E}">
        <p14:creationId xmlns:p14="http://schemas.microsoft.com/office/powerpoint/2010/main" val="1879838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89175-3188-EAC3-1482-22BF66F3E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EB9DA-40CA-EC63-FB3E-9C26672548C1}"/>
              </a:ext>
            </a:extLst>
          </p:cNvPr>
          <p:cNvSpPr>
            <a:spLocks noGrp="1"/>
          </p:cNvSpPr>
          <p:nvPr>
            <p:ph type="title"/>
          </p:nvPr>
        </p:nvSpPr>
        <p:spPr/>
        <p:txBody>
          <a:bodyPr/>
          <a:lstStyle/>
          <a:p>
            <a:r>
              <a:rPr lang="en-US" b="1" i="0" dirty="0">
                <a:solidFill>
                  <a:srgbClr val="253644"/>
                </a:solidFill>
                <a:effectLst/>
              </a:rPr>
              <a:t>Secure Connections and Valid Certificates </a:t>
            </a:r>
            <a:r>
              <a:rPr lang="en-US" sz="2000" b="1" i="0" dirty="0">
                <a:solidFill>
                  <a:srgbClr val="253644"/>
                </a:solidFill>
                <a:effectLst/>
              </a:rPr>
              <a:t>(Slide 2 of 3)</a:t>
            </a:r>
            <a:endParaRPr lang="en-US" sz="2000" dirty="0"/>
          </a:p>
        </p:txBody>
      </p:sp>
      <p:sp>
        <p:nvSpPr>
          <p:cNvPr id="3" name="Slide Number Placeholder 2">
            <a:extLst>
              <a:ext uri="{FF2B5EF4-FFF2-40B4-BE49-F238E27FC236}">
                <a16:creationId xmlns:a16="http://schemas.microsoft.com/office/drawing/2014/main" id="{562573F6-953F-7295-A269-A55E3A85AEBD}"/>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
        <p:nvSpPr>
          <p:cNvPr id="7" name="Content Placeholder 11">
            <a:extLst>
              <a:ext uri="{FF2B5EF4-FFF2-40B4-BE49-F238E27FC236}">
                <a16:creationId xmlns:a16="http://schemas.microsoft.com/office/drawing/2014/main" id="{5133B2BA-5F7D-972B-FE74-F42F3272ACBA}"/>
              </a:ext>
            </a:extLst>
          </p:cNvPr>
          <p:cNvSpPr txBox="1">
            <a:spLocks/>
          </p:cNvSpPr>
          <p:nvPr/>
        </p:nvSpPr>
        <p:spPr>
          <a:xfrm>
            <a:off x="2049010" y="4809597"/>
            <a:ext cx="504597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b="0" i="1" dirty="0">
                <a:solidFill>
                  <a:srgbClr val="253644"/>
                </a:solidFill>
                <a:effectLst/>
                <a:ea typeface="Calibri" panose="020F0502020204030204" pitchFamily="34" charset="0"/>
              </a:rPr>
              <a:t>Screenshot courtesy of CompTIA and Edge.</a:t>
            </a:r>
            <a:endParaRPr lang="en-US" sz="900" i="1" dirty="0">
              <a:solidFill>
                <a:srgbClr val="253644"/>
              </a:solidFill>
              <a:ea typeface="Calibri" panose="020F0502020204030204" pitchFamily="34" charset="0"/>
            </a:endParaRPr>
          </a:p>
        </p:txBody>
      </p:sp>
      <p:pic>
        <p:nvPicPr>
          <p:cNvPr id="6" name="Picture 5" descr="A website with a security padlock icon open in a browser, displaying a secure connection message and certificate validation popup.">
            <a:extLst>
              <a:ext uri="{FF2B5EF4-FFF2-40B4-BE49-F238E27FC236}">
                <a16:creationId xmlns:a16="http://schemas.microsoft.com/office/drawing/2014/main" id="{738CB443-496C-203E-DB47-B19C941086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49010" y="753826"/>
            <a:ext cx="5045977" cy="4014843"/>
          </a:xfrm>
          <a:prstGeom prst="rect">
            <a:avLst/>
          </a:prstGeom>
          <a:ln>
            <a:solidFill>
              <a:schemeClr val="bg1">
                <a:lumMod val="85000"/>
              </a:schemeClr>
            </a:solidFill>
          </a:ln>
        </p:spPr>
      </p:pic>
    </p:spTree>
    <p:extLst>
      <p:ext uri="{BB962C8B-B14F-4D97-AF65-F5344CB8AC3E}">
        <p14:creationId xmlns:p14="http://schemas.microsoft.com/office/powerpoint/2010/main" val="7671175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44E7-2BD7-029C-EE78-ECBBFA59C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CBB4F-18C6-AEF5-345B-77EA598252F5}"/>
              </a:ext>
            </a:extLst>
          </p:cNvPr>
          <p:cNvSpPr>
            <a:spLocks noGrp="1"/>
          </p:cNvSpPr>
          <p:nvPr>
            <p:ph type="title"/>
          </p:nvPr>
        </p:nvSpPr>
        <p:spPr/>
        <p:txBody>
          <a:bodyPr/>
          <a:lstStyle/>
          <a:p>
            <a:r>
              <a:rPr lang="en-US" b="1" i="0" dirty="0">
                <a:solidFill>
                  <a:srgbClr val="253644"/>
                </a:solidFill>
                <a:effectLst/>
              </a:rPr>
              <a:t>Secure Connections and Valid Certificates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8B785A02-E5E5-6E32-2CD8-5B370023CC9E}"/>
              </a:ext>
            </a:extLst>
          </p:cNvPr>
          <p:cNvSpPr>
            <a:spLocks noGrp="1"/>
          </p:cNvSpPr>
          <p:nvPr>
            <p:ph type="sldNum" sz="quarter" idx="10"/>
          </p:nvPr>
        </p:nvSpPr>
        <p:spPr/>
        <p:txBody>
          <a:bodyPr/>
          <a:lstStyle/>
          <a:p>
            <a:fld id="{B7CF8A19-3A9E-4ABC-B336-2FDDE321C72D}" type="slidenum">
              <a:rPr lang="en-US" smtClean="0"/>
              <a:pPr/>
              <a:t>46</a:t>
            </a:fld>
            <a:endParaRPr lang="en-US" dirty="0"/>
          </a:p>
        </p:txBody>
      </p:sp>
      <p:sp>
        <p:nvSpPr>
          <p:cNvPr id="7" name="Content Placeholder 11">
            <a:extLst>
              <a:ext uri="{FF2B5EF4-FFF2-40B4-BE49-F238E27FC236}">
                <a16:creationId xmlns:a16="http://schemas.microsoft.com/office/drawing/2014/main" id="{D22FE78A-8B0A-6A19-D52D-940240408644}"/>
              </a:ext>
            </a:extLst>
          </p:cNvPr>
          <p:cNvSpPr txBox="1">
            <a:spLocks/>
          </p:cNvSpPr>
          <p:nvPr/>
        </p:nvSpPr>
        <p:spPr>
          <a:xfrm>
            <a:off x="2052160" y="4843790"/>
            <a:ext cx="503967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b="0" i="1" dirty="0">
                <a:solidFill>
                  <a:srgbClr val="253644"/>
                </a:solidFill>
                <a:effectLst/>
                <a:ea typeface="Calibri" panose="020F0502020204030204" pitchFamily="34" charset="0"/>
              </a:rPr>
              <a:t>Screenshot courtesy of Mozilla.</a:t>
            </a:r>
            <a:endParaRPr lang="en-US" sz="900" i="1" dirty="0">
              <a:solidFill>
                <a:srgbClr val="253644"/>
              </a:solidFill>
              <a:ea typeface="Calibri" panose="020F0502020204030204" pitchFamily="34" charset="0"/>
            </a:endParaRPr>
          </a:p>
        </p:txBody>
      </p:sp>
      <p:pic>
        <p:nvPicPr>
          <p:cNvPr id="5" name="Picture 4" descr="A Firefox Certificate Manager window under the &quot;Authorities&quot; tab, listing installed certificate authorities such as DigiCert with security tokens.">
            <a:extLst>
              <a:ext uri="{FF2B5EF4-FFF2-40B4-BE49-F238E27FC236}">
                <a16:creationId xmlns:a16="http://schemas.microsoft.com/office/drawing/2014/main" id="{15244D22-F77E-F093-E649-DFD6FD95017E}"/>
              </a:ext>
            </a:extLst>
          </p:cNvPr>
          <p:cNvPicPr>
            <a:picLocks noChangeAspect="1"/>
          </p:cNvPicPr>
          <p:nvPr/>
        </p:nvPicPr>
        <p:blipFill>
          <a:blip r:embed="rId3"/>
          <a:stretch>
            <a:fillRect/>
          </a:stretch>
        </p:blipFill>
        <p:spPr>
          <a:xfrm>
            <a:off x="2052160" y="748732"/>
            <a:ext cx="5039677" cy="4078280"/>
          </a:xfrm>
          <a:prstGeom prst="rect">
            <a:avLst/>
          </a:prstGeom>
          <a:ln>
            <a:solidFill>
              <a:schemeClr val="bg1">
                <a:lumMod val="85000"/>
              </a:schemeClr>
            </a:solidFill>
          </a:ln>
        </p:spPr>
      </p:pic>
    </p:spTree>
    <p:extLst>
      <p:ext uri="{BB962C8B-B14F-4D97-AF65-F5344CB8AC3E}">
        <p14:creationId xmlns:p14="http://schemas.microsoft.com/office/powerpoint/2010/main" val="2020997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CA20-D3A5-8C60-BFB6-15F895147D9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D77091D-F5F7-6245-88EE-4EA3FAFD6771}"/>
              </a:ext>
            </a:extLst>
          </p:cNvPr>
          <p:cNvSpPr>
            <a:spLocks noGrp="1"/>
          </p:cNvSpPr>
          <p:nvPr>
            <p:ph type="title"/>
          </p:nvPr>
        </p:nvSpPr>
        <p:spPr/>
        <p:txBody>
          <a:bodyPr/>
          <a:lstStyle/>
          <a:p>
            <a:r>
              <a:rPr lang="en-US" b="1" i="0" dirty="0">
                <a:solidFill>
                  <a:srgbClr val="253644"/>
                </a:solidFill>
                <a:effectLst/>
              </a:rPr>
              <a:t>Browser Privacy Settings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18AB397-F9F2-13FC-4814-3FD59015A10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Cookies</a:t>
            </a:r>
          </a:p>
          <a:p>
            <a:r>
              <a:rPr lang="en-US" dirty="0">
                <a:latin typeface="Calibri"/>
                <a:ea typeface="Calibri"/>
                <a:cs typeface="Calibri"/>
              </a:rPr>
              <a:t>Pop-up blockers</a:t>
            </a:r>
          </a:p>
          <a:p>
            <a:r>
              <a:rPr lang="en-US" dirty="0">
                <a:latin typeface="Calibri"/>
                <a:ea typeface="Calibri"/>
                <a:cs typeface="Calibri"/>
              </a:rPr>
              <a:t>Ad blockers</a:t>
            </a:r>
          </a:p>
          <a:p>
            <a:r>
              <a:rPr lang="en-US" dirty="0">
                <a:latin typeface="Calibri"/>
                <a:ea typeface="Calibri"/>
                <a:cs typeface="Calibri"/>
              </a:rPr>
              <a:t>Proxy settings</a:t>
            </a:r>
            <a:endParaRPr lang="en-US" dirty="0">
              <a:ea typeface="Calibri"/>
            </a:endParaRPr>
          </a:p>
          <a:p>
            <a:r>
              <a:rPr lang="en-US" dirty="0">
                <a:latin typeface="Calibri"/>
                <a:ea typeface="Calibri"/>
                <a:cs typeface="Calibri"/>
              </a:rPr>
              <a:t>Clearing cache</a:t>
            </a:r>
          </a:p>
          <a:p>
            <a:r>
              <a:rPr lang="en-US" dirty="0">
                <a:latin typeface="Calibri"/>
                <a:ea typeface="Calibri"/>
                <a:cs typeface="Calibri"/>
              </a:rPr>
              <a:t>Private browsing</a:t>
            </a:r>
            <a:endParaRPr lang="en-US" dirty="0">
              <a:ea typeface="Calibri"/>
            </a:endParaRPr>
          </a:p>
          <a:p>
            <a:pPr lvl="1"/>
            <a:r>
              <a:rPr lang="en-US" dirty="0">
                <a:latin typeface="Calibri"/>
                <a:ea typeface="Calibri"/>
                <a:cs typeface="Calibri"/>
              </a:rPr>
              <a:t>Does not hide your web browsing from your ISP!</a:t>
            </a:r>
            <a:endParaRPr lang="en-US" dirty="0">
              <a:ea typeface="Calibri"/>
            </a:endParaRPr>
          </a:p>
        </p:txBody>
      </p:sp>
      <p:sp>
        <p:nvSpPr>
          <p:cNvPr id="4" name="Slide Number Placeholder 3">
            <a:extLst>
              <a:ext uri="{FF2B5EF4-FFF2-40B4-BE49-F238E27FC236}">
                <a16:creationId xmlns:a16="http://schemas.microsoft.com/office/drawing/2014/main" id="{45CD9FE5-29C7-92C4-C831-FA168E71C55D}"/>
              </a:ext>
            </a:extLst>
          </p:cNvPr>
          <p:cNvSpPr>
            <a:spLocks noGrp="1"/>
          </p:cNvSpPr>
          <p:nvPr>
            <p:ph type="sldNum" sz="quarter" idx="10"/>
          </p:nvPr>
        </p:nvSpPr>
        <p:spPr/>
        <p:txBody>
          <a:bodyPr/>
          <a:lstStyle/>
          <a:p>
            <a:fld id="{B7CF8A19-3A9E-4ABC-B336-2FDDE321C72D}" type="slidenum">
              <a:rPr lang="en-US" smtClean="0"/>
              <a:pPr/>
              <a:t>47</a:t>
            </a:fld>
            <a:endParaRPr lang="en-US" dirty="0"/>
          </a:p>
        </p:txBody>
      </p:sp>
    </p:spTree>
    <p:custDataLst>
      <p:tags r:id="rId1"/>
    </p:custDataLst>
    <p:extLst>
      <p:ext uri="{BB962C8B-B14F-4D97-AF65-F5344CB8AC3E}">
        <p14:creationId xmlns:p14="http://schemas.microsoft.com/office/powerpoint/2010/main" val="3664825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8AA8F-A1A7-0DFF-CE91-856B6CFE3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A2D1C-F1ED-A1C8-7E95-89613B1E970F}"/>
              </a:ext>
            </a:extLst>
          </p:cNvPr>
          <p:cNvSpPr>
            <a:spLocks noGrp="1"/>
          </p:cNvSpPr>
          <p:nvPr>
            <p:ph type="title"/>
          </p:nvPr>
        </p:nvSpPr>
        <p:spPr/>
        <p:txBody>
          <a:bodyPr/>
          <a:lstStyle/>
          <a:p>
            <a:r>
              <a:rPr lang="en-US" b="1" i="0" dirty="0">
                <a:solidFill>
                  <a:srgbClr val="253644"/>
                </a:solidFill>
                <a:effectLst/>
              </a:rPr>
              <a:t>Browser Privacy Settings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07E7A9BF-6C4B-AFD8-6202-9EFE5D921E31}"/>
              </a:ext>
            </a:extLst>
          </p:cNvPr>
          <p:cNvSpPr>
            <a:spLocks noGrp="1"/>
          </p:cNvSpPr>
          <p:nvPr>
            <p:ph type="sldNum" sz="quarter" idx="10"/>
          </p:nvPr>
        </p:nvSpPr>
        <p:spPr/>
        <p:txBody>
          <a:bodyPr/>
          <a:lstStyle/>
          <a:p>
            <a:fld id="{B7CF8A19-3A9E-4ABC-B336-2FDDE321C72D}" type="slidenum">
              <a:rPr lang="en-US" smtClean="0"/>
              <a:pPr/>
              <a:t>48</a:t>
            </a:fld>
            <a:endParaRPr lang="en-US" dirty="0"/>
          </a:p>
        </p:txBody>
      </p:sp>
      <p:sp>
        <p:nvSpPr>
          <p:cNvPr id="7" name="Content Placeholder 11">
            <a:extLst>
              <a:ext uri="{FF2B5EF4-FFF2-40B4-BE49-F238E27FC236}">
                <a16:creationId xmlns:a16="http://schemas.microsoft.com/office/drawing/2014/main" id="{38E1EFBC-0272-E3AC-EAEC-40A226528E5D}"/>
              </a:ext>
            </a:extLst>
          </p:cNvPr>
          <p:cNvSpPr txBox="1">
            <a:spLocks/>
          </p:cNvSpPr>
          <p:nvPr/>
        </p:nvSpPr>
        <p:spPr>
          <a:xfrm>
            <a:off x="1310958" y="4640837"/>
            <a:ext cx="652208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b="0" i="1" dirty="0">
                <a:solidFill>
                  <a:srgbClr val="253644"/>
                </a:solidFill>
                <a:effectLst/>
                <a:ea typeface="Calibri" panose="020F0502020204030204" pitchFamily="34" charset="0"/>
              </a:rPr>
              <a:t>Screenshot courtesy of CompTIA and Google, a trademark of Google, LLC.</a:t>
            </a:r>
            <a:endParaRPr lang="en-US" sz="900" i="1" dirty="0">
              <a:solidFill>
                <a:srgbClr val="253644"/>
              </a:solidFill>
              <a:ea typeface="Calibri" panose="020F0502020204030204" pitchFamily="34" charset="0"/>
            </a:endParaRPr>
          </a:p>
        </p:txBody>
      </p:sp>
      <p:pic>
        <p:nvPicPr>
          <p:cNvPr id="5" name="Picture 4" descr="A browser cookies settings window, displaying a list of allowed cookies for a visited website, including multiple domains.">
            <a:extLst>
              <a:ext uri="{FF2B5EF4-FFF2-40B4-BE49-F238E27FC236}">
                <a16:creationId xmlns:a16="http://schemas.microsoft.com/office/drawing/2014/main" id="{EFA7D3D8-E72E-5CB8-4798-45896E44622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0958" y="838001"/>
            <a:ext cx="6522083" cy="3786432"/>
          </a:xfrm>
          <a:prstGeom prst="rect">
            <a:avLst/>
          </a:prstGeom>
        </p:spPr>
      </p:pic>
    </p:spTree>
    <p:extLst>
      <p:ext uri="{BB962C8B-B14F-4D97-AF65-F5344CB8AC3E}">
        <p14:creationId xmlns:p14="http://schemas.microsoft.com/office/powerpoint/2010/main" val="2920551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C833-610F-16FE-96AF-7FB88D9369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8720A6-D9F3-BA23-2070-8C8E1ED76A88}"/>
              </a:ext>
            </a:extLst>
          </p:cNvPr>
          <p:cNvSpPr>
            <a:spLocks noGrp="1"/>
          </p:cNvSpPr>
          <p:nvPr>
            <p:ph type="sldNum" sz="quarter" idx="13"/>
          </p:nvPr>
        </p:nvSpPr>
        <p:spPr/>
        <p:txBody>
          <a:bodyPr/>
          <a:lstStyle/>
          <a:p>
            <a:fld id="{B7CF8A19-3A9E-4ABC-B336-2FDDE321C72D}" type="slidenum">
              <a:rPr lang="en-US" smtClean="0"/>
              <a:pPr/>
              <a:t>49</a:t>
            </a:fld>
            <a:endParaRPr lang="en-US" dirty="0"/>
          </a:p>
        </p:txBody>
      </p:sp>
      <p:sp>
        <p:nvSpPr>
          <p:cNvPr id="3" name="Content Placeholder 2">
            <a:extLst>
              <a:ext uri="{FF2B5EF4-FFF2-40B4-BE49-F238E27FC236}">
                <a16:creationId xmlns:a16="http://schemas.microsoft.com/office/drawing/2014/main" id="{888F3FC4-673A-726A-9BB1-93CDAD27830D}"/>
              </a:ext>
            </a:extLst>
          </p:cNvPr>
          <p:cNvSpPr>
            <a:spLocks noGrp="1"/>
          </p:cNvSpPr>
          <p:nvPr>
            <p:ph sz="quarter" idx="14"/>
          </p:nvPr>
        </p:nvSpPr>
        <p:spPr/>
        <p:txBody>
          <a:bodyPr>
            <a:normAutofit/>
          </a:bodyPr>
          <a:lstStyle/>
          <a:p>
            <a:r>
              <a:rPr lang="en-US" dirty="0"/>
              <a:t>Lab: Practice Installing &amp; Removing Browser Software</a:t>
            </a:r>
            <a:br>
              <a:rPr lang="en-US" dirty="0"/>
            </a:br>
            <a:r>
              <a:rPr lang="en-US" sz="2000" dirty="0"/>
              <a:t>(available in CertMaster Learn and CertMaster Perform)</a:t>
            </a:r>
          </a:p>
          <a:p>
            <a:r>
              <a:rPr lang="en-US" dirty="0"/>
              <a:t>Lab: Safe Browsing Best Practices</a:t>
            </a:r>
            <a:br>
              <a:rPr lang="en-US" sz="2000" dirty="0"/>
            </a:br>
            <a:r>
              <a:rPr lang="en-US" sz="2000" dirty="0"/>
              <a:t>(available in CertMaster Learn and CertMaster Perform)</a:t>
            </a:r>
          </a:p>
          <a:p>
            <a:r>
              <a:rPr lang="en-US" dirty="0"/>
              <a:t>Applied Live Lab: Configure Browser Security</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118513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BD66-AAB0-564D-0791-CE29090DE2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CA8031-E976-6C61-219D-1603DE4B769F}"/>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Browser Selection and Installation</a:t>
            </a:r>
          </a:p>
          <a:p>
            <a:r>
              <a:rPr lang="en-US" dirty="0"/>
              <a:t>Browser Settings</a:t>
            </a:r>
          </a:p>
          <a:p>
            <a:r>
              <a:rPr lang="en-US" dirty="0"/>
              <a:t>Browser Extensions and Plug-ins</a:t>
            </a:r>
          </a:p>
          <a:p>
            <a:r>
              <a:rPr lang="en-US" dirty="0"/>
              <a:t>Browser Patching</a:t>
            </a:r>
          </a:p>
          <a:p>
            <a:r>
              <a:rPr lang="en-US" dirty="0"/>
              <a:t>Secure Connections and Valid Certificates</a:t>
            </a:r>
          </a:p>
          <a:p>
            <a:r>
              <a:rPr lang="en-US" dirty="0"/>
              <a:t>Browser Privacy Settings</a:t>
            </a:r>
          </a:p>
        </p:txBody>
      </p:sp>
      <p:sp>
        <p:nvSpPr>
          <p:cNvPr id="3" name="Title 2">
            <a:extLst>
              <a:ext uri="{FF2B5EF4-FFF2-40B4-BE49-F238E27FC236}">
                <a16:creationId xmlns:a16="http://schemas.microsoft.com/office/drawing/2014/main" id="{2E1D5A8D-C7E9-CC6D-3FF0-4A80AF988A1B}"/>
              </a:ext>
            </a:extLst>
          </p:cNvPr>
          <p:cNvSpPr>
            <a:spLocks noGrp="1"/>
          </p:cNvSpPr>
          <p:nvPr>
            <p:ph type="title"/>
          </p:nvPr>
        </p:nvSpPr>
        <p:spPr/>
        <p:txBody>
          <a:bodyPr/>
          <a:lstStyle/>
          <a:p>
            <a:r>
              <a:rPr lang="en-US" dirty="0"/>
              <a:t>Browser Security</a:t>
            </a:r>
          </a:p>
        </p:txBody>
      </p:sp>
      <p:sp>
        <p:nvSpPr>
          <p:cNvPr id="4" name="Slide Number Placeholder 3">
            <a:extLst>
              <a:ext uri="{FF2B5EF4-FFF2-40B4-BE49-F238E27FC236}">
                <a16:creationId xmlns:a16="http://schemas.microsoft.com/office/drawing/2014/main" id="{50F74253-8BC9-B596-3119-171FC0795D73}"/>
              </a:ext>
            </a:extLst>
          </p:cNvPr>
          <p:cNvSpPr>
            <a:spLocks noGrp="1"/>
          </p:cNvSpPr>
          <p:nvPr>
            <p:ph type="sldNum" sz="quarter" idx="12"/>
          </p:nvPr>
        </p:nvSpPr>
        <p:spPr/>
        <p:txBody>
          <a:bodyPr/>
          <a:lstStyle/>
          <a:p>
            <a:fld id="{B7CF8A19-3A9E-4ABC-B336-2FDDE321C72D}" type="slidenum">
              <a:rPr lang="en-US" smtClean="0"/>
              <a:pPr/>
              <a:t>50</a:t>
            </a:fld>
            <a:endParaRPr lang="en-US" dirty="0"/>
          </a:p>
        </p:txBody>
      </p:sp>
    </p:spTree>
    <p:custDataLst>
      <p:tags r:id="rId1"/>
    </p:custDataLst>
    <p:extLst>
      <p:ext uri="{BB962C8B-B14F-4D97-AF65-F5344CB8AC3E}">
        <p14:creationId xmlns:p14="http://schemas.microsoft.com/office/powerpoint/2010/main" val="15130347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D5705-293E-1D24-88BA-DC3424F72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BBA86-819C-5F3C-079D-2112CFAA0383}"/>
              </a:ext>
            </a:extLst>
          </p:cNvPr>
          <p:cNvSpPr>
            <a:spLocks noGrp="1"/>
          </p:cNvSpPr>
          <p:nvPr>
            <p:ph type="ctrTitle"/>
          </p:nvPr>
        </p:nvSpPr>
        <p:spPr/>
        <p:txBody>
          <a:bodyPr/>
          <a:lstStyle/>
          <a:p>
            <a:r>
              <a:rPr lang="en-US" dirty="0"/>
              <a:t>Troubleshoot Workstation Security</a:t>
            </a:r>
          </a:p>
        </p:txBody>
      </p:sp>
      <p:sp>
        <p:nvSpPr>
          <p:cNvPr id="3" name="Subtitle 2">
            <a:extLst>
              <a:ext uri="{FF2B5EF4-FFF2-40B4-BE49-F238E27FC236}">
                <a16:creationId xmlns:a16="http://schemas.microsoft.com/office/drawing/2014/main" id="{D36583AB-B7DA-4840-6866-D007F34214BF}"/>
              </a:ext>
            </a:extLst>
          </p:cNvPr>
          <p:cNvSpPr>
            <a:spLocks noGrp="1"/>
          </p:cNvSpPr>
          <p:nvPr>
            <p:ph type="subTitle" idx="1"/>
          </p:nvPr>
        </p:nvSpPr>
        <p:spPr/>
        <p:txBody>
          <a:bodyPr/>
          <a:lstStyle/>
          <a:p>
            <a:r>
              <a:rPr lang="en-US" dirty="0"/>
              <a:t>Lesson 19.4</a:t>
            </a:r>
          </a:p>
        </p:txBody>
      </p:sp>
      <p:sp>
        <p:nvSpPr>
          <p:cNvPr id="4" name="Slide Number Placeholder 3">
            <a:extLst>
              <a:ext uri="{FF2B5EF4-FFF2-40B4-BE49-F238E27FC236}">
                <a16:creationId xmlns:a16="http://schemas.microsoft.com/office/drawing/2014/main" id="{AF3FEBD0-055A-D770-DD25-A48ABA43F6C5}"/>
              </a:ext>
            </a:extLst>
          </p:cNvPr>
          <p:cNvSpPr>
            <a:spLocks noGrp="1"/>
          </p:cNvSpPr>
          <p:nvPr>
            <p:ph type="sldNum" sz="quarter" idx="10"/>
          </p:nvPr>
        </p:nvSpPr>
        <p:spPr/>
        <p:txBody>
          <a:bodyPr/>
          <a:lstStyle/>
          <a:p>
            <a:fld id="{B7CF8A19-3A9E-4ABC-B336-2FDDE321C72D}" type="slidenum">
              <a:rPr lang="en-US" smtClean="0"/>
              <a:pPr/>
              <a:t>51</a:t>
            </a:fld>
            <a:endParaRPr lang="en-US" dirty="0"/>
          </a:p>
        </p:txBody>
      </p:sp>
    </p:spTree>
    <p:custDataLst>
      <p:tags r:id="rId1"/>
    </p:custDataLst>
    <p:extLst>
      <p:ext uri="{BB962C8B-B14F-4D97-AF65-F5344CB8AC3E}">
        <p14:creationId xmlns:p14="http://schemas.microsoft.com/office/powerpoint/2010/main" val="3634785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656CC-3316-5484-9F3E-64DBA32E62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6D12AA2-772C-5649-B527-BC08EE47F602}"/>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Virus</a:t>
            </a:r>
          </a:p>
          <a:p>
            <a:r>
              <a:rPr lang="en-US" dirty="0">
                <a:latin typeface="Calibri"/>
                <a:ea typeface="Calibri"/>
                <a:cs typeface="Calibri"/>
              </a:rPr>
              <a:t>Boot sector virus</a:t>
            </a:r>
          </a:p>
          <a:p>
            <a:r>
              <a:rPr lang="en-US" dirty="0">
                <a:latin typeface="Calibri"/>
                <a:ea typeface="Calibri"/>
                <a:cs typeface="Calibri"/>
              </a:rPr>
              <a:t>Trojan</a:t>
            </a:r>
          </a:p>
          <a:p>
            <a:r>
              <a:rPr lang="en-US" dirty="0">
                <a:latin typeface="Calibri"/>
                <a:ea typeface="Calibri"/>
                <a:cs typeface="Calibri"/>
              </a:rPr>
              <a:t>Worm</a:t>
            </a:r>
          </a:p>
          <a:p>
            <a:r>
              <a:rPr lang="en-US" dirty="0">
                <a:latin typeface="Calibri"/>
                <a:ea typeface="Calibri"/>
                <a:cs typeface="Calibri"/>
              </a:rPr>
              <a:t>Fileless malware</a:t>
            </a:r>
          </a:p>
          <a:p>
            <a:pPr lvl="1"/>
            <a:r>
              <a:rPr lang="en-US" dirty="0">
                <a:latin typeface="Calibri"/>
                <a:ea typeface="Calibri"/>
                <a:cs typeface="Calibri"/>
              </a:rPr>
              <a:t>Lives in memory, not within a file</a:t>
            </a:r>
            <a:endParaRPr lang="en-US" dirty="0">
              <a:ea typeface="Calibri"/>
            </a:endParaRPr>
          </a:p>
        </p:txBody>
      </p:sp>
      <p:sp>
        <p:nvSpPr>
          <p:cNvPr id="7" name="Title 6">
            <a:extLst>
              <a:ext uri="{FF2B5EF4-FFF2-40B4-BE49-F238E27FC236}">
                <a16:creationId xmlns:a16="http://schemas.microsoft.com/office/drawing/2014/main" id="{890DC139-2FD8-2A1B-3365-1313BA725705}"/>
              </a:ext>
            </a:extLst>
          </p:cNvPr>
          <p:cNvSpPr>
            <a:spLocks noGrp="1"/>
          </p:cNvSpPr>
          <p:nvPr>
            <p:ph type="title"/>
          </p:nvPr>
        </p:nvSpPr>
        <p:spPr/>
        <p:txBody>
          <a:bodyPr/>
          <a:lstStyle/>
          <a:p>
            <a:pPr marL="71755"/>
            <a:r>
              <a:rPr lang="en-US" dirty="0">
                <a:latin typeface="Calibri"/>
                <a:ea typeface="Calibri"/>
                <a:cs typeface="Calibri"/>
              </a:rPr>
              <a:t>Malware Vectors</a:t>
            </a:r>
            <a:endParaRPr lang="en-US" dirty="0">
              <a:ea typeface="Calibri" panose="020F0502020204030204" pitchFamily="34" charset="0"/>
            </a:endParaRPr>
          </a:p>
        </p:txBody>
      </p:sp>
    </p:spTree>
    <p:custDataLst>
      <p:tags r:id="rId1"/>
    </p:custDataLst>
    <p:extLst>
      <p:ext uri="{BB962C8B-B14F-4D97-AF65-F5344CB8AC3E}">
        <p14:creationId xmlns:p14="http://schemas.microsoft.com/office/powerpoint/2010/main" val="2646471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07A8F-DFF8-6D15-C316-BFF3651A57A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5349CC-6B23-6096-1835-DA04AF334B7F}"/>
              </a:ext>
            </a:extLst>
          </p:cNvPr>
          <p:cNvSpPr>
            <a:spLocks noGrp="1"/>
          </p:cNvSpPr>
          <p:nvPr>
            <p:ph type="title"/>
          </p:nvPr>
        </p:nvSpPr>
        <p:spPr/>
        <p:txBody>
          <a:bodyPr/>
          <a:lstStyle/>
          <a:p>
            <a:r>
              <a:rPr lang="en-US" b="1" i="0" dirty="0">
                <a:solidFill>
                  <a:srgbClr val="253644"/>
                </a:solidFill>
                <a:effectLst/>
              </a:rPr>
              <a:t>Malware Payloads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1FE1B6F7-8124-70EC-6380-FDE14F281EF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Actions does the malware accomplish</a:t>
            </a:r>
          </a:p>
          <a:p>
            <a:r>
              <a:rPr lang="en-US" dirty="0">
                <a:latin typeface="Calibri"/>
                <a:ea typeface="Calibri"/>
                <a:cs typeface="Calibri"/>
              </a:rPr>
              <a:t>Backdoor</a:t>
            </a:r>
            <a:endParaRPr lang="en-US" dirty="0">
              <a:ea typeface="Calibri"/>
            </a:endParaRPr>
          </a:p>
          <a:p>
            <a:pPr lvl="1"/>
            <a:r>
              <a:rPr lang="en-US" dirty="0">
                <a:latin typeface="Calibri"/>
                <a:ea typeface="Calibri"/>
                <a:cs typeface="Calibri"/>
              </a:rPr>
              <a:t>Ports, services, accounts</a:t>
            </a:r>
          </a:p>
          <a:p>
            <a:r>
              <a:rPr lang="en-US" dirty="0">
                <a:latin typeface="Calibri"/>
                <a:ea typeface="Calibri"/>
                <a:cs typeface="Calibri"/>
              </a:rPr>
              <a:t>Adware</a:t>
            </a:r>
          </a:p>
          <a:p>
            <a:r>
              <a:rPr lang="en-US" dirty="0">
                <a:latin typeface="Calibri"/>
                <a:ea typeface="Calibri"/>
                <a:cs typeface="Calibri"/>
              </a:rPr>
              <a:t>Spyware and keyloggers</a:t>
            </a:r>
          </a:p>
          <a:p>
            <a:r>
              <a:rPr lang="en-US" dirty="0">
                <a:latin typeface="Calibri"/>
                <a:ea typeface="Calibri"/>
                <a:cs typeface="Calibri"/>
              </a:rPr>
              <a:t>Rootkits</a:t>
            </a:r>
            <a:endParaRPr lang="en-US" dirty="0">
              <a:ea typeface="Calibri"/>
            </a:endParaRPr>
          </a:p>
        </p:txBody>
      </p:sp>
      <p:sp>
        <p:nvSpPr>
          <p:cNvPr id="4" name="Slide Number Placeholder 3">
            <a:extLst>
              <a:ext uri="{FF2B5EF4-FFF2-40B4-BE49-F238E27FC236}">
                <a16:creationId xmlns:a16="http://schemas.microsoft.com/office/drawing/2014/main" id="{DD0C996C-CC00-1F07-CB68-73312CF4D8E3}"/>
              </a:ext>
            </a:extLst>
          </p:cNvPr>
          <p:cNvSpPr>
            <a:spLocks noGrp="1"/>
          </p:cNvSpPr>
          <p:nvPr>
            <p:ph type="sldNum" sz="quarter" idx="10"/>
          </p:nvPr>
        </p:nvSpPr>
        <p:spPr/>
        <p:txBody>
          <a:bodyPr/>
          <a:lstStyle/>
          <a:p>
            <a:fld id="{B7CF8A19-3A9E-4ABC-B336-2FDDE321C72D}" type="slidenum">
              <a:rPr lang="en-US" smtClean="0"/>
              <a:pPr/>
              <a:t>53</a:t>
            </a:fld>
            <a:endParaRPr lang="en-US" dirty="0"/>
          </a:p>
        </p:txBody>
      </p:sp>
    </p:spTree>
    <p:custDataLst>
      <p:tags r:id="rId1"/>
    </p:custDataLst>
    <p:extLst>
      <p:ext uri="{BB962C8B-B14F-4D97-AF65-F5344CB8AC3E}">
        <p14:creationId xmlns:p14="http://schemas.microsoft.com/office/powerpoint/2010/main" val="1022136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ACBE2-769E-D7CE-A46C-ACA8789A2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E90FC-2039-A258-D80D-0B04CD80B858}"/>
              </a:ext>
            </a:extLst>
          </p:cNvPr>
          <p:cNvSpPr>
            <a:spLocks noGrp="1"/>
          </p:cNvSpPr>
          <p:nvPr>
            <p:ph type="title"/>
          </p:nvPr>
        </p:nvSpPr>
        <p:spPr/>
        <p:txBody>
          <a:bodyPr/>
          <a:lstStyle/>
          <a:p>
            <a:r>
              <a:rPr lang="en-US" b="1" i="0" dirty="0">
                <a:solidFill>
                  <a:srgbClr val="253644"/>
                </a:solidFill>
                <a:effectLst/>
              </a:rPr>
              <a:t>Malware Payloads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2120FC1C-FCDB-0F57-9731-C08BE5CEFE0B}"/>
              </a:ext>
            </a:extLst>
          </p:cNvPr>
          <p:cNvSpPr>
            <a:spLocks noGrp="1"/>
          </p:cNvSpPr>
          <p:nvPr>
            <p:ph type="sldNum" sz="quarter" idx="10"/>
          </p:nvPr>
        </p:nvSpPr>
        <p:spPr/>
        <p:txBody>
          <a:bodyPr/>
          <a:lstStyle/>
          <a:p>
            <a:fld id="{B7CF8A19-3A9E-4ABC-B336-2FDDE321C72D}" type="slidenum">
              <a:rPr lang="en-US" smtClean="0"/>
              <a:pPr/>
              <a:t>54</a:t>
            </a:fld>
            <a:endParaRPr lang="en-US" dirty="0"/>
          </a:p>
        </p:txBody>
      </p:sp>
      <p:pic>
        <p:nvPicPr>
          <p:cNvPr id="6" name="Picture 5" descr="A Meterpreter terminal session capturing keystrokes, showing intercepted login credentials and a U R L.">
            <a:extLst>
              <a:ext uri="{FF2B5EF4-FFF2-40B4-BE49-F238E27FC236}">
                <a16:creationId xmlns:a16="http://schemas.microsoft.com/office/drawing/2014/main" id="{016DDD0C-9552-98CA-5502-970A242B2B40}"/>
              </a:ext>
            </a:extLst>
          </p:cNvPr>
          <p:cNvPicPr>
            <a:picLocks noChangeAspect="1"/>
          </p:cNvPicPr>
          <p:nvPr/>
        </p:nvPicPr>
        <p:blipFill>
          <a:blip r:embed="rId3"/>
          <a:stretch>
            <a:fillRect/>
          </a:stretch>
        </p:blipFill>
        <p:spPr>
          <a:xfrm>
            <a:off x="1623600" y="1828696"/>
            <a:ext cx="5896798" cy="1486107"/>
          </a:xfrm>
          <a:prstGeom prst="rect">
            <a:avLst/>
          </a:prstGeom>
          <a:ln>
            <a:solidFill>
              <a:schemeClr val="bg1">
                <a:lumMod val="85000"/>
              </a:schemeClr>
            </a:solidFill>
          </a:ln>
        </p:spPr>
      </p:pic>
    </p:spTree>
    <p:extLst>
      <p:ext uri="{BB962C8B-B14F-4D97-AF65-F5344CB8AC3E}">
        <p14:creationId xmlns:p14="http://schemas.microsoft.com/office/powerpoint/2010/main" val="2138373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92BCC-0BE8-356F-78B0-477D9B6DE42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0BE1DE9-39ED-4304-4C39-E218AF30CB11}"/>
              </a:ext>
            </a:extLst>
          </p:cNvPr>
          <p:cNvSpPr>
            <a:spLocks noGrp="1"/>
          </p:cNvSpPr>
          <p:nvPr>
            <p:ph type="title"/>
          </p:nvPr>
        </p:nvSpPr>
        <p:spPr/>
        <p:txBody>
          <a:bodyPr/>
          <a:lstStyle/>
          <a:p>
            <a:r>
              <a:rPr lang="en-US" b="1" i="0" dirty="0">
                <a:solidFill>
                  <a:srgbClr val="253644"/>
                </a:solidFill>
                <a:effectLst/>
              </a:rPr>
              <a:t>Ransomware and Cryptominers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7F4B18E1-4BE9-D8B2-A70F-BB71AE060BAF}"/>
              </a:ext>
            </a:extLst>
          </p:cNvPr>
          <p:cNvSpPr>
            <a:spLocks noGrp="1"/>
          </p:cNvSpPr>
          <p:nvPr>
            <p:ph idx="1"/>
          </p:nvPr>
        </p:nvSpPr>
        <p:spPr>
          <a:xfrm>
            <a:off x="146050" y="746760"/>
            <a:ext cx="8391766" cy="4046220"/>
          </a:xfrm>
        </p:spPr>
        <p:txBody>
          <a:bodyPr vert="horz" lIns="91440" tIns="45720" rIns="91440" bIns="45720" rtlCol="0" anchor="t">
            <a:normAutofit/>
          </a:bodyPr>
          <a:lstStyle/>
          <a:p>
            <a:r>
              <a:rPr lang="en-US" dirty="0">
                <a:latin typeface="Calibri"/>
                <a:ea typeface="Calibri"/>
                <a:cs typeface="Calibri"/>
              </a:rPr>
              <a:t>Hold data "hostage" until ransom is paid</a:t>
            </a:r>
            <a:endParaRPr lang="en-US" dirty="0">
              <a:ea typeface="Calibri" panose="020F0502020204030204" pitchFamily="34" charset="0"/>
            </a:endParaRPr>
          </a:p>
          <a:p>
            <a:r>
              <a:rPr lang="en-US" dirty="0">
                <a:latin typeface="Calibri"/>
                <a:ea typeface="Calibri"/>
                <a:cs typeface="Calibri"/>
              </a:rPr>
              <a:t>Mine cryptocurrency using host resources such as CPU and GPU</a:t>
            </a:r>
            <a:endParaRPr lang="en-US" dirty="0">
              <a:ea typeface="Calibri"/>
            </a:endParaRPr>
          </a:p>
        </p:txBody>
      </p:sp>
      <p:sp>
        <p:nvSpPr>
          <p:cNvPr id="4" name="Slide Number Placeholder 3">
            <a:extLst>
              <a:ext uri="{FF2B5EF4-FFF2-40B4-BE49-F238E27FC236}">
                <a16:creationId xmlns:a16="http://schemas.microsoft.com/office/drawing/2014/main" id="{C169CFB5-5A09-CCB1-A68C-3E49C0C226F6}"/>
              </a:ext>
            </a:extLst>
          </p:cNvPr>
          <p:cNvSpPr>
            <a:spLocks noGrp="1"/>
          </p:cNvSpPr>
          <p:nvPr>
            <p:ph type="sldNum" sz="quarter" idx="10"/>
          </p:nvPr>
        </p:nvSpPr>
        <p:spPr/>
        <p:txBody>
          <a:bodyPr/>
          <a:lstStyle/>
          <a:p>
            <a:fld id="{B7CF8A19-3A9E-4ABC-B336-2FDDE321C72D}" type="slidenum">
              <a:rPr lang="en-US" smtClean="0"/>
              <a:pPr/>
              <a:t>55</a:t>
            </a:fld>
            <a:endParaRPr lang="en-US" dirty="0"/>
          </a:p>
        </p:txBody>
      </p:sp>
    </p:spTree>
    <p:custDataLst>
      <p:tags r:id="rId1"/>
    </p:custDataLst>
    <p:extLst>
      <p:ext uri="{BB962C8B-B14F-4D97-AF65-F5344CB8AC3E}">
        <p14:creationId xmlns:p14="http://schemas.microsoft.com/office/powerpoint/2010/main" val="8963071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324E9-C66A-2DCD-0A89-577173038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CDDCA-EBD5-1BB4-953C-28C31CBC64F3}"/>
              </a:ext>
            </a:extLst>
          </p:cNvPr>
          <p:cNvSpPr>
            <a:spLocks noGrp="1"/>
          </p:cNvSpPr>
          <p:nvPr>
            <p:ph type="title"/>
          </p:nvPr>
        </p:nvSpPr>
        <p:spPr/>
        <p:txBody>
          <a:bodyPr/>
          <a:lstStyle/>
          <a:p>
            <a:r>
              <a:rPr lang="en-US" b="1" i="0" dirty="0">
                <a:solidFill>
                  <a:srgbClr val="253644"/>
                </a:solidFill>
                <a:effectLst/>
              </a:rPr>
              <a:t>Ransomware and Cryptominers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30995824-881C-0653-3943-EA422A4A5728}"/>
              </a:ext>
            </a:extLst>
          </p:cNvPr>
          <p:cNvSpPr>
            <a:spLocks noGrp="1"/>
          </p:cNvSpPr>
          <p:nvPr>
            <p:ph type="sldNum" sz="quarter" idx="10"/>
          </p:nvPr>
        </p:nvSpPr>
        <p:spPr/>
        <p:txBody>
          <a:bodyPr/>
          <a:lstStyle/>
          <a:p>
            <a:fld id="{B7CF8A19-3A9E-4ABC-B336-2FDDE321C72D}" type="slidenum">
              <a:rPr lang="en-US" smtClean="0"/>
              <a:pPr/>
              <a:t>56</a:t>
            </a:fld>
            <a:endParaRPr lang="en-US" dirty="0"/>
          </a:p>
        </p:txBody>
      </p:sp>
      <p:pic>
        <p:nvPicPr>
          <p:cNvPr id="5" name="Picture 4" descr="A ransomware attack screen labeled &quot;Wana Decryptor 2.0,&quot; demanding a Bitcoin payment to decrypt locked files.">
            <a:extLst>
              <a:ext uri="{FF2B5EF4-FFF2-40B4-BE49-F238E27FC236}">
                <a16:creationId xmlns:a16="http://schemas.microsoft.com/office/drawing/2014/main" id="{761A7162-59CE-448F-12D3-4EFA876222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41611" y="896197"/>
            <a:ext cx="4660776" cy="3518886"/>
          </a:xfrm>
          <a:prstGeom prst="rect">
            <a:avLst/>
          </a:prstGeom>
        </p:spPr>
      </p:pic>
      <p:sp>
        <p:nvSpPr>
          <p:cNvPr id="7" name="Content Placeholder 11">
            <a:extLst>
              <a:ext uri="{FF2B5EF4-FFF2-40B4-BE49-F238E27FC236}">
                <a16:creationId xmlns:a16="http://schemas.microsoft.com/office/drawing/2014/main" id="{14AAC88A-034A-2095-A63C-87E96AE2CE6E}"/>
              </a:ext>
            </a:extLst>
          </p:cNvPr>
          <p:cNvSpPr txBox="1">
            <a:spLocks/>
          </p:cNvSpPr>
          <p:nvPr/>
        </p:nvSpPr>
        <p:spPr>
          <a:xfrm>
            <a:off x="2241612" y="4431861"/>
            <a:ext cx="466077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Wikimedia.</a:t>
            </a:r>
          </a:p>
        </p:txBody>
      </p:sp>
    </p:spTree>
    <p:extLst>
      <p:ext uri="{BB962C8B-B14F-4D97-AF65-F5344CB8AC3E}">
        <p14:creationId xmlns:p14="http://schemas.microsoft.com/office/powerpoint/2010/main" val="33724297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E6202-5963-C123-C4EE-FB05739CC85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3402907-A661-5CE0-9C2C-2D8813143C8E}"/>
              </a:ext>
            </a:extLst>
          </p:cNvPr>
          <p:cNvSpPr>
            <a:spLocks noGrp="1"/>
          </p:cNvSpPr>
          <p:nvPr>
            <p:ph type="title"/>
          </p:nvPr>
        </p:nvSpPr>
        <p:spPr/>
        <p:txBody>
          <a:bodyPr/>
          <a:lstStyle/>
          <a:p>
            <a:r>
              <a:rPr lang="en-US" b="1" i="0" dirty="0">
                <a:solidFill>
                  <a:srgbClr val="253644"/>
                </a:solidFill>
                <a:effectLst/>
              </a:rPr>
              <a:t>Troubleshoot PC Security Symptoms</a:t>
            </a:r>
            <a:endParaRPr lang="en-US" sz="2000" dirty="0">
              <a:solidFill>
                <a:srgbClr val="253644"/>
              </a:solidFill>
            </a:endParaRPr>
          </a:p>
        </p:txBody>
      </p:sp>
      <p:sp>
        <p:nvSpPr>
          <p:cNvPr id="3" name="Content Placeholder 2">
            <a:extLst>
              <a:ext uri="{FF2B5EF4-FFF2-40B4-BE49-F238E27FC236}">
                <a16:creationId xmlns:a16="http://schemas.microsoft.com/office/drawing/2014/main" id="{B671A0A3-00E9-C0BD-094E-485B9DBD8B1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Performance symptoms</a:t>
            </a:r>
            <a:endParaRPr lang="en-US" dirty="0">
              <a:ea typeface="Calibri" panose="020F0502020204030204" pitchFamily="34" charset="0"/>
            </a:endParaRPr>
          </a:p>
          <a:p>
            <a:r>
              <a:rPr lang="en-US" dirty="0">
                <a:latin typeface="Calibri"/>
                <a:ea typeface="Calibri"/>
                <a:cs typeface="Calibri"/>
              </a:rPr>
              <a:t>Application crashes</a:t>
            </a:r>
          </a:p>
          <a:p>
            <a:r>
              <a:rPr lang="en-US" dirty="0">
                <a:latin typeface="Calibri"/>
                <a:ea typeface="Calibri"/>
                <a:cs typeface="Calibri"/>
              </a:rPr>
              <a:t>Service issues</a:t>
            </a:r>
            <a:endParaRPr lang="en-US" dirty="0">
              <a:ea typeface="Calibri"/>
            </a:endParaRPr>
          </a:p>
          <a:p>
            <a:r>
              <a:rPr lang="en-US" dirty="0">
                <a:latin typeface="Calibri"/>
                <a:ea typeface="Calibri"/>
                <a:cs typeface="Calibri"/>
              </a:rPr>
              <a:t>File system errors and anomalies</a:t>
            </a:r>
            <a:endParaRPr lang="en-US" dirty="0">
              <a:ea typeface="Calibri"/>
            </a:endParaRPr>
          </a:p>
        </p:txBody>
      </p:sp>
      <p:sp>
        <p:nvSpPr>
          <p:cNvPr id="4" name="Slide Number Placeholder 3">
            <a:extLst>
              <a:ext uri="{FF2B5EF4-FFF2-40B4-BE49-F238E27FC236}">
                <a16:creationId xmlns:a16="http://schemas.microsoft.com/office/drawing/2014/main" id="{1CB82059-FEFA-66D0-5C33-E5D6955A7820}"/>
              </a:ext>
            </a:extLst>
          </p:cNvPr>
          <p:cNvSpPr>
            <a:spLocks noGrp="1"/>
          </p:cNvSpPr>
          <p:nvPr>
            <p:ph type="sldNum" sz="quarter" idx="10"/>
          </p:nvPr>
        </p:nvSpPr>
        <p:spPr/>
        <p:txBody>
          <a:bodyPr/>
          <a:lstStyle/>
          <a:p>
            <a:fld id="{B7CF8A19-3A9E-4ABC-B336-2FDDE321C72D}" type="slidenum">
              <a:rPr lang="en-US" smtClean="0"/>
              <a:pPr/>
              <a:t>57</a:t>
            </a:fld>
            <a:endParaRPr lang="en-US" dirty="0"/>
          </a:p>
        </p:txBody>
      </p:sp>
    </p:spTree>
    <p:custDataLst>
      <p:tags r:id="rId1"/>
    </p:custDataLst>
    <p:extLst>
      <p:ext uri="{BB962C8B-B14F-4D97-AF65-F5344CB8AC3E}">
        <p14:creationId xmlns:p14="http://schemas.microsoft.com/office/powerpoint/2010/main" val="1395085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8D908-A8FC-BB11-3203-1F914003D9E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C1A46EE-66C4-CE05-B077-E17ACC8630DF}"/>
              </a:ext>
            </a:extLst>
          </p:cNvPr>
          <p:cNvSpPr>
            <a:spLocks noGrp="1"/>
          </p:cNvSpPr>
          <p:nvPr>
            <p:ph type="title"/>
          </p:nvPr>
        </p:nvSpPr>
        <p:spPr/>
        <p:txBody>
          <a:bodyPr/>
          <a:lstStyle/>
          <a:p>
            <a:r>
              <a:rPr lang="en-US" b="1" i="0" dirty="0">
                <a:solidFill>
                  <a:srgbClr val="253644"/>
                </a:solidFill>
                <a:effectLst/>
              </a:rPr>
              <a:t>Desktop Alerts and Notifications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EE9E5E94-E94B-6D86-70B8-9E00FBC61B1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Push notifications to the OS</a:t>
            </a:r>
          </a:p>
          <a:p>
            <a:r>
              <a:rPr lang="en-US" dirty="0">
                <a:latin typeface="Calibri"/>
                <a:ea typeface="Calibri"/>
                <a:cs typeface="Calibri"/>
              </a:rPr>
              <a:t>False or fake alerts that confuse user</a:t>
            </a:r>
            <a:endParaRPr lang="en-US" dirty="0">
              <a:ea typeface="Calibri"/>
            </a:endParaRPr>
          </a:p>
        </p:txBody>
      </p:sp>
      <p:sp>
        <p:nvSpPr>
          <p:cNvPr id="4" name="Slide Number Placeholder 3">
            <a:extLst>
              <a:ext uri="{FF2B5EF4-FFF2-40B4-BE49-F238E27FC236}">
                <a16:creationId xmlns:a16="http://schemas.microsoft.com/office/drawing/2014/main" id="{5CE55674-D4EE-5D29-FF56-D08664CE908E}"/>
              </a:ext>
            </a:extLst>
          </p:cNvPr>
          <p:cNvSpPr>
            <a:spLocks noGrp="1"/>
          </p:cNvSpPr>
          <p:nvPr>
            <p:ph type="sldNum" sz="quarter" idx="10"/>
          </p:nvPr>
        </p:nvSpPr>
        <p:spPr/>
        <p:txBody>
          <a:bodyPr/>
          <a:lstStyle/>
          <a:p>
            <a:fld id="{B7CF8A19-3A9E-4ABC-B336-2FDDE321C72D}" type="slidenum">
              <a:rPr lang="en-US" smtClean="0"/>
              <a:pPr/>
              <a:t>58</a:t>
            </a:fld>
            <a:endParaRPr lang="en-US" dirty="0"/>
          </a:p>
        </p:txBody>
      </p:sp>
    </p:spTree>
    <p:custDataLst>
      <p:tags r:id="rId1"/>
    </p:custDataLst>
    <p:extLst>
      <p:ext uri="{BB962C8B-B14F-4D97-AF65-F5344CB8AC3E}">
        <p14:creationId xmlns:p14="http://schemas.microsoft.com/office/powerpoint/2010/main" val="29005737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022D-BDC6-3F1C-10B7-2A8D175C3CC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DEA52B3-4D87-CC96-E287-BB0598F9E402}"/>
              </a:ext>
            </a:extLst>
          </p:cNvPr>
          <p:cNvSpPr>
            <a:spLocks noGrp="1"/>
          </p:cNvSpPr>
          <p:nvPr>
            <p:ph type="title"/>
          </p:nvPr>
        </p:nvSpPr>
        <p:spPr/>
        <p:txBody>
          <a:bodyPr/>
          <a:lstStyle/>
          <a:p>
            <a:r>
              <a:rPr lang="en-US" b="1" i="0" dirty="0">
                <a:solidFill>
                  <a:srgbClr val="253644"/>
                </a:solidFill>
                <a:effectLst/>
              </a:rPr>
              <a:t>Endpoint Monitoring Solutions</a:t>
            </a:r>
            <a:endParaRPr lang="en-US" sz="2000" dirty="0">
              <a:solidFill>
                <a:srgbClr val="253644"/>
              </a:solidFill>
            </a:endParaRPr>
          </a:p>
        </p:txBody>
      </p:sp>
      <p:sp>
        <p:nvSpPr>
          <p:cNvPr id="3" name="Content Placeholder 2">
            <a:extLst>
              <a:ext uri="{FF2B5EF4-FFF2-40B4-BE49-F238E27FC236}">
                <a16:creationId xmlns:a16="http://schemas.microsoft.com/office/drawing/2014/main" id="{B0A9A4E8-AB4D-8819-941B-1865482F3E1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Monitor for changes on endpoint nodes</a:t>
            </a:r>
          </a:p>
          <a:p>
            <a:r>
              <a:rPr lang="en-US" dirty="0">
                <a:latin typeface="Calibri"/>
                <a:ea typeface="Calibri"/>
                <a:cs typeface="Calibri"/>
              </a:rPr>
              <a:t>Provide early alerts that something may be wrong</a:t>
            </a:r>
          </a:p>
          <a:p>
            <a:r>
              <a:rPr lang="en-US" dirty="0">
                <a:latin typeface="Calibri"/>
                <a:ea typeface="Calibri"/>
                <a:cs typeface="Calibri"/>
              </a:rPr>
              <a:t>EDR/MDR/XDR</a:t>
            </a:r>
            <a:endParaRPr lang="en-US" dirty="0">
              <a:ea typeface="Calibri"/>
            </a:endParaRPr>
          </a:p>
        </p:txBody>
      </p:sp>
      <p:sp>
        <p:nvSpPr>
          <p:cNvPr id="4" name="Slide Number Placeholder 3">
            <a:extLst>
              <a:ext uri="{FF2B5EF4-FFF2-40B4-BE49-F238E27FC236}">
                <a16:creationId xmlns:a16="http://schemas.microsoft.com/office/drawing/2014/main" id="{8BB58556-5385-C3D1-F658-A5192D80EE1E}"/>
              </a:ext>
            </a:extLst>
          </p:cNvPr>
          <p:cNvSpPr>
            <a:spLocks noGrp="1"/>
          </p:cNvSpPr>
          <p:nvPr>
            <p:ph type="sldNum" sz="quarter" idx="10"/>
          </p:nvPr>
        </p:nvSpPr>
        <p:spPr/>
        <p:txBody>
          <a:bodyPr/>
          <a:lstStyle/>
          <a:p>
            <a:fld id="{B7CF8A19-3A9E-4ABC-B336-2FDDE321C72D}" type="slidenum">
              <a:rPr lang="en-US" smtClean="0"/>
              <a:pPr/>
              <a:t>59</a:t>
            </a:fld>
            <a:endParaRPr lang="en-US" dirty="0"/>
          </a:p>
        </p:txBody>
      </p:sp>
    </p:spTree>
    <p:custDataLst>
      <p:tags r:id="rId1"/>
    </p:custDataLst>
    <p:extLst>
      <p:ext uri="{BB962C8B-B14F-4D97-AF65-F5344CB8AC3E}">
        <p14:creationId xmlns:p14="http://schemas.microsoft.com/office/powerpoint/2010/main" val="7077418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F1A70-9C23-DBEB-A224-1FC9334B5D9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52CB18-9547-13A0-E2FB-3605C1B9BFA4}"/>
              </a:ext>
            </a:extLst>
          </p:cNvPr>
          <p:cNvSpPr>
            <a:spLocks noGrp="1"/>
          </p:cNvSpPr>
          <p:nvPr>
            <p:ph type="title"/>
          </p:nvPr>
        </p:nvSpPr>
        <p:spPr/>
        <p:txBody>
          <a:bodyPr/>
          <a:lstStyle/>
          <a:p>
            <a:r>
              <a:rPr lang="en-US" b="1" i="0" dirty="0">
                <a:solidFill>
                  <a:srgbClr val="253644"/>
                </a:solidFill>
                <a:effectLst/>
              </a:rPr>
              <a:t>Troubleshoot Browser Symptoms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E8446AAA-C1FD-E80E-2E3D-65580177636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Redirection to another webpage or website</a:t>
            </a:r>
          </a:p>
          <a:p>
            <a:r>
              <a:rPr lang="en-US" dirty="0">
                <a:latin typeface="Calibri"/>
                <a:ea typeface="Calibri"/>
                <a:cs typeface="Calibri"/>
              </a:rPr>
              <a:t>Certificate warnings</a:t>
            </a:r>
          </a:p>
          <a:p>
            <a:pPr lvl="1"/>
            <a:r>
              <a:rPr lang="en-US" dirty="0">
                <a:latin typeface="Calibri"/>
                <a:ea typeface="Calibri"/>
                <a:cs typeface="Calibri"/>
              </a:rPr>
              <a:t>Not necessarily an indication of malicious website, but should be looked at closely before proceeding</a:t>
            </a:r>
          </a:p>
          <a:p>
            <a:pPr lvl="1"/>
            <a:endParaRPr lang="en-US" dirty="0">
              <a:ea typeface="Calibri"/>
            </a:endParaRPr>
          </a:p>
        </p:txBody>
      </p:sp>
      <p:sp>
        <p:nvSpPr>
          <p:cNvPr id="4" name="Slide Number Placeholder 3">
            <a:extLst>
              <a:ext uri="{FF2B5EF4-FFF2-40B4-BE49-F238E27FC236}">
                <a16:creationId xmlns:a16="http://schemas.microsoft.com/office/drawing/2014/main" id="{91B01CA3-EEA9-5228-2104-19A3C3DBF844}"/>
              </a:ext>
            </a:extLst>
          </p:cNvPr>
          <p:cNvSpPr>
            <a:spLocks noGrp="1"/>
          </p:cNvSpPr>
          <p:nvPr>
            <p:ph type="sldNum" sz="quarter" idx="10"/>
          </p:nvPr>
        </p:nvSpPr>
        <p:spPr/>
        <p:txBody>
          <a:bodyPr/>
          <a:lstStyle/>
          <a:p>
            <a:fld id="{B7CF8A19-3A9E-4ABC-B336-2FDDE321C72D}" type="slidenum">
              <a:rPr lang="en-US" smtClean="0"/>
              <a:pPr/>
              <a:t>60</a:t>
            </a:fld>
            <a:endParaRPr lang="en-US" dirty="0"/>
          </a:p>
        </p:txBody>
      </p:sp>
    </p:spTree>
    <p:custDataLst>
      <p:tags r:id="rId1"/>
    </p:custDataLst>
    <p:extLst>
      <p:ext uri="{BB962C8B-B14F-4D97-AF65-F5344CB8AC3E}">
        <p14:creationId xmlns:p14="http://schemas.microsoft.com/office/powerpoint/2010/main" val="20083672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45705-F4B8-3BA9-AE38-A2B1D1F8C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3E891-F7CA-250E-08E7-386AD311EB3D}"/>
              </a:ext>
            </a:extLst>
          </p:cNvPr>
          <p:cNvSpPr>
            <a:spLocks noGrp="1"/>
          </p:cNvSpPr>
          <p:nvPr>
            <p:ph type="title"/>
          </p:nvPr>
        </p:nvSpPr>
        <p:spPr/>
        <p:txBody>
          <a:bodyPr/>
          <a:lstStyle/>
          <a:p>
            <a:r>
              <a:rPr lang="en-US" b="1" i="0" dirty="0">
                <a:solidFill>
                  <a:srgbClr val="253644"/>
                </a:solidFill>
                <a:effectLst/>
              </a:rPr>
              <a:t>Troubleshoot Browser Symptoms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1238C903-C154-3D7C-44B3-9F08358D43AA}"/>
              </a:ext>
            </a:extLst>
          </p:cNvPr>
          <p:cNvSpPr>
            <a:spLocks noGrp="1"/>
          </p:cNvSpPr>
          <p:nvPr>
            <p:ph type="sldNum" sz="quarter" idx="10"/>
          </p:nvPr>
        </p:nvSpPr>
        <p:spPr/>
        <p:txBody>
          <a:bodyPr/>
          <a:lstStyle/>
          <a:p>
            <a:fld id="{B7CF8A19-3A9E-4ABC-B336-2FDDE321C72D}" type="slidenum">
              <a:rPr lang="en-US" smtClean="0"/>
              <a:pPr/>
              <a:t>61</a:t>
            </a:fld>
            <a:endParaRPr lang="en-US" dirty="0"/>
          </a:p>
        </p:txBody>
      </p:sp>
      <p:sp>
        <p:nvSpPr>
          <p:cNvPr id="7" name="Content Placeholder 11">
            <a:extLst>
              <a:ext uri="{FF2B5EF4-FFF2-40B4-BE49-F238E27FC236}">
                <a16:creationId xmlns:a16="http://schemas.microsoft.com/office/drawing/2014/main" id="{D5E9DDDD-D4B9-E118-96EA-620C14596592}"/>
              </a:ext>
            </a:extLst>
          </p:cNvPr>
          <p:cNvSpPr txBox="1">
            <a:spLocks/>
          </p:cNvSpPr>
          <p:nvPr/>
        </p:nvSpPr>
        <p:spPr>
          <a:xfrm>
            <a:off x="1359017" y="4710259"/>
            <a:ext cx="654595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Mozilla.</a:t>
            </a:r>
          </a:p>
        </p:txBody>
      </p:sp>
      <p:pic>
        <p:nvPicPr>
          <p:cNvPr id="6" name="Picture 5" descr="A Firefox browser security warning labeled Potential Security Risk Ahead, warning users against proceeding to a potentially unsafe website.">
            <a:extLst>
              <a:ext uri="{FF2B5EF4-FFF2-40B4-BE49-F238E27FC236}">
                <a16:creationId xmlns:a16="http://schemas.microsoft.com/office/drawing/2014/main" id="{70F4992A-73CE-279A-04B4-D8B920409C9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59017" y="775118"/>
            <a:ext cx="6545958" cy="3834929"/>
          </a:xfrm>
          <a:prstGeom prst="rect">
            <a:avLst/>
          </a:prstGeom>
          <a:noFill/>
          <a:ln>
            <a:noFill/>
          </a:ln>
        </p:spPr>
      </p:pic>
    </p:spTree>
    <p:extLst>
      <p:ext uri="{BB962C8B-B14F-4D97-AF65-F5344CB8AC3E}">
        <p14:creationId xmlns:p14="http://schemas.microsoft.com/office/powerpoint/2010/main" val="22456906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4E75-66FB-F158-EC1D-B8A95A0C81B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8D1F25-71C6-11EB-A0EF-C99D8A7FCFB5}"/>
              </a:ext>
            </a:extLst>
          </p:cNvPr>
          <p:cNvSpPr>
            <a:spLocks noGrp="1"/>
          </p:cNvSpPr>
          <p:nvPr>
            <p:ph type="title"/>
          </p:nvPr>
        </p:nvSpPr>
        <p:spPr/>
        <p:txBody>
          <a:bodyPr/>
          <a:lstStyle/>
          <a:p>
            <a:r>
              <a:rPr lang="en-US" b="1" i="0" dirty="0">
                <a:solidFill>
                  <a:srgbClr val="253644"/>
                </a:solidFill>
                <a:effectLst/>
              </a:rPr>
              <a:t>Best Practices for Malware Removal </a:t>
            </a:r>
            <a:r>
              <a:rPr lang="en-US" sz="2000" b="1" i="0" dirty="0">
                <a:solidFill>
                  <a:srgbClr val="253644"/>
                </a:solidFill>
                <a:effectLst/>
              </a:rPr>
              <a:t>(Slide 1 of 4)</a:t>
            </a:r>
            <a:endParaRPr lang="en-US" sz="2000" dirty="0">
              <a:solidFill>
                <a:srgbClr val="253644"/>
              </a:solidFill>
            </a:endParaRPr>
          </a:p>
        </p:txBody>
      </p:sp>
      <p:sp>
        <p:nvSpPr>
          <p:cNvPr id="3" name="Content Placeholder 2">
            <a:extLst>
              <a:ext uri="{FF2B5EF4-FFF2-40B4-BE49-F238E27FC236}">
                <a16:creationId xmlns:a16="http://schemas.microsoft.com/office/drawing/2014/main" id="{6AABF560-8676-C3ED-0E0A-79E9360B37F6}"/>
              </a:ext>
            </a:extLst>
          </p:cNvPr>
          <p:cNvSpPr>
            <a:spLocks noGrp="1"/>
          </p:cNvSpPr>
          <p:nvPr>
            <p:ph idx="1"/>
          </p:nvPr>
        </p:nvSpPr>
        <p:spPr>
          <a:xfrm>
            <a:off x="146051" y="746760"/>
            <a:ext cx="7512050" cy="4046220"/>
          </a:xfrm>
        </p:spPr>
        <p:txBody>
          <a:bodyPr vert="horz" lIns="91440" tIns="45720" rIns="91440" bIns="45720" rtlCol="0" anchor="t">
            <a:normAutofit/>
          </a:bodyPr>
          <a:lstStyle/>
          <a:p>
            <a:pPr marL="457200" indent="-457200">
              <a:buAutoNum type="arabicPeriod"/>
            </a:pPr>
            <a:r>
              <a:rPr lang="en-US" dirty="0">
                <a:latin typeface="Calibri"/>
                <a:ea typeface="Calibri"/>
                <a:cs typeface="Calibri"/>
              </a:rPr>
              <a:t>Investigate and verify malware symptoms.</a:t>
            </a:r>
          </a:p>
          <a:p>
            <a:pPr marL="457200" indent="-457200">
              <a:buAutoNum type="arabicPeriod"/>
            </a:pPr>
            <a:r>
              <a:rPr lang="en-US" dirty="0">
                <a:latin typeface="Calibri"/>
                <a:ea typeface="Calibri"/>
                <a:cs typeface="Calibri"/>
              </a:rPr>
              <a:t>Quarantine infected systems.</a:t>
            </a:r>
            <a:endParaRPr lang="en-US" dirty="0">
              <a:ea typeface="Calibri" panose="020F0502020204030204" pitchFamily="34" charset="0"/>
              <a:cs typeface="Calibri"/>
            </a:endParaRPr>
          </a:p>
          <a:p>
            <a:pPr marL="457200" indent="-457200">
              <a:buAutoNum type="arabicPeriod"/>
            </a:pPr>
            <a:r>
              <a:rPr lang="en-US" dirty="0">
                <a:latin typeface="Calibri"/>
                <a:ea typeface="Calibri"/>
                <a:cs typeface="Calibri"/>
              </a:rPr>
              <a:t>Disable System Restore in Windows.</a:t>
            </a:r>
            <a:endParaRPr lang="en-US" dirty="0">
              <a:ea typeface="Calibri" panose="020F0502020204030204" pitchFamily="34" charset="0"/>
              <a:cs typeface="Calibri"/>
            </a:endParaRPr>
          </a:p>
          <a:p>
            <a:pPr marL="457200" indent="-457200">
              <a:buAutoNum type="arabicPeriod"/>
            </a:pPr>
            <a:r>
              <a:rPr lang="en-US" dirty="0">
                <a:latin typeface="Calibri"/>
                <a:ea typeface="Calibri"/>
                <a:cs typeface="Calibri"/>
              </a:rPr>
              <a:t>Remediate infected systems:</a:t>
            </a:r>
            <a:endParaRPr lang="en-US" dirty="0">
              <a:latin typeface="Calibri"/>
              <a:ea typeface="Calibri" panose="020F0502020204030204" pitchFamily="34" charset="0"/>
              <a:cs typeface="Calibri"/>
            </a:endParaRPr>
          </a:p>
          <a:p>
            <a:pPr marL="885825" lvl="1" indent="-342900"/>
            <a:r>
              <a:rPr lang="en-US" dirty="0">
                <a:latin typeface="Calibri"/>
                <a:ea typeface="Calibri"/>
                <a:cs typeface="Calibri"/>
              </a:rPr>
              <a:t>Update anti-malware software.</a:t>
            </a:r>
            <a:endParaRPr lang="en-US" dirty="0">
              <a:ea typeface="Calibri" panose="020F0502020204030204" pitchFamily="34" charset="0"/>
              <a:cs typeface="Calibri"/>
            </a:endParaRPr>
          </a:p>
          <a:p>
            <a:pPr marL="885825" lvl="1" indent="-342900"/>
            <a:r>
              <a:rPr lang="en-US" dirty="0">
                <a:latin typeface="Calibri"/>
                <a:ea typeface="Calibri"/>
                <a:cs typeface="Calibri"/>
              </a:rPr>
              <a:t>Scanning and removal techniques (e.g., safe mode, Reimage/ Reinstall environment).</a:t>
            </a:r>
          </a:p>
          <a:p>
            <a:pPr marL="457200" indent="-457200">
              <a:buFont typeface="+mj-lt"/>
              <a:buAutoNum type="arabicPeriod"/>
            </a:pPr>
            <a:r>
              <a:rPr lang="en-US" dirty="0">
                <a:latin typeface="Calibri"/>
                <a:ea typeface="Calibri"/>
                <a:cs typeface="Calibri"/>
              </a:rPr>
              <a:t>Schedule scans and run updates.</a:t>
            </a:r>
            <a:endParaRPr lang="en-US" dirty="0">
              <a:ea typeface="Calibri" panose="020F0502020204030204" pitchFamily="34" charset="0"/>
              <a:cs typeface="Calibri"/>
            </a:endParaRPr>
          </a:p>
        </p:txBody>
      </p:sp>
      <p:sp>
        <p:nvSpPr>
          <p:cNvPr id="4" name="Slide Number Placeholder 3">
            <a:extLst>
              <a:ext uri="{FF2B5EF4-FFF2-40B4-BE49-F238E27FC236}">
                <a16:creationId xmlns:a16="http://schemas.microsoft.com/office/drawing/2014/main" id="{A6A816BE-9527-648D-C52A-36AC565BCF2D}"/>
              </a:ext>
            </a:extLst>
          </p:cNvPr>
          <p:cNvSpPr>
            <a:spLocks noGrp="1"/>
          </p:cNvSpPr>
          <p:nvPr>
            <p:ph type="sldNum" sz="quarter" idx="10"/>
          </p:nvPr>
        </p:nvSpPr>
        <p:spPr/>
        <p:txBody>
          <a:bodyPr/>
          <a:lstStyle/>
          <a:p>
            <a:fld id="{B7CF8A19-3A9E-4ABC-B336-2FDDE321C72D}" type="slidenum">
              <a:rPr lang="en-US" smtClean="0"/>
              <a:pPr/>
              <a:t>62</a:t>
            </a:fld>
            <a:endParaRPr lang="en-US" dirty="0"/>
          </a:p>
        </p:txBody>
      </p:sp>
    </p:spTree>
    <p:custDataLst>
      <p:tags r:id="rId1"/>
    </p:custDataLst>
    <p:extLst>
      <p:ext uri="{BB962C8B-B14F-4D97-AF65-F5344CB8AC3E}">
        <p14:creationId xmlns:p14="http://schemas.microsoft.com/office/powerpoint/2010/main" val="38154239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B187C-8B1E-9BC7-4ADB-3EE899A778A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F5FDF87-F80D-A8E8-4D0C-EF60135F1A50}"/>
              </a:ext>
            </a:extLst>
          </p:cNvPr>
          <p:cNvSpPr>
            <a:spLocks noGrp="1"/>
          </p:cNvSpPr>
          <p:nvPr>
            <p:ph type="title"/>
          </p:nvPr>
        </p:nvSpPr>
        <p:spPr/>
        <p:txBody>
          <a:bodyPr/>
          <a:lstStyle/>
          <a:p>
            <a:r>
              <a:rPr lang="en-US" b="1" i="0" dirty="0">
                <a:solidFill>
                  <a:srgbClr val="253644"/>
                </a:solidFill>
                <a:effectLst/>
              </a:rPr>
              <a:t>Best Practices for Malware Removal </a:t>
            </a:r>
            <a:r>
              <a:rPr lang="en-US" sz="2000" b="1" i="0" dirty="0">
                <a:solidFill>
                  <a:srgbClr val="253644"/>
                </a:solidFill>
                <a:effectLst/>
              </a:rPr>
              <a:t>(Slide 2 of 4)</a:t>
            </a:r>
            <a:endParaRPr lang="en-US" sz="2000" dirty="0">
              <a:solidFill>
                <a:srgbClr val="253644"/>
              </a:solidFill>
            </a:endParaRPr>
          </a:p>
        </p:txBody>
      </p:sp>
      <p:sp>
        <p:nvSpPr>
          <p:cNvPr id="3" name="Content Placeholder 2">
            <a:extLst>
              <a:ext uri="{FF2B5EF4-FFF2-40B4-BE49-F238E27FC236}">
                <a16:creationId xmlns:a16="http://schemas.microsoft.com/office/drawing/2014/main" id="{8380EDF4-4FA3-CCFC-8397-955D483AB4C2}"/>
              </a:ext>
            </a:extLst>
          </p:cNvPr>
          <p:cNvSpPr>
            <a:spLocks noGrp="1"/>
          </p:cNvSpPr>
          <p:nvPr>
            <p:ph idx="1"/>
          </p:nvPr>
        </p:nvSpPr>
        <p:spPr>
          <a:xfrm>
            <a:off x="146050" y="746760"/>
            <a:ext cx="8066925" cy="4046220"/>
          </a:xfrm>
        </p:spPr>
        <p:txBody>
          <a:bodyPr vert="horz" lIns="91440" tIns="45720" rIns="91440" bIns="45720" rtlCol="0" anchor="t">
            <a:normAutofit/>
          </a:bodyPr>
          <a:lstStyle/>
          <a:p>
            <a:pPr marL="457200" indent="-457200">
              <a:buFont typeface="+mj-lt"/>
              <a:buAutoNum type="arabicPeriod" startAt="6"/>
            </a:pPr>
            <a:r>
              <a:rPr lang="en-US" dirty="0">
                <a:latin typeface="Calibri"/>
                <a:ea typeface="Calibri"/>
                <a:cs typeface="Calibri"/>
              </a:rPr>
              <a:t>Enable System Restore and create a restore point in Windows.</a:t>
            </a:r>
            <a:endParaRPr lang="en-US" dirty="0">
              <a:ea typeface="Calibri" panose="020F0502020204030204" pitchFamily="34" charset="0"/>
              <a:cs typeface="Calibri"/>
            </a:endParaRPr>
          </a:p>
          <a:p>
            <a:pPr marL="885825" lvl="1" indent="-342900"/>
            <a:r>
              <a:rPr lang="en-US" dirty="0">
                <a:latin typeface="Calibri"/>
                <a:ea typeface="Calibri"/>
                <a:cs typeface="Calibri"/>
              </a:rPr>
              <a:t>Newer Windows OS prefer that a user use the File History or Reset Windows options instead of using system restore.</a:t>
            </a:r>
            <a:endParaRPr lang="en-US" dirty="0">
              <a:latin typeface="Calibri"/>
              <a:ea typeface="Calibri" panose="020F0502020204030204" pitchFamily="34" charset="0"/>
              <a:cs typeface="Calibri"/>
            </a:endParaRPr>
          </a:p>
          <a:p>
            <a:pPr marL="457200" indent="-457200">
              <a:buAutoNum type="arabicPeriod" startAt="6"/>
            </a:pPr>
            <a:r>
              <a:rPr lang="en-US" dirty="0">
                <a:ea typeface="Calibri"/>
              </a:rPr>
              <a:t>Educate the end user.</a:t>
            </a:r>
            <a:endParaRPr lang="en-US" dirty="0">
              <a:ea typeface="Calibri" panose="020F0502020204030204" pitchFamily="34" charset="0"/>
            </a:endParaRPr>
          </a:p>
          <a:p>
            <a:pPr marL="914400" lvl="1" indent="-400050"/>
            <a:r>
              <a:rPr lang="en-US" dirty="0">
                <a:latin typeface="Calibri"/>
                <a:ea typeface="Calibri"/>
                <a:cs typeface="Calibri"/>
              </a:rPr>
              <a:t>Most malware is discovered via on-access scanning by an antivirus product. If the malware is sophisticated enough to evade automated detection, the symptoms listed above may lead you to suspect infection.</a:t>
            </a:r>
            <a:endParaRPr lang="en-US" dirty="0">
              <a:latin typeface="Calibri"/>
              <a:ea typeface="Calibri" panose="020F0502020204030204" pitchFamily="34" charset="0"/>
              <a:cs typeface="Calibri"/>
            </a:endParaRPr>
          </a:p>
          <a:p>
            <a:pPr>
              <a:buAutoNum type="arabicPeriod" startAt="6"/>
            </a:pPr>
            <a:endParaRPr lang="en-US" dirty="0">
              <a:ea typeface="Calibri"/>
            </a:endParaRPr>
          </a:p>
        </p:txBody>
      </p:sp>
      <p:sp>
        <p:nvSpPr>
          <p:cNvPr id="4" name="Slide Number Placeholder 3">
            <a:extLst>
              <a:ext uri="{FF2B5EF4-FFF2-40B4-BE49-F238E27FC236}">
                <a16:creationId xmlns:a16="http://schemas.microsoft.com/office/drawing/2014/main" id="{BC7838C2-A606-A77D-ADB9-767EA607CC9A}"/>
              </a:ext>
            </a:extLst>
          </p:cNvPr>
          <p:cNvSpPr>
            <a:spLocks noGrp="1"/>
          </p:cNvSpPr>
          <p:nvPr>
            <p:ph type="sldNum" sz="quarter" idx="10"/>
          </p:nvPr>
        </p:nvSpPr>
        <p:spPr/>
        <p:txBody>
          <a:bodyPr/>
          <a:lstStyle/>
          <a:p>
            <a:fld id="{B7CF8A19-3A9E-4ABC-B336-2FDDE321C72D}" type="slidenum">
              <a:rPr lang="en-US" smtClean="0"/>
              <a:pPr/>
              <a:t>63</a:t>
            </a:fld>
            <a:endParaRPr lang="en-US" dirty="0"/>
          </a:p>
        </p:txBody>
      </p:sp>
    </p:spTree>
    <p:custDataLst>
      <p:tags r:id="rId1"/>
    </p:custDataLst>
    <p:extLst>
      <p:ext uri="{BB962C8B-B14F-4D97-AF65-F5344CB8AC3E}">
        <p14:creationId xmlns:p14="http://schemas.microsoft.com/office/powerpoint/2010/main" val="25215975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DFC2-533A-95EF-71E4-021ECF993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9F729-422E-4A16-8A0B-B42E286D7B91}"/>
              </a:ext>
            </a:extLst>
          </p:cNvPr>
          <p:cNvSpPr>
            <a:spLocks noGrp="1"/>
          </p:cNvSpPr>
          <p:nvPr>
            <p:ph type="title"/>
          </p:nvPr>
        </p:nvSpPr>
        <p:spPr/>
        <p:txBody>
          <a:bodyPr/>
          <a:lstStyle/>
          <a:p>
            <a:r>
              <a:rPr lang="en-US" b="1" i="0" dirty="0">
                <a:solidFill>
                  <a:srgbClr val="253644"/>
                </a:solidFill>
                <a:effectLst/>
              </a:rPr>
              <a:t>Best Practices for Malware Removal </a:t>
            </a:r>
            <a:r>
              <a:rPr lang="en-US" sz="2000" b="1" i="0" dirty="0">
                <a:solidFill>
                  <a:srgbClr val="253644"/>
                </a:solidFill>
                <a:effectLst/>
              </a:rPr>
              <a:t>(Slide 3 of 4)</a:t>
            </a:r>
            <a:endParaRPr lang="en-US" sz="2000" dirty="0"/>
          </a:p>
        </p:txBody>
      </p:sp>
      <p:sp>
        <p:nvSpPr>
          <p:cNvPr id="3" name="Slide Number Placeholder 2">
            <a:extLst>
              <a:ext uri="{FF2B5EF4-FFF2-40B4-BE49-F238E27FC236}">
                <a16:creationId xmlns:a16="http://schemas.microsoft.com/office/drawing/2014/main" id="{A8255251-3C59-B2AF-727F-8C4AE791DA30}"/>
              </a:ext>
            </a:extLst>
          </p:cNvPr>
          <p:cNvSpPr>
            <a:spLocks noGrp="1"/>
          </p:cNvSpPr>
          <p:nvPr>
            <p:ph type="sldNum" sz="quarter" idx="10"/>
          </p:nvPr>
        </p:nvSpPr>
        <p:spPr/>
        <p:txBody>
          <a:bodyPr/>
          <a:lstStyle/>
          <a:p>
            <a:fld id="{B7CF8A19-3A9E-4ABC-B336-2FDDE321C72D}" type="slidenum">
              <a:rPr lang="en-US" smtClean="0"/>
              <a:pPr/>
              <a:t>64</a:t>
            </a:fld>
            <a:endParaRPr lang="en-US" dirty="0"/>
          </a:p>
        </p:txBody>
      </p:sp>
      <p:sp>
        <p:nvSpPr>
          <p:cNvPr id="7" name="Content Placeholder 11">
            <a:extLst>
              <a:ext uri="{FF2B5EF4-FFF2-40B4-BE49-F238E27FC236}">
                <a16:creationId xmlns:a16="http://schemas.microsoft.com/office/drawing/2014/main" id="{D8C34562-6066-15A1-8872-FEDBB028FDF6}"/>
              </a:ext>
            </a:extLst>
          </p:cNvPr>
          <p:cNvSpPr txBox="1">
            <a:spLocks/>
          </p:cNvSpPr>
          <p:nvPr/>
        </p:nvSpPr>
        <p:spPr>
          <a:xfrm>
            <a:off x="1902247" y="4829672"/>
            <a:ext cx="533950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13" name="Picture 12" descr="A Windows Security Virus and threat protection, showing a detected threat labeled P U A Win 32 slash Syntosec with quarantine and removal options.">
            <a:extLst>
              <a:ext uri="{FF2B5EF4-FFF2-40B4-BE49-F238E27FC236}">
                <a16:creationId xmlns:a16="http://schemas.microsoft.com/office/drawing/2014/main" id="{DFCA192F-6DB5-D16B-B7CD-9246B725D4C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02247" y="747435"/>
            <a:ext cx="5339504" cy="4082237"/>
          </a:xfrm>
          <a:prstGeom prst="rect">
            <a:avLst/>
          </a:prstGeom>
        </p:spPr>
      </p:pic>
    </p:spTree>
    <p:extLst>
      <p:ext uri="{BB962C8B-B14F-4D97-AF65-F5344CB8AC3E}">
        <p14:creationId xmlns:p14="http://schemas.microsoft.com/office/powerpoint/2010/main" val="2850278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7E6-A914-4A68-E118-C6BD9A475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552C4-E1D7-34D0-7731-47932CB85124}"/>
              </a:ext>
            </a:extLst>
          </p:cNvPr>
          <p:cNvSpPr>
            <a:spLocks noGrp="1"/>
          </p:cNvSpPr>
          <p:nvPr>
            <p:ph type="title"/>
          </p:nvPr>
        </p:nvSpPr>
        <p:spPr/>
        <p:txBody>
          <a:bodyPr/>
          <a:lstStyle/>
          <a:p>
            <a:r>
              <a:rPr lang="en-US" b="1" i="0" dirty="0">
                <a:solidFill>
                  <a:srgbClr val="253644"/>
                </a:solidFill>
                <a:effectLst/>
              </a:rPr>
              <a:t>Best Practices for Malware Removal </a:t>
            </a:r>
            <a:r>
              <a:rPr lang="en-US" sz="2000" b="1" i="0" dirty="0">
                <a:solidFill>
                  <a:srgbClr val="253644"/>
                </a:solidFill>
                <a:effectLst/>
              </a:rPr>
              <a:t>(Slide 4 of 4)</a:t>
            </a:r>
            <a:endParaRPr lang="en-US" sz="2000" dirty="0"/>
          </a:p>
        </p:txBody>
      </p:sp>
      <p:sp>
        <p:nvSpPr>
          <p:cNvPr id="3" name="Slide Number Placeholder 2">
            <a:extLst>
              <a:ext uri="{FF2B5EF4-FFF2-40B4-BE49-F238E27FC236}">
                <a16:creationId xmlns:a16="http://schemas.microsoft.com/office/drawing/2014/main" id="{04BF72AE-B745-80F4-4747-4D3688A3470B}"/>
              </a:ext>
            </a:extLst>
          </p:cNvPr>
          <p:cNvSpPr>
            <a:spLocks noGrp="1"/>
          </p:cNvSpPr>
          <p:nvPr>
            <p:ph type="sldNum" sz="quarter" idx="10"/>
          </p:nvPr>
        </p:nvSpPr>
        <p:spPr/>
        <p:txBody>
          <a:bodyPr/>
          <a:lstStyle/>
          <a:p>
            <a:fld id="{B7CF8A19-3A9E-4ABC-B336-2FDDE321C72D}" type="slidenum">
              <a:rPr lang="en-US" smtClean="0"/>
              <a:pPr/>
              <a:t>65</a:t>
            </a:fld>
            <a:endParaRPr lang="en-US" dirty="0"/>
          </a:p>
        </p:txBody>
      </p:sp>
      <p:sp>
        <p:nvSpPr>
          <p:cNvPr id="7" name="Content Placeholder 11">
            <a:extLst>
              <a:ext uri="{FF2B5EF4-FFF2-40B4-BE49-F238E27FC236}">
                <a16:creationId xmlns:a16="http://schemas.microsoft.com/office/drawing/2014/main" id="{DCF2BF67-1ED7-0D5F-808E-49AF39959E32}"/>
              </a:ext>
            </a:extLst>
          </p:cNvPr>
          <p:cNvSpPr txBox="1">
            <a:spLocks/>
          </p:cNvSpPr>
          <p:nvPr/>
        </p:nvSpPr>
        <p:spPr>
          <a:xfrm>
            <a:off x="1793551" y="4809597"/>
            <a:ext cx="555689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Microsoft Security Intelligence webpage displaying information about the P U A Win 32 slash Systweak threat, detailing its behaviors and risks.">
            <a:extLst>
              <a:ext uri="{FF2B5EF4-FFF2-40B4-BE49-F238E27FC236}">
                <a16:creationId xmlns:a16="http://schemas.microsoft.com/office/drawing/2014/main" id="{3006AA52-AB97-2A50-3A54-2FC3665891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93552" y="728325"/>
            <a:ext cx="5556893" cy="4081272"/>
          </a:xfrm>
          <a:prstGeom prst="rect">
            <a:avLst/>
          </a:prstGeom>
        </p:spPr>
      </p:pic>
    </p:spTree>
    <p:extLst>
      <p:ext uri="{BB962C8B-B14F-4D97-AF65-F5344CB8AC3E}">
        <p14:creationId xmlns:p14="http://schemas.microsoft.com/office/powerpoint/2010/main" val="1227255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79E1-8DD9-FA2E-9D52-E1E47B7A0F4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A7EEEA1-2AE7-EC49-01E3-9428CAC4A005}"/>
              </a:ext>
            </a:extLst>
          </p:cNvPr>
          <p:cNvSpPr>
            <a:spLocks noGrp="1"/>
          </p:cNvSpPr>
          <p:nvPr>
            <p:ph type="title"/>
          </p:nvPr>
        </p:nvSpPr>
        <p:spPr/>
        <p:txBody>
          <a:bodyPr/>
          <a:lstStyle/>
          <a:p>
            <a:r>
              <a:rPr lang="en-US" b="1" i="0" dirty="0">
                <a:solidFill>
                  <a:srgbClr val="253644"/>
                </a:solidFill>
                <a:effectLst/>
              </a:rPr>
              <a:t>Infected Systems Quarantine</a:t>
            </a:r>
            <a:endParaRPr lang="en-US" sz="2000" dirty="0">
              <a:solidFill>
                <a:srgbClr val="253644"/>
              </a:solidFill>
            </a:endParaRPr>
          </a:p>
        </p:txBody>
      </p:sp>
      <p:sp>
        <p:nvSpPr>
          <p:cNvPr id="3" name="Content Placeholder 2">
            <a:extLst>
              <a:ext uri="{FF2B5EF4-FFF2-40B4-BE49-F238E27FC236}">
                <a16:creationId xmlns:a16="http://schemas.microsoft.com/office/drawing/2014/main" id="{983FF77F-73FE-69B2-6F1C-BB118C0D1A1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Quarantine is not removal</a:t>
            </a:r>
          </a:p>
          <a:p>
            <a:r>
              <a:rPr lang="en-US" dirty="0">
                <a:latin typeface="Calibri"/>
                <a:ea typeface="Calibri"/>
                <a:cs typeface="Calibri"/>
              </a:rPr>
              <a:t>Isolate the system from the network</a:t>
            </a:r>
          </a:p>
          <a:p>
            <a:pPr lvl="1"/>
            <a:r>
              <a:rPr lang="en-US" dirty="0">
                <a:latin typeface="Calibri"/>
                <a:ea typeface="Calibri"/>
                <a:cs typeface="Calibri"/>
              </a:rPr>
              <a:t>Physical isolation, if possible, logical isolation at a minimum</a:t>
            </a:r>
            <a:endParaRPr lang="en-US" dirty="0">
              <a:ea typeface="Calibri"/>
            </a:endParaRPr>
          </a:p>
          <a:p>
            <a:r>
              <a:rPr lang="en-US" dirty="0">
                <a:latin typeface="Calibri"/>
                <a:ea typeface="Calibri"/>
                <a:cs typeface="Calibri"/>
              </a:rPr>
              <a:t>Disable System Restore</a:t>
            </a:r>
            <a:endParaRPr lang="en-US" dirty="0">
              <a:ea typeface="Calibri"/>
            </a:endParaRPr>
          </a:p>
        </p:txBody>
      </p:sp>
      <p:sp>
        <p:nvSpPr>
          <p:cNvPr id="4" name="Slide Number Placeholder 3">
            <a:extLst>
              <a:ext uri="{FF2B5EF4-FFF2-40B4-BE49-F238E27FC236}">
                <a16:creationId xmlns:a16="http://schemas.microsoft.com/office/drawing/2014/main" id="{45EA1E54-C67A-C8C3-CED4-1F28AF9A3816}"/>
              </a:ext>
            </a:extLst>
          </p:cNvPr>
          <p:cNvSpPr>
            <a:spLocks noGrp="1"/>
          </p:cNvSpPr>
          <p:nvPr>
            <p:ph type="sldNum" sz="quarter" idx="10"/>
          </p:nvPr>
        </p:nvSpPr>
        <p:spPr/>
        <p:txBody>
          <a:bodyPr/>
          <a:lstStyle/>
          <a:p>
            <a:fld id="{B7CF8A19-3A9E-4ABC-B336-2FDDE321C72D}" type="slidenum">
              <a:rPr lang="en-US" smtClean="0"/>
              <a:pPr/>
              <a:t>66</a:t>
            </a:fld>
            <a:endParaRPr lang="en-US" dirty="0"/>
          </a:p>
        </p:txBody>
      </p:sp>
    </p:spTree>
    <p:custDataLst>
      <p:tags r:id="rId1"/>
    </p:custDataLst>
    <p:extLst>
      <p:ext uri="{BB962C8B-B14F-4D97-AF65-F5344CB8AC3E}">
        <p14:creationId xmlns:p14="http://schemas.microsoft.com/office/powerpoint/2010/main" val="11418073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D4B8-4851-AA50-956F-CD710753BA3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E0925E4-5CF1-3455-AECD-E48C8CEAD4E4}"/>
              </a:ext>
            </a:extLst>
          </p:cNvPr>
          <p:cNvSpPr>
            <a:spLocks noGrp="1"/>
          </p:cNvSpPr>
          <p:nvPr>
            <p:ph type="title"/>
          </p:nvPr>
        </p:nvSpPr>
        <p:spPr/>
        <p:txBody>
          <a:bodyPr/>
          <a:lstStyle/>
          <a:p>
            <a:r>
              <a:rPr lang="en-US" b="1" i="0" dirty="0">
                <a:solidFill>
                  <a:srgbClr val="253644"/>
                </a:solidFill>
                <a:effectLst/>
              </a:rPr>
              <a:t>Malware Removal Tools and Methods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167EC53-D011-BC07-DEB4-1549622793C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Updated antivirus/anti-malware software</a:t>
            </a:r>
          </a:p>
          <a:p>
            <a:r>
              <a:rPr lang="en-US" dirty="0">
                <a:latin typeface="Calibri"/>
                <a:ea typeface="Calibri"/>
                <a:cs typeface="Calibri"/>
              </a:rPr>
              <a:t>Use of a third-party application or removal tool</a:t>
            </a:r>
          </a:p>
          <a:p>
            <a:r>
              <a:rPr lang="en-US" dirty="0">
                <a:latin typeface="Calibri"/>
                <a:ea typeface="Calibri"/>
                <a:cs typeface="Calibri"/>
              </a:rPr>
              <a:t>Scan from another system</a:t>
            </a:r>
          </a:p>
          <a:p>
            <a:r>
              <a:rPr lang="en-US" dirty="0">
                <a:latin typeface="Calibri"/>
                <a:ea typeface="Calibri"/>
                <a:cs typeface="Calibri"/>
              </a:rPr>
              <a:t>Recovery options</a:t>
            </a:r>
          </a:p>
          <a:p>
            <a:pPr lvl="1"/>
            <a:r>
              <a:rPr lang="en-US" dirty="0">
                <a:latin typeface="Calibri"/>
                <a:ea typeface="Calibri"/>
                <a:cs typeface="Calibri"/>
              </a:rPr>
              <a:t>WinRE, restore from backup</a:t>
            </a:r>
          </a:p>
          <a:p>
            <a:pPr lvl="2"/>
            <a:r>
              <a:rPr lang="en-US" dirty="0">
                <a:latin typeface="Calibri"/>
                <a:ea typeface="Calibri"/>
                <a:cs typeface="Calibri"/>
              </a:rPr>
              <a:t>Backups should be carefully evaluated, as they may also contain the malware</a:t>
            </a:r>
          </a:p>
          <a:p>
            <a:r>
              <a:rPr lang="en-US" dirty="0">
                <a:latin typeface="Calibri"/>
                <a:ea typeface="Calibri"/>
                <a:cs typeface="Calibri"/>
              </a:rPr>
              <a:t>OS reinstallation</a:t>
            </a:r>
          </a:p>
          <a:p>
            <a:pPr lvl="1"/>
            <a:r>
              <a:rPr lang="en-US" dirty="0">
                <a:latin typeface="Calibri"/>
                <a:ea typeface="Calibri"/>
                <a:cs typeface="Calibri"/>
              </a:rPr>
              <a:t>Erase, repartition, reinstall</a:t>
            </a:r>
          </a:p>
        </p:txBody>
      </p:sp>
      <p:sp>
        <p:nvSpPr>
          <p:cNvPr id="4" name="Slide Number Placeholder 3">
            <a:extLst>
              <a:ext uri="{FF2B5EF4-FFF2-40B4-BE49-F238E27FC236}">
                <a16:creationId xmlns:a16="http://schemas.microsoft.com/office/drawing/2014/main" id="{68657EBD-F96A-408E-D88B-CEE2288BA5D5}"/>
              </a:ext>
            </a:extLst>
          </p:cNvPr>
          <p:cNvSpPr>
            <a:spLocks noGrp="1"/>
          </p:cNvSpPr>
          <p:nvPr>
            <p:ph type="sldNum" sz="quarter" idx="10"/>
          </p:nvPr>
        </p:nvSpPr>
        <p:spPr/>
        <p:txBody>
          <a:bodyPr/>
          <a:lstStyle/>
          <a:p>
            <a:fld id="{B7CF8A19-3A9E-4ABC-B336-2FDDE321C72D}" type="slidenum">
              <a:rPr lang="en-US" smtClean="0"/>
              <a:pPr/>
              <a:t>67</a:t>
            </a:fld>
            <a:endParaRPr lang="en-US" dirty="0"/>
          </a:p>
        </p:txBody>
      </p:sp>
    </p:spTree>
    <p:custDataLst>
      <p:tags r:id="rId1"/>
    </p:custDataLst>
    <p:extLst>
      <p:ext uri="{BB962C8B-B14F-4D97-AF65-F5344CB8AC3E}">
        <p14:creationId xmlns:p14="http://schemas.microsoft.com/office/powerpoint/2010/main" val="8701501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C287-54AC-3393-E9B2-6674AEA3B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99D97-8B67-F4EC-A7C8-D443FD53811B}"/>
              </a:ext>
            </a:extLst>
          </p:cNvPr>
          <p:cNvSpPr>
            <a:spLocks noGrp="1"/>
          </p:cNvSpPr>
          <p:nvPr>
            <p:ph type="title"/>
          </p:nvPr>
        </p:nvSpPr>
        <p:spPr/>
        <p:txBody>
          <a:bodyPr/>
          <a:lstStyle/>
          <a:p>
            <a:r>
              <a:rPr lang="en-US" b="1" i="0" dirty="0">
                <a:solidFill>
                  <a:srgbClr val="253644"/>
                </a:solidFill>
                <a:effectLst/>
              </a:rPr>
              <a:t>Malware Removal Tools and Methods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1D167B29-4359-E62A-50F2-1C5ECD860F23}"/>
              </a:ext>
            </a:extLst>
          </p:cNvPr>
          <p:cNvSpPr>
            <a:spLocks noGrp="1"/>
          </p:cNvSpPr>
          <p:nvPr>
            <p:ph type="sldNum" sz="quarter" idx="10"/>
          </p:nvPr>
        </p:nvSpPr>
        <p:spPr/>
        <p:txBody>
          <a:bodyPr/>
          <a:lstStyle/>
          <a:p>
            <a:fld id="{B7CF8A19-3A9E-4ABC-B336-2FDDE321C72D}" type="slidenum">
              <a:rPr lang="en-US" smtClean="0"/>
              <a:pPr/>
              <a:t>68</a:t>
            </a:fld>
            <a:endParaRPr lang="en-US" dirty="0"/>
          </a:p>
        </p:txBody>
      </p:sp>
      <p:sp>
        <p:nvSpPr>
          <p:cNvPr id="7" name="Content Placeholder 11">
            <a:extLst>
              <a:ext uri="{FF2B5EF4-FFF2-40B4-BE49-F238E27FC236}">
                <a16:creationId xmlns:a16="http://schemas.microsoft.com/office/drawing/2014/main" id="{DF44BF97-5A3D-DD90-D743-EBB982997379}"/>
              </a:ext>
            </a:extLst>
          </p:cNvPr>
          <p:cNvSpPr txBox="1">
            <a:spLocks/>
          </p:cNvSpPr>
          <p:nvPr/>
        </p:nvSpPr>
        <p:spPr>
          <a:xfrm>
            <a:off x="1902247" y="4829672"/>
            <a:ext cx="533950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Windows Security &quot;Protection updates&quot; window, showing Microsoft Defender checking for the latest security intelligence updates.">
            <a:extLst>
              <a:ext uri="{FF2B5EF4-FFF2-40B4-BE49-F238E27FC236}">
                <a16:creationId xmlns:a16="http://schemas.microsoft.com/office/drawing/2014/main" id="{09630949-9831-9D73-3175-0521EB083C66}"/>
              </a:ext>
            </a:extLst>
          </p:cNvPr>
          <p:cNvPicPr>
            <a:picLocks noChangeAspect="1"/>
          </p:cNvPicPr>
          <p:nvPr/>
        </p:nvPicPr>
        <p:blipFill>
          <a:blip r:embed="rId3"/>
          <a:stretch>
            <a:fillRect/>
          </a:stretch>
        </p:blipFill>
        <p:spPr>
          <a:xfrm>
            <a:off x="1202007" y="743171"/>
            <a:ext cx="6739983" cy="4036153"/>
          </a:xfrm>
          <a:prstGeom prst="rect">
            <a:avLst/>
          </a:prstGeom>
        </p:spPr>
      </p:pic>
    </p:spTree>
    <p:extLst>
      <p:ext uri="{BB962C8B-B14F-4D97-AF65-F5344CB8AC3E}">
        <p14:creationId xmlns:p14="http://schemas.microsoft.com/office/powerpoint/2010/main" val="4028736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F85E9-9510-9B12-2F0D-AA87AE86509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964B008-FC43-8B3C-DA1D-B724F49A9E23}"/>
              </a:ext>
            </a:extLst>
          </p:cNvPr>
          <p:cNvSpPr>
            <a:spLocks noGrp="1"/>
          </p:cNvSpPr>
          <p:nvPr>
            <p:ph type="title"/>
          </p:nvPr>
        </p:nvSpPr>
        <p:spPr/>
        <p:txBody>
          <a:bodyPr/>
          <a:lstStyle/>
          <a:p>
            <a:r>
              <a:rPr lang="en-US" b="1" i="0" dirty="0">
                <a:solidFill>
                  <a:srgbClr val="253644"/>
                </a:solidFill>
                <a:effectLst/>
              </a:rPr>
              <a:t>Malware Infection Prevention</a:t>
            </a:r>
            <a:endParaRPr lang="en-US" sz="2000" dirty="0">
              <a:solidFill>
                <a:srgbClr val="253644"/>
              </a:solidFill>
            </a:endParaRPr>
          </a:p>
        </p:txBody>
      </p:sp>
      <p:sp>
        <p:nvSpPr>
          <p:cNvPr id="3" name="Content Placeholder 2">
            <a:extLst>
              <a:ext uri="{FF2B5EF4-FFF2-40B4-BE49-F238E27FC236}">
                <a16:creationId xmlns:a16="http://schemas.microsoft.com/office/drawing/2014/main" id="{F01DD22F-DE5F-5DDE-BEB7-79AD8DA1CA4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On-access scanning</a:t>
            </a:r>
          </a:p>
          <a:p>
            <a:r>
              <a:rPr lang="en-US" dirty="0">
                <a:latin typeface="Calibri"/>
                <a:ea typeface="Calibri"/>
                <a:cs typeface="Calibri"/>
              </a:rPr>
              <a:t>Schedule regular scans</a:t>
            </a:r>
            <a:endParaRPr lang="en-US" dirty="0">
              <a:ea typeface="Calibri"/>
            </a:endParaRPr>
          </a:p>
          <a:p>
            <a:r>
              <a:rPr lang="en-US" dirty="0">
                <a:latin typeface="Calibri"/>
                <a:ea typeface="Calibri"/>
                <a:cs typeface="Calibri"/>
              </a:rPr>
              <a:t>Re-enable System Restore and Services</a:t>
            </a:r>
          </a:p>
          <a:p>
            <a:r>
              <a:rPr lang="en-US" dirty="0">
                <a:latin typeface="Calibri"/>
                <a:ea typeface="Calibri"/>
                <a:cs typeface="Calibri"/>
              </a:rPr>
              <a:t>Educate end user</a:t>
            </a:r>
          </a:p>
          <a:p>
            <a:pPr lvl="1"/>
            <a:r>
              <a:rPr lang="en-US" dirty="0">
                <a:latin typeface="Calibri"/>
                <a:ea typeface="Calibri"/>
                <a:cs typeface="Calibri"/>
              </a:rPr>
              <a:t>Do not assign blame</a:t>
            </a:r>
          </a:p>
          <a:p>
            <a:pPr lvl="1"/>
            <a:r>
              <a:rPr lang="en-US" dirty="0">
                <a:latin typeface="Calibri"/>
                <a:ea typeface="Calibri"/>
                <a:cs typeface="Calibri"/>
              </a:rPr>
              <a:t>Educate not alienate</a:t>
            </a:r>
            <a:endParaRPr lang="en-US" dirty="0">
              <a:ea typeface="Calibri"/>
            </a:endParaRPr>
          </a:p>
        </p:txBody>
      </p:sp>
      <p:sp>
        <p:nvSpPr>
          <p:cNvPr id="4" name="Slide Number Placeholder 3">
            <a:extLst>
              <a:ext uri="{FF2B5EF4-FFF2-40B4-BE49-F238E27FC236}">
                <a16:creationId xmlns:a16="http://schemas.microsoft.com/office/drawing/2014/main" id="{D5E5380B-117F-9AE7-2248-BC784EC6CC70}"/>
              </a:ext>
            </a:extLst>
          </p:cNvPr>
          <p:cNvSpPr>
            <a:spLocks noGrp="1"/>
          </p:cNvSpPr>
          <p:nvPr>
            <p:ph type="sldNum" sz="quarter" idx="10"/>
          </p:nvPr>
        </p:nvSpPr>
        <p:spPr/>
        <p:txBody>
          <a:bodyPr/>
          <a:lstStyle/>
          <a:p>
            <a:fld id="{B7CF8A19-3A9E-4ABC-B336-2FDDE321C72D}" type="slidenum">
              <a:rPr lang="en-US" smtClean="0"/>
              <a:pPr/>
              <a:t>69</a:t>
            </a:fld>
            <a:endParaRPr lang="en-US" dirty="0"/>
          </a:p>
        </p:txBody>
      </p:sp>
    </p:spTree>
    <p:custDataLst>
      <p:tags r:id="rId1"/>
    </p:custDataLst>
    <p:extLst>
      <p:ext uri="{BB962C8B-B14F-4D97-AF65-F5344CB8AC3E}">
        <p14:creationId xmlns:p14="http://schemas.microsoft.com/office/powerpoint/2010/main" val="2863000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752DE-96EA-5AC4-F575-57FFFDE524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EECFA0-AB79-19DF-06C3-2F6D41407A01}"/>
              </a:ext>
            </a:extLst>
          </p:cNvPr>
          <p:cNvSpPr>
            <a:spLocks noGrp="1"/>
          </p:cNvSpPr>
          <p:nvPr>
            <p:ph type="sldNum" sz="quarter" idx="13"/>
          </p:nvPr>
        </p:nvSpPr>
        <p:spPr/>
        <p:txBody>
          <a:bodyPr/>
          <a:lstStyle/>
          <a:p>
            <a:fld id="{B7CF8A19-3A9E-4ABC-B336-2FDDE321C72D}" type="slidenum">
              <a:rPr lang="en-US" smtClean="0"/>
              <a:pPr/>
              <a:t>70</a:t>
            </a:fld>
            <a:endParaRPr lang="en-US" dirty="0"/>
          </a:p>
        </p:txBody>
      </p:sp>
      <p:sp>
        <p:nvSpPr>
          <p:cNvPr id="3" name="Content Placeholder 2">
            <a:extLst>
              <a:ext uri="{FF2B5EF4-FFF2-40B4-BE49-F238E27FC236}">
                <a16:creationId xmlns:a16="http://schemas.microsoft.com/office/drawing/2014/main" id="{F5CB5945-1E79-9D0C-FD7B-30ED4813BC14}"/>
              </a:ext>
            </a:extLst>
          </p:cNvPr>
          <p:cNvSpPr>
            <a:spLocks noGrp="1"/>
          </p:cNvSpPr>
          <p:nvPr>
            <p:ph sz="quarter" idx="14"/>
          </p:nvPr>
        </p:nvSpPr>
        <p:spPr/>
        <p:txBody>
          <a:bodyPr>
            <a:normAutofit/>
          </a:bodyPr>
          <a:lstStyle/>
          <a:p>
            <a:r>
              <a:rPr lang="en-US" dirty="0"/>
              <a:t>Challenge Lab: Resolve Security Tickets</a:t>
            </a:r>
            <a:br>
              <a:rPr lang="en-US" sz="2000" dirty="0"/>
            </a:br>
            <a:r>
              <a:rPr lang="en-US" sz="2000" dirty="0"/>
              <a:t>(available in CertMaster Perform and CertMaster Labs)</a:t>
            </a:r>
          </a:p>
        </p:txBody>
      </p:sp>
    </p:spTree>
    <p:custDataLst>
      <p:tags r:id="rId1"/>
    </p:custDataLst>
    <p:extLst>
      <p:ext uri="{BB962C8B-B14F-4D97-AF65-F5344CB8AC3E}">
        <p14:creationId xmlns:p14="http://schemas.microsoft.com/office/powerpoint/2010/main" val="12800501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17E6F-8F9B-3961-118B-7FD2E8BDA1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F66313-F40F-CA60-FCD6-45E048E99FA6}"/>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Malware Vectors</a:t>
            </a:r>
          </a:p>
          <a:p>
            <a:r>
              <a:rPr lang="en-US" dirty="0"/>
              <a:t>Malware Payloads</a:t>
            </a:r>
          </a:p>
          <a:p>
            <a:r>
              <a:rPr lang="en-US" dirty="0"/>
              <a:t>Ransomware and Cryptominers</a:t>
            </a:r>
          </a:p>
          <a:p>
            <a:r>
              <a:rPr lang="en-US" dirty="0"/>
              <a:t>Troubleshoot PC Security Symptoms</a:t>
            </a:r>
          </a:p>
          <a:p>
            <a:r>
              <a:rPr lang="en-US" dirty="0"/>
              <a:t>Desktop Alerts and Notifications</a:t>
            </a:r>
          </a:p>
          <a:p>
            <a:r>
              <a:rPr lang="en-US" dirty="0"/>
              <a:t>Endpoint Monitoring Solutions</a:t>
            </a:r>
          </a:p>
          <a:p>
            <a:r>
              <a:rPr lang="en-US" dirty="0"/>
              <a:t>Troubleshoot Browser Symptoms</a:t>
            </a:r>
          </a:p>
          <a:p>
            <a:r>
              <a:rPr lang="en-US" dirty="0"/>
              <a:t>Best Practices for Malware Removal</a:t>
            </a:r>
          </a:p>
          <a:p>
            <a:r>
              <a:rPr lang="en-US" dirty="0"/>
              <a:t>Infected Systems Quarantine</a:t>
            </a:r>
          </a:p>
        </p:txBody>
      </p:sp>
      <p:sp>
        <p:nvSpPr>
          <p:cNvPr id="3" name="Title 2">
            <a:extLst>
              <a:ext uri="{FF2B5EF4-FFF2-40B4-BE49-F238E27FC236}">
                <a16:creationId xmlns:a16="http://schemas.microsoft.com/office/drawing/2014/main" id="{A7D03B61-1CC2-7AD1-7801-E3211BD11361}"/>
              </a:ext>
            </a:extLst>
          </p:cNvPr>
          <p:cNvSpPr>
            <a:spLocks noGrp="1"/>
          </p:cNvSpPr>
          <p:nvPr>
            <p:ph type="title"/>
          </p:nvPr>
        </p:nvSpPr>
        <p:spPr/>
        <p:txBody>
          <a:bodyPr/>
          <a:lstStyle/>
          <a:p>
            <a:r>
              <a:rPr lang="en-US" dirty="0"/>
              <a:t>Workstation Security </a:t>
            </a:r>
            <a:r>
              <a:rPr lang="en-US" sz="2000" dirty="0"/>
              <a:t>(Slide 1 of 2)</a:t>
            </a:r>
          </a:p>
        </p:txBody>
      </p:sp>
      <p:sp>
        <p:nvSpPr>
          <p:cNvPr id="4" name="Slide Number Placeholder 3">
            <a:extLst>
              <a:ext uri="{FF2B5EF4-FFF2-40B4-BE49-F238E27FC236}">
                <a16:creationId xmlns:a16="http://schemas.microsoft.com/office/drawing/2014/main" id="{1985F700-0EB8-2578-8E21-DAC77AFB622D}"/>
              </a:ext>
            </a:extLst>
          </p:cNvPr>
          <p:cNvSpPr>
            <a:spLocks noGrp="1"/>
          </p:cNvSpPr>
          <p:nvPr>
            <p:ph type="sldNum" sz="quarter" idx="12"/>
          </p:nvPr>
        </p:nvSpPr>
        <p:spPr/>
        <p:txBody>
          <a:bodyPr/>
          <a:lstStyle/>
          <a:p>
            <a:fld id="{B7CF8A19-3A9E-4ABC-B336-2FDDE321C72D}" type="slidenum">
              <a:rPr lang="en-US" smtClean="0"/>
              <a:pPr/>
              <a:t>71</a:t>
            </a:fld>
            <a:endParaRPr lang="en-US" dirty="0"/>
          </a:p>
        </p:txBody>
      </p:sp>
    </p:spTree>
    <p:custDataLst>
      <p:tags r:id="rId1"/>
    </p:custDataLst>
    <p:extLst>
      <p:ext uri="{BB962C8B-B14F-4D97-AF65-F5344CB8AC3E}">
        <p14:creationId xmlns:p14="http://schemas.microsoft.com/office/powerpoint/2010/main" val="8218088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3A02-2C07-8D08-8E64-7600C84C77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D93BAA-FBF8-5BF6-BB8E-0B46095879FE}"/>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Malware Removal Tools and Methods</a:t>
            </a:r>
          </a:p>
          <a:p>
            <a:r>
              <a:rPr lang="en-US" dirty="0"/>
              <a:t>Malware Infection Prevention</a:t>
            </a:r>
          </a:p>
          <a:p>
            <a:endParaRPr lang="en-US" dirty="0"/>
          </a:p>
        </p:txBody>
      </p:sp>
      <p:sp>
        <p:nvSpPr>
          <p:cNvPr id="3" name="Title 2">
            <a:extLst>
              <a:ext uri="{FF2B5EF4-FFF2-40B4-BE49-F238E27FC236}">
                <a16:creationId xmlns:a16="http://schemas.microsoft.com/office/drawing/2014/main" id="{49DF479E-91C4-A7A3-52E7-E91367B23606}"/>
              </a:ext>
            </a:extLst>
          </p:cNvPr>
          <p:cNvSpPr>
            <a:spLocks noGrp="1"/>
          </p:cNvSpPr>
          <p:nvPr>
            <p:ph type="title"/>
          </p:nvPr>
        </p:nvSpPr>
        <p:spPr/>
        <p:txBody>
          <a:bodyPr/>
          <a:lstStyle/>
          <a:p>
            <a:r>
              <a:rPr lang="en-US" dirty="0"/>
              <a:t>Workstation Security </a:t>
            </a:r>
            <a:r>
              <a:rPr lang="en-US" sz="2000" dirty="0"/>
              <a:t>(Slide 2 of 2)</a:t>
            </a:r>
          </a:p>
        </p:txBody>
      </p:sp>
      <p:sp>
        <p:nvSpPr>
          <p:cNvPr id="4" name="Slide Number Placeholder 3">
            <a:extLst>
              <a:ext uri="{FF2B5EF4-FFF2-40B4-BE49-F238E27FC236}">
                <a16:creationId xmlns:a16="http://schemas.microsoft.com/office/drawing/2014/main" id="{C494FA54-A0B0-1A5F-4312-F394C80ABE93}"/>
              </a:ext>
            </a:extLst>
          </p:cNvPr>
          <p:cNvSpPr>
            <a:spLocks noGrp="1"/>
          </p:cNvSpPr>
          <p:nvPr>
            <p:ph type="sldNum" sz="quarter" idx="12"/>
          </p:nvPr>
        </p:nvSpPr>
        <p:spPr/>
        <p:txBody>
          <a:bodyPr/>
          <a:lstStyle/>
          <a:p>
            <a:fld id="{B7CF8A19-3A9E-4ABC-B336-2FDDE321C72D}" type="slidenum">
              <a:rPr lang="en-US" smtClean="0"/>
              <a:pPr/>
              <a:t>72</a:t>
            </a:fld>
            <a:endParaRPr lang="en-US" dirty="0"/>
          </a:p>
        </p:txBody>
      </p:sp>
    </p:spTree>
    <p:custDataLst>
      <p:tags r:id="rId1"/>
    </p:custDataLst>
    <p:extLst>
      <p:ext uri="{BB962C8B-B14F-4D97-AF65-F5344CB8AC3E}">
        <p14:creationId xmlns:p14="http://schemas.microsoft.com/office/powerpoint/2010/main" val="602767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PROJECT_OPEN" val="0"/>
  <p:tag name="ARTICULATE_SLIDE_COUNT" val="7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79804A4A-BEBA-46F7-8D91-096B77966F98}">
  <ds:schemaRefs>
    <ds:schemaRef ds:uri="http://purl.org/dc/dcmitype/"/>
    <ds:schemaRef ds:uri="http://purl.org/dc/terms/"/>
    <ds:schemaRef ds:uri="http://purl.org/dc/elements/1.1/"/>
    <ds:schemaRef ds:uri="http://schemas.microsoft.com/office/2006/metadata/properties"/>
    <ds:schemaRef ds:uri="http://www.w3.org/XML/1998/namespace"/>
    <ds:schemaRef ds:uri="http://schemas.microsoft.com/office/2006/documentManagement/types"/>
    <ds:schemaRef ds:uri="95a46270-66ec-4bdf-aabc-d78887d51418"/>
    <ds:schemaRef ds:uri="315eb565-7267-4a95-9087-2f433ded3c8b"/>
    <ds:schemaRef ds:uri="http://schemas.microsoft.com/sharepoint/v3"/>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5DB13320-D117-4AB3-8FFA-63B0C81315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1541</TotalTime>
  <Words>2991</Words>
  <Application>Microsoft Office PowerPoint</Application>
  <PresentationFormat>On-screen Show (16:9)</PresentationFormat>
  <Paragraphs>498</Paragraphs>
  <Slides>72</Slides>
  <Notes>65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Wingdings</vt:lpstr>
      <vt:lpstr>Arial</vt:lpstr>
      <vt:lpstr>Calibri</vt:lpstr>
      <vt:lpstr>comptia_ov</vt:lpstr>
      <vt:lpstr>Exam 220-1202</vt:lpstr>
      <vt:lpstr>Managing Security Settings</vt:lpstr>
      <vt:lpstr>Learning Outcomes</vt:lpstr>
      <vt:lpstr>Account Security</vt:lpstr>
      <vt:lpstr>Password Best Practices (Slide 1 of 2)</vt:lpstr>
      <vt:lpstr>Password Best Practices (Slide 2 of 2)</vt:lpstr>
      <vt:lpstr>End User Best Practices</vt:lpstr>
      <vt:lpstr>Restrict User Permissions</vt:lpstr>
      <vt:lpstr>Change Default Administrator Account and Password</vt:lpstr>
      <vt:lpstr>Disable Guest Account</vt:lpstr>
      <vt:lpstr>Account Policies (Slide 1 of 2)</vt:lpstr>
      <vt:lpstr>Account Policies (Slide 2 of 2)</vt:lpstr>
      <vt:lpstr>Unused Services</vt:lpstr>
      <vt:lpstr>PowerPoint Presentation</vt:lpstr>
      <vt:lpstr>Account Security</vt:lpstr>
      <vt:lpstr>Workstation Security</vt:lpstr>
      <vt:lpstr>Execution Control</vt:lpstr>
      <vt:lpstr>Trusted/Untrusted Software Sources</vt:lpstr>
      <vt:lpstr>AutoRun and AutoPlay (Slide 1 of 2)</vt:lpstr>
      <vt:lpstr>AutoRun and AutoPlay (Slide 2 of 2)</vt:lpstr>
      <vt:lpstr>Windows Defender Antivirus (Slide 1 of 2)</vt:lpstr>
      <vt:lpstr>Windows Defender Antivirus (Slide 2 of 2)</vt:lpstr>
      <vt:lpstr>Windows Defender Antivirus Updated Definitions</vt:lpstr>
      <vt:lpstr>Activating and Deactivating Windows Defender Antivirus</vt:lpstr>
      <vt:lpstr>Windows Defender Firewall (Slide 1 of 3)</vt:lpstr>
      <vt:lpstr>Windows Defender Firewall (Slide 2 of 3)</vt:lpstr>
      <vt:lpstr>Windows Defender Firewall (Slide 3 of 3)</vt:lpstr>
      <vt:lpstr>Encrypting File System (Slide 1 of 3)</vt:lpstr>
      <vt:lpstr>Encrypting File System (Slide 2 of 3)</vt:lpstr>
      <vt:lpstr>Encrypting File System (Slide 3 of 3)</vt:lpstr>
      <vt:lpstr>Windows BitLocker and BitLocker To Go (Slide 1 of 3)</vt:lpstr>
      <vt:lpstr>Windows BitLocker and BitLocker To Go (Slide 2 of 3)</vt:lpstr>
      <vt:lpstr>Windows BitLocker and BitLocker To Go (Slide 3 of 3)</vt:lpstr>
      <vt:lpstr>PowerPoint Presentation</vt:lpstr>
      <vt:lpstr>Workstation Security</vt:lpstr>
      <vt:lpstr>Browser Security</vt:lpstr>
      <vt:lpstr>Browser Selection and Installation (Slide 1 of 2)</vt:lpstr>
      <vt:lpstr>Browser Selection and Installation (Slide 2 of 2)</vt:lpstr>
      <vt:lpstr>Browser Settings (Slide 1 of 2)</vt:lpstr>
      <vt:lpstr>Browser Settings (Slide 2 of 2)</vt:lpstr>
      <vt:lpstr>Browser Extensions and Plug-ins (Slide 1 of 2)</vt:lpstr>
      <vt:lpstr>Browser Extensions and Plug-ins (Slide 2 of 2)</vt:lpstr>
      <vt:lpstr>Browser Patching</vt:lpstr>
      <vt:lpstr>Secure Connections and Valid Certificates (Slide 1 of 3)</vt:lpstr>
      <vt:lpstr>Secure Connections and Valid Certificates (Slide 2 of 3)</vt:lpstr>
      <vt:lpstr>Secure Connections and Valid Certificates (Slide 3 of 3)</vt:lpstr>
      <vt:lpstr>Browser Privacy Settings (Slide 1 of 2)</vt:lpstr>
      <vt:lpstr>Browser Privacy Settings (Slide 2 of 2)</vt:lpstr>
      <vt:lpstr>PowerPoint Presentation</vt:lpstr>
      <vt:lpstr>Browser Security</vt:lpstr>
      <vt:lpstr>Troubleshoot Workstation Security</vt:lpstr>
      <vt:lpstr>Malware Vectors</vt:lpstr>
      <vt:lpstr>Malware Payloads (Slide 1 of 2)</vt:lpstr>
      <vt:lpstr>Malware Payloads (Slide 2 of 2)</vt:lpstr>
      <vt:lpstr>Ransomware and Cryptominers (Slide 1 of 2)</vt:lpstr>
      <vt:lpstr>Ransomware and Cryptominers (Slide 2 of 2)</vt:lpstr>
      <vt:lpstr>Troubleshoot PC Security Symptoms</vt:lpstr>
      <vt:lpstr>Desktop Alerts and Notifications</vt:lpstr>
      <vt:lpstr>Endpoint Monitoring Solutions</vt:lpstr>
      <vt:lpstr>Troubleshoot Browser Symptoms (Slide 1 of 2)</vt:lpstr>
      <vt:lpstr>Troubleshoot Browser Symptoms (Slide 2 of 2)</vt:lpstr>
      <vt:lpstr>Best Practices for Malware Removal (Slide 1 of 4)</vt:lpstr>
      <vt:lpstr>Best Practices for Malware Removal (Slide 2 of 4)</vt:lpstr>
      <vt:lpstr>Best Practices for Malware Removal (Slide 3 of 4)</vt:lpstr>
      <vt:lpstr>Best Practices for Malware Removal (Slide 4 of 4)</vt:lpstr>
      <vt:lpstr>Infected Systems Quarantine</vt:lpstr>
      <vt:lpstr>Malware Removal Tools and Methods (Slide 1 of 2)</vt:lpstr>
      <vt:lpstr>Malware Removal Tools and Methods (Slide 2 of 2)</vt:lpstr>
      <vt:lpstr>Malware Infection Prevention</vt:lpstr>
      <vt:lpstr>PowerPoint Presentation</vt:lpstr>
      <vt:lpstr>Workstation Security (Slide 1 of 2)</vt:lpstr>
      <vt:lpstr>Workstation Security (Slide 2 of 2)</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Yvette Delim</cp:lastModifiedBy>
  <cp:revision>554</cp:revision>
  <dcterms:created xsi:type="dcterms:W3CDTF">2021-09-20T08:36:44Z</dcterms:created>
  <dcterms:modified xsi:type="dcterms:W3CDTF">2025-06-17T21:06:53Z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