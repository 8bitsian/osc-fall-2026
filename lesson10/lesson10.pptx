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notesSlides/notesSlide5.xml" ContentType="application/vnd.openxmlformats-officedocument.presentationml.notesSlide+xml"/>
  <Override PartName="/ppt/tags/tag36.xml" ContentType="application/vnd.openxmlformats-officedocument.presentationml.tags+xml"/>
  <Override PartName="/ppt/notesSlides/notesSlide6.xml" ContentType="application/vnd.openxmlformats-officedocument.presentationml.notesSlide+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8.xml" ContentType="application/vnd.openxmlformats-officedocument.presentationml.notesSlide+xml"/>
  <Override PartName="/ppt/tags/tag50.xml" ContentType="application/vnd.openxmlformats-officedocument.presentationml.tags+xml"/>
  <Override PartName="/ppt/notesSlides/notesSlide19.xml" ContentType="application/vnd.openxmlformats-officedocument.presentationml.notesSlide+xml"/>
  <Override PartName="/ppt/tags/tag51.xml" ContentType="application/vnd.openxmlformats-officedocument.presentationml.tags+xml"/>
  <Override PartName="/ppt/notesSlides/notesSlide20.xml" ContentType="application/vnd.openxmlformats-officedocument.presentationml.notesSlide+xml"/>
  <Override PartName="/ppt/tags/tag52.xml" ContentType="application/vnd.openxmlformats-officedocument.presentationml.tags+xml"/>
  <Override PartName="/ppt/notesSlides/notesSlide21.xml" ContentType="application/vnd.openxmlformats-officedocument.presentationml.notesSlide+xml"/>
  <Override PartName="/ppt/tags/tag53.xml" ContentType="application/vnd.openxmlformats-officedocument.presentationml.tags+xml"/>
  <Override PartName="/ppt/notesSlides/notesSlide22.xml" ContentType="application/vnd.openxmlformats-officedocument.presentationml.notesSlide+xml"/>
  <Override PartName="/ppt/tags/tag54.xml" ContentType="application/vnd.openxmlformats-officedocument.presentationml.tags+xml"/>
  <Override PartName="/ppt/notesSlides/notesSlide23.xml" ContentType="application/vnd.openxmlformats-officedocument.presentationml.notesSlide+xml"/>
  <Override PartName="/ppt/tags/tag55.xml" ContentType="application/vnd.openxmlformats-officedocument.presentationml.tags+xml"/>
  <Override PartName="/ppt/notesSlides/notesSlide24.xml" ContentType="application/vnd.openxmlformats-officedocument.presentationml.notesSlide+xml"/>
  <Override PartName="/ppt/tags/tag56.xml" ContentType="application/vnd.openxmlformats-officedocument.presentationml.tags+xml"/>
  <Override PartName="/ppt/notesSlides/notesSlide25.xml" ContentType="application/vnd.openxmlformats-officedocument.presentationml.notesSlide+xml"/>
  <Override PartName="/ppt/tags/tag57.xml" ContentType="application/vnd.openxmlformats-officedocument.presentationml.tags+xml"/>
  <Override PartName="/ppt/notesSlides/notesSlide26.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27.xml" ContentType="application/vnd.openxmlformats-officedocument.presentationml.notesSlide+xml"/>
  <Override PartName="/ppt/tags/tag60.xml" ContentType="application/vnd.openxmlformats-officedocument.presentationml.tags+xml"/>
  <Override PartName="/ppt/notesSlides/notesSlide28.xml" ContentType="application/vnd.openxmlformats-officedocument.presentationml.notesSlide+xml"/>
  <Override PartName="/ppt/tags/tag61.xml" ContentType="application/vnd.openxmlformats-officedocument.presentationml.tags+xml"/>
  <Override PartName="/ppt/notesSlides/notesSlide29.xml" ContentType="application/vnd.openxmlformats-officedocument.presentationml.notesSlide+xml"/>
  <Override PartName="/ppt/tags/tag62.xml" ContentType="application/vnd.openxmlformats-officedocument.presentationml.tags+xml"/>
  <Override PartName="/ppt/notesSlides/notesSlide30.xml" ContentType="application/vnd.openxmlformats-officedocument.presentationml.notesSlide+xml"/>
  <Override PartName="/ppt/tags/tag63.xml" ContentType="application/vnd.openxmlformats-officedocument.presentationml.tags+xml"/>
  <Override PartName="/ppt/notesSlides/notesSlide31.xml" ContentType="application/vnd.openxmlformats-officedocument.presentationml.notesSlide+xml"/>
  <Override PartName="/ppt/tags/tag64.xml" ContentType="application/vnd.openxmlformats-officedocument.presentationml.tags+xml"/>
  <Override PartName="/ppt/notesSlides/notesSlide32.xml" ContentType="application/vnd.openxmlformats-officedocument.presentationml.notesSlide+xml"/>
  <Override PartName="/ppt/tags/tag65.xml" ContentType="application/vnd.openxmlformats-officedocument.presentationml.tags+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3"/>
  </p:notesMasterIdLst>
  <p:handoutMasterIdLst>
    <p:handoutMasterId r:id="rId44"/>
  </p:handoutMasterIdLst>
  <p:sldIdLst>
    <p:sldId id="299" r:id="rId5"/>
    <p:sldId id="465" r:id="rId6"/>
    <p:sldId id="297" r:id="rId7"/>
    <p:sldId id="302" r:id="rId8"/>
    <p:sldId id="569" r:id="rId9"/>
    <p:sldId id="706" r:id="rId10"/>
    <p:sldId id="707" r:id="rId11"/>
    <p:sldId id="708" r:id="rId12"/>
    <p:sldId id="709" r:id="rId13"/>
    <p:sldId id="729" r:id="rId14"/>
    <p:sldId id="710" r:id="rId15"/>
    <p:sldId id="711" r:id="rId16"/>
    <p:sldId id="712" r:id="rId17"/>
    <p:sldId id="713" r:id="rId18"/>
    <p:sldId id="714" r:id="rId19"/>
    <p:sldId id="715" r:id="rId20"/>
    <p:sldId id="716" r:id="rId21"/>
    <p:sldId id="717" r:id="rId22"/>
    <p:sldId id="718" r:id="rId23"/>
    <p:sldId id="719" r:id="rId24"/>
    <p:sldId id="310" r:id="rId25"/>
    <p:sldId id="309" r:id="rId26"/>
    <p:sldId id="315" r:id="rId27"/>
    <p:sldId id="684" r:id="rId28"/>
    <p:sldId id="695" r:id="rId29"/>
    <p:sldId id="721" r:id="rId30"/>
    <p:sldId id="722" r:id="rId31"/>
    <p:sldId id="723" r:id="rId32"/>
    <p:sldId id="724" r:id="rId33"/>
    <p:sldId id="685" r:id="rId34"/>
    <p:sldId id="725" r:id="rId35"/>
    <p:sldId id="720" r:id="rId36"/>
    <p:sldId id="441" r:id="rId37"/>
    <p:sldId id="686" r:id="rId38"/>
    <p:sldId id="687" r:id="rId39"/>
    <p:sldId id="727" r:id="rId40"/>
    <p:sldId id="728" r:id="rId41"/>
    <p:sldId id="726" r:id="rId42"/>
  </p:sldIdLst>
  <p:sldSz cx="9144000" cy="5143500" type="screen16x9"/>
  <p:notesSz cx="6858000" cy="914400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D3E730-8595-95A9-F8BC-C660FA17B48B}" name="Nicholas Pierce" initials="" userId="S::npierce@comptia.global::ee89543b-d064-42d7-b9d5-60e771afdcba" providerId="AD"/>
  <p188:author id="{DAF06873-2C38-7FB2-1A37-742F29FC9C0D}" name="Amy Glidewell" initials="AG" userId="S::aglidewell@comptia.org::095a4851-014c-47ed-bf1b-0c4b57406e94" providerId="AD"/>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5F90ED-EBDE-4C56-A4F6-4C7A00A27EA9}" v="3" dt="2025-06-17T18:27:39.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6" autoAdjust="0"/>
    <p:restoredTop sz="83414" autoAdjust="0"/>
  </p:normalViewPr>
  <p:slideViewPr>
    <p:cSldViewPr snapToGrid="0">
      <p:cViewPr varScale="1">
        <p:scale>
          <a:sx n="117" d="100"/>
          <a:sy n="117" d="100"/>
        </p:scale>
        <p:origin x="1374" y="84"/>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Glidewell" userId="095a4851-014c-47ed-bf1b-0c4b57406e94" providerId="ADAL" clId="{5C5F90ED-EBDE-4C56-A4F6-4C7A00A27EA9}"/>
    <pc:docChg chg="custSel addSld modSld">
      <pc:chgData name="Amy Glidewell" userId="095a4851-014c-47ed-bf1b-0c4b57406e94" providerId="ADAL" clId="{5C5F90ED-EBDE-4C56-A4F6-4C7A00A27EA9}" dt="2025-06-17T19:48:08.479" v="54" actId="962"/>
      <pc:docMkLst>
        <pc:docMk/>
      </pc:docMkLst>
      <pc:sldChg chg="modNotesTx">
        <pc:chgData name="Amy Glidewell" userId="095a4851-014c-47ed-bf1b-0c4b57406e94" providerId="ADAL" clId="{5C5F90ED-EBDE-4C56-A4F6-4C7A00A27EA9}" dt="2025-06-17T17:50:35.426" v="0" actId="2711"/>
        <pc:sldMkLst>
          <pc:docMk/>
          <pc:sldMk cId="2349293421" sldId="302"/>
        </pc:sldMkLst>
      </pc:sldChg>
      <pc:sldChg chg="modNotesTx">
        <pc:chgData name="Amy Glidewell" userId="095a4851-014c-47ed-bf1b-0c4b57406e94" providerId="ADAL" clId="{5C5F90ED-EBDE-4C56-A4F6-4C7A00A27EA9}" dt="2025-06-17T18:29:00.830" v="45" actId="313"/>
        <pc:sldMkLst>
          <pc:docMk/>
          <pc:sldMk cId="1878458843" sldId="309"/>
        </pc:sldMkLst>
      </pc:sldChg>
      <pc:sldChg chg="modNotesTx">
        <pc:chgData name="Amy Glidewell" userId="095a4851-014c-47ed-bf1b-0c4b57406e94" providerId="ADAL" clId="{5C5F90ED-EBDE-4C56-A4F6-4C7A00A27EA9}" dt="2025-06-17T17:55:45.108" v="36" actId="2711"/>
        <pc:sldMkLst>
          <pc:docMk/>
          <pc:sldMk cId="1686946997" sldId="315"/>
        </pc:sldMkLst>
      </pc:sldChg>
      <pc:sldChg chg="modSp mod modNotesTx">
        <pc:chgData name="Amy Glidewell" userId="095a4851-014c-47ed-bf1b-0c4b57406e94" providerId="ADAL" clId="{5C5F90ED-EBDE-4C56-A4F6-4C7A00A27EA9}" dt="2025-06-17T18:36:49.834" v="51" actId="20577"/>
        <pc:sldMkLst>
          <pc:docMk/>
          <pc:sldMk cId="2436142003" sldId="569"/>
        </pc:sldMkLst>
        <pc:spChg chg="mod">
          <ac:chgData name="Amy Glidewell" userId="095a4851-014c-47ed-bf1b-0c4b57406e94" providerId="ADAL" clId="{5C5F90ED-EBDE-4C56-A4F6-4C7A00A27EA9}" dt="2025-06-17T17:50:42.411" v="2" actId="27636"/>
          <ac:spMkLst>
            <pc:docMk/>
            <pc:sldMk cId="2436142003" sldId="569"/>
            <ac:spMk id="3" creationId="{C6F96774-36B8-B8FC-7220-DEB733B577E6}"/>
          </ac:spMkLst>
        </pc:spChg>
      </pc:sldChg>
      <pc:sldChg chg="modNotesTx">
        <pc:chgData name="Amy Glidewell" userId="095a4851-014c-47ed-bf1b-0c4b57406e94" providerId="ADAL" clId="{5C5F90ED-EBDE-4C56-A4F6-4C7A00A27EA9}" dt="2025-06-17T18:28:14.176" v="42" actId="20577"/>
        <pc:sldMkLst>
          <pc:docMk/>
          <pc:sldMk cId="2618266911" sldId="686"/>
        </pc:sldMkLst>
      </pc:sldChg>
      <pc:sldChg chg="modNotesTx">
        <pc:chgData name="Amy Glidewell" userId="095a4851-014c-47ed-bf1b-0c4b57406e94" providerId="ADAL" clId="{5C5F90ED-EBDE-4C56-A4F6-4C7A00A27EA9}" dt="2025-06-17T18:28:29.775" v="44" actId="27107"/>
        <pc:sldMkLst>
          <pc:docMk/>
          <pc:sldMk cId="4266900345" sldId="687"/>
        </pc:sldMkLst>
      </pc:sldChg>
      <pc:sldChg chg="modSp mod">
        <pc:chgData name="Amy Glidewell" userId="095a4851-014c-47ed-bf1b-0c4b57406e94" providerId="ADAL" clId="{5C5F90ED-EBDE-4C56-A4F6-4C7A00A27EA9}" dt="2025-06-17T18:26:10.018" v="37" actId="2085"/>
        <pc:sldMkLst>
          <pc:docMk/>
          <pc:sldMk cId="3222451132" sldId="695"/>
        </pc:sldMkLst>
        <pc:picChg chg="mod">
          <ac:chgData name="Amy Glidewell" userId="095a4851-014c-47ed-bf1b-0c4b57406e94" providerId="ADAL" clId="{5C5F90ED-EBDE-4C56-A4F6-4C7A00A27EA9}" dt="2025-06-17T18:26:10.018" v="37" actId="2085"/>
          <ac:picMkLst>
            <pc:docMk/>
            <pc:sldMk cId="3222451132" sldId="695"/>
            <ac:picMk id="3" creationId="{641CC2FB-F7FF-2FBA-B7FD-B90CE79FF0E1}"/>
          </ac:picMkLst>
        </pc:picChg>
      </pc:sldChg>
      <pc:sldChg chg="modSp mod">
        <pc:chgData name="Amy Glidewell" userId="095a4851-014c-47ed-bf1b-0c4b57406e94" providerId="ADAL" clId="{5C5F90ED-EBDE-4C56-A4F6-4C7A00A27EA9}" dt="2025-06-17T17:51:27.884" v="6" actId="208"/>
        <pc:sldMkLst>
          <pc:docMk/>
          <pc:sldMk cId="217541426" sldId="706"/>
        </pc:sldMkLst>
        <pc:picChg chg="mod">
          <ac:chgData name="Amy Glidewell" userId="095a4851-014c-47ed-bf1b-0c4b57406e94" providerId="ADAL" clId="{5C5F90ED-EBDE-4C56-A4F6-4C7A00A27EA9}" dt="2025-06-17T17:51:27.884" v="6" actId="208"/>
          <ac:picMkLst>
            <pc:docMk/>
            <pc:sldMk cId="217541426" sldId="706"/>
            <ac:picMk id="3" creationId="{9C425501-BDA5-D39A-C5D1-141AFC97B542}"/>
          </ac:picMkLst>
        </pc:picChg>
      </pc:sldChg>
      <pc:sldChg chg="modSp mod">
        <pc:chgData name="Amy Glidewell" userId="095a4851-014c-47ed-bf1b-0c4b57406e94" providerId="ADAL" clId="{5C5F90ED-EBDE-4C56-A4F6-4C7A00A27EA9}" dt="2025-06-17T17:51:42.863" v="7" actId="207"/>
        <pc:sldMkLst>
          <pc:docMk/>
          <pc:sldMk cId="1930895566" sldId="708"/>
        </pc:sldMkLst>
        <pc:picChg chg="mod">
          <ac:chgData name="Amy Glidewell" userId="095a4851-014c-47ed-bf1b-0c4b57406e94" providerId="ADAL" clId="{5C5F90ED-EBDE-4C56-A4F6-4C7A00A27EA9}" dt="2025-06-17T17:51:42.863" v="7" actId="207"/>
          <ac:picMkLst>
            <pc:docMk/>
            <pc:sldMk cId="1930895566" sldId="708"/>
            <ac:picMk id="5" creationId="{2254FBAD-154A-4222-4B18-5B13EE5C345C}"/>
          </ac:picMkLst>
        </pc:picChg>
      </pc:sldChg>
      <pc:sldChg chg="modSp mod">
        <pc:chgData name="Amy Glidewell" userId="095a4851-014c-47ed-bf1b-0c4b57406e94" providerId="ADAL" clId="{5C5F90ED-EBDE-4C56-A4F6-4C7A00A27EA9}" dt="2025-06-17T17:53:04.100" v="21" actId="27636"/>
        <pc:sldMkLst>
          <pc:docMk/>
          <pc:sldMk cId="3757866527" sldId="709"/>
        </pc:sldMkLst>
        <pc:spChg chg="mod">
          <ac:chgData name="Amy Glidewell" userId="095a4851-014c-47ed-bf1b-0c4b57406e94" providerId="ADAL" clId="{5C5F90ED-EBDE-4C56-A4F6-4C7A00A27EA9}" dt="2025-06-17T17:53:04.100" v="21" actId="27636"/>
          <ac:spMkLst>
            <pc:docMk/>
            <pc:sldMk cId="3757866527" sldId="709"/>
            <ac:spMk id="3" creationId="{EF5FAD62-7D95-3A90-980F-85255F8A4B77}"/>
          </ac:spMkLst>
        </pc:spChg>
        <pc:spChg chg="mod">
          <ac:chgData name="Amy Glidewell" userId="095a4851-014c-47ed-bf1b-0c4b57406e94" providerId="ADAL" clId="{5C5F90ED-EBDE-4C56-A4F6-4C7A00A27EA9}" dt="2025-06-17T17:52:44.988" v="13" actId="20577"/>
          <ac:spMkLst>
            <pc:docMk/>
            <pc:sldMk cId="3757866527" sldId="709"/>
            <ac:spMk id="8" creationId="{2B25ED6A-C373-B22C-E590-520F7FDD88C3}"/>
          </ac:spMkLst>
        </pc:spChg>
      </pc:sldChg>
      <pc:sldChg chg="modSp mod">
        <pc:chgData name="Amy Glidewell" userId="095a4851-014c-47ed-bf1b-0c4b57406e94" providerId="ADAL" clId="{5C5F90ED-EBDE-4C56-A4F6-4C7A00A27EA9}" dt="2025-06-17T17:53:18.662" v="25" actId="20577"/>
        <pc:sldMkLst>
          <pc:docMk/>
          <pc:sldMk cId="927786422" sldId="710"/>
        </pc:sldMkLst>
        <pc:spChg chg="mod">
          <ac:chgData name="Amy Glidewell" userId="095a4851-014c-47ed-bf1b-0c4b57406e94" providerId="ADAL" clId="{5C5F90ED-EBDE-4C56-A4F6-4C7A00A27EA9}" dt="2025-06-17T17:53:18.662" v="25" actId="20577"/>
          <ac:spMkLst>
            <pc:docMk/>
            <pc:sldMk cId="927786422" sldId="710"/>
            <ac:spMk id="8" creationId="{D7DBBC89-4215-62BC-CDA6-F397423B6DF6}"/>
          </ac:spMkLst>
        </pc:spChg>
      </pc:sldChg>
      <pc:sldChg chg="modSp mod modCm">
        <pc:chgData name="Amy Glidewell" userId="095a4851-014c-47ed-bf1b-0c4b57406e94" providerId="ADAL" clId="{5C5F90ED-EBDE-4C56-A4F6-4C7A00A27EA9}" dt="2025-06-17T17:54:08.959" v="32" actId="20577"/>
        <pc:sldMkLst>
          <pc:docMk/>
          <pc:sldMk cId="2921411699" sldId="711"/>
        </pc:sldMkLst>
        <pc:spChg chg="mod">
          <ac:chgData name="Amy Glidewell" userId="095a4851-014c-47ed-bf1b-0c4b57406e94" providerId="ADAL" clId="{5C5F90ED-EBDE-4C56-A4F6-4C7A00A27EA9}" dt="2025-06-17T17:54:08.959" v="32" actId="20577"/>
          <ac:spMkLst>
            <pc:docMk/>
            <pc:sldMk cId="2921411699" sldId="711"/>
            <ac:spMk id="3" creationId="{00F5C18C-3618-5374-0296-6E4188F05EC3}"/>
          </ac:spMkLst>
        </pc:spChg>
        <pc:extLst>
          <p:ext xmlns:p="http://schemas.openxmlformats.org/presentationml/2006/main" uri="{D6D511B9-2390-475A-947B-AFAB55BFBCF1}">
            <pc226:cmChg xmlns:pc226="http://schemas.microsoft.com/office/powerpoint/2022/06/main/command" chg="mod">
              <pc226:chgData name="Amy Glidewell" userId="095a4851-014c-47ed-bf1b-0c4b57406e94" providerId="ADAL" clId="{5C5F90ED-EBDE-4C56-A4F6-4C7A00A27EA9}" dt="2025-06-17T17:53:51.594" v="31" actId="20577"/>
              <pc2:cmMkLst xmlns:pc2="http://schemas.microsoft.com/office/powerpoint/2019/9/main/command">
                <pc:docMk/>
                <pc:sldMk cId="2921411699" sldId="711"/>
                <pc2:cmMk id="{DBF0FDAD-0A70-4785-A850-E17F0CCE6D3B}"/>
              </pc2:cmMkLst>
            </pc226:cmChg>
          </p:ext>
        </pc:extLst>
      </pc:sldChg>
      <pc:sldChg chg="modSp mod">
        <pc:chgData name="Amy Glidewell" userId="095a4851-014c-47ed-bf1b-0c4b57406e94" providerId="ADAL" clId="{5C5F90ED-EBDE-4C56-A4F6-4C7A00A27EA9}" dt="2025-06-17T18:41:21.278" v="52" actId="14100"/>
        <pc:sldMkLst>
          <pc:docMk/>
          <pc:sldMk cId="4168290164" sldId="715"/>
        </pc:sldMkLst>
        <pc:spChg chg="mod">
          <ac:chgData name="Amy Glidewell" userId="095a4851-014c-47ed-bf1b-0c4b57406e94" providerId="ADAL" clId="{5C5F90ED-EBDE-4C56-A4F6-4C7A00A27EA9}" dt="2025-06-17T18:41:21.278" v="52" actId="14100"/>
          <ac:spMkLst>
            <pc:docMk/>
            <pc:sldMk cId="4168290164" sldId="715"/>
            <ac:spMk id="3" creationId="{50302054-F2B0-0453-F234-2F8FFD71E1CE}"/>
          </ac:spMkLst>
        </pc:spChg>
      </pc:sldChg>
      <pc:sldChg chg="modNotesTx">
        <pc:chgData name="Amy Glidewell" userId="095a4851-014c-47ed-bf1b-0c4b57406e94" providerId="ADAL" clId="{5C5F90ED-EBDE-4C56-A4F6-4C7A00A27EA9}" dt="2025-06-17T17:55:08.631" v="34" actId="20577"/>
        <pc:sldMkLst>
          <pc:docMk/>
          <pc:sldMk cId="741752287" sldId="718"/>
        </pc:sldMkLst>
      </pc:sldChg>
      <pc:sldChg chg="modSp mod">
        <pc:chgData name="Amy Glidewell" userId="095a4851-014c-47ed-bf1b-0c4b57406e94" providerId="ADAL" clId="{5C5F90ED-EBDE-4C56-A4F6-4C7A00A27EA9}" dt="2025-06-17T19:48:08.479" v="54" actId="962"/>
        <pc:sldMkLst>
          <pc:docMk/>
          <pc:sldMk cId="3932295177" sldId="719"/>
        </pc:sldMkLst>
        <pc:picChg chg="mod">
          <ac:chgData name="Amy Glidewell" userId="095a4851-014c-47ed-bf1b-0c4b57406e94" providerId="ADAL" clId="{5C5F90ED-EBDE-4C56-A4F6-4C7A00A27EA9}" dt="2025-06-17T19:48:08.479" v="54" actId="962"/>
          <ac:picMkLst>
            <pc:docMk/>
            <pc:sldMk cId="3932295177" sldId="719"/>
            <ac:picMk id="3" creationId="{3E0949BF-DEDF-5092-224F-14E3385E9ABC}"/>
          </ac:picMkLst>
        </pc:picChg>
      </pc:sldChg>
      <pc:sldChg chg="modNotesTx">
        <pc:chgData name="Amy Glidewell" userId="095a4851-014c-47ed-bf1b-0c4b57406e94" providerId="ADAL" clId="{5C5F90ED-EBDE-4C56-A4F6-4C7A00A27EA9}" dt="2025-06-17T18:29:01.565" v="46" actId="313"/>
        <pc:sldMkLst>
          <pc:docMk/>
          <pc:sldMk cId="1765678404" sldId="720"/>
        </pc:sldMkLst>
      </pc:sldChg>
      <pc:sldChg chg="modSp mod modNotesTx">
        <pc:chgData name="Amy Glidewell" userId="095a4851-014c-47ed-bf1b-0c4b57406e94" providerId="ADAL" clId="{5C5F90ED-EBDE-4C56-A4F6-4C7A00A27EA9}" dt="2025-06-17T18:27:00.017" v="40" actId="27107"/>
        <pc:sldMkLst>
          <pc:docMk/>
          <pc:sldMk cId="1127055727" sldId="722"/>
        </pc:sldMkLst>
        <pc:picChg chg="mod">
          <ac:chgData name="Amy Glidewell" userId="095a4851-014c-47ed-bf1b-0c4b57406e94" providerId="ADAL" clId="{5C5F90ED-EBDE-4C56-A4F6-4C7A00A27EA9}" dt="2025-06-17T18:26:41.319" v="39" actId="207"/>
          <ac:picMkLst>
            <pc:docMk/>
            <pc:sldMk cId="1127055727" sldId="722"/>
            <ac:picMk id="3" creationId="{64D0CC25-5D3D-1B84-74F9-8EA7FD783E51}"/>
          </ac:picMkLst>
        </pc:picChg>
      </pc:sldChg>
      <pc:sldChg chg="modSp mod">
        <pc:chgData name="Amy Glidewell" userId="095a4851-014c-47ed-bf1b-0c4b57406e94" providerId="ADAL" clId="{5C5F90ED-EBDE-4C56-A4F6-4C7A00A27EA9}" dt="2025-06-17T18:27:16.451" v="41" actId="12"/>
        <pc:sldMkLst>
          <pc:docMk/>
          <pc:sldMk cId="559082214" sldId="723"/>
        </pc:sldMkLst>
        <pc:spChg chg="mod">
          <ac:chgData name="Amy Glidewell" userId="095a4851-014c-47ed-bf1b-0c4b57406e94" providerId="ADAL" clId="{5C5F90ED-EBDE-4C56-A4F6-4C7A00A27EA9}" dt="2025-06-17T18:27:16.451" v="41" actId="12"/>
          <ac:spMkLst>
            <pc:docMk/>
            <pc:sldMk cId="559082214" sldId="723"/>
            <ac:spMk id="3" creationId="{47E8E451-9566-C21C-2D29-DE002DDABCD8}"/>
          </ac:spMkLst>
        </pc:spChg>
      </pc:sldChg>
      <pc:sldChg chg="modNotesTx">
        <pc:chgData name="Amy Glidewell" userId="095a4851-014c-47ed-bf1b-0c4b57406e94" providerId="ADAL" clId="{5C5F90ED-EBDE-4C56-A4F6-4C7A00A27EA9}" dt="2025-06-17T18:29:02.290" v="47" actId="313"/>
        <pc:sldMkLst>
          <pc:docMk/>
          <pc:sldMk cId="1698747529" sldId="726"/>
        </pc:sldMkLst>
      </pc:sldChg>
      <pc:sldChg chg="modSp add mod">
        <pc:chgData name="Amy Glidewell" userId="095a4851-014c-47ed-bf1b-0c4b57406e94" providerId="ADAL" clId="{5C5F90ED-EBDE-4C56-A4F6-4C7A00A27EA9}" dt="2025-06-17T17:52:55.984" v="19" actId="27636"/>
        <pc:sldMkLst>
          <pc:docMk/>
          <pc:sldMk cId="3793977369" sldId="729"/>
        </pc:sldMkLst>
        <pc:spChg chg="mod">
          <ac:chgData name="Amy Glidewell" userId="095a4851-014c-47ed-bf1b-0c4b57406e94" providerId="ADAL" clId="{5C5F90ED-EBDE-4C56-A4F6-4C7A00A27EA9}" dt="2025-06-17T17:52:55.984" v="19" actId="27636"/>
          <ac:spMkLst>
            <pc:docMk/>
            <pc:sldMk cId="3793977369" sldId="729"/>
            <ac:spMk id="3" creationId="{365E0547-8336-DF8F-015C-BB6438F72E6E}"/>
          </ac:spMkLst>
        </pc:spChg>
        <pc:spChg chg="mod">
          <ac:chgData name="Amy Glidewell" userId="095a4851-014c-47ed-bf1b-0c4b57406e94" providerId="ADAL" clId="{5C5F90ED-EBDE-4C56-A4F6-4C7A00A27EA9}" dt="2025-06-17T17:52:50.205" v="17" actId="20577"/>
          <ac:spMkLst>
            <pc:docMk/>
            <pc:sldMk cId="3793977369" sldId="729"/>
            <ac:spMk id="8" creationId="{DEE7B1A8-4728-B1D3-124C-283D3BBDBB68}"/>
          </ac:spMkLst>
        </pc:spChg>
      </pc:sldChg>
    </pc:docChg>
  </pc:docChgLst>
  <pc:docChgLst>
    <pc:chgData name="Yvette Delim" userId="1eb1221e-2905-468b-b6ca-e1e332e3c4b6" providerId="ADAL" clId="{61893875-F650-46F0-A468-42499F22BE79}"/>
    <pc:docChg chg="modSld">
      <pc:chgData name="Yvette Delim" userId="1eb1221e-2905-468b-b6ca-e1e332e3c4b6" providerId="ADAL" clId="{61893875-F650-46F0-A468-42499F22BE79}" dt="2025-06-17T21:05:30.003" v="0"/>
      <pc:docMkLst>
        <pc:docMk/>
      </pc:docMkLst>
      <pc:sldChg chg="modSp mod">
        <pc:chgData name="Yvette Delim" userId="1eb1221e-2905-468b-b6ca-e1e332e3c4b6" providerId="ADAL" clId="{61893875-F650-46F0-A468-42499F22BE79}" dt="2025-06-17T21:05:30.003" v="0"/>
        <pc:sldMkLst>
          <pc:docMk/>
          <pc:sldMk cId="2615260713" sldId="297"/>
        </pc:sldMkLst>
        <pc:spChg chg="mod">
          <ac:chgData name="Yvette Delim" userId="1eb1221e-2905-468b-b6ca-e1e332e3c4b6" providerId="ADAL" clId="{61893875-F650-46F0-A468-42499F22BE79}" dt="2025-06-17T21:05:30.003" v="0"/>
          <ac:spMkLst>
            <pc:docMk/>
            <pc:sldMk cId="2615260713" sldId="297"/>
            <ac:spMk id="5" creationId="{3F9B06E0-25E2-2207-FA53-43B03A3DD8B6}"/>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Danielle Andries" userId="93d179e4-3c18-40f7-920e-ae80b202540d" providerId="ADAL" clId="{60F236F5-27A0-4449-9FAB-00D5438FFEB7}"/>
    <pc:docChg chg="custSel modSld sldOrd modMainMaster">
      <pc:chgData name="Danielle Andries" userId="93d179e4-3c18-40f7-920e-ae80b202540d" providerId="ADAL" clId="{60F236F5-27A0-4449-9FAB-00D5438FFEB7}" dt="2025-06-11T19:48:04.852" v="79"/>
      <pc:docMkLst>
        <pc:docMk/>
      </pc:docMkLst>
      <pc:sldChg chg="ord">
        <pc:chgData name="Danielle Andries" userId="93d179e4-3c18-40f7-920e-ae80b202540d" providerId="ADAL" clId="{60F236F5-27A0-4449-9FAB-00D5438FFEB7}" dt="2025-06-11T19:32:09.498" v="35"/>
        <pc:sldMkLst>
          <pc:docMk/>
          <pc:sldMk cId="1169523784" sldId="310"/>
        </pc:sldMkLst>
      </pc:sldChg>
      <pc:sldChg chg="modSp mod">
        <pc:chgData name="Danielle Andries" userId="93d179e4-3c18-40f7-920e-ae80b202540d" providerId="ADAL" clId="{60F236F5-27A0-4449-9FAB-00D5438FFEB7}" dt="2025-06-11T19:27:19.436" v="0" actId="20577"/>
        <pc:sldMkLst>
          <pc:docMk/>
          <pc:sldMk cId="2436142003" sldId="569"/>
        </pc:sldMkLst>
        <pc:spChg chg="mod">
          <ac:chgData name="Danielle Andries" userId="93d179e4-3c18-40f7-920e-ae80b202540d" providerId="ADAL" clId="{60F236F5-27A0-4449-9FAB-00D5438FFEB7}" dt="2025-06-11T19:27:19.436" v="0" actId="20577"/>
          <ac:spMkLst>
            <pc:docMk/>
            <pc:sldMk cId="2436142003" sldId="569"/>
            <ac:spMk id="3" creationId="{C6F96774-36B8-B8FC-7220-DEB733B577E6}"/>
          </ac:spMkLst>
        </pc:spChg>
      </pc:sldChg>
      <pc:sldChg chg="modSp mod">
        <pc:chgData name="Danielle Andries" userId="93d179e4-3c18-40f7-920e-ae80b202540d" providerId="ADAL" clId="{60F236F5-27A0-4449-9FAB-00D5438FFEB7}" dt="2025-06-11T19:38:43.759" v="47" actId="20577"/>
        <pc:sldMkLst>
          <pc:docMk/>
          <pc:sldMk cId="2702425543" sldId="684"/>
        </pc:sldMkLst>
        <pc:spChg chg="mod">
          <ac:chgData name="Danielle Andries" userId="93d179e4-3c18-40f7-920e-ae80b202540d" providerId="ADAL" clId="{60F236F5-27A0-4449-9FAB-00D5438FFEB7}" dt="2025-06-11T19:38:43.759" v="47" actId="20577"/>
          <ac:spMkLst>
            <pc:docMk/>
            <pc:sldMk cId="2702425543" sldId="684"/>
            <ac:spMk id="3" creationId="{1C45D08E-A885-97EF-D7C1-CADD356E3F25}"/>
          </ac:spMkLst>
        </pc:spChg>
      </pc:sldChg>
      <pc:sldChg chg="modSp mod modNotesTx">
        <pc:chgData name="Danielle Andries" userId="93d179e4-3c18-40f7-920e-ae80b202540d" providerId="ADAL" clId="{60F236F5-27A0-4449-9FAB-00D5438FFEB7}" dt="2025-06-11T19:47:28.617" v="72" actId="20577"/>
        <pc:sldMkLst>
          <pc:docMk/>
          <pc:sldMk cId="2618266911" sldId="686"/>
        </pc:sldMkLst>
        <pc:spChg chg="mod">
          <ac:chgData name="Danielle Andries" userId="93d179e4-3c18-40f7-920e-ae80b202540d" providerId="ADAL" clId="{60F236F5-27A0-4449-9FAB-00D5438FFEB7}" dt="2025-06-11T19:47:24.633" v="71" actId="20577"/>
          <ac:spMkLst>
            <pc:docMk/>
            <pc:sldMk cId="2618266911" sldId="686"/>
            <ac:spMk id="3" creationId="{19A0FE05-D2B4-145A-0468-603AAE9653BD}"/>
          </ac:spMkLst>
        </pc:spChg>
      </pc:sldChg>
      <pc:sldChg chg="modNotesTx">
        <pc:chgData name="Danielle Andries" userId="93d179e4-3c18-40f7-920e-ae80b202540d" providerId="ADAL" clId="{60F236F5-27A0-4449-9FAB-00D5438FFEB7}" dt="2025-06-11T19:40:17.485" v="68"/>
        <pc:sldMkLst>
          <pc:docMk/>
          <pc:sldMk cId="3222451132" sldId="695"/>
        </pc:sldMkLst>
      </pc:sldChg>
      <pc:sldChg chg="modSp mod">
        <pc:chgData name="Danielle Andries" userId="93d179e4-3c18-40f7-920e-ae80b202540d" providerId="ADAL" clId="{60F236F5-27A0-4449-9FAB-00D5438FFEB7}" dt="2025-06-11T19:30:11.880" v="3" actId="20577"/>
        <pc:sldMkLst>
          <pc:docMk/>
          <pc:sldMk cId="4168290164" sldId="715"/>
        </pc:sldMkLst>
        <pc:spChg chg="mod">
          <ac:chgData name="Danielle Andries" userId="93d179e4-3c18-40f7-920e-ae80b202540d" providerId="ADAL" clId="{60F236F5-27A0-4449-9FAB-00D5438FFEB7}" dt="2025-06-11T19:30:11.880" v="3" actId="20577"/>
          <ac:spMkLst>
            <pc:docMk/>
            <pc:sldMk cId="4168290164" sldId="715"/>
            <ac:spMk id="3" creationId="{50302054-F2B0-0453-F234-2F8FFD71E1CE}"/>
          </ac:spMkLst>
        </pc:spChg>
      </pc:sldChg>
      <pc:sldChg chg="addSp delSp modSp mod">
        <pc:chgData name="Danielle Andries" userId="93d179e4-3c18-40f7-920e-ae80b202540d" providerId="ADAL" clId="{60F236F5-27A0-4449-9FAB-00D5438FFEB7}" dt="2025-06-11T19:32:00.761" v="33" actId="20577"/>
        <pc:sldMkLst>
          <pc:docMk/>
          <pc:sldMk cId="3932295177" sldId="719"/>
        </pc:sldMkLst>
        <pc:spChg chg="mod">
          <ac:chgData name="Danielle Andries" userId="93d179e4-3c18-40f7-920e-ae80b202540d" providerId="ADAL" clId="{60F236F5-27A0-4449-9FAB-00D5438FFEB7}" dt="2025-06-11T19:32:00.761" v="33" actId="20577"/>
          <ac:spMkLst>
            <pc:docMk/>
            <pc:sldMk cId="3932295177" sldId="719"/>
            <ac:spMk id="13" creationId="{41D4CD51-88B3-0E15-D9DE-2F5762503485}"/>
          </ac:spMkLst>
        </pc:spChg>
        <pc:picChg chg="add mod">
          <ac:chgData name="Danielle Andries" userId="93d179e4-3c18-40f7-920e-ae80b202540d" providerId="ADAL" clId="{60F236F5-27A0-4449-9FAB-00D5438FFEB7}" dt="2025-06-11T19:31:33.597" v="10" actId="1076"/>
          <ac:picMkLst>
            <pc:docMk/>
            <pc:sldMk cId="3932295177" sldId="719"/>
            <ac:picMk id="3" creationId="{3E0949BF-DEDF-5092-224F-14E3385E9ABC}"/>
          </ac:picMkLst>
        </pc:picChg>
      </pc:sldChg>
      <pc:sldChg chg="modNotesTx">
        <pc:chgData name="Danielle Andries" userId="93d179e4-3c18-40f7-920e-ae80b202540d" providerId="ADAL" clId="{60F236F5-27A0-4449-9FAB-00D5438FFEB7}" dt="2025-06-11T19:39:23.658" v="54"/>
        <pc:sldMkLst>
          <pc:docMk/>
          <pc:sldMk cId="4090588705" sldId="721"/>
        </pc:sldMkLst>
      </pc:sldChg>
      <pc:sldChg chg="modNotesTx">
        <pc:chgData name="Danielle Andries" userId="93d179e4-3c18-40f7-920e-ae80b202540d" providerId="ADAL" clId="{60F236F5-27A0-4449-9FAB-00D5438FFEB7}" dt="2025-06-11T19:40:07.975" v="61"/>
        <pc:sldMkLst>
          <pc:docMk/>
          <pc:sldMk cId="1127055727" sldId="722"/>
        </pc:sldMkLst>
      </pc:sldChg>
      <pc:sldChg chg="ord">
        <pc:chgData name="Danielle Andries" userId="93d179e4-3c18-40f7-920e-ae80b202540d" providerId="ADAL" clId="{60F236F5-27A0-4449-9FAB-00D5438FFEB7}" dt="2025-06-11T19:41:23.151" v="70"/>
        <pc:sldMkLst>
          <pc:docMk/>
          <pc:sldMk cId="2118944369" sldId="725"/>
        </pc:sldMkLst>
      </pc:sldChg>
      <pc:sldChg chg="modNotesTx">
        <pc:chgData name="Danielle Andries" userId="93d179e4-3c18-40f7-920e-ae80b202540d" providerId="ADAL" clId="{60F236F5-27A0-4449-9FAB-00D5438FFEB7}" dt="2025-06-11T19:48:04.852" v="79"/>
        <pc:sldMkLst>
          <pc:docMk/>
          <pc:sldMk cId="3753203975" sldId="728"/>
        </pc:sldMkLst>
      </pc:sldChg>
      <pc:sldMasterChg chg="modSldLayout sldLayoutOrd">
        <pc:chgData name="Danielle Andries" userId="93d179e4-3c18-40f7-920e-ae80b202540d" providerId="ADAL" clId="{60F236F5-27A0-4449-9FAB-00D5438FFEB7}" dt="2025-06-11T19:32:30.648" v="45" actId="20577"/>
        <pc:sldMasterMkLst>
          <pc:docMk/>
          <pc:sldMasterMk cId="58932730" sldId="2147483910"/>
        </pc:sldMasterMkLst>
        <pc:sldLayoutChg chg="modSp mod ord">
          <pc:chgData name="Danielle Andries" userId="93d179e4-3c18-40f7-920e-ae80b202540d" providerId="ADAL" clId="{60F236F5-27A0-4449-9FAB-00D5438FFEB7}" dt="2025-06-11T19:32:30.648" v="45" actId="20577"/>
          <pc:sldLayoutMkLst>
            <pc:docMk/>
            <pc:sldMasterMk cId="58932730" sldId="2147483910"/>
            <pc:sldLayoutMk cId="3198385692" sldId="2147483922"/>
          </pc:sldLayoutMkLst>
          <pc:spChg chg="mod">
            <ac:chgData name="Danielle Andries" userId="93d179e4-3c18-40f7-920e-ae80b202540d" providerId="ADAL" clId="{60F236F5-27A0-4449-9FAB-00D5438FFEB7}" dt="2025-06-11T19:32:30.648" v="45" actId="20577"/>
            <ac:spMkLst>
              <pc:docMk/>
              <pc:sldMasterMk cId="58932730" sldId="2147483910"/>
              <pc:sldLayoutMk cId="3198385692" sldId="2147483922"/>
              <ac:spMk id="4" creationId="{48DA206A-2516-457B-9C8F-9BDD445DD373}"/>
            </ac:spMkLst>
          </pc:spChg>
        </pc:sldLayoutChg>
      </pc:sldMaster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Nicholas Pierce" userId="S::npierce@comptia.global::ee89543b-d064-42d7-b9d5-60e771afdcba" providerId="AD" clId="Web-{F6BA1FEC-0890-F66C-050E-ADC7F35A5423}"/>
    <pc:docChg chg="modSld">
      <pc:chgData name="Nicholas Pierce" userId="S::npierce@comptia.global::ee89543b-d064-42d7-b9d5-60e771afdcba" providerId="AD" clId="Web-{F6BA1FEC-0890-F66C-050E-ADC7F35A5423}" dt="2025-06-10T16:32:18.493" v="2240"/>
      <pc:docMkLst>
        <pc:docMk/>
      </pc:docMkLst>
      <pc:sldChg chg="modSp modNotes">
        <pc:chgData name="Nicholas Pierce" userId="S::npierce@comptia.global::ee89543b-d064-42d7-b9d5-60e771afdcba" providerId="AD" clId="Web-{F6BA1FEC-0890-F66C-050E-ADC7F35A5423}" dt="2025-06-10T14:44:05.722" v="175" actId="20577"/>
        <pc:sldMkLst>
          <pc:docMk/>
          <pc:sldMk cId="2436142003" sldId="569"/>
        </pc:sldMkLst>
        <pc:spChg chg="mod">
          <ac:chgData name="Nicholas Pierce" userId="S::npierce@comptia.global::ee89543b-d064-42d7-b9d5-60e771afdcba" providerId="AD" clId="Web-{F6BA1FEC-0890-F66C-050E-ADC7F35A5423}" dt="2025-06-10T14:44:05.722" v="175" actId="20577"/>
          <ac:spMkLst>
            <pc:docMk/>
            <pc:sldMk cId="2436142003" sldId="569"/>
            <ac:spMk id="3" creationId="{C6F96774-36B8-B8FC-7220-DEB733B577E6}"/>
          </ac:spMkLst>
        </pc:spChg>
      </pc:sldChg>
      <pc:sldChg chg="modSp modNotes">
        <pc:chgData name="Nicholas Pierce" userId="S::npierce@comptia.global::ee89543b-d064-42d7-b9d5-60e771afdcba" providerId="AD" clId="Web-{F6BA1FEC-0890-F66C-050E-ADC7F35A5423}" dt="2025-06-10T16:18:55.851" v="1138"/>
        <pc:sldMkLst>
          <pc:docMk/>
          <pc:sldMk cId="2702425543" sldId="684"/>
        </pc:sldMkLst>
        <pc:spChg chg="mod">
          <ac:chgData name="Nicholas Pierce" userId="S::npierce@comptia.global::ee89543b-d064-42d7-b9d5-60e771afdcba" providerId="AD" clId="Web-{F6BA1FEC-0890-F66C-050E-ADC7F35A5423}" dt="2025-06-10T16:17:21.671" v="1016" actId="20577"/>
          <ac:spMkLst>
            <pc:docMk/>
            <pc:sldMk cId="2702425543" sldId="684"/>
            <ac:spMk id="3" creationId="{1C45D08E-A885-97EF-D7C1-CADD356E3F25}"/>
          </ac:spMkLst>
        </pc:spChg>
      </pc:sldChg>
      <pc:sldChg chg="modSp modNotes">
        <pc:chgData name="Nicholas Pierce" userId="S::npierce@comptia.global::ee89543b-d064-42d7-b9d5-60e771afdcba" providerId="AD" clId="Web-{F6BA1FEC-0890-F66C-050E-ADC7F35A5423}" dt="2025-06-10T16:25:00.239" v="1617"/>
        <pc:sldMkLst>
          <pc:docMk/>
          <pc:sldMk cId="1819727071" sldId="685"/>
        </pc:sldMkLst>
        <pc:spChg chg="mod">
          <ac:chgData name="Nicholas Pierce" userId="S::npierce@comptia.global::ee89543b-d064-42d7-b9d5-60e771afdcba" providerId="AD" clId="Web-{F6BA1FEC-0890-F66C-050E-ADC7F35A5423}" dt="2025-06-10T16:23:46.921" v="1497" actId="20577"/>
          <ac:spMkLst>
            <pc:docMk/>
            <pc:sldMk cId="1819727071" sldId="685"/>
            <ac:spMk id="3" creationId="{13E8A3B6-0578-0F7B-5A96-72C2525BB054}"/>
          </ac:spMkLst>
        </pc:spChg>
      </pc:sldChg>
      <pc:sldChg chg="modSp modNotes">
        <pc:chgData name="Nicholas Pierce" userId="S::npierce@comptia.global::ee89543b-d064-42d7-b9d5-60e771afdcba" providerId="AD" clId="Web-{F6BA1FEC-0890-F66C-050E-ADC7F35A5423}" dt="2025-06-10T16:27:02.702" v="1847"/>
        <pc:sldMkLst>
          <pc:docMk/>
          <pc:sldMk cId="2618266911" sldId="686"/>
        </pc:sldMkLst>
        <pc:spChg chg="mod">
          <ac:chgData name="Nicholas Pierce" userId="S::npierce@comptia.global::ee89543b-d064-42d7-b9d5-60e771afdcba" providerId="AD" clId="Web-{F6BA1FEC-0890-F66C-050E-ADC7F35A5423}" dt="2025-06-10T16:26:44.138" v="1802" actId="20577"/>
          <ac:spMkLst>
            <pc:docMk/>
            <pc:sldMk cId="2618266911" sldId="686"/>
            <ac:spMk id="3" creationId="{19A0FE05-D2B4-145A-0468-603AAE9653BD}"/>
          </ac:spMkLst>
        </pc:spChg>
      </pc:sldChg>
      <pc:sldChg chg="modSp modNotes">
        <pc:chgData name="Nicholas Pierce" userId="S::npierce@comptia.global::ee89543b-d064-42d7-b9d5-60e771afdcba" providerId="AD" clId="Web-{F6BA1FEC-0890-F66C-050E-ADC7F35A5423}" dt="2025-06-10T16:30:56.237" v="2141" actId="20577"/>
        <pc:sldMkLst>
          <pc:docMk/>
          <pc:sldMk cId="4266900345" sldId="687"/>
        </pc:sldMkLst>
        <pc:spChg chg="mod">
          <ac:chgData name="Nicholas Pierce" userId="S::npierce@comptia.global::ee89543b-d064-42d7-b9d5-60e771afdcba" providerId="AD" clId="Web-{F6BA1FEC-0890-F66C-050E-ADC7F35A5423}" dt="2025-06-10T16:30:56.237" v="2141" actId="20577"/>
          <ac:spMkLst>
            <pc:docMk/>
            <pc:sldMk cId="4266900345" sldId="687"/>
            <ac:spMk id="3" creationId="{95EFDB21-B012-46D5-ECD9-F733F9D50043}"/>
          </ac:spMkLst>
        </pc:spChg>
      </pc:sldChg>
      <pc:sldChg chg="modNotes">
        <pc:chgData name="Nicholas Pierce" userId="S::npierce@comptia.global::ee89543b-d064-42d7-b9d5-60e771afdcba" providerId="AD" clId="Web-{F6BA1FEC-0890-F66C-050E-ADC7F35A5423}" dt="2025-06-10T16:17:24.531" v="1017"/>
        <pc:sldMkLst>
          <pc:docMk/>
          <pc:sldMk cId="3222451132" sldId="695"/>
        </pc:sldMkLst>
      </pc:sldChg>
      <pc:sldChg chg="modNotes">
        <pc:chgData name="Nicholas Pierce" userId="S::npierce@comptia.global::ee89543b-d064-42d7-b9d5-60e771afdcba" providerId="AD" clId="Web-{F6BA1FEC-0890-F66C-050E-ADC7F35A5423}" dt="2025-06-10T14:44:09.035" v="176"/>
        <pc:sldMkLst>
          <pc:docMk/>
          <pc:sldMk cId="217541426" sldId="706"/>
        </pc:sldMkLst>
      </pc:sldChg>
      <pc:sldChg chg="modSp modNotes">
        <pc:chgData name="Nicholas Pierce" userId="S::npierce@comptia.global::ee89543b-d064-42d7-b9d5-60e771afdcba" providerId="AD" clId="Web-{F6BA1FEC-0890-F66C-050E-ADC7F35A5423}" dt="2025-06-10T14:46:10.445" v="275" actId="20577"/>
        <pc:sldMkLst>
          <pc:docMk/>
          <pc:sldMk cId="2415159213" sldId="707"/>
        </pc:sldMkLst>
        <pc:spChg chg="mod">
          <ac:chgData name="Nicholas Pierce" userId="S::npierce@comptia.global::ee89543b-d064-42d7-b9d5-60e771afdcba" providerId="AD" clId="Web-{F6BA1FEC-0890-F66C-050E-ADC7F35A5423}" dt="2025-06-10T14:46:10.445" v="275" actId="20577"/>
          <ac:spMkLst>
            <pc:docMk/>
            <pc:sldMk cId="2415159213" sldId="707"/>
            <ac:spMk id="3" creationId="{46F97B40-A758-5942-D512-9275F29BDDC9}"/>
          </ac:spMkLst>
        </pc:spChg>
      </pc:sldChg>
      <pc:sldChg chg="modNotes">
        <pc:chgData name="Nicholas Pierce" userId="S::npierce@comptia.global::ee89543b-d064-42d7-b9d5-60e771afdcba" providerId="AD" clId="Web-{F6BA1FEC-0890-F66C-050E-ADC7F35A5423}" dt="2025-06-10T14:46:17.039" v="276"/>
        <pc:sldMkLst>
          <pc:docMk/>
          <pc:sldMk cId="1930895566" sldId="708"/>
        </pc:sldMkLst>
      </pc:sldChg>
      <pc:sldChg chg="modSp modNotes">
        <pc:chgData name="Nicholas Pierce" userId="S::npierce@comptia.global::ee89543b-d064-42d7-b9d5-60e771afdcba" providerId="AD" clId="Web-{F6BA1FEC-0890-F66C-050E-ADC7F35A5423}" dt="2025-06-10T14:50:08.282" v="430"/>
        <pc:sldMkLst>
          <pc:docMk/>
          <pc:sldMk cId="3757866527" sldId="709"/>
        </pc:sldMkLst>
        <pc:spChg chg="mod">
          <ac:chgData name="Nicholas Pierce" userId="S::npierce@comptia.global::ee89543b-d064-42d7-b9d5-60e771afdcba" providerId="AD" clId="Web-{F6BA1FEC-0890-F66C-050E-ADC7F35A5423}" dt="2025-06-10T14:49:33.422" v="402" actId="20577"/>
          <ac:spMkLst>
            <pc:docMk/>
            <pc:sldMk cId="3757866527" sldId="709"/>
            <ac:spMk id="3" creationId="{EF5FAD62-7D95-3A90-980F-85255F8A4B77}"/>
          </ac:spMkLst>
        </pc:spChg>
      </pc:sldChg>
      <pc:sldChg chg="modNotes">
        <pc:chgData name="Nicholas Pierce" userId="S::npierce@comptia.global::ee89543b-d064-42d7-b9d5-60e771afdcba" providerId="AD" clId="Web-{F6BA1FEC-0890-F66C-050E-ADC7F35A5423}" dt="2025-06-10T14:50:15.251" v="431"/>
        <pc:sldMkLst>
          <pc:docMk/>
          <pc:sldMk cId="927786422" sldId="710"/>
        </pc:sldMkLst>
      </pc:sldChg>
      <pc:sldChg chg="modSp modNotes">
        <pc:chgData name="Nicholas Pierce" userId="S::npierce@comptia.global::ee89543b-d064-42d7-b9d5-60e771afdcba" providerId="AD" clId="Web-{F6BA1FEC-0890-F66C-050E-ADC7F35A5423}" dt="2025-06-10T14:52:21.787" v="508"/>
        <pc:sldMkLst>
          <pc:docMk/>
          <pc:sldMk cId="2921411699" sldId="711"/>
        </pc:sldMkLst>
        <pc:spChg chg="mod">
          <ac:chgData name="Nicholas Pierce" userId="S::npierce@comptia.global::ee89543b-d064-42d7-b9d5-60e771afdcba" providerId="AD" clId="Web-{F6BA1FEC-0890-F66C-050E-ADC7F35A5423}" dt="2025-06-10T14:52:21.615" v="507" actId="20577"/>
          <ac:spMkLst>
            <pc:docMk/>
            <pc:sldMk cId="2921411699" sldId="711"/>
            <ac:spMk id="3" creationId="{00F5C18C-3618-5374-0296-6E4188F05EC3}"/>
          </ac:spMkLst>
        </pc:spChg>
      </pc:sldChg>
      <pc:sldChg chg="modNotes">
        <pc:chgData name="Nicholas Pierce" userId="S::npierce@comptia.global::ee89543b-d064-42d7-b9d5-60e771afdcba" providerId="AD" clId="Web-{F6BA1FEC-0890-F66C-050E-ADC7F35A5423}" dt="2025-06-10T16:08:32.612" v="509"/>
        <pc:sldMkLst>
          <pc:docMk/>
          <pc:sldMk cId="3818335081" sldId="712"/>
        </pc:sldMkLst>
      </pc:sldChg>
      <pc:sldChg chg="modSp modNotes">
        <pc:chgData name="Nicholas Pierce" userId="S::npierce@comptia.global::ee89543b-d064-42d7-b9d5-60e771afdcba" providerId="AD" clId="Web-{F6BA1FEC-0890-F66C-050E-ADC7F35A5423}" dt="2025-06-10T16:10:52.546" v="635"/>
        <pc:sldMkLst>
          <pc:docMk/>
          <pc:sldMk cId="3194121873" sldId="713"/>
        </pc:sldMkLst>
        <pc:spChg chg="mod">
          <ac:chgData name="Nicholas Pierce" userId="S::npierce@comptia.global::ee89543b-d064-42d7-b9d5-60e771afdcba" providerId="AD" clId="Web-{F6BA1FEC-0890-F66C-050E-ADC7F35A5423}" dt="2025-06-10T16:10:49.967" v="634" actId="20577"/>
          <ac:spMkLst>
            <pc:docMk/>
            <pc:sldMk cId="3194121873" sldId="713"/>
            <ac:spMk id="3" creationId="{A15A7203-3EF2-5D27-6FDA-32AE16B4ACD3}"/>
          </ac:spMkLst>
        </pc:spChg>
      </pc:sldChg>
      <pc:sldChg chg="modNotes">
        <pc:chgData name="Nicholas Pierce" userId="S::npierce@comptia.global::ee89543b-d064-42d7-b9d5-60e771afdcba" providerId="AD" clId="Web-{F6BA1FEC-0890-F66C-050E-ADC7F35A5423}" dt="2025-06-10T16:10:59.171" v="636"/>
        <pc:sldMkLst>
          <pc:docMk/>
          <pc:sldMk cId="2586311682" sldId="714"/>
        </pc:sldMkLst>
      </pc:sldChg>
      <pc:sldChg chg="modSp modNotes">
        <pc:chgData name="Nicholas Pierce" userId="S::npierce@comptia.global::ee89543b-d064-42d7-b9d5-60e771afdcba" providerId="AD" clId="Web-{F6BA1FEC-0890-F66C-050E-ADC7F35A5423}" dt="2025-06-10T16:13:35.387" v="800"/>
        <pc:sldMkLst>
          <pc:docMk/>
          <pc:sldMk cId="4168290164" sldId="715"/>
        </pc:sldMkLst>
        <pc:spChg chg="mod">
          <ac:chgData name="Nicholas Pierce" userId="S::npierce@comptia.global::ee89543b-d064-42d7-b9d5-60e771afdcba" providerId="AD" clId="Web-{F6BA1FEC-0890-F66C-050E-ADC7F35A5423}" dt="2025-06-10T16:13:33.137" v="799" actId="20577"/>
          <ac:spMkLst>
            <pc:docMk/>
            <pc:sldMk cId="4168290164" sldId="715"/>
            <ac:spMk id="3" creationId="{50302054-F2B0-0453-F234-2F8FFD71E1CE}"/>
          </ac:spMkLst>
        </pc:spChg>
      </pc:sldChg>
      <pc:sldChg chg="modNotes">
        <pc:chgData name="Nicholas Pierce" userId="S::npierce@comptia.global::ee89543b-d064-42d7-b9d5-60e771afdcba" providerId="AD" clId="Web-{F6BA1FEC-0890-F66C-050E-ADC7F35A5423}" dt="2025-06-10T16:13:38.090" v="801"/>
        <pc:sldMkLst>
          <pc:docMk/>
          <pc:sldMk cId="1923961976" sldId="716"/>
        </pc:sldMkLst>
      </pc:sldChg>
      <pc:sldChg chg="modNotes">
        <pc:chgData name="Nicholas Pierce" userId="S::npierce@comptia.global::ee89543b-d064-42d7-b9d5-60e771afdcba" providerId="AD" clId="Web-{F6BA1FEC-0890-F66C-050E-ADC7F35A5423}" dt="2025-06-10T16:13:44.185" v="802"/>
        <pc:sldMkLst>
          <pc:docMk/>
          <pc:sldMk cId="2035513234" sldId="717"/>
        </pc:sldMkLst>
      </pc:sldChg>
      <pc:sldChg chg="modSp modNotes">
        <pc:chgData name="Nicholas Pierce" userId="S::npierce@comptia.global::ee89543b-d064-42d7-b9d5-60e771afdcba" providerId="AD" clId="Web-{F6BA1FEC-0890-F66C-050E-ADC7F35A5423}" dt="2025-06-10T16:15:48.773" v="936"/>
        <pc:sldMkLst>
          <pc:docMk/>
          <pc:sldMk cId="741752287" sldId="718"/>
        </pc:sldMkLst>
        <pc:spChg chg="mod">
          <ac:chgData name="Nicholas Pierce" userId="S::npierce@comptia.global::ee89543b-d064-42d7-b9d5-60e771afdcba" providerId="AD" clId="Web-{F6BA1FEC-0890-F66C-050E-ADC7F35A5423}" dt="2025-06-10T16:15:03.988" v="868" actId="20577"/>
          <ac:spMkLst>
            <pc:docMk/>
            <pc:sldMk cId="741752287" sldId="718"/>
            <ac:spMk id="3" creationId="{389A7249-7107-4E06-CAC5-684DE50241F7}"/>
          </ac:spMkLst>
        </pc:spChg>
      </pc:sldChg>
      <pc:sldChg chg="modNotes">
        <pc:chgData name="Nicholas Pierce" userId="S::npierce@comptia.global::ee89543b-d064-42d7-b9d5-60e771afdcba" providerId="AD" clId="Web-{F6BA1FEC-0890-F66C-050E-ADC7F35A5423}" dt="2025-06-10T16:15:51.054" v="937"/>
        <pc:sldMkLst>
          <pc:docMk/>
          <pc:sldMk cId="3932295177" sldId="719"/>
        </pc:sldMkLst>
      </pc:sldChg>
      <pc:sldChg chg="modSp modNotes">
        <pc:chgData name="Nicholas Pierce" userId="S::npierce@comptia.global::ee89543b-d064-42d7-b9d5-60e771afdcba" providerId="AD" clId="Web-{F6BA1FEC-0890-F66C-050E-ADC7F35A5423}" dt="2025-06-10T16:18:15.816" v="1067" actId="20577"/>
        <pc:sldMkLst>
          <pc:docMk/>
          <pc:sldMk cId="4090588705" sldId="721"/>
        </pc:sldMkLst>
        <pc:spChg chg="mod">
          <ac:chgData name="Nicholas Pierce" userId="S::npierce@comptia.global::ee89543b-d064-42d7-b9d5-60e771afdcba" providerId="AD" clId="Web-{F6BA1FEC-0890-F66C-050E-ADC7F35A5423}" dt="2025-06-10T16:18:15.816" v="1067" actId="20577"/>
          <ac:spMkLst>
            <pc:docMk/>
            <pc:sldMk cId="4090588705" sldId="721"/>
            <ac:spMk id="3" creationId="{A92FED56-AA36-31A4-7994-C8104563D454}"/>
          </ac:spMkLst>
        </pc:spChg>
      </pc:sldChg>
      <pc:sldChg chg="modNotes">
        <pc:chgData name="Nicholas Pierce" userId="S::npierce@comptia.global::ee89543b-d064-42d7-b9d5-60e771afdcba" providerId="AD" clId="Web-{F6BA1FEC-0890-F66C-050E-ADC7F35A5423}" dt="2025-06-10T16:19:00.601" v="1139"/>
        <pc:sldMkLst>
          <pc:docMk/>
          <pc:sldMk cId="1127055727" sldId="722"/>
        </pc:sldMkLst>
      </pc:sldChg>
      <pc:sldChg chg="modSp modNotes">
        <pc:chgData name="Nicholas Pierce" userId="S::npierce@comptia.global::ee89543b-d064-42d7-b9d5-60e771afdcba" providerId="AD" clId="Web-{F6BA1FEC-0890-F66C-050E-ADC7F35A5423}" dt="2025-06-10T16:21:36.239" v="1361" actId="20577"/>
        <pc:sldMkLst>
          <pc:docMk/>
          <pc:sldMk cId="559082214" sldId="723"/>
        </pc:sldMkLst>
        <pc:spChg chg="mod">
          <ac:chgData name="Nicholas Pierce" userId="S::npierce@comptia.global::ee89543b-d064-42d7-b9d5-60e771afdcba" providerId="AD" clId="Web-{F6BA1FEC-0890-F66C-050E-ADC7F35A5423}" dt="2025-06-10T16:21:36.239" v="1361" actId="20577"/>
          <ac:spMkLst>
            <pc:docMk/>
            <pc:sldMk cId="559082214" sldId="723"/>
            <ac:spMk id="3" creationId="{47E8E451-9566-C21C-2D29-DE002DDABCD8}"/>
          </ac:spMkLst>
        </pc:spChg>
      </pc:sldChg>
      <pc:sldChg chg="modNotes">
        <pc:chgData name="Nicholas Pierce" userId="S::npierce@comptia.global::ee89543b-d064-42d7-b9d5-60e771afdcba" providerId="AD" clId="Web-{F6BA1FEC-0890-F66C-050E-ADC7F35A5423}" dt="2025-06-10T16:21:38.504" v="1362"/>
        <pc:sldMkLst>
          <pc:docMk/>
          <pc:sldMk cId="2950796658" sldId="724"/>
        </pc:sldMkLst>
      </pc:sldChg>
      <pc:sldChg chg="addSp delSp modSp modNotes">
        <pc:chgData name="Nicholas Pierce" userId="S::npierce@comptia.global::ee89543b-d064-42d7-b9d5-60e771afdcba" providerId="AD" clId="Web-{F6BA1FEC-0890-F66C-050E-ADC7F35A5423}" dt="2025-06-10T16:32:16.025" v="2239" actId="20577"/>
        <pc:sldMkLst>
          <pc:docMk/>
          <pc:sldMk cId="3112420312" sldId="727"/>
        </pc:sldMkLst>
        <pc:spChg chg="add del mod">
          <ac:chgData name="Nicholas Pierce" userId="S::npierce@comptia.global::ee89543b-d064-42d7-b9d5-60e771afdcba" providerId="AD" clId="Web-{F6BA1FEC-0890-F66C-050E-ADC7F35A5423}" dt="2025-06-10T16:32:16.025" v="2239" actId="20577"/>
          <ac:spMkLst>
            <pc:docMk/>
            <pc:sldMk cId="3112420312" sldId="727"/>
            <ac:spMk id="3" creationId="{77A808E6-C340-AB0E-C2E2-1A69B21E7E9D}"/>
          </ac:spMkLst>
        </pc:spChg>
        <pc:spChg chg="add del">
          <ac:chgData name="Nicholas Pierce" userId="S::npierce@comptia.global::ee89543b-d064-42d7-b9d5-60e771afdcba" providerId="AD" clId="Web-{F6BA1FEC-0890-F66C-050E-ADC7F35A5423}" dt="2025-06-10T16:31:16.676" v="2148"/>
          <ac:spMkLst>
            <pc:docMk/>
            <pc:sldMk cId="3112420312" sldId="727"/>
            <ac:spMk id="4" creationId="{BC6B763F-1994-D332-6EF9-0994F3F97EB3}"/>
          </ac:spMkLst>
        </pc:spChg>
        <pc:spChg chg="add del">
          <ac:chgData name="Nicholas Pierce" userId="S::npierce@comptia.global::ee89543b-d064-42d7-b9d5-60e771afdcba" providerId="AD" clId="Web-{F6BA1FEC-0890-F66C-050E-ADC7F35A5423}" dt="2025-06-10T16:31:16.676" v="2146"/>
          <ac:spMkLst>
            <pc:docMk/>
            <pc:sldMk cId="3112420312" sldId="727"/>
            <ac:spMk id="8" creationId="{5D92462E-5DFB-6F83-583E-3DA9A0D11767}"/>
          </ac:spMkLst>
        </pc:spChg>
      </pc:sldChg>
      <pc:sldChg chg="modNotes">
        <pc:chgData name="Nicholas Pierce" userId="S::npierce@comptia.global::ee89543b-d064-42d7-b9d5-60e771afdcba" providerId="AD" clId="Web-{F6BA1FEC-0890-F66C-050E-ADC7F35A5423}" dt="2025-06-10T16:32:18.493" v="2240"/>
        <pc:sldMkLst>
          <pc:docMk/>
          <pc:sldMk cId="3753203975" sldId="728"/>
        </pc:sldMkLst>
      </pc:sld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2.1 Summarize various security measures and their purposes.</a:t>
            </a:r>
          </a:p>
          <a:p>
            <a:pPr marL="171450" indent="-171450" algn="l">
              <a:buFont typeface="Arial" panose="020B0604020202020204" pitchFamily="34" charset="0"/>
              <a:buChar char="•"/>
            </a:pPr>
            <a:r>
              <a:rPr lang="en-US" b="0" i="0" dirty="0">
                <a:solidFill>
                  <a:srgbClr val="191D1F"/>
                </a:solidFill>
                <a:effectLst/>
                <a:latin typeface="+mn-lt"/>
              </a:rPr>
              <a:t>2.8 Given a scenario, apply common methods for securing mobile devices.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different types of screen locks available on mobile devices, and how do they contribute to device security?</a:t>
            </a:r>
          </a:p>
          <a:p>
            <a:pPr marL="171450" indent="-171450" algn="l">
              <a:buFont typeface="Arial" panose="020B0604020202020204" pitchFamily="34" charset="0"/>
              <a:buChar char="•"/>
            </a:pPr>
            <a:r>
              <a:rPr lang="en-US" b="0" i="0" dirty="0">
                <a:solidFill>
                  <a:srgbClr val="191D1F"/>
                </a:solidFill>
                <a:effectLst/>
                <a:latin typeface="+mn-lt"/>
              </a:rPr>
              <a:t>How does mobile security software protect against malware and phishing attacks?</a:t>
            </a:r>
          </a:p>
          <a:p>
            <a:pPr marL="171450" indent="-171450" algn="l">
              <a:buFont typeface="Arial" panose="020B0604020202020204" pitchFamily="34" charset="0"/>
              <a:buChar char="•"/>
            </a:pPr>
            <a:r>
              <a:rPr lang="en-US" b="0" i="0" dirty="0">
                <a:solidFill>
                  <a:srgbClr val="191D1F"/>
                </a:solidFill>
                <a:effectLst/>
                <a:latin typeface="+mn-lt"/>
              </a:rPr>
              <a:t>What is the importance of keeping the mobile OS and apps updated with the latest patches?</a:t>
            </a:r>
          </a:p>
          <a:p>
            <a:pPr marL="171450" indent="-171450" algn="l">
              <a:buFont typeface="Arial" panose="020B0604020202020204" pitchFamily="34" charset="0"/>
              <a:buChar char="•"/>
            </a:pPr>
            <a:r>
              <a:rPr lang="en-US" b="0" i="0" dirty="0">
                <a:solidFill>
                  <a:srgbClr val="191D1F"/>
                </a:solidFill>
                <a:effectLst/>
                <a:latin typeface="+mn-lt"/>
              </a:rPr>
              <a:t>How can antivirus and anti-malware apps enhance the security of mobile devices?</a:t>
            </a:r>
          </a:p>
          <a:p>
            <a:pPr marL="171450" indent="-171450" algn="l">
              <a:buFont typeface="Arial" panose="020B0604020202020204" pitchFamily="34" charset="0"/>
              <a:buChar char="•"/>
            </a:pPr>
            <a:r>
              <a:rPr lang="en-US" b="0" i="0" dirty="0">
                <a:solidFill>
                  <a:srgbClr val="191D1F"/>
                </a:solidFill>
                <a:effectLst/>
                <a:latin typeface="+mn-lt"/>
              </a:rPr>
              <a:t>How can Mobile Device Management (MDM) software enforce security policies on mobile devices?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a:defRPr/>
            </a:pPr>
            <a:r>
              <a:rPr lang="en-US" dirty="0">
                <a:ea typeface="Calibri"/>
                <a:cs typeface="Calibri"/>
              </a:rPr>
              <a:t>Learners should be reminded that while a primary method to access the device should be configured for authenticated access, they may want to (or be required to) set a backup access method as well. For example, the facial recognition system does not recognize your face, and it prompts for an access PIN.</a:t>
            </a: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49FC-F8A2-522D-59FE-EB268805B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87BCE-4429-9983-A847-C22874F41A1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ACF8908-9CFA-26CA-02B1-BEF62481223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57DC035-7264-C9A3-9B33-6CD7A10E5E2D}"/>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82595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63F8-6BE0-9270-36C6-40F17AC6B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395A4-883D-196E-9089-64FCE940ACD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BF7CA0E-ABB5-B8B2-F9E9-8B596686A9F9}"/>
              </a:ext>
            </a:extLst>
          </p:cNvPr>
          <p:cNvSpPr>
            <a:spLocks noGrp="1"/>
          </p:cNvSpPr>
          <p:nvPr>
            <p:ph type="body" idx="1"/>
          </p:nvPr>
        </p:nvSpPr>
        <p:spPr/>
        <p:txBody>
          <a:bodyPr/>
          <a:lstStyle/>
          <a:p>
            <a:pPr>
              <a:defRPr/>
            </a:pPr>
            <a:r>
              <a:rPr lang="en-US" dirty="0">
                <a:ea typeface="Calibri"/>
                <a:cs typeface="Calibri"/>
              </a:rPr>
              <a:t>The same security practices implemented on desktops can be implemented on mobile devices. Many software developers now have mobile versions of their applications available for download.</a:t>
            </a:r>
          </a:p>
        </p:txBody>
      </p:sp>
      <p:sp>
        <p:nvSpPr>
          <p:cNvPr id="4" name="Slide Number Placeholder 3">
            <a:extLst>
              <a:ext uri="{FF2B5EF4-FFF2-40B4-BE49-F238E27FC236}">
                <a16:creationId xmlns:a16="http://schemas.microsoft.com/office/drawing/2014/main" id="{6FAE553D-E78C-AFD6-9B48-DDC799C27F53}"/>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050283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DC8A0-01E2-55D7-9B35-5EC0874E5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0020D-1696-8091-D1B4-B20E7EAEA5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3C5DB79-7600-9F7F-0900-3DC331BCFBF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C95E045B-D821-7781-8BF0-3FF4F6B05F68}"/>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990715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134C8-6AD8-9599-D575-9C1488D2A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CFE94-150F-89A8-2D5D-90500B24F1E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E7F2FFA-3122-361D-C83E-A209AB788A77}"/>
              </a:ext>
            </a:extLst>
          </p:cNvPr>
          <p:cNvSpPr>
            <a:spLocks noGrp="1"/>
          </p:cNvSpPr>
          <p:nvPr>
            <p:ph type="body" idx="1"/>
          </p:nvPr>
        </p:nvSpPr>
        <p:spPr/>
        <p:txBody>
          <a:bodyPr/>
          <a:lstStyle/>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7080A55-455E-2F3A-E71D-501670F4CD6A}"/>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897234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C8C8-58DC-F5FB-994D-4814C0BBD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CAB6E-3B07-6761-3F13-40DE27F04B0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D5FBB53-14F0-1B3B-782A-CC731B02D051}"/>
              </a:ext>
            </a:extLst>
          </p:cNvPr>
          <p:cNvSpPr>
            <a:spLocks noGrp="1"/>
          </p:cNvSpPr>
          <p:nvPr>
            <p:ph type="body" idx="1"/>
          </p:nvPr>
        </p:nvSpPr>
        <p:spPr/>
        <p:txBody>
          <a:bodyPr/>
          <a:lstStyle/>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DE567D7-6AF6-2D88-84CF-D9F5610A767A}"/>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532059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3538-5430-4A33-C10E-08E25FFF8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2F2B8-789B-7C1C-39C1-2D08FBA9D6F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E8159A0-18E0-13E9-2DDD-64B854E14A7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0FE6DDF-DBDA-04A8-54F4-A4DAA6E4988B}"/>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2019671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08BF-3CE5-E94A-C134-2E278A6AC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DCFF8-F3E8-7520-68DF-CE75B70D26F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3226E77-0103-31FE-71C6-E9621F5FBAB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89CE411-D7FE-7769-9F38-E49AC0298ABD}"/>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260701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1B33-7ED5-F821-A12C-4F9C8B09F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26B58-B9D3-3C35-4A83-848DBC78593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749ECAF-9190-B252-3160-DAD147AA480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F853663-5E57-2247-C132-0D8140462650}"/>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3327915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317F9-33BA-50D7-5C94-EDCF7A472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D206C-ACAA-F1C7-66A7-4910F69DFED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12FFFEC-8D4A-E0FA-0F67-113CC1AA77B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3526BED6-4E2D-74BE-73AD-6E460C6CAABA}"/>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4167504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AD78A-F147-EF67-62B3-1458D75AD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2269C-FF5C-86F2-84B0-48CC3D137B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290EF5C-186E-1CB6-A5B8-CBC6D9D785D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9B904F5-4A55-7EB6-23AE-655A7A385E15}"/>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2059262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7CCFF-65BF-2E4D-68EA-1DDEF9CF5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9C594-DE1A-E439-D127-84F525853AB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FC5ECF2-65DF-F3CF-8EFC-4DCDA106DEE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D3CD6E8-510D-C47B-02AD-411A29189E1B}"/>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2868589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392C-CD26-79E8-F5A9-10C84A33C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7EE81-46B7-63CB-083C-66A4EED43AE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BFCCC67-7542-AA6E-9234-D654E6C4AF9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38E36CD-3124-16EB-7F31-F8E36E3B78EA}"/>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231418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CB434-64D3-1B9E-5E1A-126930C53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C465A-BFEF-C1CD-FEAD-442FB91997F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43501AF-C8BC-7407-2BB1-43D5AD89927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BD08D8D-D615-9F64-8840-B8B88EF59E54}"/>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165287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84080-8E5F-8086-D747-1497BCA5F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3DBEA-EE78-A368-4281-245F12F43D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5C61E60-F7AB-4B9F-19C5-DBDB3A201EE7}"/>
              </a:ext>
            </a:extLst>
          </p:cNvPr>
          <p:cNvSpPr>
            <a:spLocks noGrp="1"/>
          </p:cNvSpPr>
          <p:nvPr>
            <p:ph type="body" idx="1"/>
          </p:nvPr>
        </p:nvSpPr>
        <p:spPr/>
        <p:txBody>
          <a:bodyPr/>
          <a:lstStyle/>
          <a:p>
            <a:pPr>
              <a:defRPr/>
            </a:pPr>
            <a:r>
              <a:rPr lang="en-US" dirty="0">
                <a:ea typeface="Calibri"/>
                <a:cs typeface="Calibri"/>
              </a:rPr>
              <a:t>Learners may already know about locator apps and may have used them in the past. Invite learners to share quick stories about their experience.</a:t>
            </a:r>
          </a:p>
        </p:txBody>
      </p:sp>
      <p:sp>
        <p:nvSpPr>
          <p:cNvPr id="4" name="Slide Number Placeholder 3">
            <a:extLst>
              <a:ext uri="{FF2B5EF4-FFF2-40B4-BE49-F238E27FC236}">
                <a16:creationId xmlns:a16="http://schemas.microsoft.com/office/drawing/2014/main" id="{AC610C5A-F9F0-6000-3033-0F7E411EFF64}"/>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074989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9AB2-3402-2956-6CA5-8F7965514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012DA-3042-2B5F-26E8-52529CF48E2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C7D5164-E04B-0044-D638-C4B310A11E7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393D509-D51E-420D-1901-420A6270E0E5}"/>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225508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3.2 Given a scenario, troubleshoot common mobile OS and application issues.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common troubleshooting steps for resolving performance issues on mobile devices?</a:t>
            </a:r>
          </a:p>
          <a:p>
            <a:pPr marL="171450" indent="-171450" algn="l">
              <a:buFont typeface="Arial" panose="020B0604020202020204" pitchFamily="34" charset="0"/>
              <a:buChar char="•"/>
            </a:pPr>
            <a:r>
              <a:rPr lang="en-US" b="0" i="0" dirty="0">
                <a:solidFill>
                  <a:srgbClr val="191D1F"/>
                </a:solidFill>
                <a:effectLst/>
                <a:latin typeface="+mn-lt"/>
              </a:rPr>
              <a:t>How can rebooting a mobile device help resolve temporary performance or stability issues?</a:t>
            </a:r>
          </a:p>
          <a:p>
            <a:pPr marL="171450" indent="-171450" algn="l">
              <a:buFont typeface="Arial" panose="020B0604020202020204" pitchFamily="34" charset="0"/>
              <a:buChar char="•"/>
            </a:pPr>
            <a:r>
              <a:rPr lang="en-US" b="0" i="0" dirty="0">
                <a:solidFill>
                  <a:srgbClr val="191D1F"/>
                </a:solidFill>
                <a:effectLst/>
                <a:latin typeface="+mn-lt"/>
              </a:rPr>
              <a:t>What is the process for performing a factory reset on iOS and Android devices, and when should it be used?</a:t>
            </a:r>
          </a:p>
          <a:p>
            <a:pPr marL="171450" indent="-171450" algn="l">
              <a:buFont typeface="Arial" panose="020B0604020202020204" pitchFamily="34" charset="0"/>
              <a:buChar char="•"/>
            </a:pPr>
            <a:r>
              <a:rPr lang="en-US" b="0" i="0" dirty="0">
                <a:solidFill>
                  <a:srgbClr val="191D1F"/>
                </a:solidFill>
                <a:effectLst/>
                <a:latin typeface="+mn-lt"/>
              </a:rPr>
              <a:t>How can you identify and address battery life issues on mobile devices?</a:t>
            </a:r>
          </a:p>
          <a:p>
            <a:pPr marL="171450" indent="-171450" algn="l">
              <a:buFont typeface="Arial" panose="020B0604020202020204" pitchFamily="34" charset="0"/>
              <a:buChar char="•"/>
            </a:pPr>
            <a:r>
              <a:rPr lang="en-US" b="0" i="0" dirty="0">
                <a:solidFill>
                  <a:srgbClr val="191D1F"/>
                </a:solidFill>
                <a:effectLst/>
                <a:latin typeface="+mn-lt"/>
              </a:rPr>
              <a:t>What steps should you take if an OS update fails to install on a mobile device?</a:t>
            </a:r>
          </a:p>
          <a:p>
            <a:pPr marL="171450" indent="-171450" algn="l">
              <a:buFont typeface="Arial" panose="020B0604020202020204" pitchFamily="34" charset="0"/>
              <a:buChar char="•"/>
            </a:pPr>
            <a:r>
              <a:rPr lang="en-US" b="0" i="0" dirty="0">
                <a:solidFill>
                  <a:srgbClr val="191D1F"/>
                </a:solidFill>
                <a:effectLst/>
                <a:latin typeface="+mn-lt"/>
              </a:rPr>
              <a:t>How can you troubleshoot app issues, such as apps failing to launch or crashing frequently?</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F009B-E9BE-AABA-3430-4EE2283E3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7A37E-F004-CB3A-DD7B-AD0DBEB19D0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3D00773-DC51-9860-4010-E0E7A378046E}"/>
              </a:ext>
            </a:extLst>
          </p:cNvPr>
          <p:cNvSpPr>
            <a:spLocks noGrp="1"/>
          </p:cNvSpPr>
          <p:nvPr>
            <p:ph type="body" idx="1"/>
          </p:nvPr>
        </p:nvSpPr>
        <p:spPr/>
        <p:txBody>
          <a:bodyPr/>
          <a:lstStyle/>
          <a:p>
            <a:pPr>
              <a:defRPr/>
            </a:pPr>
            <a:r>
              <a:rPr lang="en-US" dirty="0">
                <a:ea typeface="Calibri"/>
                <a:cs typeface="Calibri"/>
              </a:rPr>
              <a:t>Reinforce the CompTIA Troubleshooting Methodology for all issues. Instructors may wish to review the 7-step process with learners.</a:t>
            </a:r>
          </a:p>
        </p:txBody>
      </p:sp>
      <p:sp>
        <p:nvSpPr>
          <p:cNvPr id="4" name="Slide Number Placeholder 3">
            <a:extLst>
              <a:ext uri="{FF2B5EF4-FFF2-40B4-BE49-F238E27FC236}">
                <a16:creationId xmlns:a16="http://schemas.microsoft.com/office/drawing/2014/main" id="{0E4B574F-F5D0-4A21-4853-86C4879C8B2A}"/>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441382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4D55-12E9-F27B-A90C-448ACA9E0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1159D-2181-9187-2DCC-BD48B61237F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F111DF6-1CC5-D0AD-8CC0-5F077116625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Access the iOS Control Center (left) by swiping from the top-right and Android notification drawer by swiping from the top</a:t>
            </a:r>
            <a:endParaRPr lang="en-US" dirty="0">
              <a:ea typeface="Calibri"/>
              <a:cs typeface="Calibri"/>
            </a:endParaRPr>
          </a:p>
        </p:txBody>
      </p:sp>
      <p:sp>
        <p:nvSpPr>
          <p:cNvPr id="4" name="Slide Number Placeholder 3">
            <a:extLst>
              <a:ext uri="{FF2B5EF4-FFF2-40B4-BE49-F238E27FC236}">
                <a16:creationId xmlns:a16="http://schemas.microsoft.com/office/drawing/2014/main" id="{112750C4-48CF-FAAF-AAE9-16DD8F70412B}"/>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1229762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6476-3266-38AB-7B77-47B09C4FA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CA93C-7FC0-E8E2-C323-0346DFEA89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FF4FCE6-401E-0D15-6D75-FEF746DCA1D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While vendors aim to support devices for as long as possible, major or minor OS updates can significantly affect performance on older models. Unfortunately, rollback options for updates are typically unavailable, so reporting the issue and awaiting a vendor fix is often the only recourse.</a:t>
            </a:r>
            <a:endParaRPr lang="en-US" dirty="0">
              <a:ea typeface="Calibri"/>
              <a:cs typeface="Calibri"/>
            </a:endParaRPr>
          </a:p>
        </p:txBody>
      </p:sp>
      <p:sp>
        <p:nvSpPr>
          <p:cNvPr id="4" name="Slide Number Placeholder 3">
            <a:extLst>
              <a:ext uri="{FF2B5EF4-FFF2-40B4-BE49-F238E27FC236}">
                <a16:creationId xmlns:a16="http://schemas.microsoft.com/office/drawing/2014/main" id="{3891D931-FECA-31FA-6B31-5485215D3C63}"/>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304783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68211-2E6E-66C4-271A-E9D15C4C6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488E6-5B65-C14E-C096-13BCB8E4DD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42AB01D-3D5D-7FD1-B1F8-77C3BD9719F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In iOS (left), enabling the rotation lock from Control Center prevents the device from autorotating. In Android (right), enabling the autorotate button allows the screen to reorient automatically, while disabling it locks the orientation</a:t>
            </a:r>
            <a:endParaRPr lang="en-US" dirty="0">
              <a:ea typeface="Calibri"/>
              <a:cs typeface="Calibri"/>
            </a:endParaRPr>
          </a:p>
        </p:txBody>
      </p:sp>
      <p:sp>
        <p:nvSpPr>
          <p:cNvPr id="4" name="Slide Number Placeholder 3">
            <a:extLst>
              <a:ext uri="{FF2B5EF4-FFF2-40B4-BE49-F238E27FC236}">
                <a16:creationId xmlns:a16="http://schemas.microsoft.com/office/drawing/2014/main" id="{DD1D5B92-8E2B-38F5-859F-6BB803B1EB0B}"/>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346586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850B-4AC0-E0D6-75F1-327F4ECD4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E4FD5-7E7C-A34F-4196-B15D13A50C5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B84FC65-E1FB-E3B8-88EF-A6B228CB072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07E1C0A2-6A36-A9FF-D7E5-2DB4B9545C0E}"/>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214154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F6163-7145-110A-7929-4B5317BFB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DA90D-3A1D-3011-BF2D-C9D1898FB89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7D428EA-AFAA-F5FC-3FAB-E2C1464442F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CD4BE4B-BC43-B8E4-7515-AF64A5542E6F}"/>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1823095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30A6-55C5-16FC-6D66-A4DE8BFE2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E062A-300D-1D4C-A99E-CA2396B26F2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FF6FD1A-68FA-2520-2C8B-50B51ACC50B9}"/>
              </a:ext>
            </a:extLst>
          </p:cNvPr>
          <p:cNvSpPr>
            <a:spLocks noGrp="1"/>
          </p:cNvSpPr>
          <p:nvPr>
            <p:ph type="body" idx="1"/>
          </p:nvPr>
        </p:nvSpPr>
        <p:spPr/>
        <p:txBody>
          <a:bodyPr/>
          <a:lstStyle/>
          <a:p>
            <a:pPr>
              <a:defRPr/>
            </a:pPr>
            <a:r>
              <a:rPr lang="en-US" dirty="0">
                <a:ea typeface="Calibri"/>
                <a:cs typeface="Calibri"/>
              </a:rPr>
              <a:t>Learners should verify devices are connected to the network and do not have airplane mode enabled. Airplane mode restricts network access to cellular, wi-fi, Bluetooth, and NFC connections.</a:t>
            </a:r>
          </a:p>
        </p:txBody>
      </p:sp>
      <p:sp>
        <p:nvSpPr>
          <p:cNvPr id="4" name="Slide Number Placeholder 3">
            <a:extLst>
              <a:ext uri="{FF2B5EF4-FFF2-40B4-BE49-F238E27FC236}">
                <a16:creationId xmlns:a16="http://schemas.microsoft.com/office/drawing/2014/main" id="{E33EB702-3F6C-FE23-011F-F5601D2D82C5}"/>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8945132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3DBC-5023-9005-4C8E-44993A048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7E800-3E11-443D-C603-96C9CD40C4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0F798CE-2B72-5F29-F274-955839C997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ABD89650-F9D9-A4DD-6244-BD737812E5C9}"/>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162868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t>Core 2 Exam Objectives</a:t>
            </a:r>
          </a:p>
          <a:p>
            <a:pPr marL="171450" indent="-171450" algn="l">
              <a:buFont typeface="Arial" panose="020B0604020202020204" pitchFamily="34" charset="0"/>
              <a:buChar char="•"/>
            </a:pPr>
            <a:r>
              <a:rPr lang="en-US" b="0" i="0" dirty="0">
                <a:solidFill>
                  <a:srgbClr val="191D1F"/>
                </a:solidFill>
                <a:effectLst/>
                <a:latin typeface="+mn-lt"/>
              </a:rPr>
              <a:t>3.3 Given a scenario, troubleshoot common mobile OS and application security issues.</a:t>
            </a:r>
          </a:p>
          <a:p>
            <a:pPr marL="0" indent="0">
              <a:buFont typeface="Arial" panose="020B0604020202020204" pitchFamily="34" charset="0"/>
              <a:buNone/>
            </a:pPr>
            <a:endParaRPr lang="en-US" dirty="0"/>
          </a:p>
          <a:p>
            <a:r>
              <a:rPr lang="en-US" dirty="0"/>
              <a:t>Learning Outcomes</a:t>
            </a:r>
          </a:p>
          <a:p>
            <a:pPr marL="171450" indent="-171450" algn="l">
              <a:buFont typeface="Arial" panose="020B0604020202020204" pitchFamily="34" charset="0"/>
              <a:buChar char="•"/>
            </a:pPr>
            <a:r>
              <a:rPr lang="en-US" b="0" i="0" dirty="0">
                <a:solidFill>
                  <a:srgbClr val="191D1F"/>
                </a:solidFill>
                <a:effectLst/>
                <a:latin typeface="+mn-lt"/>
              </a:rPr>
              <a:t>What are the security concerns associated with root access and jailbreaking on mobile devices?</a:t>
            </a:r>
          </a:p>
          <a:p>
            <a:pPr marL="171450" indent="-171450" algn="l">
              <a:buFont typeface="Arial" panose="020B0604020202020204" pitchFamily="34" charset="0"/>
              <a:buChar char="•"/>
            </a:pPr>
            <a:r>
              <a:rPr lang="en-US" b="0" i="0" dirty="0">
                <a:solidFill>
                  <a:srgbClr val="191D1F"/>
                </a:solidFill>
                <a:effectLst/>
                <a:latin typeface="+mn-lt"/>
              </a:rPr>
              <a:t>How can Mobile Device Management (MDM) solutions detect and prevent access to rooted or jailbroken devices?</a:t>
            </a:r>
          </a:p>
          <a:p>
            <a:pPr marL="171450" indent="-171450" algn="l">
              <a:buFont typeface="Arial" panose="020B0604020202020204" pitchFamily="34" charset="0"/>
              <a:buChar char="•"/>
            </a:pPr>
            <a:r>
              <a:rPr lang="en-US" b="0" i="0" dirty="0">
                <a:solidFill>
                  <a:srgbClr val="191D1F"/>
                </a:solidFill>
                <a:effectLst/>
                <a:latin typeface="+mn-lt"/>
              </a:rPr>
              <a:t>What are the risks of installing apps from untrusted sources, and how can they be mitigated?</a:t>
            </a:r>
          </a:p>
          <a:p>
            <a:pPr marL="171450" indent="-171450" algn="l">
              <a:buFont typeface="Arial" panose="020B0604020202020204" pitchFamily="34" charset="0"/>
              <a:buChar char="•"/>
            </a:pPr>
            <a:r>
              <a:rPr lang="en-US" b="0" i="0" dirty="0">
                <a:solidFill>
                  <a:srgbClr val="191D1F"/>
                </a:solidFill>
                <a:effectLst/>
                <a:latin typeface="+mn-lt"/>
              </a:rPr>
              <a:t>What steps should you take to address unexpected application behavior that may indicate a security threat?</a:t>
            </a:r>
          </a:p>
          <a:p>
            <a:pPr marL="171450" indent="-171450" algn="l">
              <a:buFont typeface="Arial" panose="020B0604020202020204" pitchFamily="34" charset="0"/>
              <a:buChar char="•"/>
            </a:pPr>
            <a:r>
              <a:rPr lang="en-US" b="0" i="0" dirty="0">
                <a:solidFill>
                  <a:srgbClr val="191D1F"/>
                </a:solidFill>
                <a:effectLst/>
                <a:latin typeface="+mn-lt"/>
              </a:rPr>
              <a:t>How can you protect against data leakage and unauthorized location tracking on mobile devices?</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60B3-3551-90E1-6D56-EEB341FCF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B42E8-9F17-5356-E39E-DF44EF4B9A3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C4C12CE-4392-7A0F-E814-BA24496E6425}"/>
              </a:ext>
            </a:extLst>
          </p:cNvPr>
          <p:cNvSpPr>
            <a:spLocks noGrp="1"/>
          </p:cNvSpPr>
          <p:nvPr>
            <p:ph type="body" idx="1"/>
          </p:nvPr>
        </p:nvSpPr>
        <p:spPr/>
        <p:txBody>
          <a:bodyPr/>
          <a:lstStyle/>
          <a:p>
            <a:pPr>
              <a:defRPr/>
            </a:pPr>
            <a:r>
              <a:rPr lang="en-US" dirty="0">
                <a:ea typeface="Calibri"/>
                <a:cs typeface="Calibri"/>
              </a:rPr>
              <a:t>Some manufacturers or providers may limit warranty coverage on rooted or jailbroken devices.</a:t>
            </a:r>
          </a:p>
        </p:txBody>
      </p:sp>
      <p:sp>
        <p:nvSpPr>
          <p:cNvPr id="4" name="Slide Number Placeholder 3">
            <a:extLst>
              <a:ext uri="{FF2B5EF4-FFF2-40B4-BE49-F238E27FC236}">
                <a16:creationId xmlns:a16="http://schemas.microsoft.com/office/drawing/2014/main" id="{EA000A27-4C04-9613-3E2F-46D8FF6C79E6}"/>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427629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102B-4288-DF18-02BE-9181832D0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43E21-3076-778C-EE45-283109FFA1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1367B1D-EC3F-AB71-077F-872771264708}"/>
              </a:ext>
            </a:extLst>
          </p:cNvPr>
          <p:cNvSpPr>
            <a:spLocks noGrp="1"/>
          </p:cNvSpPr>
          <p:nvPr>
            <p:ph type="body" idx="1"/>
          </p:nvPr>
        </p:nvSpPr>
        <p:spPr/>
        <p:txBody>
          <a:bodyPr/>
          <a:lstStyle/>
          <a:p>
            <a:pPr>
              <a:defRPr/>
            </a:pPr>
            <a:r>
              <a:rPr lang="en-US" dirty="0">
                <a:ea typeface="Calibri"/>
                <a:cs typeface="Calibri"/>
              </a:rPr>
              <a:t>Android has the ability to sideload apps from third-party downloads and stores. iOS is restricted to App Store downloads as the preference. Although, this is slowly changing with recent developments(2023) in the European Union where third-party app stores must be allowed on iOS devices.</a:t>
            </a:r>
          </a:p>
        </p:txBody>
      </p:sp>
      <p:sp>
        <p:nvSpPr>
          <p:cNvPr id="4" name="Slide Number Placeholder 3">
            <a:extLst>
              <a:ext uri="{FF2B5EF4-FFF2-40B4-BE49-F238E27FC236}">
                <a16:creationId xmlns:a16="http://schemas.microsoft.com/office/drawing/2014/main" id="{7CFB8065-4F63-F388-70E4-E15BB66BAF9F}"/>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6585005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D09A-9E8E-C4A6-93A7-9767BAD78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077C7-2953-4B6E-F0F1-C6DB9F4F1BF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6F21954-856E-39F0-6925-A9B428F22FD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C06D990-E508-4B66-6E38-F94866CF4DB3}"/>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14290825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3781-23B1-A996-C271-7DE52E13E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6C23D-918A-6EB9-140A-26F397ACED8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1002021-FB29-B4B8-3E0C-4CA4458E1A7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Criminals can also obtain location information from geotagged online photos. They can determine where someone lives and identify vacation times from social media posts. Users should be trained to remove geotagging information from images before posting them online to mitigate these risks.</a:t>
            </a:r>
            <a:endParaRPr lang="en-US" dirty="0">
              <a:ea typeface="Calibri"/>
              <a:cs typeface="Calibri"/>
            </a:endParaRPr>
          </a:p>
        </p:txBody>
      </p:sp>
      <p:sp>
        <p:nvSpPr>
          <p:cNvPr id="4" name="Slide Number Placeholder 3">
            <a:extLst>
              <a:ext uri="{FF2B5EF4-FFF2-40B4-BE49-F238E27FC236}">
                <a16:creationId xmlns:a16="http://schemas.microsoft.com/office/drawing/2014/main" id="{71FFA739-3F3C-1EEC-59CB-AC253F36758C}"/>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31864803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C56C-0D95-FF4D-18E9-DF4FDDDD3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61172-7B9D-E937-D7B3-B3217FA427D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8070AB5-7F3D-3D7C-1AF5-DD5411D3427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A442A38-7BB4-A462-0789-93B26B7DA1F4}"/>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14576515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5.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8.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40.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4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4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4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4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1.xml"/><Relationship Id="rId1" Type="http://schemas.openxmlformats.org/officeDocument/2006/relationships/tags" Target="../tags/tag4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5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54.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56.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1.xml"/><Relationship Id="rId1" Type="http://schemas.openxmlformats.org/officeDocument/2006/relationships/tags" Target="../tags/tag5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6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6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64.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1.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Supporting Mobile Software</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20</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endParaRPr lang="en-US" dirty="0"/>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Configuring mobile OS security</a:t>
            </a:r>
          </a:p>
          <a:p>
            <a:r>
              <a:rPr lang="en-US" dirty="0"/>
              <a:t>Troubleshooting mobile OS and app software</a:t>
            </a:r>
          </a:p>
          <a:p>
            <a:r>
              <a:rPr lang="en-US" dirty="0"/>
              <a:t>Troubleshooting mobile OS and app security</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Mobile OS Security</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20.1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Screen Locks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396740"/>
          </a:xfrm>
        </p:spPr>
        <p:txBody>
          <a:bodyPr vert="horz" lIns="91440" tIns="45720" rIns="91440" bIns="45720" rtlCol="0" anchor="t">
            <a:normAutofit lnSpcReduction="10000"/>
          </a:bodyPr>
          <a:lstStyle/>
          <a:p>
            <a:r>
              <a:rPr lang="en-US" dirty="0">
                <a:latin typeface="Calibri"/>
                <a:ea typeface="Calibri"/>
                <a:cs typeface="Calibri"/>
              </a:rPr>
              <a:t>Swipe to access</a:t>
            </a:r>
            <a:endParaRPr lang="en-US" dirty="0">
              <a:ea typeface="Calibri" panose="020F0502020204030204" pitchFamily="34" charset="0"/>
            </a:endParaRPr>
          </a:p>
          <a:p>
            <a:pPr lvl="1"/>
            <a:r>
              <a:rPr lang="en-US" dirty="0">
                <a:latin typeface="Calibri"/>
                <a:ea typeface="Calibri"/>
                <a:cs typeface="Calibri"/>
              </a:rPr>
              <a:t>No authentication</a:t>
            </a:r>
          </a:p>
          <a:p>
            <a:r>
              <a:rPr lang="en-US" dirty="0">
                <a:latin typeface="Calibri"/>
                <a:ea typeface="Calibri"/>
                <a:cs typeface="Calibri"/>
              </a:rPr>
              <a:t>PIN</a:t>
            </a:r>
          </a:p>
          <a:p>
            <a:pPr lvl="1"/>
            <a:r>
              <a:rPr lang="en-US" dirty="0">
                <a:latin typeface="Calibri"/>
                <a:ea typeface="Calibri"/>
                <a:cs typeface="Calibri"/>
              </a:rPr>
              <a:t>4–6-digit numerical access code</a:t>
            </a:r>
          </a:p>
          <a:p>
            <a:pPr lvl="1"/>
            <a:r>
              <a:rPr lang="en-US" dirty="0">
                <a:latin typeface="Calibri"/>
                <a:ea typeface="Calibri"/>
                <a:cs typeface="Calibri"/>
              </a:rPr>
              <a:t>Password/Passphrase is preferred</a:t>
            </a:r>
          </a:p>
          <a:p>
            <a:r>
              <a:rPr lang="en-US" dirty="0">
                <a:latin typeface="Calibri"/>
                <a:ea typeface="Calibri"/>
                <a:cs typeface="Calibri"/>
              </a:rPr>
              <a:t>Fingerprint</a:t>
            </a:r>
          </a:p>
          <a:p>
            <a:r>
              <a:rPr lang="en-US" dirty="0">
                <a:latin typeface="Calibri"/>
                <a:ea typeface="Calibri"/>
                <a:cs typeface="Calibri"/>
              </a:rPr>
              <a:t>Facial recognition</a:t>
            </a:r>
          </a:p>
          <a:p>
            <a:r>
              <a:rPr lang="en-US" dirty="0">
                <a:latin typeface="Calibri"/>
                <a:ea typeface="Calibri"/>
                <a:cs typeface="Calibri"/>
              </a:rPr>
              <a:t>Pattern lock</a:t>
            </a:r>
          </a:p>
          <a:p>
            <a:pPr lvl="1"/>
            <a:r>
              <a:rPr lang="en-US" dirty="0">
                <a:latin typeface="Calibri"/>
                <a:ea typeface="Calibri"/>
                <a:cs typeface="Calibri"/>
              </a:rPr>
              <a:t>Connect the dots on screen in a pattern</a:t>
            </a:r>
          </a:p>
          <a:p>
            <a:r>
              <a:rPr lang="en-US" dirty="0">
                <a:latin typeface="Calibri"/>
                <a:ea typeface="Calibri"/>
                <a:cs typeface="Calibri"/>
              </a:rPr>
              <a:t>Failed login attempts</a:t>
            </a:r>
          </a:p>
          <a:p>
            <a:pPr lvl="1"/>
            <a:r>
              <a:rPr lang="en-US" dirty="0">
                <a:latin typeface="Calibri"/>
                <a:ea typeface="Calibri"/>
                <a:cs typeface="Calibri"/>
              </a:rPr>
              <a:t>Locks device for a period after failed login attempts</a:t>
            </a: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1FC81-C6BD-643F-FFEB-FB6CD401DEE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645EF8-195F-5834-5D87-232771B06725}"/>
              </a:ext>
            </a:extLst>
          </p:cNvPr>
          <p:cNvSpPr>
            <a:spLocks noGrp="1"/>
          </p:cNvSpPr>
          <p:nvPr>
            <p:ph type="title"/>
          </p:nvPr>
        </p:nvSpPr>
        <p:spPr/>
        <p:txBody>
          <a:bodyPr/>
          <a:lstStyle/>
          <a:p>
            <a:r>
              <a:rPr lang="en-US" b="1" i="0" dirty="0">
                <a:solidFill>
                  <a:srgbClr val="253644"/>
                </a:solidFill>
                <a:effectLst/>
              </a:rPr>
              <a:t>Screen Locks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F01C209A-F29A-C597-CA03-2D181F81B27F}"/>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
        <p:nvSpPr>
          <p:cNvPr id="13" name="Content Placeholder 11">
            <a:extLst>
              <a:ext uri="{FF2B5EF4-FFF2-40B4-BE49-F238E27FC236}">
                <a16:creationId xmlns:a16="http://schemas.microsoft.com/office/drawing/2014/main" id="{187F1A15-5A0C-0965-B15F-80B2910A1D0A}"/>
              </a:ext>
            </a:extLst>
          </p:cNvPr>
          <p:cNvSpPr>
            <a:spLocks noGrp="1"/>
          </p:cNvSpPr>
          <p:nvPr>
            <p:ph idx="1"/>
          </p:nvPr>
        </p:nvSpPr>
        <p:spPr>
          <a:xfrm>
            <a:off x="1959239" y="4864421"/>
            <a:ext cx="5386506" cy="274768"/>
          </a:xfrm>
        </p:spPr>
        <p:txBody>
          <a:bodyPr>
            <a:normAutofit/>
          </a:bodyPr>
          <a:lstStyle/>
          <a:p>
            <a:pPr marL="0" indent="0" algn="ctr">
              <a:buNone/>
            </a:pPr>
            <a:r>
              <a:rPr lang="en-US" sz="900" i="1" dirty="0"/>
              <a:t>Screenshots reprinted with permission from Apple Inc. and Android platform, a trademark of Google LLC.</a:t>
            </a:r>
          </a:p>
          <a:p>
            <a:pPr marL="0" indent="0" algn="ctr">
              <a:buNone/>
            </a:pPr>
            <a:endParaRPr lang="en-US" sz="900" i="1" dirty="0"/>
          </a:p>
        </p:txBody>
      </p:sp>
      <p:pic>
        <p:nvPicPr>
          <p:cNvPr id="3" name="Picture 2" descr="Two mobile security settings screens, one displaying I O S Touch I D and Passcode settings, and the other showing Android security options.">
            <a:extLst>
              <a:ext uri="{FF2B5EF4-FFF2-40B4-BE49-F238E27FC236}">
                <a16:creationId xmlns:a16="http://schemas.microsoft.com/office/drawing/2014/main" id="{9C425501-BDA5-D39A-C5D1-141AFC97B542}"/>
              </a:ext>
            </a:extLst>
          </p:cNvPr>
          <p:cNvPicPr>
            <a:picLocks noChangeAspect="1"/>
          </p:cNvPicPr>
          <p:nvPr/>
        </p:nvPicPr>
        <p:blipFill>
          <a:blip r:embed="rId4"/>
          <a:stretch>
            <a:fillRect/>
          </a:stretch>
        </p:blipFill>
        <p:spPr>
          <a:xfrm>
            <a:off x="1919185" y="728884"/>
            <a:ext cx="5305627" cy="4118759"/>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1754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4C70-CD53-70C1-2ACD-E20B38C4C09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BCF445-C830-41B1-091A-4D5334DEEB4B}"/>
              </a:ext>
            </a:extLst>
          </p:cNvPr>
          <p:cNvSpPr>
            <a:spLocks noGrp="1"/>
          </p:cNvSpPr>
          <p:nvPr>
            <p:ph type="title"/>
          </p:nvPr>
        </p:nvSpPr>
        <p:spPr/>
        <p:txBody>
          <a:bodyPr/>
          <a:lstStyle/>
          <a:p>
            <a:r>
              <a:rPr lang="en-US" b="1" i="0" dirty="0">
                <a:solidFill>
                  <a:srgbClr val="253644"/>
                </a:solidFill>
                <a:effectLst/>
              </a:rPr>
              <a:t>Mobile Security Software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46F97B40-A758-5942-D512-9275F29BDDC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Patching/OS updates</a:t>
            </a:r>
            <a:endParaRPr lang="en-US" dirty="0">
              <a:ea typeface="Calibri"/>
            </a:endParaRPr>
          </a:p>
          <a:p>
            <a:pPr lvl="1"/>
            <a:r>
              <a:rPr lang="en-US" dirty="0">
                <a:latin typeface="Calibri"/>
                <a:ea typeface="Calibri"/>
                <a:cs typeface="Calibri"/>
              </a:rPr>
              <a:t>Regular updates of OS and applications</a:t>
            </a:r>
          </a:p>
          <a:p>
            <a:r>
              <a:rPr lang="en-US" dirty="0">
                <a:latin typeface="Calibri"/>
                <a:ea typeface="Calibri"/>
                <a:cs typeface="Calibri"/>
              </a:rPr>
              <a:t>Antivirus/anti-malware</a:t>
            </a:r>
          </a:p>
          <a:p>
            <a:r>
              <a:rPr lang="en-US" dirty="0">
                <a:latin typeface="Calibri"/>
                <a:ea typeface="Calibri"/>
                <a:cs typeface="Calibri"/>
              </a:rPr>
              <a:t>Firewall</a:t>
            </a:r>
            <a:endParaRPr lang="en-US" dirty="0">
              <a:ea typeface="Calibri"/>
            </a:endParaRPr>
          </a:p>
        </p:txBody>
      </p:sp>
      <p:sp>
        <p:nvSpPr>
          <p:cNvPr id="4" name="Slide Number Placeholder 3">
            <a:extLst>
              <a:ext uri="{FF2B5EF4-FFF2-40B4-BE49-F238E27FC236}">
                <a16:creationId xmlns:a16="http://schemas.microsoft.com/office/drawing/2014/main" id="{D6DDA0DF-D3C3-3256-86F3-16733B24673F}"/>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2415159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CC81-B6FC-CDE6-FA17-ADABEBCE985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92F1EF-9554-7564-E837-DD28DA47DE1C}"/>
              </a:ext>
            </a:extLst>
          </p:cNvPr>
          <p:cNvSpPr>
            <a:spLocks noGrp="1"/>
          </p:cNvSpPr>
          <p:nvPr>
            <p:ph type="title"/>
          </p:nvPr>
        </p:nvSpPr>
        <p:spPr/>
        <p:txBody>
          <a:bodyPr/>
          <a:lstStyle/>
          <a:p>
            <a:r>
              <a:rPr lang="en-US" b="1" i="0" dirty="0">
                <a:solidFill>
                  <a:srgbClr val="253644"/>
                </a:solidFill>
                <a:effectLst/>
              </a:rPr>
              <a:t>Mobile Security Software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DFB9325C-54CB-51AC-F2E3-B3C90A9160D2}"/>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
        <p:nvSpPr>
          <p:cNvPr id="13" name="Content Placeholder 11">
            <a:extLst>
              <a:ext uri="{FF2B5EF4-FFF2-40B4-BE49-F238E27FC236}">
                <a16:creationId xmlns:a16="http://schemas.microsoft.com/office/drawing/2014/main" id="{70CF7C7B-4F84-C682-0AED-18C90BDFECD4}"/>
              </a:ext>
            </a:extLst>
          </p:cNvPr>
          <p:cNvSpPr>
            <a:spLocks noGrp="1"/>
          </p:cNvSpPr>
          <p:nvPr>
            <p:ph idx="1"/>
          </p:nvPr>
        </p:nvSpPr>
        <p:spPr>
          <a:xfrm>
            <a:off x="2831281" y="4868758"/>
            <a:ext cx="3481433" cy="274768"/>
          </a:xfrm>
        </p:spPr>
        <p:txBody>
          <a:bodyPr>
            <a:normAutofit/>
          </a:bodyPr>
          <a:lstStyle/>
          <a:p>
            <a:pPr marL="0" indent="0" algn="ctr">
              <a:buNone/>
            </a:pPr>
            <a:r>
              <a:rPr lang="en-US" sz="900" i="1" dirty="0"/>
              <a:t>Screenshot courtesy of Google Play Store, a trademark of Google LLC.</a:t>
            </a:r>
          </a:p>
        </p:txBody>
      </p:sp>
      <p:pic>
        <p:nvPicPr>
          <p:cNvPr id="5" name="Picture 4" descr="A Google Play Protect security scan results, showing no harmful apps detected and a list of recently scanned applications.">
            <a:extLst>
              <a:ext uri="{FF2B5EF4-FFF2-40B4-BE49-F238E27FC236}">
                <a16:creationId xmlns:a16="http://schemas.microsoft.com/office/drawing/2014/main" id="{2254FBAD-154A-4222-4B18-5B13EE5C345C}"/>
              </a:ext>
            </a:extLst>
          </p:cNvPr>
          <p:cNvPicPr>
            <a:picLocks noChangeAspect="1"/>
          </p:cNvPicPr>
          <p:nvPr/>
        </p:nvPicPr>
        <p:blipFill>
          <a:blip r:embed="rId4"/>
          <a:stretch>
            <a:fillRect/>
          </a:stretch>
        </p:blipFill>
        <p:spPr>
          <a:xfrm>
            <a:off x="3409510" y="706770"/>
            <a:ext cx="2324973" cy="4161988"/>
          </a:xfrm>
          <a:prstGeom prst="rect">
            <a:avLst/>
          </a:prstGeom>
          <a:noFill/>
          <a:ln>
            <a:solidFill>
              <a:schemeClr val="bg1">
                <a:lumMod val="85000"/>
              </a:schemeClr>
            </a:solidFill>
          </a:ln>
        </p:spPr>
      </p:pic>
    </p:spTree>
    <p:custDataLst>
      <p:tags r:id="rId1"/>
    </p:custDataLst>
    <p:extLst>
      <p:ext uri="{BB962C8B-B14F-4D97-AF65-F5344CB8AC3E}">
        <p14:creationId xmlns:p14="http://schemas.microsoft.com/office/powerpoint/2010/main" val="1930895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AB50D-3FF1-B798-EF21-D46A254CF7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B25ED6A-C373-B22C-E590-520F7FDD88C3}"/>
              </a:ext>
            </a:extLst>
          </p:cNvPr>
          <p:cNvSpPr>
            <a:spLocks noGrp="1"/>
          </p:cNvSpPr>
          <p:nvPr>
            <p:ph type="title"/>
          </p:nvPr>
        </p:nvSpPr>
        <p:spPr/>
        <p:txBody>
          <a:bodyPr/>
          <a:lstStyle/>
          <a:p>
            <a:r>
              <a:rPr lang="en-US" b="1" i="0" dirty="0">
                <a:solidFill>
                  <a:srgbClr val="253644"/>
                </a:solidFill>
                <a:effectLst/>
              </a:rPr>
              <a:t>Enterprise Mobility Management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EF5FAD62-7D95-3A90-980F-85255F8A4B77}"/>
              </a:ext>
            </a:extLst>
          </p:cNvPr>
          <p:cNvSpPr>
            <a:spLocks noGrp="1"/>
          </p:cNvSpPr>
          <p:nvPr>
            <p:ph idx="1"/>
          </p:nvPr>
        </p:nvSpPr>
        <p:spPr>
          <a:xfrm>
            <a:off x="146050" y="746759"/>
            <a:ext cx="8066925" cy="4337606"/>
          </a:xfrm>
        </p:spPr>
        <p:txBody>
          <a:bodyPr vert="horz" lIns="91440" tIns="45720" rIns="91440" bIns="45720" rtlCol="0" anchor="t">
            <a:normAutofit/>
          </a:bodyPr>
          <a:lstStyle/>
          <a:p>
            <a:r>
              <a:rPr lang="en-US" dirty="0">
                <a:latin typeface="Calibri"/>
                <a:ea typeface="Calibri"/>
                <a:cs typeface="Calibri"/>
              </a:rPr>
              <a:t>EMM allows remote management and control of device</a:t>
            </a:r>
          </a:p>
          <a:p>
            <a:r>
              <a:rPr lang="en-US" dirty="0">
                <a:latin typeface="Calibri"/>
                <a:ea typeface="Calibri"/>
                <a:cs typeface="Calibri"/>
              </a:rPr>
              <a:t>BYOD</a:t>
            </a:r>
          </a:p>
          <a:p>
            <a:pPr lvl="1"/>
            <a:r>
              <a:rPr lang="en-US" dirty="0">
                <a:latin typeface="Calibri"/>
                <a:ea typeface="Calibri"/>
                <a:cs typeface="Calibri"/>
              </a:rPr>
              <a:t>Personal device connected to corporate network and systems</a:t>
            </a:r>
            <a:endParaRPr lang="en-US" dirty="0">
              <a:ea typeface="Calibri"/>
            </a:endParaRPr>
          </a:p>
          <a:p>
            <a:pPr lvl="1"/>
            <a:r>
              <a:rPr lang="en-US" dirty="0">
                <a:latin typeface="Calibri"/>
                <a:ea typeface="Calibri"/>
                <a:cs typeface="Calibri"/>
              </a:rPr>
              <a:t>Could require access to the device for monitoring by company</a:t>
            </a:r>
          </a:p>
          <a:p>
            <a:r>
              <a:rPr lang="en-US" dirty="0">
                <a:latin typeface="Calibri"/>
                <a:ea typeface="Calibri"/>
                <a:cs typeface="Calibri"/>
              </a:rPr>
              <a:t>COBO</a:t>
            </a:r>
          </a:p>
          <a:p>
            <a:pPr lvl="1"/>
            <a:r>
              <a:rPr lang="en-US" dirty="0">
                <a:latin typeface="Calibri"/>
                <a:ea typeface="Calibri"/>
                <a:cs typeface="Calibri"/>
              </a:rPr>
              <a:t>Business owned and for business use only</a:t>
            </a:r>
          </a:p>
        </p:txBody>
      </p:sp>
      <p:sp>
        <p:nvSpPr>
          <p:cNvPr id="4" name="Slide Number Placeholder 3">
            <a:extLst>
              <a:ext uri="{FF2B5EF4-FFF2-40B4-BE49-F238E27FC236}">
                <a16:creationId xmlns:a16="http://schemas.microsoft.com/office/drawing/2014/main" id="{95AD8746-B646-A96C-4A6A-574AB85EF011}"/>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757866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797E-0D03-9EF1-DE20-7A50DE0D160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E7B1A8-4728-B1D3-124C-283D3BBDBB68}"/>
              </a:ext>
            </a:extLst>
          </p:cNvPr>
          <p:cNvSpPr>
            <a:spLocks noGrp="1"/>
          </p:cNvSpPr>
          <p:nvPr>
            <p:ph type="title"/>
          </p:nvPr>
        </p:nvSpPr>
        <p:spPr/>
        <p:txBody>
          <a:bodyPr/>
          <a:lstStyle/>
          <a:p>
            <a:r>
              <a:rPr lang="en-US" b="1" i="0" dirty="0">
                <a:solidFill>
                  <a:srgbClr val="253644"/>
                </a:solidFill>
                <a:effectLst/>
              </a:rPr>
              <a:t>Enterprise Mobility Management </a:t>
            </a:r>
            <a:r>
              <a:rPr lang="en-US" sz="2000" b="1" i="0" dirty="0">
                <a:solidFill>
                  <a:srgbClr val="253644"/>
                </a:solidFill>
                <a:effectLst/>
              </a:rPr>
              <a:t>(Slide 2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365E0547-8336-DF8F-015C-BB6438F72E6E}"/>
              </a:ext>
            </a:extLst>
          </p:cNvPr>
          <p:cNvSpPr>
            <a:spLocks noGrp="1"/>
          </p:cNvSpPr>
          <p:nvPr>
            <p:ph idx="1"/>
          </p:nvPr>
        </p:nvSpPr>
        <p:spPr>
          <a:xfrm>
            <a:off x="146050" y="746759"/>
            <a:ext cx="8066925" cy="4337606"/>
          </a:xfrm>
        </p:spPr>
        <p:txBody>
          <a:bodyPr vert="horz" lIns="91440" tIns="45720" rIns="91440" bIns="45720" rtlCol="0" anchor="t">
            <a:normAutofit/>
          </a:bodyPr>
          <a:lstStyle/>
          <a:p>
            <a:r>
              <a:rPr lang="en-US" dirty="0">
                <a:latin typeface="Calibri"/>
                <a:ea typeface="Calibri"/>
                <a:cs typeface="Calibri"/>
              </a:rPr>
              <a:t>COPE</a:t>
            </a:r>
            <a:endParaRPr lang="en-US" dirty="0">
              <a:ea typeface="Calibri"/>
            </a:endParaRPr>
          </a:p>
          <a:p>
            <a:pPr lvl="1"/>
            <a:r>
              <a:rPr lang="en-US" dirty="0">
                <a:latin typeface="Calibri"/>
                <a:ea typeface="Calibri"/>
                <a:cs typeface="Calibri"/>
              </a:rPr>
              <a:t>Business owned, but personal activities like social media are allowed under AUP</a:t>
            </a:r>
          </a:p>
          <a:p>
            <a:r>
              <a:rPr lang="en-US" dirty="0">
                <a:latin typeface="Calibri"/>
                <a:ea typeface="Calibri"/>
                <a:cs typeface="Calibri"/>
              </a:rPr>
              <a:t>CYOD</a:t>
            </a:r>
            <a:endParaRPr lang="en-US" dirty="0">
              <a:ea typeface="Calibri"/>
            </a:endParaRPr>
          </a:p>
          <a:p>
            <a:pPr lvl="1"/>
            <a:r>
              <a:rPr lang="en-US" dirty="0">
                <a:latin typeface="Calibri"/>
                <a:ea typeface="Calibri"/>
                <a:cs typeface="Calibri"/>
              </a:rPr>
              <a:t>COPE but user can select the device type they prefer (Android or iPhone) </a:t>
            </a:r>
            <a:endParaRPr lang="en-US" dirty="0">
              <a:ea typeface="Calibri"/>
            </a:endParaRPr>
          </a:p>
        </p:txBody>
      </p:sp>
      <p:sp>
        <p:nvSpPr>
          <p:cNvPr id="4" name="Slide Number Placeholder 3">
            <a:extLst>
              <a:ext uri="{FF2B5EF4-FFF2-40B4-BE49-F238E27FC236}">
                <a16:creationId xmlns:a16="http://schemas.microsoft.com/office/drawing/2014/main" id="{F8DF74E6-8D6E-D934-2D32-EAA78A32BAAB}"/>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3793977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027D2-FD56-2823-94E3-DD30218D23D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7DBBC89-4215-62BC-CDA6-F397423B6DF6}"/>
              </a:ext>
            </a:extLst>
          </p:cNvPr>
          <p:cNvSpPr>
            <a:spLocks noGrp="1"/>
          </p:cNvSpPr>
          <p:nvPr>
            <p:ph type="title"/>
          </p:nvPr>
        </p:nvSpPr>
        <p:spPr/>
        <p:txBody>
          <a:bodyPr/>
          <a:lstStyle/>
          <a:p>
            <a:r>
              <a:rPr lang="en-US" b="1" i="0" dirty="0">
                <a:solidFill>
                  <a:srgbClr val="253644"/>
                </a:solidFill>
                <a:effectLst/>
              </a:rPr>
              <a:t>Enterprise Mobility Management </a:t>
            </a:r>
            <a:r>
              <a:rPr lang="en-US" sz="2000" b="1" i="0" dirty="0">
                <a:solidFill>
                  <a:srgbClr val="253644"/>
                </a:solidFill>
                <a:effectLst/>
              </a:rPr>
              <a:t>(Slide 3 of 3)</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536111B1-16AF-4E0A-570D-117BC7420DEA}"/>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
        <p:nvSpPr>
          <p:cNvPr id="13" name="Content Placeholder 11">
            <a:extLst>
              <a:ext uri="{FF2B5EF4-FFF2-40B4-BE49-F238E27FC236}">
                <a16:creationId xmlns:a16="http://schemas.microsoft.com/office/drawing/2014/main" id="{908E0958-6049-2B32-123E-455BF688A723}"/>
              </a:ext>
            </a:extLst>
          </p:cNvPr>
          <p:cNvSpPr>
            <a:spLocks noGrp="1"/>
          </p:cNvSpPr>
          <p:nvPr>
            <p:ph idx="1"/>
          </p:nvPr>
        </p:nvSpPr>
        <p:spPr>
          <a:xfrm>
            <a:off x="968334" y="4579502"/>
            <a:ext cx="7207332" cy="274768"/>
          </a:xfrm>
        </p:spPr>
        <p:txBody>
          <a:bodyPr>
            <a:normAutofit/>
          </a:bodyPr>
          <a:lstStyle/>
          <a:p>
            <a:pPr marL="0" indent="0" algn="ctr">
              <a:buNone/>
            </a:pPr>
            <a:r>
              <a:rPr lang="en-US" sz="900" i="1" dirty="0"/>
              <a:t>Screenshot courtesy of Microsoft.</a:t>
            </a:r>
          </a:p>
        </p:txBody>
      </p:sp>
      <p:pic>
        <p:nvPicPr>
          <p:cNvPr id="3" name="Picture 2" descr="Microsoft Azure portal displaying device restrictions, showing settings for restricting apps in an Android enterprise profile.">
            <a:extLst>
              <a:ext uri="{FF2B5EF4-FFF2-40B4-BE49-F238E27FC236}">
                <a16:creationId xmlns:a16="http://schemas.microsoft.com/office/drawing/2014/main" id="{CF78B1B1-4F7D-714E-F035-4033B8AD32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8334" y="948468"/>
            <a:ext cx="7207332" cy="3592004"/>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927786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488E8-7846-7EC0-DB7B-7B9095AEAC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28FB881-CF5D-6514-D282-0510DAE00F33}"/>
              </a:ext>
            </a:extLst>
          </p:cNvPr>
          <p:cNvSpPr>
            <a:spLocks noGrp="1"/>
          </p:cNvSpPr>
          <p:nvPr>
            <p:ph type="title"/>
          </p:nvPr>
        </p:nvSpPr>
        <p:spPr/>
        <p:txBody>
          <a:bodyPr/>
          <a:lstStyle/>
          <a:p>
            <a:r>
              <a:rPr lang="en-US" b="1" i="0" dirty="0">
                <a:solidFill>
                  <a:srgbClr val="253644"/>
                </a:solidFill>
                <a:effectLst/>
              </a:rPr>
              <a:t>Mobile Device Management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00F5C18C-3618-5374-0296-6E4188F05EC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MDM applies security policy to the mobile device</a:t>
            </a:r>
          </a:p>
          <a:p>
            <a:r>
              <a:rPr lang="en-US" dirty="0">
                <a:latin typeface="Calibri"/>
                <a:ea typeface="Calibri"/>
                <a:cs typeface="Calibri"/>
              </a:rPr>
              <a:t>MDM can:</a:t>
            </a:r>
            <a:endParaRPr lang="en-US" dirty="0">
              <a:ea typeface="Calibri"/>
            </a:endParaRPr>
          </a:p>
          <a:p>
            <a:pPr lvl="1"/>
            <a:r>
              <a:rPr lang="en-US" dirty="0">
                <a:latin typeface="Calibri"/>
                <a:ea typeface="Calibri"/>
                <a:cs typeface="Calibri"/>
              </a:rPr>
              <a:t>Manage device settings</a:t>
            </a:r>
            <a:endParaRPr lang="en-US" dirty="0">
              <a:ea typeface="Calibri"/>
            </a:endParaRPr>
          </a:p>
          <a:p>
            <a:pPr lvl="1"/>
            <a:r>
              <a:rPr lang="en-US" dirty="0">
                <a:latin typeface="Calibri"/>
                <a:ea typeface="Calibri"/>
                <a:cs typeface="Calibri"/>
              </a:rPr>
              <a:t>Enforce security policies</a:t>
            </a:r>
          </a:p>
          <a:p>
            <a:pPr lvl="1"/>
            <a:r>
              <a:rPr lang="en-US" dirty="0">
                <a:latin typeface="Calibri"/>
                <a:ea typeface="Calibri"/>
                <a:cs typeface="Calibri"/>
              </a:rPr>
              <a:t>Control app installations and permissions</a:t>
            </a:r>
          </a:p>
          <a:p>
            <a:pPr lvl="1"/>
            <a:r>
              <a:rPr lang="en-US" dirty="0">
                <a:latin typeface="Calibri"/>
                <a:ea typeface="Calibri"/>
                <a:cs typeface="Calibri"/>
              </a:rPr>
              <a:t>Regulate network access</a:t>
            </a:r>
          </a:p>
          <a:p>
            <a:pPr lvl="1"/>
            <a:r>
              <a:rPr lang="en-US" dirty="0">
                <a:latin typeface="Calibri"/>
                <a:ea typeface="Calibri"/>
                <a:cs typeface="Calibri"/>
              </a:rPr>
              <a:t>Monitor compliance</a:t>
            </a:r>
          </a:p>
          <a:p>
            <a:pPr lvl="1"/>
            <a:r>
              <a:rPr lang="en-US" dirty="0">
                <a:latin typeface="Calibri"/>
                <a:ea typeface="Calibri"/>
                <a:cs typeface="Calibri"/>
              </a:rPr>
              <a:t>Facilitate remote management</a:t>
            </a:r>
          </a:p>
        </p:txBody>
      </p:sp>
      <p:sp>
        <p:nvSpPr>
          <p:cNvPr id="4" name="Slide Number Placeholder 3">
            <a:extLst>
              <a:ext uri="{FF2B5EF4-FFF2-40B4-BE49-F238E27FC236}">
                <a16:creationId xmlns:a16="http://schemas.microsoft.com/office/drawing/2014/main" id="{F028E971-E0C1-E2B0-7E17-E87BD9A7E578}"/>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2921411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B9BBC-ABF5-4C7D-B5C8-1E7E9453461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448CFC-EE78-B31B-76D5-E282C4331A69}"/>
              </a:ext>
            </a:extLst>
          </p:cNvPr>
          <p:cNvSpPr>
            <a:spLocks noGrp="1"/>
          </p:cNvSpPr>
          <p:nvPr>
            <p:ph type="title"/>
          </p:nvPr>
        </p:nvSpPr>
        <p:spPr/>
        <p:txBody>
          <a:bodyPr/>
          <a:lstStyle/>
          <a:p>
            <a:r>
              <a:rPr lang="en-US" b="1" i="0" dirty="0">
                <a:solidFill>
                  <a:srgbClr val="253644"/>
                </a:solidFill>
                <a:effectLst/>
              </a:rPr>
              <a:t>Mobile Device Management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EBB92072-0091-84CC-FBD7-488500C387E8}"/>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
        <p:nvSpPr>
          <p:cNvPr id="13" name="Content Placeholder 11">
            <a:extLst>
              <a:ext uri="{FF2B5EF4-FFF2-40B4-BE49-F238E27FC236}">
                <a16:creationId xmlns:a16="http://schemas.microsoft.com/office/drawing/2014/main" id="{83FD2513-1D15-4E82-5540-4DCA3CED157F}"/>
              </a:ext>
            </a:extLst>
          </p:cNvPr>
          <p:cNvSpPr>
            <a:spLocks noGrp="1"/>
          </p:cNvSpPr>
          <p:nvPr>
            <p:ph idx="1"/>
          </p:nvPr>
        </p:nvSpPr>
        <p:spPr>
          <a:xfrm>
            <a:off x="2422346" y="4885690"/>
            <a:ext cx="4299305" cy="274768"/>
          </a:xfrm>
        </p:spPr>
        <p:txBody>
          <a:bodyPr>
            <a:normAutofit/>
          </a:bodyPr>
          <a:lstStyle/>
          <a:p>
            <a:pPr marL="0" indent="0" algn="ctr">
              <a:buNone/>
            </a:pPr>
            <a:r>
              <a:rPr lang="en-US" sz="900" i="1" dirty="0"/>
              <a:t>Screenshot courtesy of Microsoft.</a:t>
            </a:r>
          </a:p>
        </p:txBody>
      </p:sp>
      <p:pic>
        <p:nvPicPr>
          <p:cNvPr id="5" name="Picture 4" descr="Microsoft Azure portal under Apple enrollment, displaying options for configuring Apple certificates and managing Apple M D M enrollment settings.">
            <a:extLst>
              <a:ext uri="{FF2B5EF4-FFF2-40B4-BE49-F238E27FC236}">
                <a16:creationId xmlns:a16="http://schemas.microsoft.com/office/drawing/2014/main" id="{3025DA17-1648-4056-832F-EB32DBECEDC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52741" y="714278"/>
            <a:ext cx="4238513" cy="4171412"/>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3818335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D5959-4025-88F1-D98D-DB701B30D91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D050B10-CACF-0047-23C4-A8372D169D0D}"/>
              </a:ext>
            </a:extLst>
          </p:cNvPr>
          <p:cNvSpPr>
            <a:spLocks noGrp="1"/>
          </p:cNvSpPr>
          <p:nvPr>
            <p:ph type="title"/>
          </p:nvPr>
        </p:nvSpPr>
        <p:spPr/>
        <p:txBody>
          <a:bodyPr/>
          <a:lstStyle/>
          <a:p>
            <a:r>
              <a:rPr lang="en-US" b="1" i="0" dirty="0">
                <a:solidFill>
                  <a:srgbClr val="253644"/>
                </a:solidFill>
                <a:effectLst/>
              </a:rPr>
              <a:t>Two-factor Authentication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15A7203-3EF2-5D27-6FDA-32AE16B4ACD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Two different authentication credentials</a:t>
            </a:r>
          </a:p>
          <a:p>
            <a:r>
              <a:rPr lang="en-US" dirty="0">
                <a:latin typeface="Calibri"/>
                <a:ea typeface="Calibri"/>
                <a:cs typeface="Calibri"/>
              </a:rPr>
              <a:t>Something you are and something you have, etc.</a:t>
            </a:r>
          </a:p>
          <a:p>
            <a:r>
              <a:rPr lang="en-US" dirty="0">
                <a:latin typeface="Calibri"/>
                <a:ea typeface="Calibri"/>
                <a:cs typeface="Calibri"/>
              </a:rPr>
              <a:t>Push notification or authenticator application</a:t>
            </a:r>
          </a:p>
          <a:p>
            <a:pPr lvl="1"/>
            <a:r>
              <a:rPr lang="en-US" dirty="0">
                <a:latin typeface="Calibri"/>
                <a:ea typeface="Calibri"/>
                <a:cs typeface="Calibri"/>
              </a:rPr>
              <a:t>Microsoft and Google both have their own authenticator apps</a:t>
            </a:r>
          </a:p>
          <a:p>
            <a:pPr lvl="1"/>
            <a:r>
              <a:rPr lang="en-US" dirty="0">
                <a:latin typeface="Calibri"/>
                <a:ea typeface="Calibri"/>
                <a:cs typeface="Calibri"/>
              </a:rPr>
              <a:t>Many third-party services are available like RSA's SecureID</a:t>
            </a:r>
          </a:p>
        </p:txBody>
      </p:sp>
      <p:sp>
        <p:nvSpPr>
          <p:cNvPr id="4" name="Slide Number Placeholder 3">
            <a:extLst>
              <a:ext uri="{FF2B5EF4-FFF2-40B4-BE49-F238E27FC236}">
                <a16:creationId xmlns:a16="http://schemas.microsoft.com/office/drawing/2014/main" id="{DF96493E-13B5-F08C-5223-8E4E5C6E8937}"/>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3194121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9225-FF37-0689-2606-875934B1A6B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C539197-16CE-C9F3-57B9-944DED45C26D}"/>
              </a:ext>
            </a:extLst>
          </p:cNvPr>
          <p:cNvSpPr>
            <a:spLocks noGrp="1"/>
          </p:cNvSpPr>
          <p:nvPr>
            <p:ph type="title"/>
          </p:nvPr>
        </p:nvSpPr>
        <p:spPr/>
        <p:txBody>
          <a:bodyPr/>
          <a:lstStyle/>
          <a:p>
            <a:r>
              <a:rPr lang="en-US" b="1" i="0" dirty="0">
                <a:solidFill>
                  <a:srgbClr val="253644"/>
                </a:solidFill>
                <a:effectLst/>
              </a:rPr>
              <a:t>Two-factor Authentication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F81F918E-AAD3-073C-F6B3-C6E6C3910932}"/>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
        <p:nvSpPr>
          <p:cNvPr id="13" name="Content Placeholder 11">
            <a:extLst>
              <a:ext uri="{FF2B5EF4-FFF2-40B4-BE49-F238E27FC236}">
                <a16:creationId xmlns:a16="http://schemas.microsoft.com/office/drawing/2014/main" id="{EB5179DC-2DE4-F82C-75C3-7AA61DDB23E8}"/>
              </a:ext>
            </a:extLst>
          </p:cNvPr>
          <p:cNvSpPr>
            <a:spLocks noGrp="1"/>
          </p:cNvSpPr>
          <p:nvPr>
            <p:ph idx="1"/>
          </p:nvPr>
        </p:nvSpPr>
        <p:spPr>
          <a:xfrm>
            <a:off x="2422346" y="4885690"/>
            <a:ext cx="4299305" cy="274768"/>
          </a:xfrm>
        </p:spPr>
        <p:txBody>
          <a:bodyPr>
            <a:normAutofit/>
          </a:bodyPr>
          <a:lstStyle/>
          <a:p>
            <a:pPr marL="0" indent="0" algn="ctr">
              <a:buNone/>
            </a:pPr>
            <a:r>
              <a:rPr lang="en-US" sz="900" i="1" dirty="0"/>
              <a:t>Screenshot courtesy of Microsoft.</a:t>
            </a:r>
          </a:p>
        </p:txBody>
      </p:sp>
      <p:pic>
        <p:nvPicPr>
          <p:cNvPr id="3" name="Picture 2" descr="Two mobile security settings screens, one showing I O S Touch I D and Passcode, and the other Android encryption and credential management options.">
            <a:extLst>
              <a:ext uri="{FF2B5EF4-FFF2-40B4-BE49-F238E27FC236}">
                <a16:creationId xmlns:a16="http://schemas.microsoft.com/office/drawing/2014/main" id="{235058E5-28B9-B467-77FC-C36313228C7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51218" y="738231"/>
            <a:ext cx="7041564" cy="4147459"/>
          </a:xfrm>
          <a:prstGeom prst="rect">
            <a:avLst/>
          </a:prstGeom>
        </p:spPr>
      </p:pic>
    </p:spTree>
    <p:custDataLst>
      <p:tags r:id="rId1"/>
    </p:custDataLst>
    <p:extLst>
      <p:ext uri="{BB962C8B-B14F-4D97-AF65-F5344CB8AC3E}">
        <p14:creationId xmlns:p14="http://schemas.microsoft.com/office/powerpoint/2010/main" val="2586311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61D63-6B6C-994A-ABD7-900EA0EE779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BEF03B1-5E94-E9CB-7F59-53C2094CCBD8}"/>
              </a:ext>
            </a:extLst>
          </p:cNvPr>
          <p:cNvSpPr>
            <a:spLocks noGrp="1"/>
          </p:cNvSpPr>
          <p:nvPr>
            <p:ph type="title"/>
          </p:nvPr>
        </p:nvSpPr>
        <p:spPr/>
        <p:txBody>
          <a:bodyPr/>
          <a:lstStyle/>
          <a:p>
            <a:r>
              <a:rPr lang="en-US" b="1" i="0" dirty="0">
                <a:solidFill>
                  <a:srgbClr val="253644"/>
                </a:solidFill>
                <a:effectLst/>
              </a:rPr>
              <a:t>Mobile Data Security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50302054-F2B0-0453-F234-2F8FFD71E1CE}"/>
              </a:ext>
            </a:extLst>
          </p:cNvPr>
          <p:cNvSpPr>
            <a:spLocks noGrp="1"/>
          </p:cNvSpPr>
          <p:nvPr>
            <p:ph idx="1"/>
          </p:nvPr>
        </p:nvSpPr>
        <p:spPr>
          <a:xfrm>
            <a:off x="146050" y="746759"/>
            <a:ext cx="8066925" cy="4337605"/>
          </a:xfrm>
        </p:spPr>
        <p:txBody>
          <a:bodyPr vert="horz" lIns="91440" tIns="45720" rIns="91440" bIns="45720" rtlCol="0" anchor="t">
            <a:normAutofit/>
          </a:bodyPr>
          <a:lstStyle/>
          <a:p>
            <a:r>
              <a:rPr lang="en-US" dirty="0">
                <a:latin typeface="Calibri"/>
                <a:ea typeface="Calibri"/>
                <a:cs typeface="Calibri"/>
              </a:rPr>
              <a:t>Device encryption</a:t>
            </a:r>
            <a:endParaRPr lang="en-US" dirty="0">
              <a:ea typeface="Calibri"/>
            </a:endParaRPr>
          </a:p>
          <a:p>
            <a:pPr lvl="1"/>
            <a:r>
              <a:rPr lang="en-US" dirty="0">
                <a:latin typeface="Calibri"/>
                <a:ea typeface="Calibri"/>
                <a:cs typeface="Calibri"/>
              </a:rPr>
              <a:t>Apple- default on and cannot be switched off</a:t>
            </a:r>
          </a:p>
          <a:p>
            <a:pPr lvl="1"/>
            <a:r>
              <a:rPr lang="en-US" dirty="0">
                <a:latin typeface="Calibri"/>
                <a:ea typeface="Calibri"/>
                <a:cs typeface="Calibri"/>
              </a:rPr>
              <a:t>Android- default for file level encryption</a:t>
            </a:r>
          </a:p>
          <a:p>
            <a:r>
              <a:rPr lang="en-US" dirty="0">
                <a:latin typeface="Calibri"/>
                <a:ea typeface="Calibri"/>
                <a:cs typeface="Calibri"/>
              </a:rPr>
              <a:t>Remote backup applications</a:t>
            </a:r>
            <a:endParaRPr lang="en-US" dirty="0">
              <a:ea typeface="Calibri"/>
            </a:endParaRPr>
          </a:p>
          <a:p>
            <a:pPr lvl="1"/>
            <a:r>
              <a:rPr lang="en-US" dirty="0">
                <a:latin typeface="Calibri"/>
                <a:ea typeface="Calibri"/>
                <a:cs typeface="Calibri"/>
              </a:rPr>
              <a:t>Cloud services</a:t>
            </a:r>
          </a:p>
          <a:p>
            <a:pPr lvl="2"/>
            <a:r>
              <a:rPr lang="en-US" dirty="0">
                <a:latin typeface="Calibri"/>
                <a:ea typeface="Calibri"/>
                <a:cs typeface="Calibri"/>
              </a:rPr>
              <a:t>iCloud</a:t>
            </a:r>
            <a:endParaRPr lang="en-US" dirty="0">
              <a:ea typeface="Calibri"/>
            </a:endParaRPr>
          </a:p>
          <a:p>
            <a:pPr lvl="2"/>
            <a:r>
              <a:rPr lang="en-US" dirty="0">
                <a:latin typeface="Calibri"/>
                <a:ea typeface="Calibri"/>
                <a:cs typeface="Calibri"/>
              </a:rPr>
              <a:t>Google Drive</a:t>
            </a:r>
            <a:endParaRPr lang="en-US" dirty="0">
              <a:ea typeface="Calibri"/>
            </a:endParaRPr>
          </a:p>
          <a:p>
            <a:pPr lvl="2"/>
            <a:r>
              <a:rPr lang="en-US" dirty="0">
                <a:latin typeface="Calibri"/>
                <a:ea typeface="Calibri"/>
                <a:cs typeface="Calibri"/>
              </a:rPr>
              <a:t>Microsoft OneDrive</a:t>
            </a:r>
          </a:p>
          <a:p>
            <a:pPr lvl="2"/>
            <a:r>
              <a:rPr lang="en-US" dirty="0">
                <a:latin typeface="Calibri"/>
                <a:ea typeface="Calibri"/>
                <a:cs typeface="Calibri"/>
              </a:rPr>
              <a:t>DropBox</a:t>
            </a:r>
          </a:p>
          <a:p>
            <a:pPr lvl="1"/>
            <a:r>
              <a:rPr lang="en-US" dirty="0">
                <a:latin typeface="Calibri"/>
                <a:ea typeface="Calibri"/>
                <a:cs typeface="Calibri"/>
              </a:rPr>
              <a:t>Backup to local computer</a:t>
            </a:r>
          </a:p>
        </p:txBody>
      </p:sp>
      <p:sp>
        <p:nvSpPr>
          <p:cNvPr id="4" name="Slide Number Placeholder 3">
            <a:extLst>
              <a:ext uri="{FF2B5EF4-FFF2-40B4-BE49-F238E27FC236}">
                <a16:creationId xmlns:a16="http://schemas.microsoft.com/office/drawing/2014/main" id="{C8883F76-F0CA-5F64-EB16-B93A7C623A0B}"/>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4168290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0AF27-E236-3FF9-EFC0-95CD883B7A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B08F8D-020F-84F7-94FC-4FB34111FA56}"/>
              </a:ext>
            </a:extLst>
          </p:cNvPr>
          <p:cNvSpPr>
            <a:spLocks noGrp="1"/>
          </p:cNvSpPr>
          <p:nvPr>
            <p:ph type="title"/>
          </p:nvPr>
        </p:nvSpPr>
        <p:spPr/>
        <p:txBody>
          <a:bodyPr/>
          <a:lstStyle/>
          <a:p>
            <a:r>
              <a:rPr lang="en-US" b="1" i="0" dirty="0">
                <a:solidFill>
                  <a:srgbClr val="253644"/>
                </a:solidFill>
                <a:effectLst/>
              </a:rPr>
              <a:t>Mobile Data Security </a:t>
            </a:r>
            <a:r>
              <a:rPr lang="en-US" sz="2000" b="1" i="0" dirty="0">
                <a:solidFill>
                  <a:srgbClr val="253644"/>
                </a:solidFill>
                <a:effectLst/>
              </a:rPr>
              <a:t>(Slide 2 of 3)</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B3C31BD4-59C0-747B-61BA-E98F4FB9A0EC}"/>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
        <p:nvSpPr>
          <p:cNvPr id="13" name="Content Placeholder 11">
            <a:extLst>
              <a:ext uri="{FF2B5EF4-FFF2-40B4-BE49-F238E27FC236}">
                <a16:creationId xmlns:a16="http://schemas.microsoft.com/office/drawing/2014/main" id="{637D98C2-BD77-BFF0-3AB4-9B5E33E73679}"/>
              </a:ext>
            </a:extLst>
          </p:cNvPr>
          <p:cNvSpPr>
            <a:spLocks noGrp="1"/>
          </p:cNvSpPr>
          <p:nvPr>
            <p:ph idx="1"/>
          </p:nvPr>
        </p:nvSpPr>
        <p:spPr>
          <a:xfrm>
            <a:off x="1884438" y="4885690"/>
            <a:ext cx="5375120" cy="274768"/>
          </a:xfrm>
        </p:spPr>
        <p:txBody>
          <a:bodyPr>
            <a:normAutofit/>
          </a:bodyPr>
          <a:lstStyle/>
          <a:p>
            <a:pPr marL="0" indent="0" algn="ctr">
              <a:buNone/>
            </a:pPr>
            <a:r>
              <a:rPr lang="en-US" sz="900" i="1" dirty="0"/>
              <a:t>Screenshots reprinted with permission from Apple Inc. and Android platform, a trademark of Google LLC.</a:t>
            </a:r>
          </a:p>
        </p:txBody>
      </p:sp>
      <p:pic>
        <p:nvPicPr>
          <p:cNvPr id="5" name="Picture 4">
            <a:extLst>
              <a:ext uri="{FF2B5EF4-FFF2-40B4-BE49-F238E27FC236}">
                <a16:creationId xmlns:a16="http://schemas.microsoft.com/office/drawing/2014/main" id="{38D3630E-5CB7-D23A-62F1-42F6D0F77A9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19534" y="735704"/>
            <a:ext cx="5304927" cy="4133208"/>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1923961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7BDE-EB46-99B6-39DE-E27F2DC6A8E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B9EECD-E198-E4E1-4B8F-34CD4D829504}"/>
              </a:ext>
            </a:extLst>
          </p:cNvPr>
          <p:cNvSpPr>
            <a:spLocks noGrp="1"/>
          </p:cNvSpPr>
          <p:nvPr>
            <p:ph type="title"/>
          </p:nvPr>
        </p:nvSpPr>
        <p:spPr/>
        <p:txBody>
          <a:bodyPr/>
          <a:lstStyle/>
          <a:p>
            <a:r>
              <a:rPr lang="en-US" b="1" i="0" dirty="0">
                <a:solidFill>
                  <a:srgbClr val="253644"/>
                </a:solidFill>
                <a:effectLst/>
              </a:rPr>
              <a:t>Mobile Data Security </a:t>
            </a:r>
            <a:r>
              <a:rPr lang="en-US" sz="2000" b="1" i="0" dirty="0">
                <a:solidFill>
                  <a:srgbClr val="253644"/>
                </a:solidFill>
                <a:effectLst/>
              </a:rPr>
              <a:t>(Slide 3 of 3)</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006D4B56-8039-3EA5-7564-44DD0350AEC2}"/>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
        <p:nvSpPr>
          <p:cNvPr id="13" name="Content Placeholder 11">
            <a:extLst>
              <a:ext uri="{FF2B5EF4-FFF2-40B4-BE49-F238E27FC236}">
                <a16:creationId xmlns:a16="http://schemas.microsoft.com/office/drawing/2014/main" id="{47C066E2-97C7-CF20-4E90-220CD0083417}"/>
              </a:ext>
            </a:extLst>
          </p:cNvPr>
          <p:cNvSpPr>
            <a:spLocks noGrp="1"/>
          </p:cNvSpPr>
          <p:nvPr>
            <p:ph idx="1"/>
          </p:nvPr>
        </p:nvSpPr>
        <p:spPr>
          <a:xfrm>
            <a:off x="2422346" y="4885690"/>
            <a:ext cx="4299305" cy="274768"/>
          </a:xfrm>
        </p:spPr>
        <p:txBody>
          <a:bodyPr>
            <a:normAutofit/>
          </a:bodyPr>
          <a:lstStyle/>
          <a:p>
            <a:pPr marL="0" indent="0" algn="ctr">
              <a:buNone/>
            </a:pPr>
            <a:r>
              <a:rPr lang="en-US" sz="900" i="1" dirty="0"/>
              <a:t>Screenshot courtesy of Google One™ subscription service, a trademark of Google LLC</a:t>
            </a:r>
          </a:p>
        </p:txBody>
      </p:sp>
      <p:pic>
        <p:nvPicPr>
          <p:cNvPr id="3" name="Picture 2" descr="An Android backup settings screen for Google One backup status, available storage, and backup details for apps, photos, messages, and call history.">
            <a:extLst>
              <a:ext uri="{FF2B5EF4-FFF2-40B4-BE49-F238E27FC236}">
                <a16:creationId xmlns:a16="http://schemas.microsoft.com/office/drawing/2014/main" id="{0C9D0DDA-6C11-12C1-D419-326357F2DC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04684" y="748870"/>
            <a:ext cx="1934628" cy="4120042"/>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035513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86A3-45C1-9D0A-9528-CA9A537576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8F34974-0618-3C4F-D9C8-CCD941EAC333}"/>
              </a:ext>
            </a:extLst>
          </p:cNvPr>
          <p:cNvSpPr>
            <a:spLocks noGrp="1"/>
          </p:cNvSpPr>
          <p:nvPr>
            <p:ph type="title"/>
          </p:nvPr>
        </p:nvSpPr>
        <p:spPr/>
        <p:txBody>
          <a:bodyPr/>
          <a:lstStyle/>
          <a:p>
            <a:r>
              <a:rPr lang="en-US" b="1" i="0" dirty="0">
                <a:solidFill>
                  <a:srgbClr val="253644"/>
                </a:solidFill>
                <a:effectLst/>
              </a:rPr>
              <a:t>Locator Apps and Remote Wipe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89A7249-7107-4E06-CAC5-684DE50241F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GPS/IPS/Wi-fi/Cellular location services</a:t>
            </a:r>
          </a:p>
          <a:p>
            <a:r>
              <a:rPr lang="en-US" dirty="0">
                <a:latin typeface="Calibri"/>
                <a:ea typeface="Calibri"/>
                <a:cs typeface="Calibri"/>
              </a:rPr>
              <a:t>"Find My Phone/Device" apps for both Apple and Android</a:t>
            </a:r>
          </a:p>
          <a:p>
            <a:r>
              <a:rPr lang="en-US" dirty="0">
                <a:latin typeface="Calibri"/>
                <a:ea typeface="Calibri"/>
                <a:cs typeface="Calibri"/>
              </a:rPr>
              <a:t>Remotely</a:t>
            </a:r>
            <a:endParaRPr lang="en-US" dirty="0">
              <a:ea typeface="Calibri"/>
            </a:endParaRPr>
          </a:p>
          <a:p>
            <a:pPr lvl="1"/>
            <a:r>
              <a:rPr lang="en-US" dirty="0">
                <a:latin typeface="Calibri"/>
                <a:ea typeface="Calibri"/>
                <a:cs typeface="Calibri"/>
              </a:rPr>
              <a:t>Lock</a:t>
            </a:r>
          </a:p>
          <a:p>
            <a:pPr lvl="1"/>
            <a:r>
              <a:rPr lang="en-US" dirty="0">
                <a:latin typeface="Calibri"/>
                <a:ea typeface="Calibri"/>
                <a:cs typeface="Calibri"/>
              </a:rPr>
              <a:t>Play sound</a:t>
            </a:r>
          </a:p>
          <a:p>
            <a:pPr lvl="1"/>
            <a:r>
              <a:rPr lang="en-US" dirty="0">
                <a:latin typeface="Calibri"/>
                <a:ea typeface="Calibri"/>
                <a:cs typeface="Calibri"/>
              </a:rPr>
              <a:t>Wipe device</a:t>
            </a:r>
            <a:endParaRPr lang="en-US" dirty="0">
              <a:ea typeface="Calibri"/>
            </a:endParaRPr>
          </a:p>
        </p:txBody>
      </p:sp>
      <p:sp>
        <p:nvSpPr>
          <p:cNvPr id="4" name="Slide Number Placeholder 3">
            <a:extLst>
              <a:ext uri="{FF2B5EF4-FFF2-40B4-BE49-F238E27FC236}">
                <a16:creationId xmlns:a16="http://schemas.microsoft.com/office/drawing/2014/main" id="{B836DC2B-C42C-56A6-59EC-200AD4D3C8EC}"/>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741752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66CB7-AB9B-EA23-C173-8537890EF57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F6EA249-79F1-085E-2BBB-5F0DEB5964C5}"/>
              </a:ext>
            </a:extLst>
          </p:cNvPr>
          <p:cNvSpPr>
            <a:spLocks noGrp="1"/>
          </p:cNvSpPr>
          <p:nvPr>
            <p:ph type="title"/>
          </p:nvPr>
        </p:nvSpPr>
        <p:spPr/>
        <p:txBody>
          <a:bodyPr/>
          <a:lstStyle/>
          <a:p>
            <a:r>
              <a:rPr lang="en-US" b="1" i="0" dirty="0">
                <a:solidFill>
                  <a:srgbClr val="253644"/>
                </a:solidFill>
                <a:effectLst/>
              </a:rPr>
              <a:t>Locator Apps and Remote Wipe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3436EBCA-9E8B-DF74-19A3-92FCAB45618F}"/>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
        <p:nvSpPr>
          <p:cNvPr id="13" name="Content Placeholder 11">
            <a:extLst>
              <a:ext uri="{FF2B5EF4-FFF2-40B4-BE49-F238E27FC236}">
                <a16:creationId xmlns:a16="http://schemas.microsoft.com/office/drawing/2014/main" id="{41D4CD51-88B3-0E15-D9DE-2F5762503485}"/>
              </a:ext>
            </a:extLst>
          </p:cNvPr>
          <p:cNvSpPr>
            <a:spLocks noGrp="1"/>
          </p:cNvSpPr>
          <p:nvPr>
            <p:ph idx="1"/>
          </p:nvPr>
        </p:nvSpPr>
        <p:spPr>
          <a:xfrm>
            <a:off x="1884438" y="4885690"/>
            <a:ext cx="5375120" cy="274768"/>
          </a:xfrm>
        </p:spPr>
        <p:txBody>
          <a:bodyPr>
            <a:normAutofit/>
          </a:bodyPr>
          <a:lstStyle/>
          <a:p>
            <a:pPr marL="0" indent="0" algn="ctr">
              <a:buNone/>
            </a:pPr>
            <a:r>
              <a:rPr lang="en-US" sz="900" i="1" dirty="0"/>
              <a:t>Screenshot courtesy of Google, a trademark of Google LLC.</a:t>
            </a:r>
          </a:p>
        </p:txBody>
      </p:sp>
      <p:pic>
        <p:nvPicPr>
          <p:cNvPr id="3" name="Picture 2" descr="A Google Find My Device tracking a Motorola smartphone’s location on a map, with options to play sound, secure, or erase the device remotely.">
            <a:extLst>
              <a:ext uri="{FF2B5EF4-FFF2-40B4-BE49-F238E27FC236}">
                <a16:creationId xmlns:a16="http://schemas.microsoft.com/office/drawing/2014/main" id="{3E0949BF-DEDF-5092-224F-14E3385E9ABC}"/>
              </a:ext>
            </a:extLst>
          </p:cNvPr>
          <p:cNvPicPr>
            <a:picLocks noChangeAspect="1"/>
          </p:cNvPicPr>
          <p:nvPr/>
        </p:nvPicPr>
        <p:blipFill>
          <a:blip r:embed="rId4"/>
          <a:stretch>
            <a:fillRect/>
          </a:stretch>
        </p:blipFill>
        <p:spPr>
          <a:xfrm>
            <a:off x="1684165" y="684475"/>
            <a:ext cx="5775666" cy="4201215"/>
          </a:xfrm>
          <a:prstGeom prst="rect">
            <a:avLst/>
          </a:prstGeom>
          <a:noFill/>
        </p:spPr>
      </p:pic>
    </p:spTree>
    <p:custDataLst>
      <p:tags r:id="rId1"/>
    </p:custDataLst>
    <p:extLst>
      <p:ext uri="{BB962C8B-B14F-4D97-AF65-F5344CB8AC3E}">
        <p14:creationId xmlns:p14="http://schemas.microsoft.com/office/powerpoint/2010/main" val="3932295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21</a:t>
            </a:fld>
            <a:endParaRPr lang="en-US" dirty="0"/>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Configure Remote Wipe</a:t>
            </a:r>
            <a:br>
              <a:rPr lang="en-US" dirty="0"/>
            </a:br>
            <a:r>
              <a:rPr lang="en-US" sz="2000" dirty="0"/>
              <a:t>(available in CertMaster Learn and CertMaster Perform)</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Screen Locks</a:t>
            </a:r>
          </a:p>
          <a:p>
            <a:r>
              <a:rPr lang="en-US" dirty="0"/>
              <a:t>Mobile Security Software</a:t>
            </a:r>
          </a:p>
          <a:p>
            <a:r>
              <a:rPr lang="en-US" dirty="0"/>
              <a:t>Enterprise Mobility Management</a:t>
            </a:r>
          </a:p>
          <a:p>
            <a:r>
              <a:rPr lang="en-US" dirty="0"/>
              <a:t>Mobile Device Management</a:t>
            </a:r>
          </a:p>
          <a:p>
            <a:r>
              <a:rPr lang="en-US" dirty="0"/>
              <a:t>Two-factor Authentication</a:t>
            </a:r>
          </a:p>
          <a:p>
            <a:r>
              <a:rPr lang="en-US" dirty="0"/>
              <a:t>Mobile Data Security</a:t>
            </a:r>
          </a:p>
          <a:p>
            <a:r>
              <a:rPr lang="en-US" dirty="0"/>
              <a:t>Locator Apps and Remote Wipe</a:t>
            </a:r>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Mobile OS Security</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Troubleshoot Mobile OS and App Software</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20.2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3343-E84A-D3C3-C91F-5EBFF42ED4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48ACA5E-BBB7-8CBC-1604-A9D01013DAD4}"/>
              </a:ext>
            </a:extLst>
          </p:cNvPr>
          <p:cNvSpPr>
            <a:spLocks noGrp="1"/>
          </p:cNvSpPr>
          <p:nvPr>
            <p:ph type="title"/>
          </p:nvPr>
        </p:nvSpPr>
        <p:spPr/>
        <p:txBody>
          <a:bodyPr/>
          <a:lstStyle/>
          <a:p>
            <a:r>
              <a:rPr lang="en-US" b="1" i="0" dirty="0">
                <a:solidFill>
                  <a:srgbClr val="253644"/>
                </a:solidFill>
                <a:effectLst/>
              </a:rPr>
              <a:t>Mobile Device Troubleshooting Tools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1C45D08E-A885-97EF-D7C1-CADD356E3F2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Settings app</a:t>
            </a:r>
          </a:p>
          <a:p>
            <a:pPr lvl="1"/>
            <a:r>
              <a:rPr lang="en-US" dirty="0">
                <a:latin typeface="Calibri"/>
                <a:ea typeface="Calibri"/>
                <a:cs typeface="Calibri"/>
              </a:rPr>
              <a:t>Down from Top</a:t>
            </a:r>
          </a:p>
          <a:p>
            <a:pPr lvl="1"/>
            <a:r>
              <a:rPr lang="en-US" dirty="0">
                <a:latin typeface="Calibri"/>
                <a:ea typeface="Calibri"/>
                <a:cs typeface="Calibri"/>
              </a:rPr>
              <a:t>Up from Bottom</a:t>
            </a:r>
          </a:p>
          <a:p>
            <a:r>
              <a:rPr lang="en-US" dirty="0">
                <a:latin typeface="Calibri"/>
                <a:ea typeface="Calibri"/>
                <a:cs typeface="Calibri"/>
              </a:rPr>
              <a:t>Reboot</a:t>
            </a:r>
          </a:p>
          <a:p>
            <a:r>
              <a:rPr lang="en-US" dirty="0">
                <a:latin typeface="Calibri"/>
                <a:ea typeface="Calibri"/>
                <a:cs typeface="Calibri"/>
              </a:rPr>
              <a:t>Factory reset</a:t>
            </a:r>
          </a:p>
          <a:p>
            <a:r>
              <a:rPr lang="en-US" dirty="0">
                <a:latin typeface="Calibri"/>
                <a:ea typeface="Calibri"/>
                <a:cs typeface="Calibri"/>
              </a:rPr>
              <a:t>Battery life</a:t>
            </a:r>
          </a:p>
          <a:p>
            <a:pPr lvl="1"/>
            <a:r>
              <a:rPr lang="en-US" dirty="0">
                <a:latin typeface="Calibri"/>
                <a:ea typeface="Calibri"/>
                <a:cs typeface="Calibri"/>
              </a:rPr>
              <a:t>Battery health report</a:t>
            </a:r>
          </a:p>
          <a:p>
            <a:pPr lvl="1"/>
            <a:r>
              <a:rPr lang="en-US" dirty="0">
                <a:latin typeface="Calibri"/>
                <a:ea typeface="Calibri"/>
                <a:cs typeface="Calibri"/>
              </a:rPr>
              <a:t>Smart Charge technology</a:t>
            </a:r>
          </a:p>
        </p:txBody>
      </p:sp>
      <p:sp>
        <p:nvSpPr>
          <p:cNvPr id="4" name="Slide Number Placeholder 3">
            <a:extLst>
              <a:ext uri="{FF2B5EF4-FFF2-40B4-BE49-F238E27FC236}">
                <a16:creationId xmlns:a16="http://schemas.microsoft.com/office/drawing/2014/main" id="{D937DDA1-9462-7ED2-D627-9C709A0CE5FB}"/>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2702425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4D57-7693-B6AA-45D2-DD33B9636D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F96AE62-9F2B-5EAF-BA65-66484719471A}"/>
              </a:ext>
            </a:extLst>
          </p:cNvPr>
          <p:cNvSpPr>
            <a:spLocks noGrp="1"/>
          </p:cNvSpPr>
          <p:nvPr>
            <p:ph type="title"/>
          </p:nvPr>
        </p:nvSpPr>
        <p:spPr/>
        <p:txBody>
          <a:bodyPr/>
          <a:lstStyle/>
          <a:p>
            <a:r>
              <a:rPr lang="en-US" b="1" i="0" dirty="0">
                <a:solidFill>
                  <a:srgbClr val="253644"/>
                </a:solidFill>
                <a:effectLst/>
              </a:rPr>
              <a:t>Mobile Device Troubleshooting Tools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EB1A7F10-F3D9-BADE-50EA-5AEF4E13C3FD}"/>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
        <p:nvSpPr>
          <p:cNvPr id="13" name="Content Placeholder 11">
            <a:extLst>
              <a:ext uri="{FF2B5EF4-FFF2-40B4-BE49-F238E27FC236}">
                <a16:creationId xmlns:a16="http://schemas.microsoft.com/office/drawing/2014/main" id="{9CBF0AC6-3927-0EED-3C92-2E29F5489B7D}"/>
              </a:ext>
            </a:extLst>
          </p:cNvPr>
          <p:cNvSpPr>
            <a:spLocks noGrp="1"/>
          </p:cNvSpPr>
          <p:nvPr>
            <p:ph idx="1"/>
          </p:nvPr>
        </p:nvSpPr>
        <p:spPr>
          <a:xfrm>
            <a:off x="1619619" y="3928254"/>
            <a:ext cx="5904762" cy="274768"/>
          </a:xfrm>
        </p:spPr>
        <p:txBody>
          <a:bodyPr>
            <a:normAutofit/>
          </a:bodyPr>
          <a:lstStyle/>
          <a:p>
            <a:pPr marL="0" indent="0" algn="ctr">
              <a:buNone/>
            </a:pPr>
            <a:r>
              <a:rPr lang="en-US" sz="900" i="1" dirty="0"/>
              <a:t>Screenshots reprinted with permission from Apple Inc., and Android platform, a trademark of Google LLC.</a:t>
            </a:r>
          </a:p>
        </p:txBody>
      </p:sp>
      <p:pic>
        <p:nvPicPr>
          <p:cNvPr id="3" name="Picture 2" descr="An I O S and Android quick settings panels, showing icons for Wi-Fi, Bluetooth, airplane mode, flashlight, and other system controls.">
            <a:extLst>
              <a:ext uri="{FF2B5EF4-FFF2-40B4-BE49-F238E27FC236}">
                <a16:creationId xmlns:a16="http://schemas.microsoft.com/office/drawing/2014/main" id="{641CC2FB-F7FF-2FBA-B7FD-B90CE79FF0E1}"/>
              </a:ext>
            </a:extLst>
          </p:cNvPr>
          <p:cNvPicPr>
            <a:picLocks noChangeAspect="1"/>
          </p:cNvPicPr>
          <p:nvPr/>
        </p:nvPicPr>
        <p:blipFill>
          <a:blip r:embed="rId4"/>
          <a:stretch>
            <a:fillRect/>
          </a:stretch>
        </p:blipFill>
        <p:spPr>
          <a:xfrm>
            <a:off x="1619619" y="1243178"/>
            <a:ext cx="5904762" cy="2657143"/>
          </a:xfrm>
          <a:prstGeom prst="rect">
            <a:avLst/>
          </a:prstGeom>
          <a:ln>
            <a:noFill/>
          </a:ln>
        </p:spPr>
      </p:pic>
    </p:spTree>
    <p:custDataLst>
      <p:tags r:id="rId1"/>
    </p:custDataLst>
    <p:extLst>
      <p:ext uri="{BB962C8B-B14F-4D97-AF65-F5344CB8AC3E}">
        <p14:creationId xmlns:p14="http://schemas.microsoft.com/office/powerpoint/2010/main" val="3222451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839C7-99F0-7A5C-B85E-D3568E30315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CF4DFD-F5EB-A222-25AD-1C42A8960C9D}"/>
              </a:ext>
            </a:extLst>
          </p:cNvPr>
          <p:cNvSpPr>
            <a:spLocks noGrp="1"/>
          </p:cNvSpPr>
          <p:nvPr>
            <p:ph type="title"/>
          </p:nvPr>
        </p:nvSpPr>
        <p:spPr/>
        <p:txBody>
          <a:bodyPr/>
          <a:lstStyle/>
          <a:p>
            <a:r>
              <a:rPr lang="en-US" b="1" i="0" dirty="0">
                <a:solidFill>
                  <a:srgbClr val="253644"/>
                </a:solidFill>
                <a:effectLst/>
              </a:rPr>
              <a:t>Troubleshoot Device and OS Issues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92FED56-AA36-31A4-7994-C8104563D454}"/>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OS fails to update</a:t>
            </a:r>
          </a:p>
          <a:p>
            <a:r>
              <a:rPr lang="en-US" dirty="0">
                <a:latin typeface="Calibri"/>
                <a:ea typeface="Calibri"/>
                <a:cs typeface="Calibri"/>
              </a:rPr>
              <a:t>Device randomly reboots</a:t>
            </a:r>
          </a:p>
          <a:p>
            <a:r>
              <a:rPr lang="en-US" dirty="0">
                <a:latin typeface="Calibri"/>
                <a:ea typeface="Calibri"/>
                <a:cs typeface="Calibri"/>
              </a:rPr>
              <a:t>Device slow to respond</a:t>
            </a:r>
          </a:p>
          <a:p>
            <a:r>
              <a:rPr lang="en-US" dirty="0">
                <a:latin typeface="Calibri"/>
                <a:ea typeface="Calibri"/>
                <a:cs typeface="Calibri"/>
              </a:rPr>
              <a:t>Auto-rotate screen not working</a:t>
            </a:r>
          </a:p>
          <a:p>
            <a:endParaRPr lang="en-US" dirty="0">
              <a:ea typeface="Calibri"/>
            </a:endParaRPr>
          </a:p>
        </p:txBody>
      </p:sp>
      <p:sp>
        <p:nvSpPr>
          <p:cNvPr id="4" name="Slide Number Placeholder 3">
            <a:extLst>
              <a:ext uri="{FF2B5EF4-FFF2-40B4-BE49-F238E27FC236}">
                <a16:creationId xmlns:a16="http://schemas.microsoft.com/office/drawing/2014/main" id="{9FCB4B2B-6DA6-71E2-8C0B-50265FB44F0A}"/>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4090588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C8CB-A884-70AD-2056-8371F2F7DCE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4BE5B40-98B9-66BF-DCB1-ED2FA4BBF7F1}"/>
              </a:ext>
            </a:extLst>
          </p:cNvPr>
          <p:cNvSpPr>
            <a:spLocks noGrp="1"/>
          </p:cNvSpPr>
          <p:nvPr>
            <p:ph type="title"/>
          </p:nvPr>
        </p:nvSpPr>
        <p:spPr/>
        <p:txBody>
          <a:bodyPr/>
          <a:lstStyle/>
          <a:p>
            <a:r>
              <a:rPr lang="en-US" b="1" i="0" dirty="0">
                <a:solidFill>
                  <a:srgbClr val="253644"/>
                </a:solidFill>
                <a:effectLst/>
              </a:rPr>
              <a:t>Troubleshoot Device and OS Issues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DFE5A671-6B8C-EB1B-29C4-00F8EC1CF95E}"/>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
        <p:nvSpPr>
          <p:cNvPr id="13" name="Content Placeholder 11">
            <a:extLst>
              <a:ext uri="{FF2B5EF4-FFF2-40B4-BE49-F238E27FC236}">
                <a16:creationId xmlns:a16="http://schemas.microsoft.com/office/drawing/2014/main" id="{73BE0124-D020-26CA-BBEC-D3413039D515}"/>
              </a:ext>
            </a:extLst>
          </p:cNvPr>
          <p:cNvSpPr>
            <a:spLocks noGrp="1"/>
          </p:cNvSpPr>
          <p:nvPr>
            <p:ph idx="1"/>
          </p:nvPr>
        </p:nvSpPr>
        <p:spPr>
          <a:xfrm>
            <a:off x="1619619" y="3928254"/>
            <a:ext cx="5904762" cy="274768"/>
          </a:xfrm>
        </p:spPr>
        <p:txBody>
          <a:bodyPr>
            <a:normAutofit/>
          </a:bodyPr>
          <a:lstStyle/>
          <a:p>
            <a:pPr marL="0" indent="0" algn="ctr">
              <a:buNone/>
            </a:pPr>
            <a:r>
              <a:rPr lang="en-US" sz="900" i="1" dirty="0"/>
              <a:t>Screenshots reprinted with permission from Apple Inc., and Android platform, a trademark of Google LLC.</a:t>
            </a:r>
          </a:p>
        </p:txBody>
      </p:sp>
      <p:pic>
        <p:nvPicPr>
          <p:cNvPr id="3" name="Picture 2" descr="An I O S and Android quick settings panels, showing icons for Wi-Fi, Bluetooth, airplane mode, flashlight, and other system controls.">
            <a:extLst>
              <a:ext uri="{FF2B5EF4-FFF2-40B4-BE49-F238E27FC236}">
                <a16:creationId xmlns:a16="http://schemas.microsoft.com/office/drawing/2014/main" id="{64D0CC25-5D3D-1B84-74F9-8EA7FD783E51}"/>
              </a:ext>
            </a:extLst>
          </p:cNvPr>
          <p:cNvPicPr>
            <a:picLocks noChangeAspect="1"/>
          </p:cNvPicPr>
          <p:nvPr/>
        </p:nvPicPr>
        <p:blipFill>
          <a:blip r:embed="rId4"/>
          <a:stretch>
            <a:fillRect/>
          </a:stretch>
        </p:blipFill>
        <p:spPr>
          <a:xfrm>
            <a:off x="1619619" y="1243178"/>
            <a:ext cx="5904762" cy="2657143"/>
          </a:xfrm>
          <a:prstGeom prst="rect">
            <a:avLst/>
          </a:prstGeom>
          <a:noFill/>
          <a:ln>
            <a:noFill/>
          </a:ln>
        </p:spPr>
      </p:pic>
    </p:spTree>
    <p:custDataLst>
      <p:tags r:id="rId1"/>
    </p:custDataLst>
    <p:extLst>
      <p:ext uri="{BB962C8B-B14F-4D97-AF65-F5344CB8AC3E}">
        <p14:creationId xmlns:p14="http://schemas.microsoft.com/office/powerpoint/2010/main" val="1127055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ADC9-4504-B1E8-0112-06B3CAB6F24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34ACB4E-8697-F65F-A2DB-7D39D849B7C5}"/>
              </a:ext>
            </a:extLst>
          </p:cNvPr>
          <p:cNvSpPr>
            <a:spLocks noGrp="1"/>
          </p:cNvSpPr>
          <p:nvPr>
            <p:ph type="title"/>
          </p:nvPr>
        </p:nvSpPr>
        <p:spPr/>
        <p:txBody>
          <a:bodyPr/>
          <a:lstStyle/>
          <a:p>
            <a:r>
              <a:rPr lang="en-US" b="1" i="0" dirty="0">
                <a:solidFill>
                  <a:srgbClr val="253644"/>
                </a:solidFill>
                <a:effectLst/>
              </a:rPr>
              <a:t>Troubleshoot App Issues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47E8E451-9566-C21C-2D29-DE002DDABCD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Fail to launch, close, or crashes</a:t>
            </a:r>
            <a:endParaRPr lang="en-US" dirty="0">
              <a:ea typeface="Calibri"/>
            </a:endParaRPr>
          </a:p>
          <a:p>
            <a:pPr lvl="1"/>
            <a:r>
              <a:rPr lang="en-US" dirty="0">
                <a:latin typeface="Calibri"/>
                <a:ea typeface="Calibri"/>
                <a:cs typeface="Calibri"/>
              </a:rPr>
              <a:t>Android- Settings &gt; Apps &gt; Force Stop or Disable</a:t>
            </a:r>
          </a:p>
          <a:p>
            <a:pPr lvl="1"/>
            <a:r>
              <a:rPr lang="en-US" dirty="0">
                <a:latin typeface="Calibri"/>
                <a:ea typeface="Calibri"/>
                <a:cs typeface="Calibri"/>
              </a:rPr>
              <a:t>Apple- swipe up from bottom of screen, swipe app card up to close</a:t>
            </a:r>
          </a:p>
          <a:p>
            <a:r>
              <a:rPr lang="en-US" dirty="0">
                <a:latin typeface="Calibri"/>
                <a:ea typeface="Calibri"/>
                <a:cs typeface="Calibri"/>
              </a:rPr>
              <a:t>Clear cache</a:t>
            </a:r>
          </a:p>
          <a:p>
            <a:r>
              <a:rPr lang="en-US" dirty="0">
                <a:latin typeface="Calibri"/>
                <a:ea typeface="Calibri"/>
                <a:cs typeface="Calibri"/>
              </a:rPr>
              <a:t>Fail to install</a:t>
            </a:r>
          </a:p>
          <a:p>
            <a:pPr lvl="1"/>
            <a:r>
              <a:rPr lang="en-US" dirty="0">
                <a:latin typeface="Calibri"/>
                <a:ea typeface="Calibri"/>
                <a:cs typeface="Calibri"/>
              </a:rPr>
              <a:t>Verify storage and permissions</a:t>
            </a:r>
            <a:endParaRPr lang="en-US" dirty="0">
              <a:ea typeface="Calibri"/>
            </a:endParaRPr>
          </a:p>
          <a:p>
            <a:pPr lvl="2"/>
            <a:r>
              <a:rPr lang="en-US" dirty="0">
                <a:latin typeface="Calibri"/>
                <a:ea typeface="Calibri"/>
                <a:cs typeface="Calibri"/>
              </a:rPr>
              <a:t>Corporate devices may have restrictions</a:t>
            </a:r>
          </a:p>
          <a:p>
            <a:pPr lvl="1"/>
            <a:r>
              <a:rPr lang="en-US" dirty="0">
                <a:latin typeface="Calibri"/>
                <a:ea typeface="Calibri"/>
                <a:cs typeface="Calibri"/>
              </a:rPr>
              <a:t>Confirm connectivity or restriction to download only over wi-fi</a:t>
            </a:r>
            <a:endParaRPr lang="en-US" dirty="0">
              <a:ea typeface="Calibri"/>
            </a:endParaRPr>
          </a:p>
        </p:txBody>
      </p:sp>
      <p:sp>
        <p:nvSpPr>
          <p:cNvPr id="4" name="Slide Number Placeholder 3">
            <a:extLst>
              <a:ext uri="{FF2B5EF4-FFF2-40B4-BE49-F238E27FC236}">
                <a16:creationId xmlns:a16="http://schemas.microsoft.com/office/drawing/2014/main" id="{9BE2244C-855E-948B-8288-6B028E33A82D}"/>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559082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BAD97-0285-E7F3-015F-227447838C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59B79E0-AA13-5BD9-DF6A-BF1F2A0C8ED4}"/>
              </a:ext>
            </a:extLst>
          </p:cNvPr>
          <p:cNvSpPr>
            <a:spLocks noGrp="1"/>
          </p:cNvSpPr>
          <p:nvPr>
            <p:ph type="title"/>
          </p:nvPr>
        </p:nvSpPr>
        <p:spPr/>
        <p:txBody>
          <a:bodyPr/>
          <a:lstStyle/>
          <a:p>
            <a:r>
              <a:rPr lang="en-US" b="1" i="0" dirty="0">
                <a:solidFill>
                  <a:srgbClr val="253644"/>
                </a:solidFill>
                <a:effectLst/>
              </a:rPr>
              <a:t>Troubleshoot App Issues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C9AF08B6-681E-E460-2B8B-9F883AD18DD7}"/>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
        <p:nvSpPr>
          <p:cNvPr id="13" name="Content Placeholder 11">
            <a:extLst>
              <a:ext uri="{FF2B5EF4-FFF2-40B4-BE49-F238E27FC236}">
                <a16:creationId xmlns:a16="http://schemas.microsoft.com/office/drawing/2014/main" id="{DABA422E-C1D4-97B8-E2E5-E932A30DA2AA}"/>
              </a:ext>
            </a:extLst>
          </p:cNvPr>
          <p:cNvSpPr>
            <a:spLocks noGrp="1"/>
          </p:cNvSpPr>
          <p:nvPr>
            <p:ph idx="1"/>
          </p:nvPr>
        </p:nvSpPr>
        <p:spPr>
          <a:xfrm>
            <a:off x="2599652" y="4872029"/>
            <a:ext cx="3944691" cy="274768"/>
          </a:xfrm>
        </p:spPr>
        <p:txBody>
          <a:bodyPr>
            <a:normAutofit/>
          </a:bodyPr>
          <a:lstStyle/>
          <a:p>
            <a:pPr marL="0" indent="0" algn="ctr">
              <a:buNone/>
            </a:pPr>
            <a:r>
              <a:rPr lang="en-US" sz="900" i="1" dirty="0"/>
              <a:t>Screenshot courtesy of Android platform, a trademark of Google LLC.</a:t>
            </a:r>
          </a:p>
        </p:txBody>
      </p:sp>
      <p:pic>
        <p:nvPicPr>
          <p:cNvPr id="5" name="Picture 4" descr="An Android app info screen for Firefox, showing options to open, uninstall, or force stop the app, along with permissions and storage usage details.">
            <a:extLst>
              <a:ext uri="{FF2B5EF4-FFF2-40B4-BE49-F238E27FC236}">
                <a16:creationId xmlns:a16="http://schemas.microsoft.com/office/drawing/2014/main" id="{B0FBB4CD-ED38-24D3-F4C1-FC80E11D06D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99652" y="749917"/>
            <a:ext cx="3944691" cy="4105334"/>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95079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A2078-D42F-4EBF-388E-CD1F48A393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1AFE7E-3293-92CC-A50F-9F23E7182BA9}"/>
              </a:ext>
            </a:extLst>
          </p:cNvPr>
          <p:cNvSpPr>
            <a:spLocks noGrp="1"/>
          </p:cNvSpPr>
          <p:nvPr>
            <p:ph type="title"/>
          </p:nvPr>
        </p:nvSpPr>
        <p:spPr/>
        <p:txBody>
          <a:bodyPr/>
          <a:lstStyle/>
          <a:p>
            <a:r>
              <a:rPr lang="en-US" b="1" i="0" dirty="0">
                <a:solidFill>
                  <a:srgbClr val="253644"/>
                </a:solidFill>
                <a:effectLst/>
              </a:rPr>
              <a:t>Troubleshoot Connectivity Issues</a:t>
            </a:r>
            <a:endParaRPr lang="en-US" sz="2000" dirty="0">
              <a:solidFill>
                <a:srgbClr val="253644"/>
              </a:solidFill>
            </a:endParaRPr>
          </a:p>
        </p:txBody>
      </p:sp>
      <p:sp>
        <p:nvSpPr>
          <p:cNvPr id="3" name="Content Placeholder 2">
            <a:extLst>
              <a:ext uri="{FF2B5EF4-FFF2-40B4-BE49-F238E27FC236}">
                <a16:creationId xmlns:a16="http://schemas.microsoft.com/office/drawing/2014/main" id="{13E8A3B6-0578-0F7B-5A96-72C2525BB054}"/>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Signal strength and interference</a:t>
            </a:r>
            <a:endParaRPr lang="en-US" dirty="0">
              <a:ea typeface="Calibri"/>
            </a:endParaRPr>
          </a:p>
          <a:p>
            <a:r>
              <a:rPr lang="en-US" dirty="0">
                <a:latin typeface="Calibri"/>
                <a:ea typeface="Calibri"/>
                <a:cs typeface="Calibri"/>
              </a:rPr>
              <a:t>Configuration issues</a:t>
            </a:r>
          </a:p>
          <a:p>
            <a:r>
              <a:rPr lang="en-US" dirty="0">
                <a:latin typeface="Calibri"/>
                <a:ea typeface="Calibri"/>
                <a:cs typeface="Calibri"/>
              </a:rPr>
              <a:t>Troubleshooting NFC</a:t>
            </a:r>
          </a:p>
          <a:p>
            <a:r>
              <a:rPr lang="en-US" dirty="0">
                <a:latin typeface="Calibri"/>
                <a:ea typeface="Calibri"/>
                <a:cs typeface="Calibri"/>
              </a:rPr>
              <a:t>Troubleshooting AirDrop</a:t>
            </a:r>
          </a:p>
          <a:p>
            <a:pPr lvl="1"/>
            <a:r>
              <a:rPr lang="en-US" dirty="0">
                <a:latin typeface="Calibri"/>
                <a:ea typeface="Calibri"/>
                <a:cs typeface="Calibri"/>
              </a:rPr>
              <a:t>Everyone, Contacts Only, Off</a:t>
            </a:r>
          </a:p>
          <a:p>
            <a:pPr lvl="1"/>
            <a:r>
              <a:rPr lang="en-US" dirty="0">
                <a:latin typeface="Calibri"/>
                <a:ea typeface="Calibri"/>
                <a:cs typeface="Calibri"/>
              </a:rPr>
              <a:t>Verify range to device</a:t>
            </a:r>
            <a:endParaRPr lang="en-US" dirty="0">
              <a:ea typeface="Calibri"/>
            </a:endParaRPr>
          </a:p>
          <a:p>
            <a:pPr lvl="2">
              <a:buFont typeface="Wingdings" panose="020B0604020202020204" pitchFamily="34" charset="0"/>
              <a:buChar char="§"/>
            </a:pPr>
            <a:r>
              <a:rPr lang="en-US" dirty="0">
                <a:latin typeface="Calibri"/>
                <a:ea typeface="Calibri"/>
                <a:cs typeface="Calibri"/>
              </a:rPr>
              <a:t>Bluetooth</a:t>
            </a:r>
          </a:p>
          <a:p>
            <a:pPr lvl="1"/>
            <a:r>
              <a:rPr lang="en-US" dirty="0">
                <a:latin typeface="Calibri"/>
                <a:ea typeface="Calibri"/>
                <a:cs typeface="Calibri"/>
              </a:rPr>
              <a:t>Android has a feature like AirDrop called Nearby Share</a:t>
            </a:r>
            <a:endParaRPr lang="en-US" dirty="0">
              <a:ea typeface="Calibri"/>
            </a:endParaRPr>
          </a:p>
        </p:txBody>
      </p:sp>
      <p:sp>
        <p:nvSpPr>
          <p:cNvPr id="4" name="Slide Number Placeholder 3">
            <a:extLst>
              <a:ext uri="{FF2B5EF4-FFF2-40B4-BE49-F238E27FC236}">
                <a16:creationId xmlns:a16="http://schemas.microsoft.com/office/drawing/2014/main" id="{B8CF81AB-77EE-DA93-6F9E-C00837B6DD41}"/>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custDataLst>
      <p:tags r:id="rId1"/>
    </p:custDataLst>
    <p:extLst>
      <p:ext uri="{BB962C8B-B14F-4D97-AF65-F5344CB8AC3E}">
        <p14:creationId xmlns:p14="http://schemas.microsoft.com/office/powerpoint/2010/main" val="1819727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1D088-6904-6062-71F4-36510AD670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B69E9E-5689-6F45-93C5-6896584B6B20}"/>
              </a:ext>
            </a:extLst>
          </p:cNvPr>
          <p:cNvSpPr>
            <a:spLocks noGrp="1"/>
          </p:cNvSpPr>
          <p:nvPr>
            <p:ph type="sldNum" sz="quarter" idx="13"/>
          </p:nvPr>
        </p:nvSpPr>
        <p:spPr/>
        <p:txBody>
          <a:bodyPr/>
          <a:lstStyle/>
          <a:p>
            <a:fld id="{B7CF8A19-3A9E-4ABC-B336-2FDDE321C72D}" type="slidenum">
              <a:rPr lang="en-US" smtClean="0"/>
              <a:pPr/>
              <a:t>31</a:t>
            </a:fld>
            <a:endParaRPr lang="en-US" dirty="0"/>
          </a:p>
        </p:txBody>
      </p:sp>
      <p:sp>
        <p:nvSpPr>
          <p:cNvPr id="3" name="Content Placeholder 2">
            <a:extLst>
              <a:ext uri="{FF2B5EF4-FFF2-40B4-BE49-F238E27FC236}">
                <a16:creationId xmlns:a16="http://schemas.microsoft.com/office/drawing/2014/main" id="{D3CF3277-FB28-6D42-675D-987A945113C5}"/>
              </a:ext>
            </a:extLst>
          </p:cNvPr>
          <p:cNvSpPr>
            <a:spLocks noGrp="1"/>
          </p:cNvSpPr>
          <p:nvPr>
            <p:ph sz="quarter" idx="14"/>
          </p:nvPr>
        </p:nvSpPr>
        <p:spPr/>
        <p:txBody>
          <a:bodyPr>
            <a:normAutofit/>
          </a:bodyPr>
          <a:lstStyle/>
          <a:p>
            <a:r>
              <a:rPr lang="en-US" dirty="0"/>
              <a:t>Lab: Connect to WiFi</a:t>
            </a:r>
            <a:br>
              <a:rPr lang="en-US" dirty="0"/>
            </a:br>
            <a:r>
              <a:rPr lang="en-US" sz="2000" dirty="0"/>
              <a:t>(available in CertMaster Learn and CertMaster Perform)</a:t>
            </a:r>
          </a:p>
        </p:txBody>
      </p:sp>
    </p:spTree>
    <p:custDataLst>
      <p:tags r:id="rId1"/>
    </p:custDataLst>
    <p:extLst>
      <p:ext uri="{BB962C8B-B14F-4D97-AF65-F5344CB8AC3E}">
        <p14:creationId xmlns:p14="http://schemas.microsoft.com/office/powerpoint/2010/main" val="2118944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8476-706C-94D5-CB50-CB8C2FEFD9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21B755-811C-7CF8-A195-93B98657A94C}"/>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Mobile Device Troubleshooting Tools</a:t>
            </a:r>
          </a:p>
          <a:p>
            <a:r>
              <a:rPr lang="en-US" dirty="0"/>
              <a:t>Troubleshoot Device and OS Issues</a:t>
            </a:r>
          </a:p>
          <a:p>
            <a:r>
              <a:rPr lang="en-US" dirty="0"/>
              <a:t>Troubleshoot App Issues</a:t>
            </a:r>
          </a:p>
          <a:p>
            <a:r>
              <a:rPr lang="en-US" dirty="0"/>
              <a:t>Troubleshoot Connectivity Issues</a:t>
            </a:r>
          </a:p>
        </p:txBody>
      </p:sp>
      <p:sp>
        <p:nvSpPr>
          <p:cNvPr id="3" name="Title 2">
            <a:extLst>
              <a:ext uri="{FF2B5EF4-FFF2-40B4-BE49-F238E27FC236}">
                <a16:creationId xmlns:a16="http://schemas.microsoft.com/office/drawing/2014/main" id="{66EA5BC7-C71D-32C7-2AD2-E0500D07798C}"/>
              </a:ext>
            </a:extLst>
          </p:cNvPr>
          <p:cNvSpPr>
            <a:spLocks noGrp="1"/>
          </p:cNvSpPr>
          <p:nvPr>
            <p:ph type="title"/>
          </p:nvPr>
        </p:nvSpPr>
        <p:spPr/>
        <p:txBody>
          <a:bodyPr/>
          <a:lstStyle/>
          <a:p>
            <a:r>
              <a:rPr lang="en-US" dirty="0"/>
              <a:t>Mobile OS and App Software</a:t>
            </a:r>
          </a:p>
        </p:txBody>
      </p:sp>
      <p:sp>
        <p:nvSpPr>
          <p:cNvPr id="4" name="Slide Number Placeholder 3">
            <a:extLst>
              <a:ext uri="{FF2B5EF4-FFF2-40B4-BE49-F238E27FC236}">
                <a16:creationId xmlns:a16="http://schemas.microsoft.com/office/drawing/2014/main" id="{A3784102-4323-5177-2AA0-6B354F305F8F}"/>
              </a:ext>
            </a:extLst>
          </p:cNvPr>
          <p:cNvSpPr>
            <a:spLocks noGrp="1"/>
          </p:cNvSpPr>
          <p:nvPr>
            <p:ph type="sldNum" sz="quarter" idx="12"/>
          </p:nvPr>
        </p:nvSpPr>
        <p:spPr/>
        <p:txBody>
          <a:bodyPr/>
          <a:lstStyle/>
          <a:p>
            <a:fld id="{B7CF8A19-3A9E-4ABC-B336-2FDDE321C72D}" type="slidenum">
              <a:rPr lang="en-US" smtClean="0"/>
              <a:pPr/>
              <a:t>32</a:t>
            </a:fld>
            <a:endParaRPr lang="en-US" dirty="0"/>
          </a:p>
        </p:txBody>
      </p:sp>
    </p:spTree>
    <p:custDataLst>
      <p:tags r:id="rId1"/>
    </p:custDataLst>
    <p:extLst>
      <p:ext uri="{BB962C8B-B14F-4D97-AF65-F5344CB8AC3E}">
        <p14:creationId xmlns:p14="http://schemas.microsoft.com/office/powerpoint/2010/main" val="1765678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Troubleshoot Mobile OS and App Security</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20.3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33BD-6C94-1EE3-45C9-FEBA804213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E22638-4D5E-7D5D-6C10-344AC853D325}"/>
              </a:ext>
            </a:extLst>
          </p:cNvPr>
          <p:cNvSpPr>
            <a:spLocks noGrp="1"/>
          </p:cNvSpPr>
          <p:nvPr>
            <p:ph type="title"/>
          </p:nvPr>
        </p:nvSpPr>
        <p:spPr/>
        <p:txBody>
          <a:bodyPr/>
          <a:lstStyle/>
          <a:p>
            <a:r>
              <a:rPr lang="en-US" b="1" i="0" dirty="0">
                <a:solidFill>
                  <a:srgbClr val="253644"/>
                </a:solidFill>
                <a:effectLst/>
              </a:rPr>
              <a:t>Root Access Security Concerns</a:t>
            </a:r>
            <a:endParaRPr lang="en-US" sz="2000" dirty="0">
              <a:solidFill>
                <a:srgbClr val="253644"/>
              </a:solidFill>
            </a:endParaRPr>
          </a:p>
        </p:txBody>
      </p:sp>
      <p:sp>
        <p:nvSpPr>
          <p:cNvPr id="3" name="Content Placeholder 2">
            <a:extLst>
              <a:ext uri="{FF2B5EF4-FFF2-40B4-BE49-F238E27FC236}">
                <a16:creationId xmlns:a16="http://schemas.microsoft.com/office/drawing/2014/main" id="{19A0FE05-D2B4-145A-0468-603AAE9653B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Root</a:t>
            </a:r>
          </a:p>
          <a:p>
            <a:pPr lvl="1"/>
            <a:r>
              <a:rPr lang="en-US" dirty="0">
                <a:latin typeface="Calibri"/>
                <a:ea typeface="Calibri"/>
                <a:cs typeface="Calibri"/>
              </a:rPr>
              <a:t>Primarily refers to Android OS root level access to bypass controls</a:t>
            </a:r>
          </a:p>
          <a:p>
            <a:r>
              <a:rPr lang="en-US" dirty="0">
                <a:latin typeface="Calibri"/>
                <a:ea typeface="Calibri"/>
                <a:cs typeface="Calibri"/>
              </a:rPr>
              <a:t>Jailbreak</a:t>
            </a:r>
          </a:p>
          <a:p>
            <a:pPr lvl="1"/>
            <a:r>
              <a:rPr lang="en-US" dirty="0">
                <a:latin typeface="Calibri"/>
                <a:ea typeface="Calibri"/>
                <a:cs typeface="Calibri"/>
              </a:rPr>
              <a:t>Primarily refers to iOS device administrative access to bypass controls</a:t>
            </a:r>
          </a:p>
          <a:p>
            <a:r>
              <a:rPr lang="en-US" dirty="0">
                <a:latin typeface="Calibri"/>
                <a:ea typeface="Calibri"/>
                <a:cs typeface="Calibri"/>
              </a:rPr>
              <a:t>Developer mode</a:t>
            </a:r>
          </a:p>
          <a:p>
            <a:pPr lvl="1"/>
            <a:r>
              <a:rPr lang="en-US" dirty="0">
                <a:latin typeface="Calibri"/>
                <a:ea typeface="Calibri"/>
                <a:cs typeface="Calibri"/>
              </a:rPr>
              <a:t>This is not rooting or jailbreaking</a:t>
            </a:r>
            <a:endParaRPr lang="en-US" dirty="0">
              <a:ea typeface="Calibri"/>
            </a:endParaRPr>
          </a:p>
          <a:p>
            <a:pPr lvl="1"/>
            <a:r>
              <a:rPr lang="en-US" dirty="0">
                <a:latin typeface="Calibri"/>
                <a:ea typeface="Calibri"/>
                <a:cs typeface="Calibri"/>
              </a:rPr>
              <a:t>Specifically used for diagnostic data access and advanced configuration settings</a:t>
            </a:r>
            <a:endParaRPr lang="en-US" dirty="0">
              <a:ea typeface="Calibri"/>
            </a:endParaRPr>
          </a:p>
        </p:txBody>
      </p:sp>
      <p:sp>
        <p:nvSpPr>
          <p:cNvPr id="4" name="Slide Number Placeholder 3">
            <a:extLst>
              <a:ext uri="{FF2B5EF4-FFF2-40B4-BE49-F238E27FC236}">
                <a16:creationId xmlns:a16="http://schemas.microsoft.com/office/drawing/2014/main" id="{1D0B8476-4F70-F865-7BA8-86824981015D}"/>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2618266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6E8CC-6FEA-C05A-B27A-B9566A78F13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BE755F-10E4-684A-7633-80F9063CE64D}"/>
              </a:ext>
            </a:extLst>
          </p:cNvPr>
          <p:cNvSpPr>
            <a:spLocks noGrp="1"/>
          </p:cNvSpPr>
          <p:nvPr>
            <p:ph type="title"/>
          </p:nvPr>
        </p:nvSpPr>
        <p:spPr/>
        <p:txBody>
          <a:bodyPr/>
          <a:lstStyle/>
          <a:p>
            <a:r>
              <a:rPr lang="en-US" b="1" i="0" dirty="0">
                <a:solidFill>
                  <a:srgbClr val="253644"/>
                </a:solidFill>
                <a:effectLst/>
              </a:rPr>
              <a:t>Mobile App Source Security Concerns</a:t>
            </a:r>
            <a:endParaRPr lang="en-US" sz="2000" dirty="0">
              <a:solidFill>
                <a:srgbClr val="253644"/>
              </a:solidFill>
            </a:endParaRPr>
          </a:p>
        </p:txBody>
      </p:sp>
      <p:sp>
        <p:nvSpPr>
          <p:cNvPr id="3" name="Content Placeholder 2">
            <a:extLst>
              <a:ext uri="{FF2B5EF4-FFF2-40B4-BE49-F238E27FC236}">
                <a16:creationId xmlns:a16="http://schemas.microsoft.com/office/drawing/2014/main" id="{95EFDB21-B012-46D5-ECD9-F733F9D50043}"/>
              </a:ext>
            </a:extLst>
          </p:cNvPr>
          <p:cNvSpPr>
            <a:spLocks noGrp="1"/>
          </p:cNvSpPr>
          <p:nvPr>
            <p:ph idx="1"/>
          </p:nvPr>
        </p:nvSpPr>
        <p:spPr>
          <a:xfrm>
            <a:off x="146050" y="746760"/>
            <a:ext cx="4425950" cy="4046220"/>
          </a:xfrm>
        </p:spPr>
        <p:txBody>
          <a:bodyPr vert="horz" lIns="91440" tIns="45720" rIns="91440" bIns="45720" rtlCol="0" anchor="t">
            <a:normAutofit/>
          </a:bodyPr>
          <a:lstStyle/>
          <a:p>
            <a:r>
              <a:rPr lang="en-US" dirty="0">
                <a:latin typeface="Calibri"/>
                <a:ea typeface="Calibri"/>
                <a:cs typeface="Calibri"/>
              </a:rPr>
              <a:t>App spoofing</a:t>
            </a:r>
          </a:p>
          <a:p>
            <a:r>
              <a:rPr lang="en-US" dirty="0">
                <a:latin typeface="Calibri"/>
                <a:ea typeface="Calibri"/>
                <a:cs typeface="Calibri"/>
              </a:rPr>
              <a:t>Enterprise apps</a:t>
            </a:r>
          </a:p>
          <a:p>
            <a:r>
              <a:rPr lang="en-US" dirty="0">
                <a:latin typeface="Calibri"/>
                <a:ea typeface="Calibri"/>
                <a:cs typeface="Calibri"/>
              </a:rPr>
              <a:t>APK sideloading</a:t>
            </a:r>
          </a:p>
          <a:p>
            <a:r>
              <a:rPr lang="en-US" dirty="0">
                <a:latin typeface="Calibri"/>
                <a:ea typeface="Calibri"/>
                <a:cs typeface="Calibri"/>
              </a:rPr>
              <a:t>Bootleg app stores</a:t>
            </a:r>
            <a:endParaRPr lang="en-US" dirty="0">
              <a:ea typeface="Calibri"/>
            </a:endParaRPr>
          </a:p>
          <a:p>
            <a:r>
              <a:rPr lang="en-US" dirty="0">
                <a:latin typeface="Calibri"/>
                <a:ea typeface="Calibri"/>
                <a:cs typeface="Calibri"/>
              </a:rPr>
              <a:t>Users should only download apps from trusted sources and verify the app digital signature, if possible</a:t>
            </a:r>
            <a:endParaRPr lang="en-US" dirty="0">
              <a:ea typeface="Calibri"/>
            </a:endParaRPr>
          </a:p>
        </p:txBody>
      </p:sp>
      <p:sp>
        <p:nvSpPr>
          <p:cNvPr id="4" name="Slide Number Placeholder 3">
            <a:extLst>
              <a:ext uri="{FF2B5EF4-FFF2-40B4-BE49-F238E27FC236}">
                <a16:creationId xmlns:a16="http://schemas.microsoft.com/office/drawing/2014/main" id="{805401E9-6FEA-542F-05C9-F2B0A01E5961}"/>
              </a:ext>
            </a:extLst>
          </p:cNvPr>
          <p:cNvSpPr>
            <a:spLocks noGrp="1"/>
          </p:cNvSpPr>
          <p:nvPr>
            <p:ph type="sldNum" sz="quarter" idx="10"/>
          </p:nvPr>
        </p:nvSpPr>
        <p:spPr/>
        <p:txBody>
          <a:bodyPr/>
          <a:lstStyle/>
          <a:p>
            <a:fld id="{B7CF8A19-3A9E-4ABC-B336-2FDDE321C72D}" type="slidenum">
              <a:rPr lang="en-US" smtClean="0"/>
              <a:pPr/>
              <a:t>35</a:t>
            </a:fld>
            <a:endParaRPr lang="en-US" dirty="0"/>
          </a:p>
        </p:txBody>
      </p:sp>
      <p:pic>
        <p:nvPicPr>
          <p:cNvPr id="6" name="Picture 5" descr="An Android settings screen under &quot;Install unknown apps,&quot; displaying a warning and an option to allow installations from Firefox.">
            <a:extLst>
              <a:ext uri="{FF2B5EF4-FFF2-40B4-BE49-F238E27FC236}">
                <a16:creationId xmlns:a16="http://schemas.microsoft.com/office/drawing/2014/main" id="{2126EACA-C76D-F1AE-4DF2-79C387B7B396}"/>
              </a:ext>
            </a:extLst>
          </p:cNvPr>
          <p:cNvPicPr>
            <a:picLocks noChangeAspect="1"/>
          </p:cNvPicPr>
          <p:nvPr/>
        </p:nvPicPr>
        <p:blipFill>
          <a:blip r:embed="rId4"/>
          <a:stretch>
            <a:fillRect/>
          </a:stretch>
        </p:blipFill>
        <p:spPr>
          <a:xfrm>
            <a:off x="5148453" y="746760"/>
            <a:ext cx="3097925" cy="3241348"/>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4158D4E1-77A1-CA02-20E0-679346977B55}"/>
              </a:ext>
            </a:extLst>
          </p:cNvPr>
          <p:cNvSpPr txBox="1">
            <a:spLocks/>
          </p:cNvSpPr>
          <p:nvPr/>
        </p:nvSpPr>
        <p:spPr>
          <a:xfrm>
            <a:off x="4725069" y="4011012"/>
            <a:ext cx="3944691" cy="274768"/>
          </a:xfrm>
          <a:prstGeom prst="rect">
            <a:avLst/>
          </a:prstGeom>
        </p:spPr>
        <p:txBody>
          <a:bodyPr vert="horz" lIns="91440" tIns="45720" rIns="91440" bIns="45720" rtlCol="0">
            <a:normAutofit/>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Arial" panose="020B0604020202020204" pitchFamily="34" charset="0"/>
              <a:buNone/>
            </a:pPr>
            <a:r>
              <a:rPr lang="en-US" sz="900" i="1" dirty="0"/>
              <a:t>Screenshot courtesy of Android platform, a trademark of Google LLC and Mozilla.</a:t>
            </a:r>
          </a:p>
        </p:txBody>
      </p:sp>
    </p:spTree>
    <p:custDataLst>
      <p:tags r:id="rId1"/>
    </p:custDataLst>
    <p:extLst>
      <p:ext uri="{BB962C8B-B14F-4D97-AF65-F5344CB8AC3E}">
        <p14:creationId xmlns:p14="http://schemas.microsoft.com/office/powerpoint/2010/main" val="426690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484B0-2E24-60AC-D87E-4FD7AA56186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92462E-5DFB-6F83-583E-3DA9A0D11767}"/>
              </a:ext>
            </a:extLst>
          </p:cNvPr>
          <p:cNvSpPr>
            <a:spLocks noGrp="1"/>
          </p:cNvSpPr>
          <p:nvPr>
            <p:ph type="title"/>
          </p:nvPr>
        </p:nvSpPr>
        <p:spPr/>
        <p:txBody>
          <a:bodyPr/>
          <a:lstStyle/>
          <a:p>
            <a:r>
              <a:rPr lang="en-US" b="1" i="0" dirty="0">
                <a:solidFill>
                  <a:srgbClr val="253644"/>
                </a:solidFill>
                <a:effectLst/>
              </a:rPr>
              <a:t>Mobile Security Symptoms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77A808E6-C340-AB0E-C2E2-1A69B21E7E9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Excessive ads, fake security warnings</a:t>
            </a:r>
          </a:p>
          <a:p>
            <a:r>
              <a:rPr lang="en-US" dirty="0">
                <a:latin typeface="Calibri"/>
                <a:ea typeface="Calibri"/>
                <a:cs typeface="Calibri"/>
              </a:rPr>
              <a:t>Unexpected app behavior</a:t>
            </a:r>
          </a:p>
          <a:p>
            <a:r>
              <a:rPr lang="en-US" dirty="0">
                <a:latin typeface="Calibri"/>
                <a:ea typeface="Calibri"/>
                <a:cs typeface="Calibri"/>
              </a:rPr>
              <a:t>Leaked personal files/data</a:t>
            </a:r>
          </a:p>
          <a:p>
            <a:r>
              <a:rPr lang="en-US" dirty="0">
                <a:latin typeface="Calibri"/>
                <a:ea typeface="Calibri"/>
                <a:cs typeface="Calibri"/>
              </a:rPr>
              <a:t>Location services</a:t>
            </a:r>
          </a:p>
          <a:p>
            <a:pPr lvl="1"/>
            <a:r>
              <a:rPr lang="en-US" dirty="0">
                <a:latin typeface="Calibri"/>
                <a:ea typeface="Calibri"/>
                <a:cs typeface="Calibri"/>
              </a:rPr>
              <a:t>Geotagging photos and videos</a:t>
            </a:r>
            <a:endParaRPr lang="en-US" dirty="0">
              <a:ea typeface="Calibri"/>
            </a:endParaRPr>
          </a:p>
        </p:txBody>
      </p:sp>
      <p:sp>
        <p:nvSpPr>
          <p:cNvPr id="4" name="Slide Number Placeholder 3">
            <a:extLst>
              <a:ext uri="{FF2B5EF4-FFF2-40B4-BE49-F238E27FC236}">
                <a16:creationId xmlns:a16="http://schemas.microsoft.com/office/drawing/2014/main" id="{BC6B763F-1994-D332-6EF9-0994F3F97EB3}"/>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custDataLst>
      <p:tags r:id="rId1"/>
    </p:custDataLst>
    <p:extLst>
      <p:ext uri="{BB962C8B-B14F-4D97-AF65-F5344CB8AC3E}">
        <p14:creationId xmlns:p14="http://schemas.microsoft.com/office/powerpoint/2010/main" val="3112420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CD91B-AE50-B380-F67D-BF2844645D3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BE17ABB-D2B3-643E-A367-7F4470E7CF85}"/>
              </a:ext>
            </a:extLst>
          </p:cNvPr>
          <p:cNvSpPr>
            <a:spLocks noGrp="1"/>
          </p:cNvSpPr>
          <p:nvPr>
            <p:ph type="title"/>
          </p:nvPr>
        </p:nvSpPr>
        <p:spPr/>
        <p:txBody>
          <a:bodyPr/>
          <a:lstStyle/>
          <a:p>
            <a:r>
              <a:rPr lang="en-US" b="1" i="0" dirty="0">
                <a:solidFill>
                  <a:srgbClr val="253644"/>
                </a:solidFill>
                <a:effectLst/>
              </a:rPr>
              <a:t>Mobile Security Symptoms </a:t>
            </a:r>
            <a:r>
              <a:rPr lang="en-US" sz="2000" b="1" i="0" dirty="0">
                <a:solidFill>
                  <a:srgbClr val="253644"/>
                </a:solidFill>
                <a:effectLst/>
              </a:rPr>
              <a:t>(Slide 2 of 2)</a:t>
            </a:r>
            <a:endParaRPr lang="en-US" sz="2000" dirty="0">
              <a:solidFill>
                <a:srgbClr val="253644"/>
              </a:solidFill>
            </a:endParaRPr>
          </a:p>
        </p:txBody>
      </p:sp>
      <p:sp>
        <p:nvSpPr>
          <p:cNvPr id="4" name="Slide Number Placeholder 3">
            <a:extLst>
              <a:ext uri="{FF2B5EF4-FFF2-40B4-BE49-F238E27FC236}">
                <a16:creationId xmlns:a16="http://schemas.microsoft.com/office/drawing/2014/main" id="{AF5A5B1D-3783-0CBE-4358-7618CC33A1B8}"/>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
        <p:nvSpPr>
          <p:cNvPr id="13" name="Content Placeholder 11">
            <a:extLst>
              <a:ext uri="{FF2B5EF4-FFF2-40B4-BE49-F238E27FC236}">
                <a16:creationId xmlns:a16="http://schemas.microsoft.com/office/drawing/2014/main" id="{A408EF01-DE2D-08F2-2777-53FBFBF67F0C}"/>
              </a:ext>
            </a:extLst>
          </p:cNvPr>
          <p:cNvSpPr>
            <a:spLocks noGrp="1"/>
          </p:cNvSpPr>
          <p:nvPr>
            <p:ph idx="1"/>
          </p:nvPr>
        </p:nvSpPr>
        <p:spPr>
          <a:xfrm>
            <a:off x="1908495" y="4872029"/>
            <a:ext cx="5327009" cy="274768"/>
          </a:xfrm>
        </p:spPr>
        <p:txBody>
          <a:bodyPr>
            <a:normAutofit/>
          </a:bodyPr>
          <a:lstStyle/>
          <a:p>
            <a:pPr marL="0" indent="0" algn="ctr">
              <a:buNone/>
            </a:pPr>
            <a:r>
              <a:rPr lang="en-US" sz="900" i="1" dirty="0"/>
              <a:t>Screenshots reprinted with permission from Apple Inc., and Android platform, a trademark of Google LLC</a:t>
            </a:r>
          </a:p>
        </p:txBody>
      </p:sp>
      <p:pic>
        <p:nvPicPr>
          <p:cNvPr id="3" name="Picture 2" descr="An I O S and Android privacy and location settings screens, showing permissions for apps to access location services and other data.">
            <a:extLst>
              <a:ext uri="{FF2B5EF4-FFF2-40B4-BE49-F238E27FC236}">
                <a16:creationId xmlns:a16="http://schemas.microsoft.com/office/drawing/2014/main" id="{FEF995A2-4BE6-352E-D4C0-D4AC9982E312}"/>
              </a:ext>
            </a:extLst>
          </p:cNvPr>
          <p:cNvPicPr>
            <a:picLocks noChangeAspect="1"/>
          </p:cNvPicPr>
          <p:nvPr/>
        </p:nvPicPr>
        <p:blipFill>
          <a:blip r:embed="rId4"/>
          <a:stretch>
            <a:fillRect/>
          </a:stretch>
        </p:blipFill>
        <p:spPr>
          <a:xfrm>
            <a:off x="1908495" y="743736"/>
            <a:ext cx="5327009" cy="4094737"/>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3753203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ADCDB-6066-40DA-AD05-E274FF4344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8F4DDF-2B19-4785-AE73-4BF7E1E6C71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Root Access Security Concerns</a:t>
            </a:r>
          </a:p>
          <a:p>
            <a:r>
              <a:rPr lang="en-US" dirty="0"/>
              <a:t>Mobile App Source Security Concerns</a:t>
            </a:r>
          </a:p>
          <a:p>
            <a:r>
              <a:rPr lang="en-US" dirty="0"/>
              <a:t>Mobile Security Symptoms</a:t>
            </a:r>
          </a:p>
        </p:txBody>
      </p:sp>
      <p:sp>
        <p:nvSpPr>
          <p:cNvPr id="3" name="Title 2">
            <a:extLst>
              <a:ext uri="{FF2B5EF4-FFF2-40B4-BE49-F238E27FC236}">
                <a16:creationId xmlns:a16="http://schemas.microsoft.com/office/drawing/2014/main" id="{E77AA3A2-FAA6-6EF5-1AE3-239F9EC610AA}"/>
              </a:ext>
            </a:extLst>
          </p:cNvPr>
          <p:cNvSpPr>
            <a:spLocks noGrp="1"/>
          </p:cNvSpPr>
          <p:nvPr>
            <p:ph type="title"/>
          </p:nvPr>
        </p:nvSpPr>
        <p:spPr/>
        <p:txBody>
          <a:bodyPr/>
          <a:lstStyle/>
          <a:p>
            <a:r>
              <a:rPr lang="en-US" dirty="0"/>
              <a:t>Mobile OS and App Security</a:t>
            </a:r>
          </a:p>
        </p:txBody>
      </p:sp>
      <p:sp>
        <p:nvSpPr>
          <p:cNvPr id="4" name="Slide Number Placeholder 3">
            <a:extLst>
              <a:ext uri="{FF2B5EF4-FFF2-40B4-BE49-F238E27FC236}">
                <a16:creationId xmlns:a16="http://schemas.microsoft.com/office/drawing/2014/main" id="{93F6E09C-6354-69AE-CC7F-4D079A7C3AEA}"/>
              </a:ext>
            </a:extLst>
          </p:cNvPr>
          <p:cNvSpPr>
            <a:spLocks noGrp="1"/>
          </p:cNvSpPr>
          <p:nvPr>
            <p:ph type="sldNum" sz="quarter" idx="12"/>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16987475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3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053C5E45-B90C-4136-B83A-A1F7D9E59E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804A4A-BEBA-46F7-8D91-096B77966F98}">
  <ds:schemaRefs>
    <ds:schemaRef ds:uri="http://schemas.microsoft.com/office/2006/documentManagement/types"/>
    <ds:schemaRef ds:uri="http://purl.org/dc/elements/1.1/"/>
    <ds:schemaRef ds:uri="http://purl.org/dc/dcmitype/"/>
    <ds:schemaRef ds:uri="315eb565-7267-4a95-9087-2f433ded3c8b"/>
    <ds:schemaRef ds:uri="http://schemas.openxmlformats.org/package/2006/metadata/core-properties"/>
    <ds:schemaRef ds:uri="95a46270-66ec-4bdf-aabc-d78887d51418"/>
    <ds:schemaRef ds:uri="http://purl.org/dc/terms/"/>
    <ds:schemaRef ds:uri="http://schemas.microsoft.com/office/infopath/2007/PartnerControls"/>
    <ds:schemaRef ds:uri="http://schemas.microsoft.com/sharepoint/v3"/>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comptia_ova</Template>
  <TotalTime>1800</TotalTime>
  <Words>1909</Words>
  <Application>Microsoft Office PowerPoint</Application>
  <PresentationFormat>On-screen Show (16:9)</PresentationFormat>
  <Paragraphs>288</Paragraphs>
  <Slides>38</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Wingdings</vt:lpstr>
      <vt:lpstr>Arial</vt:lpstr>
      <vt:lpstr>Calibri</vt:lpstr>
      <vt:lpstr>comptia_ov</vt:lpstr>
      <vt:lpstr>Exam 220-1202</vt:lpstr>
      <vt:lpstr>Supporting Mobile Software</vt:lpstr>
      <vt:lpstr>Learning Outcomes</vt:lpstr>
      <vt:lpstr>Mobile OS Security</vt:lpstr>
      <vt:lpstr>Screen Locks (Slide 1 of 2)</vt:lpstr>
      <vt:lpstr>Screen Locks (Slide 2 of 2)</vt:lpstr>
      <vt:lpstr>Mobile Security Software (Slide 1 of 2)</vt:lpstr>
      <vt:lpstr>Mobile Security Software (Slide 2 of 2)</vt:lpstr>
      <vt:lpstr>Enterprise Mobility Management (Slide 1 of 3)</vt:lpstr>
      <vt:lpstr>Enterprise Mobility Management (Slide 2 of 3)</vt:lpstr>
      <vt:lpstr>Enterprise Mobility Management (Slide 3 of 3)</vt:lpstr>
      <vt:lpstr>Mobile Device Management (Slide 1 of 2)</vt:lpstr>
      <vt:lpstr>Mobile Device Management (Slide 2 of 2)</vt:lpstr>
      <vt:lpstr>Two-factor Authentication (Slide 1 of 2)</vt:lpstr>
      <vt:lpstr>Two-factor Authentication (Slide 2 of 2)</vt:lpstr>
      <vt:lpstr>Mobile Data Security (Slide 1 of 3)</vt:lpstr>
      <vt:lpstr>Mobile Data Security (Slide 2 of 3)</vt:lpstr>
      <vt:lpstr>Mobile Data Security (Slide 3 of 3)</vt:lpstr>
      <vt:lpstr>Locator Apps and Remote Wipe (Slide 1 of 2)</vt:lpstr>
      <vt:lpstr>Locator Apps and Remote Wipe (Slide 2 of 2)</vt:lpstr>
      <vt:lpstr>PowerPoint Presentation</vt:lpstr>
      <vt:lpstr>Mobile OS Security</vt:lpstr>
      <vt:lpstr>Troubleshoot Mobile OS and App Software</vt:lpstr>
      <vt:lpstr>Mobile Device Troubleshooting Tools (Slide 1 of 2)</vt:lpstr>
      <vt:lpstr>Mobile Device Troubleshooting Tools (Slide 2 of 2)</vt:lpstr>
      <vt:lpstr>Troubleshoot Device and OS Issues (Slide 1 of 2)</vt:lpstr>
      <vt:lpstr>Troubleshoot Device and OS Issues (Slide 2 of 2)</vt:lpstr>
      <vt:lpstr>Troubleshoot App Issues (Slide 1 of 2)</vt:lpstr>
      <vt:lpstr>Troubleshoot App Issues (Slide 2 of 2)</vt:lpstr>
      <vt:lpstr>Troubleshoot Connectivity Issues</vt:lpstr>
      <vt:lpstr>PowerPoint Presentation</vt:lpstr>
      <vt:lpstr>Mobile OS and App Software</vt:lpstr>
      <vt:lpstr>Troubleshoot Mobile OS and App Security</vt:lpstr>
      <vt:lpstr>Root Access Security Concerns</vt:lpstr>
      <vt:lpstr>Mobile App Source Security Concerns</vt:lpstr>
      <vt:lpstr>Mobile Security Symptoms (Slide 1 of 2)</vt:lpstr>
      <vt:lpstr>Mobile Security Symptoms (Slide 2 of 2)</vt:lpstr>
      <vt:lpstr>Mobile OS and App Security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Yvette Delim</cp:lastModifiedBy>
  <cp:revision>305</cp:revision>
  <dcterms:created xsi:type="dcterms:W3CDTF">2021-09-20T08:36:44Z</dcterms:created>
  <dcterms:modified xsi:type="dcterms:W3CDTF">2025-06-17T21:05:32Z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