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wmf" ContentType="image/x-wmf"/>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heme/theme2.xml" ContentType="application/vnd.openxmlformats-officedocument.theme+xml"/>
  <Override PartName="/ppt/theme/theme3.xml" ContentType="application/vnd.openxmlformats-officedocument.theme+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notesSlides/notesSlide1.xml" ContentType="application/vnd.openxmlformats-officedocument.presentationml.notesSlide+xml"/>
  <Override PartName="/ppt/tags/tag32.xml" ContentType="application/vnd.openxmlformats-officedocument.presentationml.tags+xml"/>
  <Override PartName="/ppt/notesSlides/notesSlide2.xml" ContentType="application/vnd.openxmlformats-officedocument.presentationml.notesSlide+xml"/>
  <Override PartName="/ppt/tags/tag33.xml" ContentType="application/vnd.openxmlformats-officedocument.presentationml.tags+xml"/>
  <Override PartName="/ppt/notesSlides/notesSlide3.xml" ContentType="application/vnd.openxmlformats-officedocument.presentationml.notesSlide+xml"/>
  <Override PartName="/ppt/tags/tag34.xml" ContentType="application/vnd.openxmlformats-officedocument.presentationml.tags+xml"/>
  <Override PartName="/ppt/notesSlides/notesSlide4.xml" ContentType="application/vnd.openxmlformats-officedocument.presentationml.notesSlide+xml"/>
  <Override PartName="/ppt/tags/tag35.xml" ContentType="application/vnd.openxmlformats-officedocument.presentationml.tags+xml"/>
  <Override PartName="/ppt/notesSlides/notesSlide5.xml" ContentType="application/vnd.openxmlformats-officedocument.presentationml.notesSlide+xml"/>
  <Override PartName="/ppt/tags/tag36.xml" ContentType="application/vnd.openxmlformats-officedocument.presentationml.tags+xml"/>
  <Override PartName="/ppt/notesSlides/notesSlide6.xml" ContentType="application/vnd.openxmlformats-officedocument.presentationml.notesSlide+xml"/>
  <Override PartName="/ppt/tags/tag37.xml" ContentType="application/vnd.openxmlformats-officedocument.presentationml.tags+xml"/>
  <Override PartName="/ppt/notesSlides/notesSlide7.xml" ContentType="application/vnd.openxmlformats-officedocument.presentationml.notesSlide+xml"/>
  <Override PartName="/ppt/tags/tag38.xml" ContentType="application/vnd.openxmlformats-officedocument.presentationml.tags+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tags/tag39.xml" ContentType="application/vnd.openxmlformats-officedocument.presentationml.tags+xml"/>
  <Override PartName="/ppt/notesSlides/notesSlide11.xml" ContentType="application/vnd.openxmlformats-officedocument.presentationml.notesSlide+xml"/>
  <Override PartName="/ppt/tags/tag40.xml" ContentType="application/vnd.openxmlformats-officedocument.presentationml.tags+xml"/>
  <Override PartName="/ppt/tags/tag41.xml" ContentType="application/vnd.openxmlformats-officedocument.presentationml.tags+xml"/>
  <Override PartName="/ppt/notesSlides/notesSlide12.xml" ContentType="application/vnd.openxmlformats-officedocument.presentationml.notesSlide+xml"/>
  <Override PartName="/ppt/tags/tag42.xml" ContentType="application/vnd.openxmlformats-officedocument.presentationml.tags+xml"/>
  <Override PartName="/ppt/notesSlides/notesSlide13.xml" ContentType="application/vnd.openxmlformats-officedocument.presentationml.notesSlide+xml"/>
  <Override PartName="/ppt/tags/tag43.xml" ContentType="application/vnd.openxmlformats-officedocument.presentationml.tags+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tags/tag44.xml" ContentType="application/vnd.openxmlformats-officedocument.presentationml.tags+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tags/tag45.xml" ContentType="application/vnd.openxmlformats-officedocument.presentationml.tags+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tags/tag46.xml" ContentType="application/vnd.openxmlformats-officedocument.presentationml.tags+xml"/>
  <Override PartName="/ppt/tags/tag47.xml" ContentType="application/vnd.openxmlformats-officedocument.presentationml.tags+xml"/>
  <Override PartName="/ppt/notesSlides/notesSlide20.xml" ContentType="application/vnd.openxmlformats-officedocument.presentationml.notesSlide+xml"/>
  <Override PartName="/ppt/tags/tag48.xml" ContentType="application/vnd.openxmlformats-officedocument.presentationml.tags+xml"/>
  <Override PartName="/ppt/notesSlides/notesSlide21.xml" ContentType="application/vnd.openxmlformats-officedocument.presentationml.notesSlide+xml"/>
  <Override PartName="/ppt/tags/tag49.xml" ContentType="application/vnd.openxmlformats-officedocument.presentationml.tags+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tags/tag50.xml" ContentType="application/vnd.openxmlformats-officedocument.presentationml.tags+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tags/tag51.xml" ContentType="application/vnd.openxmlformats-officedocument.presentationml.tags+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tags/tag52.xml" ContentType="application/vnd.openxmlformats-officedocument.presentationml.tags+xml"/>
  <Override PartName="/ppt/notesSlides/notesSlide29.xml" ContentType="application/vnd.openxmlformats-officedocument.presentationml.notesSlide+xml"/>
  <Override PartName="/ppt/tags/tag53.xml" ContentType="application/vnd.openxmlformats-officedocument.presentationml.tags+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tags/tag54.xml" ContentType="application/vnd.openxmlformats-officedocument.presentationml.tags+xml"/>
  <Override PartName="/ppt/notesSlides/notesSlide32.xml" ContentType="application/vnd.openxmlformats-officedocument.presentationml.notesSlide+xml"/>
  <Override PartName="/ppt/tags/tag55.xml" ContentType="application/vnd.openxmlformats-officedocument.presentationml.tags+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tags/tag56.xml" ContentType="application/vnd.openxmlformats-officedocument.presentationml.tags+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tags/tag57.xml" ContentType="application/vnd.openxmlformats-officedocument.presentationml.tags+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tags/tag58.xml" ContentType="application/vnd.openxmlformats-officedocument.presentationml.tags+xml"/>
  <Override PartName="/ppt/tags/tag59.xml" ContentType="application/vnd.openxmlformats-officedocument.presentationml.tags+xml"/>
  <Override PartName="/ppt/notesSlides/notesSlide4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autoCompressPictures="0">
  <p:sldMasterIdLst>
    <p:sldMasterId id="2147483910" r:id="rId4"/>
  </p:sldMasterIdLst>
  <p:notesMasterIdLst>
    <p:notesMasterId r:id="rId52"/>
  </p:notesMasterIdLst>
  <p:handoutMasterIdLst>
    <p:handoutMasterId r:id="rId53"/>
  </p:handoutMasterIdLst>
  <p:sldIdLst>
    <p:sldId id="299" r:id="rId5"/>
    <p:sldId id="465" r:id="rId6"/>
    <p:sldId id="297" r:id="rId7"/>
    <p:sldId id="302" r:id="rId8"/>
    <p:sldId id="313" r:id="rId9"/>
    <p:sldId id="412" r:id="rId10"/>
    <p:sldId id="565" r:id="rId11"/>
    <p:sldId id="566" r:id="rId12"/>
    <p:sldId id="567" r:id="rId13"/>
    <p:sldId id="568" r:id="rId14"/>
    <p:sldId id="569" r:id="rId15"/>
    <p:sldId id="317" r:id="rId16"/>
    <p:sldId id="570" r:id="rId17"/>
    <p:sldId id="571" r:id="rId18"/>
    <p:sldId id="310" r:id="rId19"/>
    <p:sldId id="309" r:id="rId20"/>
    <p:sldId id="315" r:id="rId21"/>
    <p:sldId id="500" r:id="rId22"/>
    <p:sldId id="543" r:id="rId23"/>
    <p:sldId id="574" r:id="rId24"/>
    <p:sldId id="575" r:id="rId25"/>
    <p:sldId id="576" r:id="rId26"/>
    <p:sldId id="577" r:id="rId27"/>
    <p:sldId id="573" r:id="rId28"/>
    <p:sldId id="572" r:id="rId29"/>
    <p:sldId id="441" r:id="rId30"/>
    <p:sldId id="550" r:id="rId31"/>
    <p:sldId id="489" r:id="rId32"/>
    <p:sldId id="578" r:id="rId33"/>
    <p:sldId id="579" r:id="rId34"/>
    <p:sldId id="580" r:id="rId35"/>
    <p:sldId id="581" r:id="rId36"/>
    <p:sldId id="582" r:id="rId37"/>
    <p:sldId id="583" r:id="rId38"/>
    <p:sldId id="585" r:id="rId39"/>
    <p:sldId id="586" r:id="rId40"/>
    <p:sldId id="488" r:id="rId41"/>
    <p:sldId id="587" r:id="rId42"/>
    <p:sldId id="588" r:id="rId43"/>
    <p:sldId id="589" r:id="rId44"/>
    <p:sldId id="590" r:id="rId45"/>
    <p:sldId id="591" r:id="rId46"/>
    <p:sldId id="592" r:id="rId47"/>
    <p:sldId id="593" r:id="rId48"/>
    <p:sldId id="594" r:id="rId49"/>
    <p:sldId id="541" r:id="rId50"/>
    <p:sldId id="540" r:id="rId51"/>
  </p:sldIdLst>
  <p:sldSz cx="9144000" cy="5143500" type="screen16x9"/>
  <p:notesSz cx="6858000" cy="9144000"/>
  <p:custDataLst>
    <p:tags r:id="rId54"/>
  </p:custData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userDrawn="1">
          <p15:clr>
            <a:srgbClr val="A4A3A4"/>
          </p15:clr>
        </p15:guide>
        <p15:guide id="2" pos="2880" userDrawn="1">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20D3E730-8595-95A9-F8BC-C660FA17B48B}" name="Nicholas Pierce" initials="" userId="S::npierce@comptia.global::ee89543b-d064-42d7-b9d5-60e771afdcba" providerId="AD"/>
  <p188:author id="{B4C2DE40-C083-7FA0-259D-E76A539CB0B1}" name="Elaine Gustafson" initials="EG" userId="S::egustafson@comptia.org::8e9fbddc-088d-4145-9000-dcad1c3d1481" providerId="AD"/>
  <p188:author id="{9FE02080-9668-7E2C-D4C1-EC21C276C2AE}" name="Danielle Andries" initials="DA" userId="S::dandries@comptia.org::93d179e4-3c18-40f7-920e-ae80b202540d" providerId="AD"/>
  <p188:author id="{2AB4928F-3885-C63F-F2DF-420967CDD779}" name="Yvette Delim" initials="YD" userId="S::ydelim@comptia.org::1eb1221e-2905-468b-b6ca-e1e332e3c4b6" providerId="AD"/>
  <p188:author id="{4C1633BB-3F83-2F95-17D1-6C8EBFFEDD65}" name="Jules Mancini" initials="JM" userId="S::jmancini@comptia.global::4ef8f4fd-9280-4856-883a-0ebf05603c1f" providerId="AD"/>
</p188:authorLst>
</file>

<file path=ppt/commentAuthors.xml><?xml version="1.0" encoding="utf-8"?>
<p:cmAuthorLst xmlns:a="http://schemas.openxmlformats.org/drawingml/2006/main" xmlns:r="http://schemas.openxmlformats.org/officeDocument/2006/relationships" xmlns:p="http://schemas.openxmlformats.org/presentationml/2006/main">
  <p:cmAuthor id="1" name="Pam Taylor" initials="PT" lastIdx="1" clrIdx="0">
    <p:extLst>
      <p:ext uri="{19B8F6BF-5375-455C-9EA6-DF929625EA0E}">
        <p15:presenceInfo xmlns:p15="http://schemas.microsoft.com/office/powerpoint/2012/main" userId="Pam Taylor" providerId="None"/>
      </p:ext>
    </p:extLst>
  </p:cmAuthor>
  <p:cmAuthor id="2" name="Gail Sandler" initials="GS" lastIdx="4" clrIdx="1">
    <p:extLst>
      <p:ext uri="{19B8F6BF-5375-455C-9EA6-DF929625EA0E}">
        <p15:presenceInfo xmlns:p15="http://schemas.microsoft.com/office/powerpoint/2012/main" userId="2b7e9c3f3530ff22" providerId="Windows Live"/>
      </p:ext>
    </p:extLst>
  </p:cmAuthor>
  <p:cmAuthor id="3" name="James Pengelly" initials="JP" lastIdx="1" clrIdx="2">
    <p:extLst>
      <p:ext uri="{19B8F6BF-5375-455C-9EA6-DF929625EA0E}">
        <p15:presenceInfo xmlns:p15="http://schemas.microsoft.com/office/powerpoint/2012/main" userId="S::jpengelly@comptia.org::d269fecd-a8a2-4e5a-93ae-88bdaab21f51"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253644"/>
    <a:srgbClr val="CF9FDE"/>
    <a:srgbClr val="FEAE62"/>
    <a:srgbClr val="7FC8DD"/>
    <a:srgbClr val="ED6D00"/>
    <a:srgbClr val="44545F"/>
    <a:srgbClr val="B1B7BC"/>
    <a:srgbClr val="0A7DA0"/>
    <a:srgbClr val="007C9E"/>
    <a:srgbClr val="004D72"/>
  </p:clrMru>
  <p:extLst>
    <p:ext uri="{E76CE94A-603C-4142-B9EB-6D1370010A27}">
      <p14:discardImageEditData xmlns:p14="http://schemas.microsoft.com/office/powerpoint/2010/main" val="0"/>
    </p:ext>
    <p:ext uri="{D31A062A-798A-4329-ABDD-BBA856620510}">
      <p14:defaultImageDpi xmlns:p14="http://schemas.microsoft.com/office/powerpoint/2010/main" val="33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F332CBC9-7F19-4C56-88D9-AE2307FA70FF}" v="4" dt="2025-06-16T23:13:21.096"/>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DCAF9ED-07DC-4A11-8D7F-57B35C25682E}" styleName="Medium Style 1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a:noFill/>
            </a:ln>
          </a:insideV>
        </a:tcBdr>
        <a:fill>
          <a:solidFill>
            <a:schemeClr val="lt1"/>
          </a:solidFill>
        </a:fill>
      </a:tcStyle>
    </a:wholeTbl>
    <a:band1H>
      <a:tcStyle>
        <a:tcBdr/>
        <a:fill>
          <a:solidFill>
            <a:schemeClr val="accent2">
              <a:tint val="20000"/>
            </a:schemeClr>
          </a:solidFill>
        </a:fill>
      </a:tcStyle>
    </a:band1H>
    <a:band1V>
      <a:tcStyle>
        <a:tcBdr/>
        <a:fill>
          <a:solidFill>
            <a:schemeClr val="accent2">
              <a:tint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solidFill>
            <a:schemeClr val="lt1"/>
          </a:solidFill>
        </a:fill>
      </a:tcStyle>
    </a:lastRow>
    <a:firstRow>
      <a:tcTxStyle b="on">
        <a:fontRef idx="minor">
          <a:scrgbClr r="0" g="0" b="0"/>
        </a:fontRef>
        <a:schemeClr val="lt1"/>
      </a:tcTxStyle>
      <a:tcStyle>
        <a:tcBdr/>
        <a:fill>
          <a:solidFill>
            <a:schemeClr val="accent2"/>
          </a:solidFill>
        </a:fill>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2" autoAdjust="0"/>
    <p:restoredTop sz="73391" autoAdjust="0"/>
  </p:normalViewPr>
  <p:slideViewPr>
    <p:cSldViewPr snapToGrid="0">
      <p:cViewPr varScale="1">
        <p:scale>
          <a:sx n="102" d="100"/>
          <a:sy n="102" d="100"/>
        </p:scale>
        <p:origin x="1146" y="102"/>
      </p:cViewPr>
      <p:guideLst>
        <p:guide orient="horz" pos="1620"/>
        <p:guide pos="2880"/>
      </p:guideLst>
    </p:cSldViewPr>
  </p:slideViewPr>
  <p:notesTextViewPr>
    <p:cViewPr>
      <p:scale>
        <a:sx n="1" d="1"/>
        <a:sy n="1" d="1"/>
      </p:scale>
      <p:origin x="0" y="0"/>
    </p:cViewPr>
  </p:notesTextViewPr>
  <p:notesViewPr>
    <p:cSldViewPr snapToGrid="0">
      <p:cViewPr>
        <p:scale>
          <a:sx n="1" d="2"/>
          <a:sy n="1" d="2"/>
        </p:scale>
        <p:origin x="0" y="0"/>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slide" Target="slides/slide38.xml"/><Relationship Id="rId47" Type="http://schemas.openxmlformats.org/officeDocument/2006/relationships/slide" Target="slides/slide43.xml"/><Relationship Id="rId50" Type="http://schemas.openxmlformats.org/officeDocument/2006/relationships/slide" Target="slides/slide46.xml"/><Relationship Id="rId55" Type="http://schemas.openxmlformats.org/officeDocument/2006/relationships/commentAuthors" Target="commentAuthors.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slide" Target="slides/slide41.xml"/><Relationship Id="rId53" Type="http://schemas.openxmlformats.org/officeDocument/2006/relationships/handoutMaster" Target="handoutMasters/handoutMaster1.xml"/><Relationship Id="rId58" Type="http://schemas.openxmlformats.org/officeDocument/2006/relationships/theme" Target="theme/theme1.xml"/><Relationship Id="rId5" Type="http://schemas.openxmlformats.org/officeDocument/2006/relationships/slide" Target="slides/slide1.xml"/><Relationship Id="rId61" Type="http://schemas.microsoft.com/office/2015/10/relationships/revisionInfo" Target="revisionInfo.xml"/><Relationship Id="rId19" Type="http://schemas.openxmlformats.org/officeDocument/2006/relationships/slide" Target="slides/slide1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slide" Target="slides/slide44.xml"/><Relationship Id="rId56" Type="http://schemas.openxmlformats.org/officeDocument/2006/relationships/presProps" Target="presProps.xml"/><Relationship Id="rId8" Type="http://schemas.openxmlformats.org/officeDocument/2006/relationships/slide" Target="slides/slide4.xml"/><Relationship Id="rId51" Type="http://schemas.openxmlformats.org/officeDocument/2006/relationships/slide" Target="slides/slide47.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59" Type="http://schemas.openxmlformats.org/officeDocument/2006/relationships/tableStyles" Target="tableStyles.xml"/><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tags" Target="tags/tag1.xml"/><Relationship Id="rId62" Type="http://schemas.microsoft.com/office/2018/10/relationships/authors" Target="authors.xml"/><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 Id="rId57" Type="http://schemas.openxmlformats.org/officeDocument/2006/relationships/viewProps" Target="viewProps.xml"/><Relationship Id="rId10" Type="http://schemas.openxmlformats.org/officeDocument/2006/relationships/slide" Target="slides/slide6.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notesMaster" Target="notesMasters/notesMaster1.xml"/><Relationship Id="rId60" Type="http://schemas.microsoft.com/office/2016/11/relationships/changesInfo" Target="changesInfos/changesInfo1.xml"/><Relationship Id="rId4" Type="http://schemas.openxmlformats.org/officeDocument/2006/relationships/slideMaster" Target="slideMasters/slideMaster1.xml"/><Relationship Id="rId9" Type="http://schemas.openxmlformats.org/officeDocument/2006/relationships/slide" Target="slides/slide5.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Danielle Andries" userId="S::dandries@comptia.org::93d179e4-3c18-40f7-920e-ae80b202540d" providerId="AD" clId="Web-{AC8E4618-5A6C-5465-0377-5338DCC3DDC2}"/>
    <pc:docChg chg="modSld">
      <pc:chgData name="Danielle Andries" userId="S::dandries@comptia.org::93d179e4-3c18-40f7-920e-ae80b202540d" providerId="AD" clId="Web-{AC8E4618-5A6C-5465-0377-5338DCC3DDC2}" dt="2025-05-06T19:28:13" v="27" actId="20577"/>
      <pc:docMkLst>
        <pc:docMk/>
      </pc:docMkLst>
      <pc:sldChg chg="modSp">
        <pc:chgData name="Danielle Andries" userId="S::dandries@comptia.org::93d179e4-3c18-40f7-920e-ae80b202540d" providerId="AD" clId="Web-{AC8E4618-5A6C-5465-0377-5338DCC3DDC2}" dt="2025-05-06T19:28:13" v="27" actId="20577"/>
        <pc:sldMkLst>
          <pc:docMk/>
          <pc:sldMk cId="3250985680" sldId="274"/>
        </pc:sldMkLst>
      </pc:sldChg>
    </pc:docChg>
  </pc:docChgLst>
  <pc:docChgLst>
    <pc:chgData name="Jules Mancini" userId="S::jmancini@comptia.global::4ef8f4fd-9280-4856-883a-0ebf05603c1f" providerId="AD" clId="Web-{0441EDC3-C02F-2B31-CE11-C0D414EA6A5C}"/>
    <pc:docChg chg="modSld">
      <pc:chgData name="Jules Mancini" userId="S::jmancini@comptia.global::4ef8f4fd-9280-4856-883a-0ebf05603c1f" providerId="AD" clId="Web-{0441EDC3-C02F-2B31-CE11-C0D414EA6A5C}" dt="2025-06-09T22:03:21.417" v="21" actId="20577"/>
      <pc:docMkLst>
        <pc:docMk/>
      </pc:docMkLst>
      <pc:sldChg chg="modSp">
        <pc:chgData name="Jules Mancini" userId="S::jmancini@comptia.global::4ef8f4fd-9280-4856-883a-0ebf05603c1f" providerId="AD" clId="Web-{0441EDC3-C02F-2B31-CE11-C0D414EA6A5C}" dt="2025-06-09T22:03:21.417" v="21" actId="20577"/>
        <pc:sldMkLst>
          <pc:docMk/>
          <pc:sldMk cId="2615260713" sldId="297"/>
        </pc:sldMkLst>
        <pc:spChg chg="mod">
          <ac:chgData name="Jules Mancini" userId="S::jmancini@comptia.global::4ef8f4fd-9280-4856-883a-0ebf05603c1f" providerId="AD" clId="Web-{0441EDC3-C02F-2B31-CE11-C0D414EA6A5C}" dt="2025-06-09T22:03:21.417" v="21" actId="20577"/>
          <ac:spMkLst>
            <pc:docMk/>
            <pc:sldMk cId="2615260713" sldId="297"/>
            <ac:spMk id="5" creationId="{3F9B06E0-25E2-2207-FA53-43B03A3DD8B6}"/>
          </ac:spMkLst>
        </pc:spChg>
      </pc:sldChg>
      <pc:sldChg chg="modSp">
        <pc:chgData name="Jules Mancini" userId="S::jmancini@comptia.global::4ef8f4fd-9280-4856-883a-0ebf05603c1f" providerId="AD" clId="Web-{0441EDC3-C02F-2B31-CE11-C0D414EA6A5C}" dt="2025-06-09T22:03:14.495" v="14" actId="20577"/>
        <pc:sldMkLst>
          <pc:docMk/>
          <pc:sldMk cId="1917601352" sldId="465"/>
        </pc:sldMkLst>
        <pc:spChg chg="mod">
          <ac:chgData name="Jules Mancini" userId="S::jmancini@comptia.global::4ef8f4fd-9280-4856-883a-0ebf05603c1f" providerId="AD" clId="Web-{0441EDC3-C02F-2B31-CE11-C0D414EA6A5C}" dt="2025-06-09T22:03:14.495" v="14" actId="20577"/>
          <ac:spMkLst>
            <pc:docMk/>
            <pc:sldMk cId="1917601352" sldId="465"/>
            <ac:spMk id="2" creationId="{4618B874-C61D-C1CD-5C2F-3EE6B9ACD957}"/>
          </ac:spMkLst>
        </pc:spChg>
      </pc:sldChg>
    </pc:docChg>
  </pc:docChgLst>
  <pc:docChgLst>
    <pc:chgData name="Yvette Delim" userId="1eb1221e-2905-468b-b6ca-e1e332e3c4b6" providerId="ADAL" clId="{D6B9B1E0-642D-4D7B-AFA0-008ADE2C67F0}"/>
    <pc:docChg chg="undo custSel addSld delSld modSld modMainMaster">
      <pc:chgData name="Yvette Delim" userId="1eb1221e-2905-468b-b6ca-e1e332e3c4b6" providerId="ADAL" clId="{D6B9B1E0-642D-4D7B-AFA0-008ADE2C67F0}" dt="2025-05-09T17:18:13.779" v="3159" actId="27636"/>
      <pc:docMkLst>
        <pc:docMk/>
      </pc:docMkLst>
      <pc:sldChg chg="del">
        <pc:chgData name="Yvette Delim" userId="1eb1221e-2905-468b-b6ca-e1e332e3c4b6" providerId="ADAL" clId="{D6B9B1E0-642D-4D7B-AFA0-008ADE2C67F0}" dt="2025-05-06T22:53:01.224" v="3" actId="47"/>
        <pc:sldMkLst>
          <pc:docMk/>
          <pc:sldMk cId="3995608643" sldId="257"/>
        </pc:sldMkLst>
      </pc:sldChg>
      <pc:sldChg chg="del">
        <pc:chgData name="Yvette Delim" userId="1eb1221e-2905-468b-b6ca-e1e332e3c4b6" providerId="ADAL" clId="{D6B9B1E0-642D-4D7B-AFA0-008ADE2C67F0}" dt="2025-05-06T23:20:09.762" v="901" actId="47"/>
        <pc:sldMkLst>
          <pc:docMk/>
          <pc:sldMk cId="2170154808" sldId="258"/>
        </pc:sldMkLst>
      </pc:sldChg>
      <pc:sldChg chg="del">
        <pc:chgData name="Yvette Delim" userId="1eb1221e-2905-468b-b6ca-e1e332e3c4b6" providerId="ADAL" clId="{D6B9B1E0-642D-4D7B-AFA0-008ADE2C67F0}" dt="2025-05-06T23:20:09.762" v="901" actId="47"/>
        <pc:sldMkLst>
          <pc:docMk/>
          <pc:sldMk cId="1702716025" sldId="260"/>
        </pc:sldMkLst>
      </pc:sldChg>
      <pc:sldChg chg="del">
        <pc:chgData name="Yvette Delim" userId="1eb1221e-2905-468b-b6ca-e1e332e3c4b6" providerId="ADAL" clId="{D6B9B1E0-642D-4D7B-AFA0-008ADE2C67F0}" dt="2025-05-07T21:04:04.652" v="2684" actId="47"/>
        <pc:sldMkLst>
          <pc:docMk/>
          <pc:sldMk cId="1821724871" sldId="261"/>
        </pc:sldMkLst>
      </pc:sldChg>
      <pc:sldChg chg="del">
        <pc:chgData name="Yvette Delim" userId="1eb1221e-2905-468b-b6ca-e1e332e3c4b6" providerId="ADAL" clId="{D6B9B1E0-642D-4D7B-AFA0-008ADE2C67F0}" dt="2025-05-07T21:04:04.652" v="2684" actId="47"/>
        <pc:sldMkLst>
          <pc:docMk/>
          <pc:sldMk cId="3051765853" sldId="264"/>
        </pc:sldMkLst>
      </pc:sldChg>
      <pc:sldChg chg="del">
        <pc:chgData name="Yvette Delim" userId="1eb1221e-2905-468b-b6ca-e1e332e3c4b6" providerId="ADAL" clId="{D6B9B1E0-642D-4D7B-AFA0-008ADE2C67F0}" dt="2025-05-06T23:20:09.762" v="901" actId="47"/>
        <pc:sldMkLst>
          <pc:docMk/>
          <pc:sldMk cId="768759039" sldId="266"/>
        </pc:sldMkLst>
      </pc:sldChg>
      <pc:sldChg chg="del">
        <pc:chgData name="Yvette Delim" userId="1eb1221e-2905-468b-b6ca-e1e332e3c4b6" providerId="ADAL" clId="{D6B9B1E0-642D-4D7B-AFA0-008ADE2C67F0}" dt="2025-05-06T23:20:09.762" v="901" actId="47"/>
        <pc:sldMkLst>
          <pc:docMk/>
          <pc:sldMk cId="118820383" sldId="267"/>
        </pc:sldMkLst>
      </pc:sldChg>
      <pc:sldChg chg="del">
        <pc:chgData name="Yvette Delim" userId="1eb1221e-2905-468b-b6ca-e1e332e3c4b6" providerId="ADAL" clId="{D6B9B1E0-642D-4D7B-AFA0-008ADE2C67F0}" dt="2025-05-06T23:20:09.762" v="901" actId="47"/>
        <pc:sldMkLst>
          <pc:docMk/>
          <pc:sldMk cId="4018795062" sldId="268"/>
        </pc:sldMkLst>
      </pc:sldChg>
      <pc:sldChg chg="del">
        <pc:chgData name="Yvette Delim" userId="1eb1221e-2905-468b-b6ca-e1e332e3c4b6" providerId="ADAL" clId="{D6B9B1E0-642D-4D7B-AFA0-008ADE2C67F0}" dt="2025-05-06T23:20:09.762" v="901" actId="47"/>
        <pc:sldMkLst>
          <pc:docMk/>
          <pc:sldMk cId="854937935" sldId="271"/>
        </pc:sldMkLst>
      </pc:sldChg>
      <pc:sldChg chg="del">
        <pc:chgData name="Yvette Delim" userId="1eb1221e-2905-468b-b6ca-e1e332e3c4b6" providerId="ADAL" clId="{D6B9B1E0-642D-4D7B-AFA0-008ADE2C67F0}" dt="2025-05-06T23:20:09.762" v="901" actId="47"/>
        <pc:sldMkLst>
          <pc:docMk/>
          <pc:sldMk cId="1181436222" sldId="273"/>
        </pc:sldMkLst>
      </pc:sldChg>
      <pc:sldChg chg="del">
        <pc:chgData name="Yvette Delim" userId="1eb1221e-2905-468b-b6ca-e1e332e3c4b6" providerId="ADAL" clId="{D6B9B1E0-642D-4D7B-AFA0-008ADE2C67F0}" dt="2025-05-06T23:20:09.762" v="901" actId="47"/>
        <pc:sldMkLst>
          <pc:docMk/>
          <pc:sldMk cId="3250985680" sldId="274"/>
        </pc:sldMkLst>
      </pc:sldChg>
      <pc:sldChg chg="del">
        <pc:chgData name="Yvette Delim" userId="1eb1221e-2905-468b-b6ca-e1e332e3c4b6" providerId="ADAL" clId="{D6B9B1E0-642D-4D7B-AFA0-008ADE2C67F0}" dt="2025-05-06T23:20:09.762" v="901" actId="47"/>
        <pc:sldMkLst>
          <pc:docMk/>
          <pc:sldMk cId="475225693" sldId="275"/>
        </pc:sldMkLst>
      </pc:sldChg>
      <pc:sldChg chg="del">
        <pc:chgData name="Yvette Delim" userId="1eb1221e-2905-468b-b6ca-e1e332e3c4b6" providerId="ADAL" clId="{D6B9B1E0-642D-4D7B-AFA0-008ADE2C67F0}" dt="2025-05-06T23:20:09.762" v="901" actId="47"/>
        <pc:sldMkLst>
          <pc:docMk/>
          <pc:sldMk cId="622141998" sldId="276"/>
        </pc:sldMkLst>
      </pc:sldChg>
      <pc:sldChg chg="del">
        <pc:chgData name="Yvette Delim" userId="1eb1221e-2905-468b-b6ca-e1e332e3c4b6" providerId="ADAL" clId="{D6B9B1E0-642D-4D7B-AFA0-008ADE2C67F0}" dt="2025-05-06T23:20:09.762" v="901" actId="47"/>
        <pc:sldMkLst>
          <pc:docMk/>
          <pc:sldMk cId="3762045304" sldId="277"/>
        </pc:sldMkLst>
      </pc:sldChg>
      <pc:sldChg chg="modSp mod">
        <pc:chgData name="Yvette Delim" userId="1eb1221e-2905-468b-b6ca-e1e332e3c4b6" providerId="ADAL" clId="{D6B9B1E0-642D-4D7B-AFA0-008ADE2C67F0}" dt="2025-05-07T18:22:47.197" v="2242" actId="6549"/>
        <pc:sldMkLst>
          <pc:docMk/>
          <pc:sldMk cId="3678982506" sldId="278"/>
        </pc:sldMkLst>
      </pc:sldChg>
      <pc:sldChg chg="del">
        <pc:chgData name="Yvette Delim" userId="1eb1221e-2905-468b-b6ca-e1e332e3c4b6" providerId="ADAL" clId="{D6B9B1E0-642D-4D7B-AFA0-008ADE2C67F0}" dt="2025-05-07T21:04:04.652" v="2684" actId="47"/>
        <pc:sldMkLst>
          <pc:docMk/>
          <pc:sldMk cId="2327471343" sldId="279"/>
        </pc:sldMkLst>
      </pc:sldChg>
      <pc:sldChg chg="del">
        <pc:chgData name="Yvette Delim" userId="1eb1221e-2905-468b-b6ca-e1e332e3c4b6" providerId="ADAL" clId="{D6B9B1E0-642D-4D7B-AFA0-008ADE2C67F0}" dt="2025-05-07T21:04:04.652" v="2684" actId="47"/>
        <pc:sldMkLst>
          <pc:docMk/>
          <pc:sldMk cId="3682215070" sldId="280"/>
        </pc:sldMkLst>
      </pc:sldChg>
      <pc:sldChg chg="del">
        <pc:chgData name="Yvette Delim" userId="1eb1221e-2905-468b-b6ca-e1e332e3c4b6" providerId="ADAL" clId="{D6B9B1E0-642D-4D7B-AFA0-008ADE2C67F0}" dt="2025-05-07T21:04:04.652" v="2684" actId="47"/>
        <pc:sldMkLst>
          <pc:docMk/>
          <pc:sldMk cId="3564386640" sldId="281"/>
        </pc:sldMkLst>
      </pc:sldChg>
      <pc:sldChg chg="del">
        <pc:chgData name="Yvette Delim" userId="1eb1221e-2905-468b-b6ca-e1e332e3c4b6" providerId="ADAL" clId="{D6B9B1E0-642D-4D7B-AFA0-008ADE2C67F0}" dt="2025-05-07T21:04:04.652" v="2684" actId="47"/>
        <pc:sldMkLst>
          <pc:docMk/>
          <pc:sldMk cId="3550209258" sldId="282"/>
        </pc:sldMkLst>
      </pc:sldChg>
      <pc:sldChg chg="del">
        <pc:chgData name="Yvette Delim" userId="1eb1221e-2905-468b-b6ca-e1e332e3c4b6" providerId="ADAL" clId="{D6B9B1E0-642D-4D7B-AFA0-008ADE2C67F0}" dt="2025-05-07T21:04:04.652" v="2684" actId="47"/>
        <pc:sldMkLst>
          <pc:docMk/>
          <pc:sldMk cId="96460123" sldId="283"/>
        </pc:sldMkLst>
      </pc:sldChg>
      <pc:sldChg chg="del">
        <pc:chgData name="Yvette Delim" userId="1eb1221e-2905-468b-b6ca-e1e332e3c4b6" providerId="ADAL" clId="{D6B9B1E0-642D-4D7B-AFA0-008ADE2C67F0}" dt="2025-05-07T21:04:04.652" v="2684" actId="47"/>
        <pc:sldMkLst>
          <pc:docMk/>
          <pc:sldMk cId="2676566542" sldId="284"/>
        </pc:sldMkLst>
      </pc:sldChg>
      <pc:sldChg chg="del">
        <pc:chgData name="Yvette Delim" userId="1eb1221e-2905-468b-b6ca-e1e332e3c4b6" providerId="ADAL" clId="{D6B9B1E0-642D-4D7B-AFA0-008ADE2C67F0}" dt="2025-05-07T21:04:04.652" v="2684" actId="47"/>
        <pc:sldMkLst>
          <pc:docMk/>
          <pc:sldMk cId="2259825047" sldId="285"/>
        </pc:sldMkLst>
      </pc:sldChg>
      <pc:sldChg chg="del">
        <pc:chgData name="Yvette Delim" userId="1eb1221e-2905-468b-b6ca-e1e332e3c4b6" providerId="ADAL" clId="{D6B9B1E0-642D-4D7B-AFA0-008ADE2C67F0}" dt="2025-05-07T21:04:04.652" v="2684" actId="47"/>
        <pc:sldMkLst>
          <pc:docMk/>
          <pc:sldMk cId="2704407885" sldId="286"/>
        </pc:sldMkLst>
      </pc:sldChg>
      <pc:sldChg chg="del">
        <pc:chgData name="Yvette Delim" userId="1eb1221e-2905-468b-b6ca-e1e332e3c4b6" providerId="ADAL" clId="{D6B9B1E0-642D-4D7B-AFA0-008ADE2C67F0}" dt="2025-05-07T21:04:04.652" v="2684" actId="47"/>
        <pc:sldMkLst>
          <pc:docMk/>
          <pc:sldMk cId="2656989860" sldId="287"/>
        </pc:sldMkLst>
      </pc:sldChg>
      <pc:sldChg chg="del">
        <pc:chgData name="Yvette Delim" userId="1eb1221e-2905-468b-b6ca-e1e332e3c4b6" providerId="ADAL" clId="{D6B9B1E0-642D-4D7B-AFA0-008ADE2C67F0}" dt="2025-05-07T21:04:04.652" v="2684" actId="47"/>
        <pc:sldMkLst>
          <pc:docMk/>
          <pc:sldMk cId="3131101751" sldId="288"/>
        </pc:sldMkLst>
      </pc:sldChg>
      <pc:sldChg chg="del">
        <pc:chgData name="Yvette Delim" userId="1eb1221e-2905-468b-b6ca-e1e332e3c4b6" providerId="ADAL" clId="{D6B9B1E0-642D-4D7B-AFA0-008ADE2C67F0}" dt="2025-05-07T21:04:04.652" v="2684" actId="47"/>
        <pc:sldMkLst>
          <pc:docMk/>
          <pc:sldMk cId="1325574624" sldId="289"/>
        </pc:sldMkLst>
      </pc:sldChg>
      <pc:sldChg chg="del">
        <pc:chgData name="Yvette Delim" userId="1eb1221e-2905-468b-b6ca-e1e332e3c4b6" providerId="ADAL" clId="{D6B9B1E0-642D-4D7B-AFA0-008ADE2C67F0}" dt="2025-05-07T21:04:04.652" v="2684" actId="47"/>
        <pc:sldMkLst>
          <pc:docMk/>
          <pc:sldMk cId="4182089878" sldId="290"/>
        </pc:sldMkLst>
      </pc:sldChg>
      <pc:sldChg chg="del">
        <pc:chgData name="Yvette Delim" userId="1eb1221e-2905-468b-b6ca-e1e332e3c4b6" providerId="ADAL" clId="{D6B9B1E0-642D-4D7B-AFA0-008ADE2C67F0}" dt="2025-05-07T21:04:04.652" v="2684" actId="47"/>
        <pc:sldMkLst>
          <pc:docMk/>
          <pc:sldMk cId="3863939650" sldId="291"/>
        </pc:sldMkLst>
      </pc:sldChg>
      <pc:sldChg chg="del">
        <pc:chgData name="Yvette Delim" userId="1eb1221e-2905-468b-b6ca-e1e332e3c4b6" providerId="ADAL" clId="{D6B9B1E0-642D-4D7B-AFA0-008ADE2C67F0}" dt="2025-05-07T21:04:04.652" v="2684" actId="47"/>
        <pc:sldMkLst>
          <pc:docMk/>
          <pc:sldMk cId="956317542" sldId="292"/>
        </pc:sldMkLst>
      </pc:sldChg>
      <pc:sldChg chg="del">
        <pc:chgData name="Yvette Delim" userId="1eb1221e-2905-468b-b6ca-e1e332e3c4b6" providerId="ADAL" clId="{D6B9B1E0-642D-4D7B-AFA0-008ADE2C67F0}" dt="2025-05-07T21:04:04.652" v="2684" actId="47"/>
        <pc:sldMkLst>
          <pc:docMk/>
          <pc:sldMk cId="3235051181" sldId="293"/>
        </pc:sldMkLst>
      </pc:sldChg>
      <pc:sldChg chg="del">
        <pc:chgData name="Yvette Delim" userId="1eb1221e-2905-468b-b6ca-e1e332e3c4b6" providerId="ADAL" clId="{D6B9B1E0-642D-4D7B-AFA0-008ADE2C67F0}" dt="2025-05-07T21:04:04.652" v="2684" actId="47"/>
        <pc:sldMkLst>
          <pc:docMk/>
          <pc:sldMk cId="3019627366" sldId="294"/>
        </pc:sldMkLst>
      </pc:sldChg>
      <pc:sldChg chg="del">
        <pc:chgData name="Yvette Delim" userId="1eb1221e-2905-468b-b6ca-e1e332e3c4b6" providerId="ADAL" clId="{D6B9B1E0-642D-4D7B-AFA0-008ADE2C67F0}" dt="2025-05-07T21:04:04.652" v="2684" actId="47"/>
        <pc:sldMkLst>
          <pc:docMk/>
          <pc:sldMk cId="4204280167" sldId="295"/>
        </pc:sldMkLst>
      </pc:sldChg>
      <pc:sldChg chg="modSp mod modCm">
        <pc:chgData name="Yvette Delim" userId="1eb1221e-2905-468b-b6ca-e1e332e3c4b6" providerId="ADAL" clId="{D6B9B1E0-642D-4D7B-AFA0-008ADE2C67F0}" dt="2025-05-06T22:55:29.271" v="144" actId="27636"/>
        <pc:sldMkLst>
          <pc:docMk/>
          <pc:sldMk cId="2615260713" sldId="297"/>
        </pc:sldMkLst>
        <pc:spChg chg="mod">
          <ac:chgData name="Yvette Delim" userId="1eb1221e-2905-468b-b6ca-e1e332e3c4b6" providerId="ADAL" clId="{D6B9B1E0-642D-4D7B-AFA0-008ADE2C67F0}" dt="2025-05-06T22:55:29.271" v="144" actId="27636"/>
          <ac:spMkLst>
            <pc:docMk/>
            <pc:sldMk cId="2615260713" sldId="297"/>
            <ac:spMk id="3" creationId="{E02E4B53-B7C6-1D08-F07F-C168A65984CB}"/>
          </ac:spMkLst>
        </pc:spChg>
        <pc:extLst>
          <p:ext xmlns:p="http://schemas.openxmlformats.org/presentationml/2006/main" uri="{D6D511B9-2390-475A-947B-AFAB55BFBCF1}">
            <pc226:cmChg xmlns:pc226="http://schemas.microsoft.com/office/powerpoint/2022/06/main/command" chg="mod">
              <pc226:chgData name="Yvette Delim" userId="1eb1221e-2905-468b-b6ca-e1e332e3c4b6" providerId="ADAL" clId="{D6B9B1E0-642D-4D7B-AFA0-008ADE2C67F0}" dt="2025-05-06T22:55:29.202" v="143" actId="20577"/>
              <pc2:cmMkLst xmlns:pc2="http://schemas.microsoft.com/office/powerpoint/2019/9/main/command">
                <pc:docMk/>
                <pc:sldMk cId="2615260713" sldId="297"/>
                <pc2:cmMk id="{D8D993E4-77AF-4D0A-97FF-48DF9FAE016C}"/>
              </pc2:cmMkLst>
            </pc226:cmChg>
          </p:ext>
        </pc:extLst>
      </pc:sldChg>
      <pc:sldChg chg="del">
        <pc:chgData name="Yvette Delim" userId="1eb1221e-2905-468b-b6ca-e1e332e3c4b6" providerId="ADAL" clId="{D6B9B1E0-642D-4D7B-AFA0-008ADE2C67F0}" dt="2025-05-06T22:45:37.325" v="1" actId="47"/>
        <pc:sldMkLst>
          <pc:docMk/>
          <pc:sldMk cId="1768159664" sldId="298"/>
        </pc:sldMkLst>
      </pc:sldChg>
      <pc:sldChg chg="new">
        <pc:chgData name="Yvette Delim" userId="1eb1221e-2905-468b-b6ca-e1e332e3c4b6" providerId="ADAL" clId="{D6B9B1E0-642D-4D7B-AFA0-008ADE2C67F0}" dt="2025-05-06T22:45:33.780" v="0" actId="680"/>
        <pc:sldMkLst>
          <pc:docMk/>
          <pc:sldMk cId="3004902157" sldId="299"/>
        </pc:sldMkLst>
      </pc:sldChg>
      <pc:sldChg chg="new modNotes">
        <pc:chgData name="Yvette Delim" userId="1eb1221e-2905-468b-b6ca-e1e332e3c4b6" providerId="ADAL" clId="{D6B9B1E0-642D-4D7B-AFA0-008ADE2C67F0}" dt="2025-05-07T15:59:45.762" v="1660"/>
        <pc:sldMkLst>
          <pc:docMk/>
          <pc:sldMk cId="532328398" sldId="300"/>
        </pc:sldMkLst>
      </pc:sldChg>
      <pc:sldChg chg="new del">
        <pc:chgData name="Yvette Delim" userId="1eb1221e-2905-468b-b6ca-e1e332e3c4b6" providerId="ADAL" clId="{D6B9B1E0-642D-4D7B-AFA0-008ADE2C67F0}" dt="2025-05-06T23:20:09.762" v="901" actId="47"/>
        <pc:sldMkLst>
          <pc:docMk/>
          <pc:sldMk cId="1751708094" sldId="301"/>
        </pc:sldMkLst>
      </pc:sldChg>
      <pc:sldChg chg="new modNotes modNotesTx">
        <pc:chgData name="Yvette Delim" userId="1eb1221e-2905-468b-b6ca-e1e332e3c4b6" providerId="ADAL" clId="{D6B9B1E0-642D-4D7B-AFA0-008ADE2C67F0}" dt="2025-05-06T22:59:47.770" v="244" actId="5793"/>
        <pc:sldMkLst>
          <pc:docMk/>
          <pc:sldMk cId="2349293421" sldId="302"/>
        </pc:sldMkLst>
      </pc:sldChg>
      <pc:sldChg chg="addSp delSp modSp new mod modClrScheme chgLayout modNotes modNotesTx">
        <pc:chgData name="Yvette Delim" userId="1eb1221e-2905-468b-b6ca-e1e332e3c4b6" providerId="ADAL" clId="{D6B9B1E0-642D-4D7B-AFA0-008ADE2C67F0}" dt="2025-05-09T17:18:13.676" v="3158" actId="27636"/>
        <pc:sldMkLst>
          <pc:docMk/>
          <pc:sldMk cId="151209867" sldId="303"/>
        </pc:sldMkLst>
      </pc:sldChg>
      <pc:sldChg chg="modSp add mod modNotes modNotesTx">
        <pc:chgData name="Yvette Delim" userId="1eb1221e-2905-468b-b6ca-e1e332e3c4b6" providerId="ADAL" clId="{D6B9B1E0-642D-4D7B-AFA0-008ADE2C67F0}" dt="2025-05-07T21:22:04.799" v="2988" actId="20577"/>
        <pc:sldMkLst>
          <pc:docMk/>
          <pc:sldMk cId="1142814001" sldId="304"/>
        </pc:sldMkLst>
      </pc:sldChg>
      <pc:sldChg chg="modSp new mod modNotes modNotesTx">
        <pc:chgData name="Yvette Delim" userId="1eb1221e-2905-468b-b6ca-e1e332e3c4b6" providerId="ADAL" clId="{D6B9B1E0-642D-4D7B-AFA0-008ADE2C67F0}" dt="2025-05-07T21:22:25.588" v="2991"/>
        <pc:sldMkLst>
          <pc:docMk/>
          <pc:sldMk cId="730319496" sldId="305"/>
        </pc:sldMkLst>
      </pc:sldChg>
      <pc:sldChg chg="addSp delSp modSp new mod chgLayout modNotes modNotesTx">
        <pc:chgData name="Yvette Delim" userId="1eb1221e-2905-468b-b6ca-e1e332e3c4b6" providerId="ADAL" clId="{D6B9B1E0-642D-4D7B-AFA0-008ADE2C67F0}" dt="2025-05-07T21:22:30.897" v="2992"/>
        <pc:sldMkLst>
          <pc:docMk/>
          <pc:sldMk cId="2970511930" sldId="306"/>
        </pc:sldMkLst>
      </pc:sldChg>
      <pc:sldChg chg="modSp new mod modNotes modNotesTx">
        <pc:chgData name="Yvette Delim" userId="1eb1221e-2905-468b-b6ca-e1e332e3c4b6" providerId="ADAL" clId="{D6B9B1E0-642D-4D7B-AFA0-008ADE2C67F0}" dt="2025-05-07T21:22:35.767" v="2993"/>
        <pc:sldMkLst>
          <pc:docMk/>
          <pc:sldMk cId="1750846455" sldId="307"/>
        </pc:sldMkLst>
      </pc:sldChg>
      <pc:sldChg chg="addSp delSp modSp new mod modClrScheme chgLayout modNotes modNotesTx">
        <pc:chgData name="Yvette Delim" userId="1eb1221e-2905-468b-b6ca-e1e332e3c4b6" providerId="ADAL" clId="{D6B9B1E0-642D-4D7B-AFA0-008ADE2C67F0}" dt="2025-05-07T21:22:40.004" v="2994"/>
        <pc:sldMkLst>
          <pc:docMk/>
          <pc:sldMk cId="1096898488" sldId="308"/>
        </pc:sldMkLst>
      </pc:sldChg>
      <pc:sldChg chg="modSp new mod modNotes modNotesTx">
        <pc:chgData name="Yvette Delim" userId="1eb1221e-2905-468b-b6ca-e1e332e3c4b6" providerId="ADAL" clId="{D6B9B1E0-642D-4D7B-AFA0-008ADE2C67F0}" dt="2025-05-09T17:18:13.779" v="3159" actId="27636"/>
        <pc:sldMkLst>
          <pc:docMk/>
          <pc:sldMk cId="1878458843" sldId="309"/>
        </pc:sldMkLst>
        <pc:spChg chg="mod">
          <ac:chgData name="Yvette Delim" userId="1eb1221e-2905-468b-b6ca-e1e332e3c4b6" providerId="ADAL" clId="{D6B9B1E0-642D-4D7B-AFA0-008ADE2C67F0}" dt="2025-05-09T17:18:13.779" v="3159" actId="27636"/>
          <ac:spMkLst>
            <pc:docMk/>
            <pc:sldMk cId="1878458843" sldId="309"/>
            <ac:spMk id="2" creationId="{CC05FF38-6BD6-38E2-A21F-D565CE8948E1}"/>
          </ac:spMkLst>
        </pc:spChg>
      </pc:sldChg>
      <pc:sldChg chg="modSp add mod">
        <pc:chgData name="Yvette Delim" userId="1eb1221e-2905-468b-b6ca-e1e332e3c4b6" providerId="ADAL" clId="{D6B9B1E0-642D-4D7B-AFA0-008ADE2C67F0}" dt="2025-05-08T18:23:15.546" v="3146" actId="20577"/>
        <pc:sldMkLst>
          <pc:docMk/>
          <pc:sldMk cId="1169523784" sldId="310"/>
        </pc:sldMkLst>
        <pc:spChg chg="mod">
          <ac:chgData name="Yvette Delim" userId="1eb1221e-2905-468b-b6ca-e1e332e3c4b6" providerId="ADAL" clId="{D6B9B1E0-642D-4D7B-AFA0-008ADE2C67F0}" dt="2025-05-08T18:23:15.546" v="3146" actId="20577"/>
          <ac:spMkLst>
            <pc:docMk/>
            <pc:sldMk cId="1169523784" sldId="310"/>
            <ac:spMk id="3" creationId="{97B1D7C6-6A50-5E9C-3F50-A9E46AEF1132}"/>
          </ac:spMkLst>
        </pc:spChg>
      </pc:sldChg>
      <pc:sldChg chg="modSp new mod modNotes modNotesTx">
        <pc:chgData name="Yvette Delim" userId="1eb1221e-2905-468b-b6ca-e1e332e3c4b6" providerId="ADAL" clId="{D6B9B1E0-642D-4D7B-AFA0-008ADE2C67F0}" dt="2025-05-08T17:24:28.909" v="3048" actId="20577"/>
        <pc:sldMkLst>
          <pc:docMk/>
          <pc:sldMk cId="2476667439" sldId="311"/>
        </pc:sldMkLst>
      </pc:sldChg>
      <pc:sldChg chg="new modNotes modNotesTx">
        <pc:chgData name="Yvette Delim" userId="1eb1221e-2905-468b-b6ca-e1e332e3c4b6" providerId="ADAL" clId="{D6B9B1E0-642D-4D7B-AFA0-008ADE2C67F0}" dt="2025-05-07T21:03:41.703" v="2683" actId="20577"/>
        <pc:sldMkLst>
          <pc:docMk/>
          <pc:sldMk cId="343299899" sldId="312"/>
        </pc:sldMkLst>
      </pc:sldChg>
      <pc:sldMasterChg chg="modSp addSldLayout modSldLayout">
        <pc:chgData name="Yvette Delim" userId="1eb1221e-2905-468b-b6ca-e1e332e3c4b6" providerId="ADAL" clId="{D6B9B1E0-642D-4D7B-AFA0-008ADE2C67F0}" dt="2025-05-09T17:17:54.415" v="3157" actId="179"/>
        <pc:sldMasterMkLst>
          <pc:docMk/>
          <pc:sldMasterMk cId="58932730" sldId="2147483910"/>
        </pc:sldMasterMkLst>
        <pc:spChg chg="mod">
          <ac:chgData name="Yvette Delim" userId="1eb1221e-2905-468b-b6ca-e1e332e3c4b6" providerId="ADAL" clId="{D6B9B1E0-642D-4D7B-AFA0-008ADE2C67F0}" dt="2025-05-09T17:17:54.415" v="3157" actId="179"/>
          <ac:spMkLst>
            <pc:docMk/>
            <pc:sldMasterMk cId="58932730" sldId="2147483910"/>
            <ac:spMk id="8" creationId="{12D1C9D9-BB2F-4CEE-AB77-E7FB81417221}"/>
          </ac:spMkLst>
        </pc:spChg>
        <pc:sldLayoutChg chg="modSp">
          <pc:chgData name="Yvette Delim" userId="1eb1221e-2905-468b-b6ca-e1e332e3c4b6" providerId="ADAL" clId="{D6B9B1E0-642D-4D7B-AFA0-008ADE2C67F0}" dt="2025-05-07T20:57:49.141" v="2548" actId="20577"/>
          <pc:sldLayoutMkLst>
            <pc:docMk/>
            <pc:sldMasterMk cId="58932730" sldId="2147483910"/>
            <pc:sldLayoutMk cId="4111725238" sldId="2147483952"/>
          </pc:sldLayoutMkLst>
        </pc:sldLayoutChg>
        <pc:sldLayoutChg chg="modSp add mod modTransition">
          <pc:chgData name="Yvette Delim" userId="1eb1221e-2905-468b-b6ca-e1e332e3c4b6" providerId="ADAL" clId="{D6B9B1E0-642D-4D7B-AFA0-008ADE2C67F0}" dt="2025-05-07T20:58:34.328" v="2575" actId="1038"/>
          <pc:sldLayoutMkLst>
            <pc:docMk/>
            <pc:sldMasterMk cId="58932730" sldId="2147483910"/>
            <pc:sldLayoutMk cId="2570707714" sldId="2147483953"/>
          </pc:sldLayoutMkLst>
        </pc:sldLayoutChg>
      </pc:sldMasterChg>
    </pc:docChg>
  </pc:docChgLst>
  <pc:docChgLst>
    <pc:chgData name="Yvette Delim" userId="S::ydelim@comptia.org::1eb1221e-2905-468b-b6ca-e1e332e3c4b6" providerId="AD" clId="Web-{C113A6AE-3E14-CFD0-4D1D-B1BDC3661C6F}"/>
    <pc:docChg chg="delSld modSld">
      <pc:chgData name="Yvette Delim" userId="S::ydelim@comptia.org::1eb1221e-2905-468b-b6ca-e1e332e3c4b6" providerId="AD" clId="Web-{C113A6AE-3E14-CFD0-4D1D-B1BDC3661C6F}" dt="2025-05-07T21:44:57.002" v="9"/>
      <pc:docMkLst>
        <pc:docMk/>
      </pc:docMkLst>
      <pc:sldChg chg="del">
        <pc:chgData name="Yvette Delim" userId="S::ydelim@comptia.org::1eb1221e-2905-468b-b6ca-e1e332e3c4b6" providerId="AD" clId="Web-{C113A6AE-3E14-CFD0-4D1D-B1BDC3661C6F}" dt="2025-05-07T21:44:57.002" v="9"/>
        <pc:sldMkLst>
          <pc:docMk/>
          <pc:sldMk cId="3678982506" sldId="278"/>
        </pc:sldMkLst>
      </pc:sldChg>
      <pc:sldChg chg="modSp">
        <pc:chgData name="Yvette Delim" userId="S::ydelim@comptia.org::1eb1221e-2905-468b-b6ca-e1e332e3c4b6" providerId="AD" clId="Web-{C113A6AE-3E14-CFD0-4D1D-B1BDC3661C6F}" dt="2025-05-07T21:44:46.143" v="8" actId="20577"/>
        <pc:sldMkLst>
          <pc:docMk/>
          <pc:sldMk cId="1878458843" sldId="309"/>
        </pc:sldMkLst>
        <pc:spChg chg="mod">
          <ac:chgData name="Yvette Delim" userId="S::ydelim@comptia.org::1eb1221e-2905-468b-b6ca-e1e332e3c4b6" providerId="AD" clId="Web-{C113A6AE-3E14-CFD0-4D1D-B1BDC3661C6F}" dt="2025-05-07T21:44:46.143" v="8" actId="20577"/>
          <ac:spMkLst>
            <pc:docMk/>
            <pc:sldMk cId="1878458843" sldId="309"/>
            <ac:spMk id="2" creationId="{CC05FF38-6BD6-38E2-A21F-D565CE8948E1}"/>
          </ac:spMkLst>
        </pc:spChg>
      </pc:sldChg>
    </pc:docChg>
  </pc:docChgLst>
  <pc:docChgLst>
    <pc:chgData name="Yvette Delim" userId="1eb1221e-2905-468b-b6ca-e1e332e3c4b6" providerId="ADAL" clId="{290F0DBF-B744-4271-9020-6CBFE871C2FA}"/>
    <pc:docChg chg="modSld modMainMaster">
      <pc:chgData name="Yvette Delim" userId="1eb1221e-2905-468b-b6ca-e1e332e3c4b6" providerId="ADAL" clId="{290F0DBF-B744-4271-9020-6CBFE871C2FA}" dt="2025-04-28T18:58:20.197" v="30" actId="1038"/>
      <pc:docMkLst>
        <pc:docMk/>
      </pc:docMkLst>
      <pc:sldMasterChg chg="addSldLayout modSldLayout">
        <pc:chgData name="Yvette Delim" userId="1eb1221e-2905-468b-b6ca-e1e332e3c4b6" providerId="ADAL" clId="{290F0DBF-B744-4271-9020-6CBFE871C2FA}" dt="2025-04-28T18:58:20.197" v="30" actId="1038"/>
        <pc:sldMasterMkLst>
          <pc:docMk/>
          <pc:sldMasterMk cId="58932730" sldId="2147483910"/>
        </pc:sldMasterMkLst>
        <pc:sldLayoutChg chg="modSp add mod modTransition">
          <pc:chgData name="Yvette Delim" userId="1eb1221e-2905-468b-b6ca-e1e332e3c4b6" providerId="ADAL" clId="{290F0DBF-B744-4271-9020-6CBFE871C2FA}" dt="2025-04-28T18:58:20.197" v="30" actId="1038"/>
          <pc:sldLayoutMkLst>
            <pc:docMk/>
            <pc:sldMasterMk cId="58932730" sldId="2147483910"/>
            <pc:sldLayoutMk cId="2790083631" sldId="2147483949"/>
          </pc:sldLayoutMkLst>
        </pc:sldLayoutChg>
      </pc:sldMasterChg>
    </pc:docChg>
  </pc:docChgLst>
  <pc:docChgLst>
    <pc:chgData name="Yvette Delim" userId="1eb1221e-2905-468b-b6ca-e1e332e3c4b6" providerId="ADAL" clId="{F6F4A0A2-F8AA-43F0-ABFB-1FEA641C4432}"/>
    <pc:docChg chg="undo custSel addSld delSld modSld sldOrd">
      <pc:chgData name="Yvette Delim" userId="1eb1221e-2905-468b-b6ca-e1e332e3c4b6" providerId="ADAL" clId="{F6F4A0A2-F8AA-43F0-ABFB-1FEA641C4432}" dt="2025-05-06T19:02:14.440" v="1588" actId="20577"/>
      <pc:docMkLst>
        <pc:docMk/>
      </pc:docMkLst>
      <pc:sldChg chg="modSp mod">
        <pc:chgData name="Yvette Delim" userId="1eb1221e-2905-468b-b6ca-e1e332e3c4b6" providerId="ADAL" clId="{F6F4A0A2-F8AA-43F0-ABFB-1FEA641C4432}" dt="2025-04-28T19:47:22.270" v="13" actId="139"/>
        <pc:sldMkLst>
          <pc:docMk/>
          <pc:sldMk cId="3995608643" sldId="257"/>
        </pc:sldMkLst>
      </pc:sldChg>
      <pc:sldChg chg="modSp mod ord modNotes modNotesTx">
        <pc:chgData name="Yvette Delim" userId="1eb1221e-2905-468b-b6ca-e1e332e3c4b6" providerId="ADAL" clId="{F6F4A0A2-F8AA-43F0-ABFB-1FEA641C4432}" dt="2025-05-06T18:46:46.258" v="1580" actId="5793"/>
        <pc:sldMkLst>
          <pc:docMk/>
          <pc:sldMk cId="2170154808" sldId="258"/>
        </pc:sldMkLst>
      </pc:sldChg>
      <pc:sldChg chg="modSp mod">
        <pc:chgData name="Yvette Delim" userId="1eb1221e-2905-468b-b6ca-e1e332e3c4b6" providerId="ADAL" clId="{F6F4A0A2-F8AA-43F0-ABFB-1FEA641C4432}" dt="2025-04-28T19:51:47.631" v="71" actId="255"/>
        <pc:sldMkLst>
          <pc:docMk/>
          <pc:sldMk cId="3549381897" sldId="259"/>
        </pc:sldMkLst>
      </pc:sldChg>
      <pc:sldChg chg="addSp delSp modSp mod modClrScheme chgLayout">
        <pc:chgData name="Yvette Delim" userId="1eb1221e-2905-468b-b6ca-e1e332e3c4b6" providerId="ADAL" clId="{F6F4A0A2-F8AA-43F0-ABFB-1FEA641C4432}" dt="2025-05-01T20:48:46.770" v="460" actId="20577"/>
        <pc:sldMkLst>
          <pc:docMk/>
          <pc:sldMk cId="1702716025" sldId="260"/>
        </pc:sldMkLst>
      </pc:sldChg>
      <pc:sldChg chg="del">
        <pc:chgData name="Yvette Delim" userId="1eb1221e-2905-468b-b6ca-e1e332e3c4b6" providerId="ADAL" clId="{F6F4A0A2-F8AA-43F0-ABFB-1FEA641C4432}" dt="2025-05-02T01:13:17.522" v="1448" actId="47"/>
        <pc:sldMkLst>
          <pc:docMk/>
          <pc:sldMk cId="2298346470" sldId="262"/>
        </pc:sldMkLst>
      </pc:sldChg>
      <pc:sldChg chg="del">
        <pc:chgData name="Yvette Delim" userId="1eb1221e-2905-468b-b6ca-e1e332e3c4b6" providerId="ADAL" clId="{F6F4A0A2-F8AA-43F0-ABFB-1FEA641C4432}" dt="2025-05-02T01:13:22.300" v="1449" actId="47"/>
        <pc:sldMkLst>
          <pc:docMk/>
          <pc:sldMk cId="2631819795" sldId="263"/>
        </pc:sldMkLst>
      </pc:sldChg>
      <pc:sldChg chg="new del">
        <pc:chgData name="Yvette Delim" userId="1eb1221e-2905-468b-b6ca-e1e332e3c4b6" providerId="ADAL" clId="{F6F4A0A2-F8AA-43F0-ABFB-1FEA641C4432}" dt="2025-04-28T19:48:16.105" v="17" actId="47"/>
        <pc:sldMkLst>
          <pc:docMk/>
          <pc:sldMk cId="1401178164" sldId="265"/>
        </pc:sldMkLst>
      </pc:sldChg>
      <pc:sldChg chg="modSp add mod">
        <pc:chgData name="Yvette Delim" userId="1eb1221e-2905-468b-b6ca-e1e332e3c4b6" providerId="ADAL" clId="{F6F4A0A2-F8AA-43F0-ABFB-1FEA641C4432}" dt="2025-04-28T19:54:03.166" v="72" actId="6549"/>
        <pc:sldMkLst>
          <pc:docMk/>
          <pc:sldMk cId="2295165259" sldId="265"/>
        </pc:sldMkLst>
      </pc:sldChg>
      <pc:sldChg chg="new del">
        <pc:chgData name="Yvette Delim" userId="1eb1221e-2905-468b-b6ca-e1e332e3c4b6" providerId="ADAL" clId="{F6F4A0A2-F8AA-43F0-ABFB-1FEA641C4432}" dt="2025-04-28T19:48:33.796" v="19" actId="47"/>
        <pc:sldMkLst>
          <pc:docMk/>
          <pc:sldMk cId="3644299184" sldId="265"/>
        </pc:sldMkLst>
      </pc:sldChg>
      <pc:sldChg chg="modSp new mod">
        <pc:chgData name="Yvette Delim" userId="1eb1221e-2905-468b-b6ca-e1e332e3c4b6" providerId="ADAL" clId="{F6F4A0A2-F8AA-43F0-ABFB-1FEA641C4432}" dt="2025-05-05T17:42:59.413" v="1552" actId="6549"/>
        <pc:sldMkLst>
          <pc:docMk/>
          <pc:sldMk cId="768759039" sldId="266"/>
        </pc:sldMkLst>
      </pc:sldChg>
      <pc:sldChg chg="addSp delSp modSp new mod">
        <pc:chgData name="Yvette Delim" userId="1eb1221e-2905-468b-b6ca-e1e332e3c4b6" providerId="ADAL" clId="{F6F4A0A2-F8AA-43F0-ABFB-1FEA641C4432}" dt="2025-05-02T01:04:50.833" v="1418" actId="1076"/>
        <pc:sldMkLst>
          <pc:docMk/>
          <pc:sldMk cId="118820383" sldId="267"/>
        </pc:sldMkLst>
      </pc:sldChg>
      <pc:sldChg chg="addSp delSp modSp add mod">
        <pc:chgData name="Yvette Delim" userId="1eb1221e-2905-468b-b6ca-e1e332e3c4b6" providerId="ADAL" clId="{F6F4A0A2-F8AA-43F0-ABFB-1FEA641C4432}" dt="2025-05-02T01:04:37.258" v="1417" actId="1076"/>
        <pc:sldMkLst>
          <pc:docMk/>
          <pc:sldMk cId="4018795062" sldId="268"/>
        </pc:sldMkLst>
      </pc:sldChg>
      <pc:sldChg chg="modSp new del mod ord">
        <pc:chgData name="Yvette Delim" userId="1eb1221e-2905-468b-b6ca-e1e332e3c4b6" providerId="ADAL" clId="{F6F4A0A2-F8AA-43F0-ABFB-1FEA641C4432}" dt="2025-05-01T18:33:46.013" v="441" actId="2696"/>
        <pc:sldMkLst>
          <pc:docMk/>
          <pc:sldMk cId="1112699275" sldId="269"/>
        </pc:sldMkLst>
      </pc:sldChg>
      <pc:sldChg chg="add del">
        <pc:chgData name="Yvette Delim" userId="1eb1221e-2905-468b-b6ca-e1e332e3c4b6" providerId="ADAL" clId="{F6F4A0A2-F8AA-43F0-ABFB-1FEA641C4432}" dt="2025-05-01T18:33:40.788" v="440" actId="2696"/>
        <pc:sldMkLst>
          <pc:docMk/>
          <pc:sldMk cId="2791046347" sldId="270"/>
        </pc:sldMkLst>
      </pc:sldChg>
      <pc:sldChg chg="modSp new mod">
        <pc:chgData name="Yvette Delim" userId="1eb1221e-2905-468b-b6ca-e1e332e3c4b6" providerId="ADAL" clId="{F6F4A0A2-F8AA-43F0-ABFB-1FEA641C4432}" dt="2025-05-05T17:23:48.907" v="1551" actId="14"/>
        <pc:sldMkLst>
          <pc:docMk/>
          <pc:sldMk cId="854937935" sldId="271"/>
        </pc:sldMkLst>
      </pc:sldChg>
      <pc:sldChg chg="modSp add del mod ord">
        <pc:chgData name="Yvette Delim" userId="1eb1221e-2905-468b-b6ca-e1e332e3c4b6" providerId="ADAL" clId="{F6F4A0A2-F8AA-43F0-ABFB-1FEA641C4432}" dt="2025-05-01T18:33:59.369" v="442" actId="2696"/>
        <pc:sldMkLst>
          <pc:docMk/>
          <pc:sldMk cId="3145964520" sldId="272"/>
        </pc:sldMkLst>
      </pc:sldChg>
      <pc:sldChg chg="addSp delSp modSp new mod">
        <pc:chgData name="Yvette Delim" userId="1eb1221e-2905-468b-b6ca-e1e332e3c4b6" providerId="ADAL" clId="{F6F4A0A2-F8AA-43F0-ABFB-1FEA641C4432}" dt="2025-05-02T16:38:30.511" v="1498" actId="20577"/>
        <pc:sldMkLst>
          <pc:docMk/>
          <pc:sldMk cId="1181436222" sldId="273"/>
        </pc:sldMkLst>
      </pc:sldChg>
      <pc:sldChg chg="addSp delSp modSp new mod modClrScheme chgLayout">
        <pc:chgData name="Yvette Delim" userId="1eb1221e-2905-468b-b6ca-e1e332e3c4b6" providerId="ADAL" clId="{F6F4A0A2-F8AA-43F0-ABFB-1FEA641C4432}" dt="2025-05-06T19:02:14.440" v="1588" actId="20577"/>
        <pc:sldMkLst>
          <pc:docMk/>
          <pc:sldMk cId="3250985680" sldId="274"/>
        </pc:sldMkLst>
      </pc:sldChg>
      <pc:sldChg chg="addSp delSp modSp add mod">
        <pc:chgData name="Yvette Delim" userId="1eb1221e-2905-468b-b6ca-e1e332e3c4b6" providerId="ADAL" clId="{F6F4A0A2-F8AA-43F0-ABFB-1FEA641C4432}" dt="2025-05-02T16:38:39.635" v="1502" actId="20577"/>
        <pc:sldMkLst>
          <pc:docMk/>
          <pc:sldMk cId="475225693" sldId="275"/>
        </pc:sldMkLst>
      </pc:sldChg>
      <pc:sldChg chg="addSp modSp new mod modClrScheme chgLayout">
        <pc:chgData name="Yvette Delim" userId="1eb1221e-2905-468b-b6ca-e1e332e3c4b6" providerId="ADAL" clId="{F6F4A0A2-F8AA-43F0-ABFB-1FEA641C4432}" dt="2025-05-02T16:38:46.579" v="1504" actId="20577"/>
        <pc:sldMkLst>
          <pc:docMk/>
          <pc:sldMk cId="622141998" sldId="276"/>
        </pc:sldMkLst>
      </pc:sldChg>
      <pc:sldChg chg="addSp delSp modSp new del mod modClrScheme chgLayout">
        <pc:chgData name="Yvette Delim" userId="1eb1221e-2905-468b-b6ca-e1e332e3c4b6" providerId="ADAL" clId="{F6F4A0A2-F8AA-43F0-ABFB-1FEA641C4432}" dt="2025-05-01T23:06:09.241" v="624" actId="47"/>
        <pc:sldMkLst>
          <pc:docMk/>
          <pc:sldMk cId="800978551" sldId="277"/>
        </pc:sldMkLst>
      </pc:sldChg>
      <pc:sldChg chg="addSp delSp modSp new mod">
        <pc:chgData name="Yvette Delim" userId="1eb1221e-2905-468b-b6ca-e1e332e3c4b6" providerId="ADAL" clId="{F6F4A0A2-F8AA-43F0-ABFB-1FEA641C4432}" dt="2025-05-01T23:19:22.206" v="758" actId="20577"/>
        <pc:sldMkLst>
          <pc:docMk/>
          <pc:sldMk cId="3762045304" sldId="277"/>
        </pc:sldMkLst>
      </pc:sldChg>
      <pc:sldChg chg="modSp new mod">
        <pc:chgData name="Yvette Delim" userId="1eb1221e-2905-468b-b6ca-e1e332e3c4b6" providerId="ADAL" clId="{F6F4A0A2-F8AA-43F0-ABFB-1FEA641C4432}" dt="2025-05-02T16:28:02.620" v="1482" actId="20577"/>
        <pc:sldMkLst>
          <pc:docMk/>
          <pc:sldMk cId="3678982506" sldId="278"/>
        </pc:sldMkLst>
      </pc:sldChg>
      <pc:sldChg chg="addSp delSp modSp new mod chgLayout">
        <pc:chgData name="Yvette Delim" userId="1eb1221e-2905-468b-b6ca-e1e332e3c4b6" providerId="ADAL" clId="{F6F4A0A2-F8AA-43F0-ABFB-1FEA641C4432}" dt="2025-05-01T23:27:14.079" v="788" actId="20577"/>
        <pc:sldMkLst>
          <pc:docMk/>
          <pc:sldMk cId="2327471343" sldId="279"/>
        </pc:sldMkLst>
      </pc:sldChg>
      <pc:sldChg chg="addSp delSp modSp add mod modClrScheme chgLayout">
        <pc:chgData name="Yvette Delim" userId="1eb1221e-2905-468b-b6ca-e1e332e3c4b6" providerId="ADAL" clId="{F6F4A0A2-F8AA-43F0-ABFB-1FEA641C4432}" dt="2025-05-01T23:37:39.272" v="865"/>
        <pc:sldMkLst>
          <pc:docMk/>
          <pc:sldMk cId="3682215070" sldId="280"/>
        </pc:sldMkLst>
      </pc:sldChg>
      <pc:sldChg chg="delSp modSp new mod modClrScheme chgLayout">
        <pc:chgData name="Yvette Delim" userId="1eb1221e-2905-468b-b6ca-e1e332e3c4b6" providerId="ADAL" clId="{F6F4A0A2-F8AA-43F0-ABFB-1FEA641C4432}" dt="2025-05-01T23:54:04.742" v="942" actId="255"/>
        <pc:sldMkLst>
          <pc:docMk/>
          <pc:sldMk cId="3564386640" sldId="281"/>
        </pc:sldMkLst>
      </pc:sldChg>
      <pc:sldChg chg="addSp delSp modSp add mod modClrScheme chgLayout">
        <pc:chgData name="Yvette Delim" userId="1eb1221e-2905-468b-b6ca-e1e332e3c4b6" providerId="ADAL" clId="{F6F4A0A2-F8AA-43F0-ABFB-1FEA641C4432}" dt="2025-05-01T23:54:29.508" v="946" actId="20577"/>
        <pc:sldMkLst>
          <pc:docMk/>
          <pc:sldMk cId="3550209258" sldId="282"/>
        </pc:sldMkLst>
      </pc:sldChg>
      <pc:sldChg chg="addSp delSp modSp add mod modClrScheme chgLayout">
        <pc:chgData name="Yvette Delim" userId="1eb1221e-2905-468b-b6ca-e1e332e3c4b6" providerId="ADAL" clId="{F6F4A0A2-F8AA-43F0-ABFB-1FEA641C4432}" dt="2025-05-01T23:54:39.593" v="950" actId="20577"/>
        <pc:sldMkLst>
          <pc:docMk/>
          <pc:sldMk cId="96460123" sldId="283"/>
        </pc:sldMkLst>
      </pc:sldChg>
      <pc:sldChg chg="modSp new mod">
        <pc:chgData name="Yvette Delim" userId="1eb1221e-2905-468b-b6ca-e1e332e3c4b6" providerId="ADAL" clId="{F6F4A0A2-F8AA-43F0-ABFB-1FEA641C4432}" dt="2025-05-02T00:10:54.361" v="1062" actId="20577"/>
        <pc:sldMkLst>
          <pc:docMk/>
          <pc:sldMk cId="2676566542" sldId="284"/>
        </pc:sldMkLst>
      </pc:sldChg>
      <pc:sldChg chg="modSp add mod">
        <pc:chgData name="Yvette Delim" userId="1eb1221e-2905-468b-b6ca-e1e332e3c4b6" providerId="ADAL" clId="{F6F4A0A2-F8AA-43F0-ABFB-1FEA641C4432}" dt="2025-05-02T00:11:12.264" v="1065" actId="20577"/>
        <pc:sldMkLst>
          <pc:docMk/>
          <pc:sldMk cId="2259825047" sldId="285"/>
        </pc:sldMkLst>
      </pc:sldChg>
      <pc:sldChg chg="modSp new mod">
        <pc:chgData name="Yvette Delim" userId="1eb1221e-2905-468b-b6ca-e1e332e3c4b6" providerId="ADAL" clId="{F6F4A0A2-F8AA-43F0-ABFB-1FEA641C4432}" dt="2025-05-02T00:11:20.446" v="1067"/>
        <pc:sldMkLst>
          <pc:docMk/>
          <pc:sldMk cId="2704407885" sldId="286"/>
        </pc:sldMkLst>
      </pc:sldChg>
      <pc:sldChg chg="addSp delSp modSp new mod modClrScheme chgLayout">
        <pc:chgData name="Yvette Delim" userId="1eb1221e-2905-468b-b6ca-e1e332e3c4b6" providerId="ADAL" clId="{F6F4A0A2-F8AA-43F0-ABFB-1FEA641C4432}" dt="2025-05-02T00:40:01.735" v="1246" actId="20577"/>
        <pc:sldMkLst>
          <pc:docMk/>
          <pc:sldMk cId="2656989860" sldId="287"/>
        </pc:sldMkLst>
      </pc:sldChg>
      <pc:sldChg chg="modSp new mod">
        <pc:chgData name="Yvette Delim" userId="1eb1221e-2905-468b-b6ca-e1e332e3c4b6" providerId="ADAL" clId="{F6F4A0A2-F8AA-43F0-ABFB-1FEA641C4432}" dt="2025-05-02T00:40:36.497" v="1251" actId="21"/>
        <pc:sldMkLst>
          <pc:docMk/>
          <pc:sldMk cId="3131101751" sldId="288"/>
        </pc:sldMkLst>
      </pc:sldChg>
      <pc:sldChg chg="addSp delSp modSp add mod ord modClrScheme chgLayout">
        <pc:chgData name="Yvette Delim" userId="1eb1221e-2905-468b-b6ca-e1e332e3c4b6" providerId="ADAL" clId="{F6F4A0A2-F8AA-43F0-ABFB-1FEA641C4432}" dt="2025-05-02T01:02:59.154" v="1352" actId="1076"/>
        <pc:sldMkLst>
          <pc:docMk/>
          <pc:sldMk cId="1325574624" sldId="289"/>
        </pc:sldMkLst>
      </pc:sldChg>
      <pc:sldChg chg="addSp delSp modSp add mod modClrScheme chgLayout">
        <pc:chgData name="Yvette Delim" userId="1eb1221e-2905-468b-b6ca-e1e332e3c4b6" providerId="ADAL" clId="{F6F4A0A2-F8AA-43F0-ABFB-1FEA641C4432}" dt="2025-05-02T16:40:02.292" v="1506" actId="20577"/>
        <pc:sldMkLst>
          <pc:docMk/>
          <pc:sldMk cId="4182089878" sldId="290"/>
        </pc:sldMkLst>
      </pc:sldChg>
      <pc:sldChg chg="addSp delSp modSp add mod modClrScheme chgLayout">
        <pc:chgData name="Yvette Delim" userId="1eb1221e-2905-468b-b6ca-e1e332e3c4b6" providerId="ADAL" clId="{F6F4A0A2-F8AA-43F0-ABFB-1FEA641C4432}" dt="2025-05-02T00:57:36.935" v="1329" actId="12788"/>
        <pc:sldMkLst>
          <pc:docMk/>
          <pc:sldMk cId="3863939650" sldId="291"/>
        </pc:sldMkLst>
      </pc:sldChg>
      <pc:sldChg chg="addSp delSp modSp new mod modClrScheme chgLayout">
        <pc:chgData name="Yvette Delim" userId="1eb1221e-2905-468b-b6ca-e1e332e3c4b6" providerId="ADAL" clId="{F6F4A0A2-F8AA-43F0-ABFB-1FEA641C4432}" dt="2025-05-02T01:02:34.752" v="1351" actId="1076"/>
        <pc:sldMkLst>
          <pc:docMk/>
          <pc:sldMk cId="956317542" sldId="292"/>
        </pc:sldMkLst>
      </pc:sldChg>
      <pc:sldChg chg="modSp new mod">
        <pc:chgData name="Yvette Delim" userId="1eb1221e-2905-468b-b6ca-e1e332e3c4b6" providerId="ADAL" clId="{F6F4A0A2-F8AA-43F0-ABFB-1FEA641C4432}" dt="2025-05-02T01:06:24.247" v="1422"/>
        <pc:sldMkLst>
          <pc:docMk/>
          <pc:sldMk cId="3235051181" sldId="293"/>
        </pc:sldMkLst>
      </pc:sldChg>
      <pc:sldChg chg="modSp new mod">
        <pc:chgData name="Yvette Delim" userId="1eb1221e-2905-468b-b6ca-e1e332e3c4b6" providerId="ADAL" clId="{F6F4A0A2-F8AA-43F0-ABFB-1FEA641C4432}" dt="2025-05-02T16:28:32.792" v="1496" actId="20577"/>
        <pc:sldMkLst>
          <pc:docMk/>
          <pc:sldMk cId="3019627366" sldId="294"/>
        </pc:sldMkLst>
      </pc:sldChg>
      <pc:sldChg chg="addSp modSp new mod modClrScheme chgLayout modNotes modNotesTx">
        <pc:chgData name="Yvette Delim" userId="1eb1221e-2905-468b-b6ca-e1e332e3c4b6" providerId="ADAL" clId="{F6F4A0A2-F8AA-43F0-ABFB-1FEA641C4432}" dt="2025-05-02T01:14:00.291" v="1454" actId="700"/>
        <pc:sldMkLst>
          <pc:docMk/>
          <pc:sldMk cId="4204280167" sldId="295"/>
        </pc:sldMkLst>
      </pc:sldChg>
      <pc:sldChg chg="addSp delSp modSp new mod chgLayout modNotes">
        <pc:chgData name="Yvette Delim" userId="1eb1221e-2905-468b-b6ca-e1e332e3c4b6" providerId="ADAL" clId="{F6F4A0A2-F8AA-43F0-ABFB-1FEA641C4432}" dt="2025-05-06T18:43:59.897" v="1556" actId="12"/>
        <pc:sldMkLst>
          <pc:docMk/>
          <pc:sldMk cId="629264104" sldId="296"/>
        </pc:sldMkLst>
      </pc:sldChg>
      <pc:sldChg chg="new del">
        <pc:chgData name="Yvette Delim" userId="1eb1221e-2905-468b-b6ca-e1e332e3c4b6" providerId="ADAL" clId="{F6F4A0A2-F8AA-43F0-ABFB-1FEA641C4432}" dt="2025-05-06T18:42:24.109" v="1554" actId="47"/>
        <pc:sldMkLst>
          <pc:docMk/>
          <pc:sldMk cId="1236886220" sldId="297"/>
        </pc:sldMkLst>
      </pc:sldChg>
      <pc:sldChg chg="modSp new mod">
        <pc:chgData name="Yvette Delim" userId="1eb1221e-2905-468b-b6ca-e1e332e3c4b6" providerId="ADAL" clId="{F6F4A0A2-F8AA-43F0-ABFB-1FEA641C4432}" dt="2025-05-06T18:44:26.525" v="1558"/>
        <pc:sldMkLst>
          <pc:docMk/>
          <pc:sldMk cId="2615260713" sldId="297"/>
        </pc:sldMkLst>
        <pc:spChg chg="mod">
          <ac:chgData name="Yvette Delim" userId="1eb1221e-2905-468b-b6ca-e1e332e3c4b6" providerId="ADAL" clId="{F6F4A0A2-F8AA-43F0-ABFB-1FEA641C4432}" dt="2025-05-06T18:44:26.525" v="1558"/>
          <ac:spMkLst>
            <pc:docMk/>
            <pc:sldMk cId="2615260713" sldId="297"/>
            <ac:spMk id="3" creationId="{E02E4B53-B7C6-1D08-F07F-C168A65984CB}"/>
          </ac:spMkLst>
        </pc:spChg>
      </pc:sldChg>
    </pc:docChg>
  </pc:docChgLst>
  <pc:docChgLst>
    <pc:chgData name="Yvette Delim" userId="1eb1221e-2905-468b-b6ca-e1e332e3c4b6" providerId="ADAL" clId="{DA7A546E-94E1-4582-8A10-7F7943C9DA93}"/>
    <pc:docChg chg="undo custSel addSld delSld modSld modMainMaster">
      <pc:chgData name="Yvette Delim" userId="1eb1221e-2905-468b-b6ca-e1e332e3c4b6" providerId="ADAL" clId="{DA7A546E-94E1-4582-8A10-7F7943C9DA93}" dt="2025-05-06T20:56:06.876" v="418" actId="47"/>
      <pc:docMkLst>
        <pc:docMk/>
      </pc:docMkLst>
      <pc:sldChg chg="modNotesTx">
        <pc:chgData name="Yvette Delim" userId="1eb1221e-2905-468b-b6ca-e1e332e3c4b6" providerId="ADAL" clId="{DA7A546E-94E1-4582-8A10-7F7943C9DA93}" dt="2025-05-06T20:54:10.927" v="417" actId="20577"/>
        <pc:sldMkLst>
          <pc:docMk/>
          <pc:sldMk cId="2170154808" sldId="258"/>
        </pc:sldMkLst>
      </pc:sldChg>
      <pc:sldChg chg="del">
        <pc:chgData name="Yvette Delim" userId="1eb1221e-2905-468b-b6ca-e1e332e3c4b6" providerId="ADAL" clId="{DA7A546E-94E1-4582-8A10-7F7943C9DA93}" dt="2025-05-06T20:56:06.876" v="418" actId="47"/>
        <pc:sldMkLst>
          <pc:docMk/>
          <pc:sldMk cId="3549381897" sldId="259"/>
        </pc:sldMkLst>
      </pc:sldChg>
      <pc:sldChg chg="del">
        <pc:chgData name="Yvette Delim" userId="1eb1221e-2905-468b-b6ca-e1e332e3c4b6" providerId="ADAL" clId="{DA7A546E-94E1-4582-8A10-7F7943C9DA93}" dt="2025-05-06T20:56:06.876" v="418" actId="47"/>
        <pc:sldMkLst>
          <pc:docMk/>
          <pc:sldMk cId="2295165259" sldId="265"/>
        </pc:sldMkLst>
      </pc:sldChg>
      <pc:sldChg chg="addSp delSp modSp del mod modCm">
        <pc:chgData name="Yvette Delim" userId="1eb1221e-2905-468b-b6ca-e1e332e3c4b6" providerId="ADAL" clId="{DA7A546E-94E1-4582-8A10-7F7943C9DA93}" dt="2025-05-06T20:50:24.514" v="368" actId="47"/>
        <pc:sldMkLst>
          <pc:docMk/>
          <pc:sldMk cId="629264104" sldId="296"/>
        </pc:sldMkLst>
        <pc:extLst>
          <p:ext xmlns:p="http://schemas.openxmlformats.org/presentationml/2006/main" uri="{D6D511B9-2390-475A-947B-AFAB55BFBCF1}">
            <pc226:cmChg xmlns:pc226="http://schemas.microsoft.com/office/powerpoint/2022/06/main/command" chg="mod">
              <pc226:chgData name="Yvette Delim" userId="1eb1221e-2905-468b-b6ca-e1e332e3c4b6" providerId="ADAL" clId="{DA7A546E-94E1-4582-8A10-7F7943C9DA93}" dt="2025-05-06T20:47:52.254" v="366" actId="478"/>
              <pc2:cmMkLst xmlns:pc2="http://schemas.microsoft.com/office/powerpoint/2019/9/main/command">
                <pc:docMk/>
                <pc:sldMk cId="629264104" sldId="296"/>
                <pc2:cmMk id="{A50ABA80-35E4-46EC-AFBE-6B2B6A4F8A99}"/>
              </pc2:cmMkLst>
            </pc226:cmChg>
          </p:ext>
        </pc:extLst>
      </pc:sldChg>
      <pc:sldChg chg="addSp delSp modSp mod modClrScheme chgLayout">
        <pc:chgData name="Yvette Delim" userId="1eb1221e-2905-468b-b6ca-e1e332e3c4b6" providerId="ADAL" clId="{DA7A546E-94E1-4582-8A10-7F7943C9DA93}" dt="2025-05-06T20:50:11.984" v="367" actId="700"/>
        <pc:sldMkLst>
          <pc:docMk/>
          <pc:sldMk cId="2615260713" sldId="297"/>
        </pc:sldMkLst>
        <pc:spChg chg="mod ord">
          <ac:chgData name="Yvette Delim" userId="1eb1221e-2905-468b-b6ca-e1e332e3c4b6" providerId="ADAL" clId="{DA7A546E-94E1-4582-8A10-7F7943C9DA93}" dt="2025-05-06T20:50:11.984" v="367" actId="700"/>
          <ac:spMkLst>
            <pc:docMk/>
            <pc:sldMk cId="2615260713" sldId="297"/>
            <ac:spMk id="3" creationId="{E02E4B53-B7C6-1D08-F07F-C168A65984CB}"/>
          </ac:spMkLst>
        </pc:spChg>
        <pc:spChg chg="mod ord">
          <ac:chgData name="Yvette Delim" userId="1eb1221e-2905-468b-b6ca-e1e332e3c4b6" providerId="ADAL" clId="{DA7A546E-94E1-4582-8A10-7F7943C9DA93}" dt="2025-05-06T20:50:11.984" v="367" actId="700"/>
          <ac:spMkLst>
            <pc:docMk/>
            <pc:sldMk cId="2615260713" sldId="297"/>
            <ac:spMk id="4" creationId="{C090C768-1FA1-220C-8EB0-02B46B3FAF18}"/>
          </ac:spMkLst>
        </pc:spChg>
        <pc:spChg chg="add mod ord">
          <ac:chgData name="Yvette Delim" userId="1eb1221e-2905-468b-b6ca-e1e332e3c4b6" providerId="ADAL" clId="{DA7A546E-94E1-4582-8A10-7F7943C9DA93}" dt="2025-05-06T20:50:11.984" v="367" actId="700"/>
          <ac:spMkLst>
            <pc:docMk/>
            <pc:sldMk cId="2615260713" sldId="297"/>
            <ac:spMk id="5" creationId="{3F9B06E0-25E2-2207-FA53-43B03A3DD8B6}"/>
          </ac:spMkLst>
        </pc:spChg>
      </pc:sldChg>
      <pc:sldChg chg="modSp new mod">
        <pc:chgData name="Yvette Delim" userId="1eb1221e-2905-468b-b6ca-e1e332e3c4b6" providerId="ADAL" clId="{DA7A546E-94E1-4582-8A10-7F7943C9DA93}" dt="2025-05-06T20:47:03.274" v="364" actId="20577"/>
        <pc:sldMkLst>
          <pc:docMk/>
          <pc:sldMk cId="1768159664" sldId="298"/>
        </pc:sldMkLst>
      </pc:sldChg>
      <pc:sldMasterChg chg="addSldLayout modSldLayout sldLayoutOrd">
        <pc:chgData name="Yvette Delim" userId="1eb1221e-2905-468b-b6ca-e1e332e3c4b6" providerId="ADAL" clId="{DA7A546E-94E1-4582-8A10-7F7943C9DA93}" dt="2025-05-06T20:41:38.065" v="346" actId="255"/>
        <pc:sldMasterMkLst>
          <pc:docMk/>
          <pc:sldMasterMk cId="58932730" sldId="2147483910"/>
        </pc:sldMasterMkLst>
        <pc:sldLayoutChg chg="ord">
          <pc:chgData name="Yvette Delim" userId="1eb1221e-2905-468b-b6ca-e1e332e3c4b6" providerId="ADAL" clId="{DA7A546E-94E1-4582-8A10-7F7943C9DA93}" dt="2025-05-06T20:21:48.999" v="229" actId="20578"/>
          <pc:sldLayoutMkLst>
            <pc:docMk/>
            <pc:sldMasterMk cId="58932730" sldId="2147483910"/>
            <pc:sldLayoutMk cId="4084809213" sldId="2147483911"/>
          </pc:sldLayoutMkLst>
        </pc:sldLayoutChg>
        <pc:sldLayoutChg chg="addSp modSp">
          <pc:chgData name="Yvette Delim" userId="1eb1221e-2905-468b-b6ca-e1e332e3c4b6" providerId="ADAL" clId="{DA7A546E-94E1-4582-8A10-7F7943C9DA93}" dt="2025-05-06T20:19:19.894" v="216"/>
          <pc:sldLayoutMkLst>
            <pc:docMk/>
            <pc:sldMasterMk cId="58932730" sldId="2147483910"/>
            <pc:sldLayoutMk cId="137773212" sldId="2147483914"/>
          </pc:sldLayoutMkLst>
          <pc:spChg chg="mod">
            <ac:chgData name="Yvette Delim" userId="1eb1221e-2905-468b-b6ca-e1e332e3c4b6" providerId="ADAL" clId="{DA7A546E-94E1-4582-8A10-7F7943C9DA93}" dt="2025-05-06T20:12:09.321" v="85" actId="20577"/>
            <ac:spMkLst>
              <pc:docMk/>
              <pc:sldMasterMk cId="58932730" sldId="2147483910"/>
              <pc:sldLayoutMk cId="137773212" sldId="2147483914"/>
              <ac:spMk id="2" creationId="{FEEC7DB1-AF77-4C23-97D2-AB7420353204}"/>
            </ac:spMkLst>
          </pc:spChg>
        </pc:sldLayoutChg>
        <pc:sldLayoutChg chg="modSp">
          <pc:chgData name="Yvette Delim" userId="1eb1221e-2905-468b-b6ca-e1e332e3c4b6" providerId="ADAL" clId="{DA7A546E-94E1-4582-8A10-7F7943C9DA93}" dt="2025-05-06T20:15:49.603" v="194" actId="20577"/>
          <pc:sldLayoutMkLst>
            <pc:docMk/>
            <pc:sldMasterMk cId="58932730" sldId="2147483910"/>
            <pc:sldLayoutMk cId="3853961223" sldId="2147483917"/>
          </pc:sldLayoutMkLst>
          <pc:spChg chg="mod">
            <ac:chgData name="Yvette Delim" userId="1eb1221e-2905-468b-b6ca-e1e332e3c4b6" providerId="ADAL" clId="{DA7A546E-94E1-4582-8A10-7F7943C9DA93}" dt="2025-05-06T20:15:49.603" v="194" actId="20577"/>
            <ac:spMkLst>
              <pc:docMk/>
              <pc:sldMasterMk cId="58932730" sldId="2147483910"/>
              <pc:sldLayoutMk cId="3853961223" sldId="2147483917"/>
              <ac:spMk id="5" creationId="{FC333B3E-5BEA-4514-BC19-7601420AECFA}"/>
            </ac:spMkLst>
          </pc:spChg>
        </pc:sldLayoutChg>
        <pc:sldLayoutChg chg="modSp">
          <pc:chgData name="Yvette Delim" userId="1eb1221e-2905-468b-b6ca-e1e332e3c4b6" providerId="ADAL" clId="{DA7A546E-94E1-4582-8A10-7F7943C9DA93}" dt="2025-05-06T20:17:59.600" v="210" actId="20577"/>
          <pc:sldLayoutMkLst>
            <pc:docMk/>
            <pc:sldMasterMk cId="58932730" sldId="2147483910"/>
            <pc:sldLayoutMk cId="4103617856" sldId="2147483918"/>
          </pc:sldLayoutMkLst>
          <pc:spChg chg="mod">
            <ac:chgData name="Yvette Delim" userId="1eb1221e-2905-468b-b6ca-e1e332e3c4b6" providerId="ADAL" clId="{DA7A546E-94E1-4582-8A10-7F7943C9DA93}" dt="2025-05-06T20:17:59.600" v="210" actId="20577"/>
            <ac:spMkLst>
              <pc:docMk/>
              <pc:sldMasterMk cId="58932730" sldId="2147483910"/>
              <pc:sldLayoutMk cId="4103617856" sldId="2147483918"/>
              <ac:spMk id="2" creationId="{CBD8AA6A-10F2-4CA6-8925-E15CCE24451A}"/>
            </ac:spMkLst>
          </pc:spChg>
        </pc:sldLayoutChg>
        <pc:sldLayoutChg chg="modSp add mod ord modTransition">
          <pc:chgData name="Yvette Delim" userId="1eb1221e-2905-468b-b6ca-e1e332e3c4b6" providerId="ADAL" clId="{DA7A546E-94E1-4582-8A10-7F7943C9DA93}" dt="2025-05-06T20:17:42.559" v="199" actId="20578"/>
          <pc:sldLayoutMkLst>
            <pc:docMk/>
            <pc:sldMasterMk cId="58932730" sldId="2147483910"/>
            <pc:sldLayoutMk cId="4052621465" sldId="2147483934"/>
          </pc:sldLayoutMkLst>
          <pc:spChg chg="mod">
            <ac:chgData name="Yvette Delim" userId="1eb1221e-2905-468b-b6ca-e1e332e3c4b6" providerId="ADAL" clId="{DA7A546E-94E1-4582-8A10-7F7943C9DA93}" dt="2025-05-06T20:10:49.155" v="73" actId="20577"/>
            <ac:spMkLst>
              <pc:docMk/>
              <pc:sldMasterMk cId="58932730" sldId="2147483910"/>
              <pc:sldLayoutMk cId="4052621465" sldId="2147483934"/>
              <ac:spMk id="2" creationId="{FEEC7DB1-AF77-4C23-97D2-AB7420353204}"/>
            </ac:spMkLst>
          </pc:spChg>
          <pc:spChg chg="mod">
            <ac:chgData name="Yvette Delim" userId="1eb1221e-2905-468b-b6ca-e1e332e3c4b6" providerId="ADAL" clId="{DA7A546E-94E1-4582-8A10-7F7943C9DA93}" dt="2025-05-06T20:10:54.452" v="74" actId="20577"/>
            <ac:spMkLst>
              <pc:docMk/>
              <pc:sldMasterMk cId="58932730" sldId="2147483910"/>
              <pc:sldLayoutMk cId="4052621465" sldId="2147483934"/>
              <ac:spMk id="10" creationId="{9133DACF-FEBA-45AC-9EB7-694DBCD1BE0F}"/>
            </ac:spMkLst>
          </pc:spChg>
        </pc:sldLayoutChg>
        <pc:sldLayoutChg chg="modSp add mod modTransition">
          <pc:chgData name="Yvette Delim" userId="1eb1221e-2905-468b-b6ca-e1e332e3c4b6" providerId="ADAL" clId="{DA7A546E-94E1-4582-8A10-7F7943C9DA93}" dt="2025-05-06T20:14:46.185" v="182" actId="255"/>
          <pc:sldLayoutMkLst>
            <pc:docMk/>
            <pc:sldMasterMk cId="58932730" sldId="2147483910"/>
            <pc:sldLayoutMk cId="2985914211" sldId="2147483935"/>
          </pc:sldLayoutMkLst>
          <pc:spChg chg="mod">
            <ac:chgData name="Yvette Delim" userId="1eb1221e-2905-468b-b6ca-e1e332e3c4b6" providerId="ADAL" clId="{DA7A546E-94E1-4582-8A10-7F7943C9DA93}" dt="2025-05-06T20:14:46.185" v="182" actId="255"/>
            <ac:spMkLst>
              <pc:docMk/>
              <pc:sldMasterMk cId="58932730" sldId="2147483910"/>
              <pc:sldLayoutMk cId="2985914211" sldId="2147483935"/>
              <ac:spMk id="2" creationId="{FEEC7DB1-AF77-4C23-97D2-AB7420353204}"/>
            </ac:spMkLst>
          </pc:spChg>
        </pc:sldLayoutChg>
        <pc:sldLayoutChg chg="modSp add mod modTransition">
          <pc:chgData name="Yvette Delim" userId="1eb1221e-2905-468b-b6ca-e1e332e3c4b6" providerId="ADAL" clId="{DA7A546E-94E1-4582-8A10-7F7943C9DA93}" dt="2025-05-06T20:17:03.327" v="198" actId="255"/>
          <pc:sldLayoutMkLst>
            <pc:docMk/>
            <pc:sldMasterMk cId="58932730" sldId="2147483910"/>
            <pc:sldLayoutMk cId="1517090647" sldId="2147483936"/>
          </pc:sldLayoutMkLst>
          <pc:spChg chg="mod">
            <ac:chgData name="Yvette Delim" userId="1eb1221e-2905-468b-b6ca-e1e332e3c4b6" providerId="ADAL" clId="{DA7A546E-94E1-4582-8A10-7F7943C9DA93}" dt="2025-05-06T20:17:03.327" v="198" actId="255"/>
            <ac:spMkLst>
              <pc:docMk/>
              <pc:sldMasterMk cId="58932730" sldId="2147483910"/>
              <pc:sldLayoutMk cId="1517090647" sldId="2147483936"/>
              <ac:spMk id="5" creationId="{FC333B3E-5BEA-4514-BC19-7601420AECFA}"/>
            </ac:spMkLst>
          </pc:spChg>
        </pc:sldLayoutChg>
        <pc:sldLayoutChg chg="modSp add mod modTransition">
          <pc:chgData name="Yvette Delim" userId="1eb1221e-2905-468b-b6ca-e1e332e3c4b6" providerId="ADAL" clId="{DA7A546E-94E1-4582-8A10-7F7943C9DA93}" dt="2025-05-06T20:35:16.559" v="317" actId="255"/>
          <pc:sldLayoutMkLst>
            <pc:docMk/>
            <pc:sldMasterMk cId="58932730" sldId="2147483910"/>
            <pc:sldLayoutMk cId="583458851" sldId="2147483937"/>
          </pc:sldLayoutMkLst>
          <pc:spChg chg="mod">
            <ac:chgData name="Yvette Delim" userId="1eb1221e-2905-468b-b6ca-e1e332e3c4b6" providerId="ADAL" clId="{DA7A546E-94E1-4582-8A10-7F7943C9DA93}" dt="2025-05-06T20:35:16.559" v="317" actId="255"/>
            <ac:spMkLst>
              <pc:docMk/>
              <pc:sldMasterMk cId="58932730" sldId="2147483910"/>
              <pc:sldLayoutMk cId="583458851" sldId="2147483937"/>
              <ac:spMk id="2" creationId="{CBD8AA6A-10F2-4CA6-8925-E15CCE24451A}"/>
            </ac:spMkLst>
          </pc:spChg>
        </pc:sldLayoutChg>
        <pc:sldLayoutChg chg="addSp delSp modSp add mod ord modTransition">
          <pc:chgData name="Yvette Delim" userId="1eb1221e-2905-468b-b6ca-e1e332e3c4b6" providerId="ADAL" clId="{DA7A546E-94E1-4582-8A10-7F7943C9DA93}" dt="2025-05-06T20:30:22.079" v="289" actId="14100"/>
          <pc:sldLayoutMkLst>
            <pc:docMk/>
            <pc:sldMasterMk cId="58932730" sldId="2147483910"/>
            <pc:sldLayoutMk cId="927130793" sldId="2147483938"/>
          </pc:sldLayoutMkLst>
          <pc:spChg chg="add mod">
            <ac:chgData name="Yvette Delim" userId="1eb1221e-2905-468b-b6ca-e1e332e3c4b6" providerId="ADAL" clId="{DA7A546E-94E1-4582-8A10-7F7943C9DA93}" dt="2025-05-06T20:29:52.524" v="285" actId="14100"/>
            <ac:spMkLst>
              <pc:docMk/>
              <pc:sldMasterMk cId="58932730" sldId="2147483910"/>
              <pc:sldLayoutMk cId="927130793" sldId="2147483938"/>
              <ac:spMk id="4" creationId="{14133404-1EF1-C64B-A104-2BC02D120C37}"/>
            </ac:spMkLst>
          </pc:spChg>
          <pc:spChg chg="add mod">
            <ac:chgData name="Yvette Delim" userId="1eb1221e-2905-468b-b6ca-e1e332e3c4b6" providerId="ADAL" clId="{DA7A546E-94E1-4582-8A10-7F7943C9DA93}" dt="2025-05-06T20:30:22.079" v="289" actId="14100"/>
            <ac:spMkLst>
              <pc:docMk/>
              <pc:sldMasterMk cId="58932730" sldId="2147483910"/>
              <pc:sldLayoutMk cId="927130793" sldId="2147483938"/>
              <ac:spMk id="6" creationId="{B60091C6-A4E2-7816-56F7-8B21A97E0C14}"/>
            </ac:spMkLst>
          </pc:spChg>
        </pc:sldLayoutChg>
        <pc:sldLayoutChg chg="addSp delSp modSp">
          <pc:chgData name="Yvette Delim" userId="1eb1221e-2905-468b-b6ca-e1e332e3c4b6" providerId="ADAL" clId="{DA7A546E-94E1-4582-8A10-7F7943C9DA93}" dt="2025-05-06T20:24:46.497" v="235" actId="11529"/>
          <pc:sldLayoutMkLst>
            <pc:docMk/>
            <pc:sldMasterMk cId="58932730" sldId="2147483910"/>
            <pc:sldLayoutMk cId="688228703" sldId="2147483939"/>
          </pc:sldLayoutMkLst>
        </pc:sldLayoutChg>
        <pc:sldLayoutChg chg="addSp delSp modSp add mod modTransition">
          <pc:chgData name="Yvette Delim" userId="1eb1221e-2905-468b-b6ca-e1e332e3c4b6" providerId="ADAL" clId="{DA7A546E-94E1-4582-8A10-7F7943C9DA93}" dt="2025-05-06T20:38:22.527" v="334" actId="1076"/>
          <pc:sldLayoutMkLst>
            <pc:docMk/>
            <pc:sldMasterMk cId="58932730" sldId="2147483910"/>
            <pc:sldLayoutMk cId="1673279809" sldId="2147483939"/>
          </pc:sldLayoutMkLst>
          <pc:spChg chg="add mod">
            <ac:chgData name="Yvette Delim" userId="1eb1221e-2905-468b-b6ca-e1e332e3c4b6" providerId="ADAL" clId="{DA7A546E-94E1-4582-8A10-7F7943C9DA93}" dt="2025-05-06T20:38:09.631" v="332" actId="1076"/>
            <ac:spMkLst>
              <pc:docMk/>
              <pc:sldMasterMk cId="58932730" sldId="2147483910"/>
              <pc:sldLayoutMk cId="1673279809" sldId="2147483939"/>
              <ac:spMk id="4" creationId="{EC59B256-B3DA-F502-7D0F-6BD97C0C8446}"/>
            </ac:spMkLst>
          </pc:spChg>
          <pc:spChg chg="mod">
            <ac:chgData name="Yvette Delim" userId="1eb1221e-2905-468b-b6ca-e1e332e3c4b6" providerId="ADAL" clId="{DA7A546E-94E1-4582-8A10-7F7943C9DA93}" dt="2025-05-06T20:38:22.527" v="334" actId="1076"/>
            <ac:spMkLst>
              <pc:docMk/>
              <pc:sldMasterMk cId="58932730" sldId="2147483910"/>
              <pc:sldLayoutMk cId="1673279809" sldId="2147483939"/>
              <ac:spMk id="11" creationId="{5E22AB62-0F44-4520-87A4-B6F4E29936B4}"/>
            </ac:spMkLst>
          </pc:spChg>
        </pc:sldLayoutChg>
        <pc:sldLayoutChg chg="modSp add mod ord modTransition">
          <pc:chgData name="Yvette Delim" userId="1eb1221e-2905-468b-b6ca-e1e332e3c4b6" providerId="ADAL" clId="{DA7A546E-94E1-4582-8A10-7F7943C9DA93}" dt="2025-05-06T20:40:29.163" v="343" actId="14100"/>
          <pc:sldLayoutMkLst>
            <pc:docMk/>
            <pc:sldMasterMk cId="58932730" sldId="2147483910"/>
            <pc:sldLayoutMk cId="956967912" sldId="2147483940"/>
          </pc:sldLayoutMkLst>
          <pc:spChg chg="mod">
            <ac:chgData name="Yvette Delim" userId="1eb1221e-2905-468b-b6ca-e1e332e3c4b6" providerId="ADAL" clId="{DA7A546E-94E1-4582-8A10-7F7943C9DA93}" dt="2025-05-06T20:40:29.163" v="343" actId="14100"/>
            <ac:spMkLst>
              <pc:docMk/>
              <pc:sldMasterMk cId="58932730" sldId="2147483910"/>
              <pc:sldLayoutMk cId="956967912" sldId="2147483940"/>
              <ac:spMk id="4" creationId="{EC59B256-B3DA-F502-7D0F-6BD97C0C8446}"/>
            </ac:spMkLst>
          </pc:spChg>
          <pc:spChg chg="mod">
            <ac:chgData name="Yvette Delim" userId="1eb1221e-2905-468b-b6ca-e1e332e3c4b6" providerId="ADAL" clId="{DA7A546E-94E1-4582-8A10-7F7943C9DA93}" dt="2025-05-06T20:28:53.942" v="282" actId="255"/>
            <ac:spMkLst>
              <pc:docMk/>
              <pc:sldMasterMk cId="58932730" sldId="2147483910"/>
              <pc:sldLayoutMk cId="956967912" sldId="2147483940"/>
              <ac:spMk id="5" creationId="{FC333B3E-5BEA-4514-BC19-7601420AECFA}"/>
            </ac:spMkLst>
          </pc:spChg>
        </pc:sldLayoutChg>
        <pc:sldLayoutChg chg="modSp add mod modTransition">
          <pc:chgData name="Yvette Delim" userId="1eb1221e-2905-468b-b6ca-e1e332e3c4b6" providerId="ADAL" clId="{DA7A546E-94E1-4582-8A10-7F7943C9DA93}" dt="2025-05-06T20:31:28.992" v="295"/>
          <pc:sldLayoutMkLst>
            <pc:docMk/>
            <pc:sldMasterMk cId="58932730" sldId="2147483910"/>
            <pc:sldLayoutMk cId="4018889132" sldId="2147483941"/>
          </pc:sldLayoutMkLst>
          <pc:spChg chg="mod">
            <ac:chgData name="Yvette Delim" userId="1eb1221e-2905-468b-b6ca-e1e332e3c4b6" providerId="ADAL" clId="{DA7A546E-94E1-4582-8A10-7F7943C9DA93}" dt="2025-05-06T20:31:28.992" v="295"/>
            <ac:spMkLst>
              <pc:docMk/>
              <pc:sldMasterMk cId="58932730" sldId="2147483910"/>
              <pc:sldLayoutMk cId="4018889132" sldId="2147483941"/>
              <ac:spMk id="2" creationId="{FEEC7DB1-AF77-4C23-97D2-AB7420353204}"/>
            </ac:spMkLst>
          </pc:spChg>
        </pc:sldLayoutChg>
        <pc:sldLayoutChg chg="addSp delSp modSp add mod ord modTransition">
          <pc:chgData name="Yvette Delim" userId="1eb1221e-2905-468b-b6ca-e1e332e3c4b6" providerId="ADAL" clId="{DA7A546E-94E1-4582-8A10-7F7943C9DA93}" dt="2025-05-06T20:34:45.152" v="315" actId="1076"/>
          <pc:sldLayoutMkLst>
            <pc:docMk/>
            <pc:sldMasterMk cId="58932730" sldId="2147483910"/>
            <pc:sldLayoutMk cId="242110922" sldId="2147483942"/>
          </pc:sldLayoutMkLst>
          <pc:spChg chg="add mod">
            <ac:chgData name="Yvette Delim" userId="1eb1221e-2905-468b-b6ca-e1e332e3c4b6" providerId="ADAL" clId="{DA7A546E-94E1-4582-8A10-7F7943C9DA93}" dt="2025-05-06T20:33:10.263" v="301"/>
            <ac:spMkLst>
              <pc:docMk/>
              <pc:sldMasterMk cId="58932730" sldId="2147483910"/>
              <pc:sldLayoutMk cId="242110922" sldId="2147483942"/>
              <ac:spMk id="5" creationId="{6C8108A7-CF6A-E45E-3271-AD5F0CCCBD35}"/>
            </ac:spMkLst>
          </pc:spChg>
          <pc:spChg chg="add mod">
            <ac:chgData name="Yvette Delim" userId="1eb1221e-2905-468b-b6ca-e1e332e3c4b6" providerId="ADAL" clId="{DA7A546E-94E1-4582-8A10-7F7943C9DA93}" dt="2025-05-06T20:33:41.342" v="305" actId="1076"/>
            <ac:spMkLst>
              <pc:docMk/>
              <pc:sldMasterMk cId="58932730" sldId="2147483910"/>
              <pc:sldLayoutMk cId="242110922" sldId="2147483942"/>
              <ac:spMk id="6" creationId="{37ECB071-96AD-8795-C8D4-9A81241975C8}"/>
            </ac:spMkLst>
          </pc:spChg>
          <pc:spChg chg="add mod">
            <ac:chgData name="Yvette Delim" userId="1eb1221e-2905-468b-b6ca-e1e332e3c4b6" providerId="ADAL" clId="{DA7A546E-94E1-4582-8A10-7F7943C9DA93}" dt="2025-05-06T20:34:22.566" v="312" actId="1076"/>
            <ac:spMkLst>
              <pc:docMk/>
              <pc:sldMasterMk cId="58932730" sldId="2147483910"/>
              <pc:sldLayoutMk cId="242110922" sldId="2147483942"/>
              <ac:spMk id="8" creationId="{DE1A393B-AED2-4359-5564-F91E33B7D820}"/>
            </ac:spMkLst>
          </pc:spChg>
          <pc:spChg chg="add mod">
            <ac:chgData name="Yvette Delim" userId="1eb1221e-2905-468b-b6ca-e1e332e3c4b6" providerId="ADAL" clId="{DA7A546E-94E1-4582-8A10-7F7943C9DA93}" dt="2025-05-06T20:34:45.152" v="315" actId="1076"/>
            <ac:spMkLst>
              <pc:docMk/>
              <pc:sldMasterMk cId="58932730" sldId="2147483910"/>
              <pc:sldLayoutMk cId="242110922" sldId="2147483942"/>
              <ac:spMk id="9" creationId="{207D2617-5664-6F18-3225-0FCA4E33CFC3}"/>
            </ac:spMkLst>
          </pc:spChg>
        </pc:sldLayoutChg>
        <pc:sldLayoutChg chg="modSp add mod modTransition">
          <pc:chgData name="Yvette Delim" userId="1eb1221e-2905-468b-b6ca-e1e332e3c4b6" providerId="ADAL" clId="{DA7A546E-94E1-4582-8A10-7F7943C9DA93}" dt="2025-05-06T20:35:31.604" v="319" actId="255"/>
          <pc:sldLayoutMkLst>
            <pc:docMk/>
            <pc:sldMasterMk cId="58932730" sldId="2147483910"/>
            <pc:sldLayoutMk cId="1064194118" sldId="2147483943"/>
          </pc:sldLayoutMkLst>
          <pc:spChg chg="mod">
            <ac:chgData name="Yvette Delim" userId="1eb1221e-2905-468b-b6ca-e1e332e3c4b6" providerId="ADAL" clId="{DA7A546E-94E1-4582-8A10-7F7943C9DA93}" dt="2025-05-06T20:35:31.604" v="319" actId="255"/>
            <ac:spMkLst>
              <pc:docMk/>
              <pc:sldMasterMk cId="58932730" sldId="2147483910"/>
              <pc:sldLayoutMk cId="1064194118" sldId="2147483943"/>
              <ac:spMk id="2" creationId="{CBD8AA6A-10F2-4CA6-8925-E15CCE24451A}"/>
            </ac:spMkLst>
          </pc:spChg>
        </pc:sldLayoutChg>
        <pc:sldLayoutChg chg="modSp add mod ord modTransition">
          <pc:chgData name="Yvette Delim" userId="1eb1221e-2905-468b-b6ca-e1e332e3c4b6" providerId="ADAL" clId="{DA7A546E-94E1-4582-8A10-7F7943C9DA93}" dt="2025-05-06T20:39:28.826" v="339" actId="1076"/>
          <pc:sldLayoutMkLst>
            <pc:docMk/>
            <pc:sldMasterMk cId="58932730" sldId="2147483910"/>
            <pc:sldLayoutMk cId="623132797" sldId="2147483944"/>
          </pc:sldLayoutMkLst>
          <pc:spChg chg="mod">
            <ac:chgData name="Yvette Delim" userId="1eb1221e-2905-468b-b6ca-e1e332e3c4b6" providerId="ADAL" clId="{DA7A546E-94E1-4582-8A10-7F7943C9DA93}" dt="2025-05-06T20:39:28.826" v="339" actId="1076"/>
            <ac:spMkLst>
              <pc:docMk/>
              <pc:sldMasterMk cId="58932730" sldId="2147483910"/>
              <pc:sldLayoutMk cId="623132797" sldId="2147483944"/>
              <ac:spMk id="4" creationId="{EC59B256-B3DA-F502-7D0F-6BD97C0C8446}"/>
            </ac:spMkLst>
          </pc:spChg>
          <pc:spChg chg="mod">
            <ac:chgData name="Yvette Delim" userId="1eb1221e-2905-468b-b6ca-e1e332e3c4b6" providerId="ADAL" clId="{DA7A546E-94E1-4582-8A10-7F7943C9DA93}" dt="2025-05-06T20:37:22.688" v="329" actId="1076"/>
            <ac:spMkLst>
              <pc:docMk/>
              <pc:sldMasterMk cId="58932730" sldId="2147483910"/>
              <pc:sldLayoutMk cId="623132797" sldId="2147483944"/>
              <ac:spMk id="11" creationId="{5E22AB62-0F44-4520-87A4-B6F4E29936B4}"/>
            </ac:spMkLst>
          </pc:spChg>
          <pc:spChg chg="mod">
            <ac:chgData name="Yvette Delim" userId="1eb1221e-2905-468b-b6ca-e1e332e3c4b6" providerId="ADAL" clId="{DA7A546E-94E1-4582-8A10-7F7943C9DA93}" dt="2025-05-06T20:38:53.276" v="337" actId="1076"/>
            <ac:spMkLst>
              <pc:docMk/>
              <pc:sldMasterMk cId="58932730" sldId="2147483910"/>
              <pc:sldLayoutMk cId="623132797" sldId="2147483944"/>
              <ac:spMk id="13" creationId="{0FCEDE76-6906-4DE3-843C-BBB6CA5A2170}"/>
            </ac:spMkLst>
          </pc:spChg>
        </pc:sldLayoutChg>
        <pc:sldLayoutChg chg="modSp add mod modTransition">
          <pc:chgData name="Yvette Delim" userId="1eb1221e-2905-468b-b6ca-e1e332e3c4b6" providerId="ADAL" clId="{DA7A546E-94E1-4582-8A10-7F7943C9DA93}" dt="2025-05-06T20:41:38.065" v="346" actId="255"/>
          <pc:sldLayoutMkLst>
            <pc:docMk/>
            <pc:sldMasterMk cId="58932730" sldId="2147483910"/>
            <pc:sldLayoutMk cId="1915926914" sldId="2147483945"/>
          </pc:sldLayoutMkLst>
          <pc:spChg chg="mod">
            <ac:chgData name="Yvette Delim" userId="1eb1221e-2905-468b-b6ca-e1e332e3c4b6" providerId="ADAL" clId="{DA7A546E-94E1-4582-8A10-7F7943C9DA93}" dt="2025-05-06T20:41:38.065" v="346" actId="255"/>
            <ac:spMkLst>
              <pc:docMk/>
              <pc:sldMasterMk cId="58932730" sldId="2147483910"/>
              <pc:sldLayoutMk cId="1915926914" sldId="2147483945"/>
              <ac:spMk id="5" creationId="{FC333B3E-5BEA-4514-BC19-7601420AECFA}"/>
            </ac:spMkLst>
          </pc:spChg>
        </pc:sldLayoutChg>
        <pc:sldLayoutChg chg="ord">
          <pc:chgData name="Yvette Delim" userId="1eb1221e-2905-468b-b6ca-e1e332e3c4b6" providerId="ADAL" clId="{DA7A546E-94E1-4582-8A10-7F7943C9DA93}" dt="2025-05-06T20:20:36.352" v="221" actId="20578"/>
          <pc:sldLayoutMkLst>
            <pc:docMk/>
            <pc:sldMasterMk cId="58932730" sldId="2147483910"/>
            <pc:sldLayoutMk cId="2001968655" sldId="2147483947"/>
          </pc:sldLayoutMkLst>
        </pc:sldLayoutChg>
        <pc:sldLayoutChg chg="ord">
          <pc:chgData name="Yvette Delim" userId="1eb1221e-2905-468b-b6ca-e1e332e3c4b6" providerId="ADAL" clId="{DA7A546E-94E1-4582-8A10-7F7943C9DA93}" dt="2025-05-06T20:22:05.817" v="230" actId="20578"/>
          <pc:sldLayoutMkLst>
            <pc:docMk/>
            <pc:sldMasterMk cId="58932730" sldId="2147483910"/>
            <pc:sldLayoutMk cId="1974321300" sldId="2147483948"/>
          </pc:sldLayoutMkLst>
        </pc:sldLayoutChg>
        <pc:sldLayoutChg chg="ord">
          <pc:chgData name="Yvette Delim" userId="1eb1221e-2905-468b-b6ca-e1e332e3c4b6" providerId="ADAL" clId="{DA7A546E-94E1-4582-8A10-7F7943C9DA93}" dt="2025-05-06T20:22:08.110" v="231" actId="20578"/>
          <pc:sldLayoutMkLst>
            <pc:docMk/>
            <pc:sldMasterMk cId="58932730" sldId="2147483910"/>
            <pc:sldLayoutMk cId="2790083631" sldId="2147483949"/>
          </pc:sldLayoutMkLst>
        </pc:sldLayoutChg>
        <pc:sldLayoutChg chg="modSp mod ord">
          <pc:chgData name="Yvette Delim" userId="1eb1221e-2905-468b-b6ca-e1e332e3c4b6" providerId="ADAL" clId="{DA7A546E-94E1-4582-8A10-7F7943C9DA93}" dt="2025-05-06T20:18:30.962" v="213" actId="20578"/>
          <pc:sldLayoutMkLst>
            <pc:docMk/>
            <pc:sldMasterMk cId="58932730" sldId="2147483910"/>
            <pc:sldLayoutMk cId="3198385692" sldId="2147483950"/>
          </pc:sldLayoutMkLst>
        </pc:sldLayoutChg>
        <pc:sldLayoutChg chg="modSp mod ord">
          <pc:chgData name="Yvette Delim" userId="1eb1221e-2905-468b-b6ca-e1e332e3c4b6" providerId="ADAL" clId="{DA7A546E-94E1-4582-8A10-7F7943C9DA93}" dt="2025-05-06T20:19:59.361" v="218" actId="108"/>
          <pc:sldLayoutMkLst>
            <pc:docMk/>
            <pc:sldMasterMk cId="58932730" sldId="2147483910"/>
            <pc:sldLayoutMk cId="3241009506" sldId="2147483951"/>
          </pc:sldLayoutMkLst>
        </pc:sldLayoutChg>
      </pc:sldMasterChg>
    </pc:docChg>
  </pc:docChgLst>
  <pc:docChgLst>
    <pc:chgData name="Nicholas Pierce" userId="S::npierce@comptia.global::ee89543b-d064-42d7-b9d5-60e771afdcba" providerId="AD" clId="Web-{C66A9EA5-ACD4-74B9-4B99-53182B97B8AD}"/>
    <pc:docChg chg="modSld">
      <pc:chgData name="Nicholas Pierce" userId="S::npierce@comptia.global::ee89543b-d064-42d7-b9d5-60e771afdcba" providerId="AD" clId="Web-{C66A9EA5-ACD4-74B9-4B99-53182B97B8AD}" dt="2025-06-05T20:44:50.678" v="625" actId="20577"/>
      <pc:docMkLst>
        <pc:docMk/>
      </pc:docMkLst>
      <pc:sldChg chg="modSp modNotes">
        <pc:chgData name="Nicholas Pierce" userId="S::npierce@comptia.global::ee89543b-d064-42d7-b9d5-60e771afdcba" providerId="AD" clId="Web-{C66A9EA5-ACD4-74B9-4B99-53182B97B8AD}" dt="2025-06-05T20:42:27.737" v="438"/>
        <pc:sldMkLst>
          <pc:docMk/>
          <pc:sldMk cId="3868167892" sldId="313"/>
        </pc:sldMkLst>
        <pc:spChg chg="mod">
          <ac:chgData name="Nicholas Pierce" userId="S::npierce@comptia.global::ee89543b-d064-42d7-b9d5-60e771afdcba" providerId="AD" clId="Web-{C66A9EA5-ACD4-74B9-4B99-53182B97B8AD}" dt="2025-06-05T20:37:54.682" v="119" actId="20577"/>
          <ac:spMkLst>
            <pc:docMk/>
            <pc:sldMk cId="3868167892" sldId="313"/>
            <ac:spMk id="3" creationId="{BEF0CD94-701E-BF31-F57D-0F0245971FB7}"/>
          </ac:spMkLst>
        </pc:spChg>
      </pc:sldChg>
      <pc:sldChg chg="modSp modNotes">
        <pc:chgData name="Nicholas Pierce" userId="S::npierce@comptia.global::ee89543b-d064-42d7-b9d5-60e771afdcba" providerId="AD" clId="Web-{C66A9EA5-ACD4-74B9-4B99-53182B97B8AD}" dt="2025-06-05T20:41:49.158" v="369"/>
        <pc:sldMkLst>
          <pc:docMk/>
          <pc:sldMk cId="3201051845" sldId="412"/>
        </pc:sldMkLst>
        <pc:spChg chg="mod">
          <ac:chgData name="Nicholas Pierce" userId="S::npierce@comptia.global::ee89543b-d064-42d7-b9d5-60e771afdcba" providerId="AD" clId="Web-{C66A9EA5-ACD4-74B9-4B99-53182B97B8AD}" dt="2025-06-05T20:39:26.654" v="249" actId="20577"/>
          <ac:spMkLst>
            <pc:docMk/>
            <pc:sldMk cId="3201051845" sldId="412"/>
            <ac:spMk id="3" creationId="{C82494A0-6ADB-87E1-66C2-11AF83706D43}"/>
          </ac:spMkLst>
        </pc:spChg>
        <pc:picChg chg="mod">
          <ac:chgData name="Nicholas Pierce" userId="S::npierce@comptia.global::ee89543b-d064-42d7-b9d5-60e771afdcba" providerId="AD" clId="Web-{C66A9EA5-ACD4-74B9-4B99-53182B97B8AD}" dt="2025-06-05T20:39:34.154" v="250" actId="1076"/>
          <ac:picMkLst>
            <pc:docMk/>
            <pc:sldMk cId="3201051845" sldId="412"/>
            <ac:picMk id="10" creationId="{D065EED0-99CC-4CEA-ED72-9BA04E79B1F5}"/>
          </ac:picMkLst>
        </pc:picChg>
      </pc:sldChg>
      <pc:sldChg chg="modSp modNotes">
        <pc:chgData name="Nicholas Pierce" userId="S::npierce@comptia.global::ee89543b-d064-42d7-b9d5-60e771afdcba" providerId="AD" clId="Web-{C66A9EA5-ACD4-74B9-4B99-53182B97B8AD}" dt="2025-06-05T20:42:34.674" v="439"/>
        <pc:sldMkLst>
          <pc:docMk/>
          <pc:sldMk cId="3941134522" sldId="565"/>
        </pc:sldMkLst>
        <pc:spChg chg="mod">
          <ac:chgData name="Nicholas Pierce" userId="S::npierce@comptia.global::ee89543b-d064-42d7-b9d5-60e771afdcba" providerId="AD" clId="Web-{C66A9EA5-ACD4-74B9-4B99-53182B97B8AD}" dt="2025-06-05T20:41:31.063" v="367" actId="20577"/>
          <ac:spMkLst>
            <pc:docMk/>
            <pc:sldMk cId="3941134522" sldId="565"/>
            <ac:spMk id="3" creationId="{BAB06EB0-33B2-B513-6C4B-408F52305AF2}"/>
          </ac:spMkLst>
        </pc:spChg>
      </pc:sldChg>
      <pc:sldChg chg="modSp modNotes">
        <pc:chgData name="Nicholas Pierce" userId="S::npierce@comptia.global::ee89543b-d064-42d7-b9d5-60e771afdcba" providerId="AD" clId="Web-{C66A9EA5-ACD4-74B9-4B99-53182B97B8AD}" dt="2025-06-05T20:44:22.568" v="591" actId="20577"/>
        <pc:sldMkLst>
          <pc:docMk/>
          <pc:sldMk cId="664070205" sldId="566"/>
        </pc:sldMkLst>
        <pc:spChg chg="mod">
          <ac:chgData name="Nicholas Pierce" userId="S::npierce@comptia.global::ee89543b-d064-42d7-b9d5-60e771afdcba" providerId="AD" clId="Web-{C66A9EA5-ACD4-74B9-4B99-53182B97B8AD}" dt="2025-06-05T20:44:22.568" v="591" actId="20577"/>
          <ac:spMkLst>
            <pc:docMk/>
            <pc:sldMk cId="664070205" sldId="566"/>
            <ac:spMk id="3" creationId="{1E2F7C39-77F2-2CA2-9EFC-F5A634BAC679}"/>
          </ac:spMkLst>
        </pc:spChg>
      </pc:sldChg>
      <pc:sldChg chg="modSp">
        <pc:chgData name="Nicholas Pierce" userId="S::npierce@comptia.global::ee89543b-d064-42d7-b9d5-60e771afdcba" providerId="AD" clId="Web-{C66A9EA5-ACD4-74B9-4B99-53182B97B8AD}" dt="2025-06-05T20:44:50.678" v="625" actId="20577"/>
        <pc:sldMkLst>
          <pc:docMk/>
          <pc:sldMk cId="1760471389" sldId="567"/>
        </pc:sldMkLst>
        <pc:spChg chg="mod">
          <ac:chgData name="Nicholas Pierce" userId="S::npierce@comptia.global::ee89543b-d064-42d7-b9d5-60e771afdcba" providerId="AD" clId="Web-{C66A9EA5-ACD4-74B9-4B99-53182B97B8AD}" dt="2025-06-05T20:44:50.678" v="625" actId="20577"/>
          <ac:spMkLst>
            <pc:docMk/>
            <pc:sldMk cId="1760471389" sldId="567"/>
            <ac:spMk id="3" creationId="{3F9375CA-7E26-5D57-3A32-F6CA6D2D5B06}"/>
          </ac:spMkLst>
        </pc:spChg>
      </pc:sldChg>
    </pc:docChg>
  </pc:docChgLst>
  <pc:docChgLst>
    <pc:chgData name="Elaine Gustafson" userId="8e9fbddc-088d-4145-9000-dcad1c3d1481" providerId="ADAL" clId="{B7D55E0B-BA4A-4E00-9387-3694D4526497}"/>
    <pc:docChg chg="undo custSel modSld sldOrd modMainMaster">
      <pc:chgData name="Elaine Gustafson" userId="8e9fbddc-088d-4145-9000-dcad1c3d1481" providerId="ADAL" clId="{B7D55E0B-BA4A-4E00-9387-3694D4526497}" dt="2025-06-12T16:53:03.034" v="556" actId="20577"/>
      <pc:docMkLst>
        <pc:docMk/>
      </pc:docMkLst>
      <pc:sldChg chg="modSp mod">
        <pc:chgData name="Elaine Gustafson" userId="8e9fbddc-088d-4145-9000-dcad1c3d1481" providerId="ADAL" clId="{B7D55E0B-BA4A-4E00-9387-3694D4526497}" dt="2025-06-10T21:59:43.969" v="25"/>
        <pc:sldMkLst>
          <pc:docMk/>
          <pc:sldMk cId="1878458843" sldId="309"/>
        </pc:sldMkLst>
        <pc:spChg chg="ord">
          <ac:chgData name="Elaine Gustafson" userId="8e9fbddc-088d-4145-9000-dcad1c3d1481" providerId="ADAL" clId="{B7D55E0B-BA4A-4E00-9387-3694D4526497}" dt="2025-06-10T21:59:43.969" v="25"/>
          <ac:spMkLst>
            <pc:docMk/>
            <pc:sldMk cId="1878458843" sldId="309"/>
            <ac:spMk id="3" creationId="{39300C6D-BC0D-637A-EE53-7959660BA3DB}"/>
          </ac:spMkLst>
        </pc:spChg>
      </pc:sldChg>
      <pc:sldChg chg="addSp modSp mod ord">
        <pc:chgData name="Elaine Gustafson" userId="8e9fbddc-088d-4145-9000-dcad1c3d1481" providerId="ADAL" clId="{B7D55E0B-BA4A-4E00-9387-3694D4526497}" dt="2025-06-10T22:01:58.410" v="85"/>
        <pc:sldMkLst>
          <pc:docMk/>
          <pc:sldMk cId="1169523784" sldId="310"/>
        </pc:sldMkLst>
        <pc:spChg chg="ord">
          <ac:chgData name="Elaine Gustafson" userId="8e9fbddc-088d-4145-9000-dcad1c3d1481" providerId="ADAL" clId="{B7D55E0B-BA4A-4E00-9387-3694D4526497}" dt="2025-06-10T22:01:58.410" v="85"/>
          <ac:spMkLst>
            <pc:docMk/>
            <pc:sldMk cId="1169523784" sldId="310"/>
            <ac:spMk id="2" creationId="{62C2B34C-E3CA-6FD2-9D6C-111DC9821A98}"/>
          </ac:spMkLst>
        </pc:spChg>
      </pc:sldChg>
      <pc:sldChg chg="modSp mod modNotesTx">
        <pc:chgData name="Elaine Gustafson" userId="8e9fbddc-088d-4145-9000-dcad1c3d1481" providerId="ADAL" clId="{B7D55E0B-BA4A-4E00-9387-3694D4526497}" dt="2025-06-10T22:03:16.290" v="99" actId="20577"/>
        <pc:sldMkLst>
          <pc:docMk/>
          <pc:sldMk cId="3868167892" sldId="313"/>
        </pc:sldMkLst>
        <pc:spChg chg="mod">
          <ac:chgData name="Elaine Gustafson" userId="8e9fbddc-088d-4145-9000-dcad1c3d1481" providerId="ADAL" clId="{B7D55E0B-BA4A-4E00-9387-3694D4526497}" dt="2025-06-10T22:03:16.290" v="99" actId="20577"/>
          <ac:spMkLst>
            <pc:docMk/>
            <pc:sldMk cId="3868167892" sldId="313"/>
            <ac:spMk id="3" creationId="{BEF0CD94-701E-BF31-F57D-0F0245971FB7}"/>
          </ac:spMkLst>
        </pc:spChg>
      </pc:sldChg>
      <pc:sldChg chg="modSp mod">
        <pc:chgData name="Elaine Gustafson" userId="8e9fbddc-088d-4145-9000-dcad1c3d1481" providerId="ADAL" clId="{B7D55E0B-BA4A-4E00-9387-3694D4526497}" dt="2025-06-11T15:36:19.931" v="267"/>
        <pc:sldMkLst>
          <pc:docMk/>
          <pc:sldMk cId="52830680" sldId="317"/>
        </pc:sldMkLst>
        <pc:spChg chg="ord">
          <ac:chgData name="Elaine Gustafson" userId="8e9fbddc-088d-4145-9000-dcad1c3d1481" providerId="ADAL" clId="{B7D55E0B-BA4A-4E00-9387-3694D4526497}" dt="2025-06-11T15:36:18.383" v="266"/>
          <ac:spMkLst>
            <pc:docMk/>
            <pc:sldMk cId="52830680" sldId="317"/>
            <ac:spMk id="3" creationId="{8941DACA-7038-17B6-0AAA-8768E7AF96EB}"/>
          </ac:spMkLst>
        </pc:spChg>
        <pc:spChg chg="ord">
          <ac:chgData name="Elaine Gustafson" userId="8e9fbddc-088d-4145-9000-dcad1c3d1481" providerId="ADAL" clId="{B7D55E0B-BA4A-4E00-9387-3694D4526497}" dt="2025-06-11T15:36:19.931" v="267"/>
          <ac:spMkLst>
            <pc:docMk/>
            <pc:sldMk cId="52830680" sldId="317"/>
            <ac:spMk id="4" creationId="{0998C8C8-D2C5-FC30-EE1B-3C2AAF4EBB33}"/>
          </ac:spMkLst>
        </pc:spChg>
      </pc:sldChg>
      <pc:sldChg chg="modSp mod">
        <pc:chgData name="Elaine Gustafson" userId="8e9fbddc-088d-4145-9000-dcad1c3d1481" providerId="ADAL" clId="{B7D55E0B-BA4A-4E00-9387-3694D4526497}" dt="2025-06-12T16:40:10.897" v="401" actId="1076"/>
        <pc:sldMkLst>
          <pc:docMk/>
          <pc:sldMk cId="3201051845" sldId="412"/>
        </pc:sldMkLst>
        <pc:spChg chg="mod">
          <ac:chgData name="Elaine Gustafson" userId="8e9fbddc-088d-4145-9000-dcad1c3d1481" providerId="ADAL" clId="{B7D55E0B-BA4A-4E00-9387-3694D4526497}" dt="2025-06-12T16:39:52.724" v="400" actId="20577"/>
          <ac:spMkLst>
            <pc:docMk/>
            <pc:sldMk cId="3201051845" sldId="412"/>
            <ac:spMk id="3" creationId="{C82494A0-6ADB-87E1-66C2-11AF83706D43}"/>
          </ac:spMkLst>
        </pc:spChg>
        <pc:spChg chg="ord">
          <ac:chgData name="Elaine Gustafson" userId="8e9fbddc-088d-4145-9000-dcad1c3d1481" providerId="ADAL" clId="{B7D55E0B-BA4A-4E00-9387-3694D4526497}" dt="2025-06-10T21:58:38.007" v="10"/>
          <ac:spMkLst>
            <pc:docMk/>
            <pc:sldMk cId="3201051845" sldId="412"/>
            <ac:spMk id="4" creationId="{7AEEED80-845D-C597-3013-CA667F2ADCDA}"/>
          </ac:spMkLst>
        </pc:spChg>
        <pc:spChg chg="ord">
          <ac:chgData name="Elaine Gustafson" userId="8e9fbddc-088d-4145-9000-dcad1c3d1481" providerId="ADAL" clId="{B7D55E0B-BA4A-4E00-9387-3694D4526497}" dt="2025-06-10T21:58:41.421" v="11"/>
          <ac:spMkLst>
            <pc:docMk/>
            <pc:sldMk cId="3201051845" sldId="412"/>
            <ac:spMk id="5" creationId="{F243539B-529F-5735-AE9E-0431E14604CD}"/>
          </ac:spMkLst>
        </pc:spChg>
        <pc:picChg chg="mod">
          <ac:chgData name="Elaine Gustafson" userId="8e9fbddc-088d-4145-9000-dcad1c3d1481" providerId="ADAL" clId="{B7D55E0B-BA4A-4E00-9387-3694D4526497}" dt="2025-06-12T16:40:10.897" v="401" actId="1076"/>
          <ac:picMkLst>
            <pc:docMk/>
            <pc:sldMk cId="3201051845" sldId="412"/>
            <ac:picMk id="10" creationId="{D065EED0-99CC-4CEA-ED72-9BA04E79B1F5}"/>
          </ac:picMkLst>
        </pc:picChg>
      </pc:sldChg>
      <pc:sldChg chg="modSp mod">
        <pc:chgData name="Elaine Gustafson" userId="8e9fbddc-088d-4145-9000-dcad1c3d1481" providerId="ADAL" clId="{B7D55E0B-BA4A-4E00-9387-3694D4526497}" dt="2025-06-12T16:48:41.749" v="520" actId="20577"/>
        <pc:sldMkLst>
          <pc:docMk/>
          <pc:sldMk cId="2476857650" sldId="488"/>
        </pc:sldMkLst>
        <pc:spChg chg="mod">
          <ac:chgData name="Elaine Gustafson" userId="8e9fbddc-088d-4145-9000-dcad1c3d1481" providerId="ADAL" clId="{B7D55E0B-BA4A-4E00-9387-3694D4526497}" dt="2025-06-12T16:48:41.749" v="520" actId="20577"/>
          <ac:spMkLst>
            <pc:docMk/>
            <pc:sldMk cId="2476857650" sldId="488"/>
            <ac:spMk id="3" creationId="{BF118F52-6837-3E29-D9F4-2CAB1BD16A6A}"/>
          </ac:spMkLst>
        </pc:spChg>
        <pc:spChg chg="ord">
          <ac:chgData name="Elaine Gustafson" userId="8e9fbddc-088d-4145-9000-dcad1c3d1481" providerId="ADAL" clId="{B7D55E0B-BA4A-4E00-9387-3694D4526497}" dt="2025-06-11T15:38:29.766" v="298"/>
          <ac:spMkLst>
            <pc:docMk/>
            <pc:sldMk cId="2476857650" sldId="488"/>
            <ac:spMk id="4" creationId="{B5856976-ECF1-93DC-D806-1D7446BFC26C}"/>
          </ac:spMkLst>
        </pc:spChg>
        <pc:spChg chg="ord">
          <ac:chgData name="Elaine Gustafson" userId="8e9fbddc-088d-4145-9000-dcad1c3d1481" providerId="ADAL" clId="{B7D55E0B-BA4A-4E00-9387-3694D4526497}" dt="2025-06-11T15:38:33.076" v="299"/>
          <ac:spMkLst>
            <pc:docMk/>
            <pc:sldMk cId="2476857650" sldId="488"/>
            <ac:spMk id="6" creationId="{8868A672-AC60-F35A-C43D-8543B0C6E2A6}"/>
          </ac:spMkLst>
        </pc:spChg>
      </pc:sldChg>
      <pc:sldChg chg="modSp mod">
        <pc:chgData name="Elaine Gustafson" userId="8e9fbddc-088d-4145-9000-dcad1c3d1481" providerId="ADAL" clId="{B7D55E0B-BA4A-4E00-9387-3694D4526497}" dt="2025-06-11T15:37:26.867" v="281"/>
        <pc:sldMkLst>
          <pc:docMk/>
          <pc:sldMk cId="1664212164" sldId="489"/>
        </pc:sldMkLst>
        <pc:spChg chg="ord">
          <ac:chgData name="Elaine Gustafson" userId="8e9fbddc-088d-4145-9000-dcad1c3d1481" providerId="ADAL" clId="{B7D55E0B-BA4A-4E00-9387-3694D4526497}" dt="2025-06-11T15:37:24.981" v="280"/>
          <ac:spMkLst>
            <pc:docMk/>
            <pc:sldMk cId="1664212164" sldId="489"/>
            <ac:spMk id="3" creationId="{3FF1668C-3F55-2D35-0AD9-E62704E43581}"/>
          </ac:spMkLst>
        </pc:spChg>
        <pc:picChg chg="ord">
          <ac:chgData name="Elaine Gustafson" userId="8e9fbddc-088d-4145-9000-dcad1c3d1481" providerId="ADAL" clId="{B7D55E0B-BA4A-4E00-9387-3694D4526497}" dt="2025-06-11T15:37:26.867" v="281"/>
          <ac:picMkLst>
            <pc:docMk/>
            <pc:sldMk cId="1664212164" sldId="489"/>
            <ac:picMk id="5" creationId="{B4B7F0ED-9C8A-E557-7EB8-A757182310DF}"/>
          </ac:picMkLst>
        </pc:picChg>
      </pc:sldChg>
      <pc:sldChg chg="modSp mod">
        <pc:chgData name="Elaine Gustafson" userId="8e9fbddc-088d-4145-9000-dcad1c3d1481" providerId="ADAL" clId="{B7D55E0B-BA4A-4E00-9387-3694D4526497}" dt="2025-06-12T16:43:33.884" v="412" actId="20577"/>
        <pc:sldMkLst>
          <pc:docMk/>
          <pc:sldMk cId="57776708" sldId="500"/>
        </pc:sldMkLst>
        <pc:spChg chg="mod">
          <ac:chgData name="Elaine Gustafson" userId="8e9fbddc-088d-4145-9000-dcad1c3d1481" providerId="ADAL" clId="{B7D55E0B-BA4A-4E00-9387-3694D4526497}" dt="2025-06-12T16:43:33.884" v="412" actId="20577"/>
          <ac:spMkLst>
            <pc:docMk/>
            <pc:sldMk cId="57776708" sldId="500"/>
            <ac:spMk id="3" creationId="{8BE8D574-67F5-4E16-5BD1-2DB5FF1EDD9E}"/>
          </ac:spMkLst>
        </pc:spChg>
      </pc:sldChg>
      <pc:sldChg chg="modSp mod">
        <pc:chgData name="Elaine Gustafson" userId="8e9fbddc-088d-4145-9000-dcad1c3d1481" providerId="ADAL" clId="{B7D55E0B-BA4A-4E00-9387-3694D4526497}" dt="2025-06-11T15:39:30.698" v="306"/>
        <pc:sldMkLst>
          <pc:docMk/>
          <pc:sldMk cId="2682790510" sldId="540"/>
        </pc:sldMkLst>
        <pc:spChg chg="ord">
          <ac:chgData name="Elaine Gustafson" userId="8e9fbddc-088d-4145-9000-dcad1c3d1481" providerId="ADAL" clId="{B7D55E0B-BA4A-4E00-9387-3694D4526497}" dt="2025-06-11T15:39:30.698" v="306"/>
          <ac:spMkLst>
            <pc:docMk/>
            <pc:sldMk cId="2682790510" sldId="540"/>
            <ac:spMk id="3" creationId="{C8FE2B9D-4B39-37C4-0462-81A1AAE14CF8}"/>
          </ac:spMkLst>
        </pc:spChg>
      </pc:sldChg>
      <pc:sldChg chg="addSp modSp mod ord">
        <pc:chgData name="Elaine Gustafson" userId="8e9fbddc-088d-4145-9000-dcad1c3d1481" providerId="ADAL" clId="{B7D55E0B-BA4A-4E00-9387-3694D4526497}" dt="2025-06-10T22:01:43.119" v="78"/>
        <pc:sldMkLst>
          <pc:docMk/>
          <pc:sldMk cId="2478040323" sldId="541"/>
        </pc:sldMkLst>
        <pc:spChg chg="ord">
          <ac:chgData name="Elaine Gustafson" userId="8e9fbddc-088d-4145-9000-dcad1c3d1481" providerId="ADAL" clId="{B7D55E0B-BA4A-4E00-9387-3694D4526497}" dt="2025-06-10T22:01:38.481" v="76"/>
          <ac:spMkLst>
            <pc:docMk/>
            <pc:sldMk cId="2478040323" sldId="541"/>
            <ac:spMk id="3" creationId="{E3DE0C01-6420-AEC9-3616-91CCFC08DF75}"/>
          </ac:spMkLst>
        </pc:spChg>
        <pc:spChg chg="add mod ord">
          <ac:chgData name="Elaine Gustafson" userId="8e9fbddc-088d-4145-9000-dcad1c3d1481" providerId="ADAL" clId="{B7D55E0B-BA4A-4E00-9387-3694D4526497}" dt="2025-06-10T22:01:36.724" v="75"/>
          <ac:spMkLst>
            <pc:docMk/>
            <pc:sldMk cId="2478040323" sldId="541"/>
            <ac:spMk id="4" creationId="{0B11CFE9-6C72-C5C5-DF0E-A0D90C0E33C9}"/>
          </ac:spMkLst>
        </pc:spChg>
      </pc:sldChg>
      <pc:sldChg chg="modSp mod">
        <pc:chgData name="Elaine Gustafson" userId="8e9fbddc-088d-4145-9000-dcad1c3d1481" providerId="ADAL" clId="{B7D55E0B-BA4A-4E00-9387-3694D4526497}" dt="2025-06-11T15:36:43.325" v="270"/>
        <pc:sldMkLst>
          <pc:docMk/>
          <pc:sldMk cId="1961792442" sldId="543"/>
        </pc:sldMkLst>
        <pc:spChg chg="ord">
          <ac:chgData name="Elaine Gustafson" userId="8e9fbddc-088d-4145-9000-dcad1c3d1481" providerId="ADAL" clId="{B7D55E0B-BA4A-4E00-9387-3694D4526497}" dt="2025-06-11T15:36:41.713" v="269"/>
          <ac:spMkLst>
            <pc:docMk/>
            <pc:sldMk cId="1961792442" sldId="543"/>
            <ac:spMk id="3" creationId="{FC9D7070-2D7C-D8CE-0235-85E1AF7771B9}"/>
          </ac:spMkLst>
        </pc:spChg>
        <pc:picChg chg="ord">
          <ac:chgData name="Elaine Gustafson" userId="8e9fbddc-088d-4145-9000-dcad1c3d1481" providerId="ADAL" clId="{B7D55E0B-BA4A-4E00-9387-3694D4526497}" dt="2025-06-11T15:36:43.325" v="270"/>
          <ac:picMkLst>
            <pc:docMk/>
            <pc:sldMk cId="1961792442" sldId="543"/>
            <ac:picMk id="7" creationId="{10B0C591-A7F3-52B9-037C-7DEBB5F88901}"/>
          </ac:picMkLst>
        </pc:picChg>
      </pc:sldChg>
      <pc:sldChg chg="modSp mod">
        <pc:chgData name="Elaine Gustafson" userId="8e9fbddc-088d-4145-9000-dcad1c3d1481" providerId="ADAL" clId="{B7D55E0B-BA4A-4E00-9387-3694D4526497}" dt="2025-06-10T22:07:40.141" v="252" actId="15"/>
        <pc:sldMkLst>
          <pc:docMk/>
          <pc:sldMk cId="2279390461" sldId="550"/>
        </pc:sldMkLst>
        <pc:spChg chg="mod">
          <ac:chgData name="Elaine Gustafson" userId="8e9fbddc-088d-4145-9000-dcad1c3d1481" providerId="ADAL" clId="{B7D55E0B-BA4A-4E00-9387-3694D4526497}" dt="2025-06-10T22:07:40.141" v="252" actId="15"/>
          <ac:spMkLst>
            <pc:docMk/>
            <pc:sldMk cId="2279390461" sldId="550"/>
            <ac:spMk id="3" creationId="{CC15CF77-58AA-12C0-D086-B47E0C678AB2}"/>
          </ac:spMkLst>
        </pc:spChg>
      </pc:sldChg>
      <pc:sldChg chg="modSp mod">
        <pc:chgData name="Elaine Gustafson" userId="8e9fbddc-088d-4145-9000-dcad1c3d1481" providerId="ADAL" clId="{B7D55E0B-BA4A-4E00-9387-3694D4526497}" dt="2025-06-12T16:40:44.464" v="403" actId="6549"/>
        <pc:sldMkLst>
          <pc:docMk/>
          <pc:sldMk cId="664070205" sldId="566"/>
        </pc:sldMkLst>
        <pc:spChg chg="mod">
          <ac:chgData name="Elaine Gustafson" userId="8e9fbddc-088d-4145-9000-dcad1c3d1481" providerId="ADAL" clId="{B7D55E0B-BA4A-4E00-9387-3694D4526497}" dt="2025-06-12T16:40:44.464" v="403" actId="6549"/>
          <ac:spMkLst>
            <pc:docMk/>
            <pc:sldMk cId="664070205" sldId="566"/>
            <ac:spMk id="3" creationId="{1E2F7C39-77F2-2CA2-9EFC-F5A634BAC679}"/>
          </ac:spMkLst>
        </pc:spChg>
      </pc:sldChg>
      <pc:sldChg chg="modSp mod">
        <pc:chgData name="Elaine Gustafson" userId="8e9fbddc-088d-4145-9000-dcad1c3d1481" providerId="ADAL" clId="{B7D55E0B-BA4A-4E00-9387-3694D4526497}" dt="2025-06-10T22:06:08.975" v="223" actId="20577"/>
        <pc:sldMkLst>
          <pc:docMk/>
          <pc:sldMk cId="1760471389" sldId="567"/>
        </pc:sldMkLst>
        <pc:spChg chg="mod">
          <ac:chgData name="Elaine Gustafson" userId="8e9fbddc-088d-4145-9000-dcad1c3d1481" providerId="ADAL" clId="{B7D55E0B-BA4A-4E00-9387-3694D4526497}" dt="2025-06-10T22:06:08.975" v="223" actId="20577"/>
          <ac:spMkLst>
            <pc:docMk/>
            <pc:sldMk cId="1760471389" sldId="567"/>
            <ac:spMk id="3" creationId="{3F9375CA-7E26-5D57-3A32-F6CA6D2D5B06}"/>
          </ac:spMkLst>
        </pc:spChg>
      </pc:sldChg>
      <pc:sldChg chg="modSp mod">
        <pc:chgData name="Elaine Gustafson" userId="8e9fbddc-088d-4145-9000-dcad1c3d1481" providerId="ADAL" clId="{B7D55E0B-BA4A-4E00-9387-3694D4526497}" dt="2025-06-10T21:58:58.691" v="13"/>
        <pc:sldMkLst>
          <pc:docMk/>
          <pc:sldMk cId="3665370577" sldId="568"/>
        </pc:sldMkLst>
        <pc:spChg chg="ord">
          <ac:chgData name="Elaine Gustafson" userId="8e9fbddc-088d-4145-9000-dcad1c3d1481" providerId="ADAL" clId="{B7D55E0B-BA4A-4E00-9387-3694D4526497}" dt="2025-06-10T21:58:58.691" v="13"/>
          <ac:spMkLst>
            <pc:docMk/>
            <pc:sldMk cId="3665370577" sldId="568"/>
            <ac:spMk id="4" creationId="{506C1047-DCC9-3D50-3B21-DE4462A953D3}"/>
          </ac:spMkLst>
        </pc:spChg>
      </pc:sldChg>
      <pc:sldChg chg="modSp mod">
        <pc:chgData name="Elaine Gustafson" userId="8e9fbddc-088d-4145-9000-dcad1c3d1481" providerId="ADAL" clId="{B7D55E0B-BA4A-4E00-9387-3694D4526497}" dt="2025-06-12T16:42:01.484" v="409" actId="20577"/>
        <pc:sldMkLst>
          <pc:docMk/>
          <pc:sldMk cId="2436142003" sldId="569"/>
        </pc:sldMkLst>
        <pc:spChg chg="mod">
          <ac:chgData name="Elaine Gustafson" userId="8e9fbddc-088d-4145-9000-dcad1c3d1481" providerId="ADAL" clId="{B7D55E0B-BA4A-4E00-9387-3694D4526497}" dt="2025-06-12T16:42:01.484" v="409" actId="20577"/>
          <ac:spMkLst>
            <pc:docMk/>
            <pc:sldMk cId="2436142003" sldId="569"/>
            <ac:spMk id="3" creationId="{C6F96774-36B8-B8FC-7220-DEB733B577E6}"/>
          </ac:spMkLst>
        </pc:spChg>
      </pc:sldChg>
      <pc:sldChg chg="modSp mod">
        <pc:chgData name="Elaine Gustafson" userId="8e9fbddc-088d-4145-9000-dcad1c3d1481" providerId="ADAL" clId="{B7D55E0B-BA4A-4E00-9387-3694D4526497}" dt="2025-06-10T21:59:18.001" v="16"/>
        <pc:sldMkLst>
          <pc:docMk/>
          <pc:sldMk cId="231484435" sldId="570"/>
        </pc:sldMkLst>
        <pc:spChg chg="ord">
          <ac:chgData name="Elaine Gustafson" userId="8e9fbddc-088d-4145-9000-dcad1c3d1481" providerId="ADAL" clId="{B7D55E0B-BA4A-4E00-9387-3694D4526497}" dt="2025-06-10T21:59:12.010" v="15"/>
          <ac:spMkLst>
            <pc:docMk/>
            <pc:sldMk cId="231484435" sldId="570"/>
            <ac:spMk id="3" creationId="{FC398259-777A-5465-2F7E-A7C2224B16B6}"/>
          </ac:spMkLst>
        </pc:spChg>
        <pc:spChg chg="ord">
          <ac:chgData name="Elaine Gustafson" userId="8e9fbddc-088d-4145-9000-dcad1c3d1481" providerId="ADAL" clId="{B7D55E0B-BA4A-4E00-9387-3694D4526497}" dt="2025-06-10T21:59:18.001" v="16"/>
          <ac:spMkLst>
            <pc:docMk/>
            <pc:sldMk cId="231484435" sldId="570"/>
            <ac:spMk id="4" creationId="{853169A6-DDFA-0ABF-5A55-9921D6A3D74A}"/>
          </ac:spMkLst>
        </pc:spChg>
      </pc:sldChg>
      <pc:sldChg chg="modSp mod">
        <pc:chgData name="Elaine Gustafson" userId="8e9fbddc-088d-4145-9000-dcad1c3d1481" providerId="ADAL" clId="{B7D55E0B-BA4A-4E00-9387-3694D4526497}" dt="2025-06-10T21:59:32.280" v="24" actId="20577"/>
        <pc:sldMkLst>
          <pc:docMk/>
          <pc:sldMk cId="2571435127" sldId="571"/>
        </pc:sldMkLst>
        <pc:spChg chg="mod">
          <ac:chgData name="Elaine Gustafson" userId="8e9fbddc-088d-4145-9000-dcad1c3d1481" providerId="ADAL" clId="{B7D55E0B-BA4A-4E00-9387-3694D4526497}" dt="2025-06-10T21:59:32.280" v="24" actId="20577"/>
          <ac:spMkLst>
            <pc:docMk/>
            <pc:sldMk cId="2571435127" sldId="571"/>
            <ac:spMk id="3" creationId="{0EE94FFD-C17C-07E9-9AD7-78FF3C715827}"/>
          </ac:spMkLst>
        </pc:spChg>
      </pc:sldChg>
      <pc:sldChg chg="modSp mod">
        <pc:chgData name="Elaine Gustafson" userId="8e9fbddc-088d-4145-9000-dcad1c3d1481" providerId="ADAL" clId="{B7D55E0B-BA4A-4E00-9387-3694D4526497}" dt="2025-06-11T15:37:15.171" v="278"/>
        <pc:sldMkLst>
          <pc:docMk/>
          <pc:sldMk cId="3267495596" sldId="572"/>
        </pc:sldMkLst>
        <pc:spChg chg="ord">
          <ac:chgData name="Elaine Gustafson" userId="8e9fbddc-088d-4145-9000-dcad1c3d1481" providerId="ADAL" clId="{B7D55E0B-BA4A-4E00-9387-3694D4526497}" dt="2025-06-11T15:37:15.171" v="278"/>
          <ac:spMkLst>
            <pc:docMk/>
            <pc:sldMk cId="3267495596" sldId="572"/>
            <ac:spMk id="3" creationId="{11C662A7-52F3-1865-4DDD-57D5F2D5F1B6}"/>
          </ac:spMkLst>
        </pc:spChg>
      </pc:sldChg>
      <pc:sldChg chg="addSp modSp mod ord">
        <pc:chgData name="Elaine Gustafson" userId="8e9fbddc-088d-4145-9000-dcad1c3d1481" providerId="ADAL" clId="{B7D55E0B-BA4A-4E00-9387-3694D4526497}" dt="2025-06-10T22:02:07.139" v="88"/>
        <pc:sldMkLst>
          <pc:docMk/>
          <pc:sldMk cId="847286726" sldId="573"/>
        </pc:sldMkLst>
        <pc:spChg chg="ord">
          <ac:chgData name="Elaine Gustafson" userId="8e9fbddc-088d-4145-9000-dcad1c3d1481" providerId="ADAL" clId="{B7D55E0B-BA4A-4E00-9387-3694D4526497}" dt="2025-06-10T22:02:07.139" v="88"/>
          <ac:spMkLst>
            <pc:docMk/>
            <pc:sldMk cId="847286726" sldId="573"/>
            <ac:spMk id="2" creationId="{F90C521E-511B-4691-00D7-94470631017C}"/>
          </ac:spMkLst>
        </pc:spChg>
      </pc:sldChg>
      <pc:sldChg chg="modSp mod">
        <pc:chgData name="Elaine Gustafson" userId="8e9fbddc-088d-4145-9000-dcad1c3d1481" providerId="ADAL" clId="{B7D55E0B-BA4A-4E00-9387-3694D4526497}" dt="2025-06-10T22:07:21.179" v="248" actId="20577"/>
        <pc:sldMkLst>
          <pc:docMk/>
          <pc:sldMk cId="2244434959" sldId="574"/>
        </pc:sldMkLst>
        <pc:spChg chg="mod">
          <ac:chgData name="Elaine Gustafson" userId="8e9fbddc-088d-4145-9000-dcad1c3d1481" providerId="ADAL" clId="{B7D55E0B-BA4A-4E00-9387-3694D4526497}" dt="2025-06-10T22:07:21.179" v="248" actId="20577"/>
          <ac:spMkLst>
            <pc:docMk/>
            <pc:sldMk cId="2244434959" sldId="574"/>
            <ac:spMk id="3" creationId="{59EECA1C-48D5-48AC-6120-1FEB34308C39}"/>
          </ac:spMkLst>
        </pc:spChg>
      </pc:sldChg>
      <pc:sldChg chg="modSp mod">
        <pc:chgData name="Elaine Gustafson" userId="8e9fbddc-088d-4145-9000-dcad1c3d1481" providerId="ADAL" clId="{B7D55E0B-BA4A-4E00-9387-3694D4526497}" dt="2025-06-11T15:36:57.457" v="273"/>
        <pc:sldMkLst>
          <pc:docMk/>
          <pc:sldMk cId="2344874781" sldId="575"/>
        </pc:sldMkLst>
        <pc:spChg chg="ord">
          <ac:chgData name="Elaine Gustafson" userId="8e9fbddc-088d-4145-9000-dcad1c3d1481" providerId="ADAL" clId="{B7D55E0B-BA4A-4E00-9387-3694D4526497}" dt="2025-06-11T15:36:55.513" v="272"/>
          <ac:spMkLst>
            <pc:docMk/>
            <pc:sldMk cId="2344874781" sldId="575"/>
            <ac:spMk id="3" creationId="{84A7FDA7-F3D0-AD72-0A36-FD9D0FF6214C}"/>
          </ac:spMkLst>
        </pc:spChg>
        <pc:picChg chg="ord">
          <ac:chgData name="Elaine Gustafson" userId="8e9fbddc-088d-4145-9000-dcad1c3d1481" providerId="ADAL" clId="{B7D55E0B-BA4A-4E00-9387-3694D4526497}" dt="2025-06-11T15:36:57.457" v="273"/>
          <ac:picMkLst>
            <pc:docMk/>
            <pc:sldMk cId="2344874781" sldId="575"/>
            <ac:picMk id="6" creationId="{B8B5A7D0-19EB-E88F-6D5E-2FDB766724F3}"/>
          </ac:picMkLst>
        </pc:picChg>
      </pc:sldChg>
      <pc:sldChg chg="modSp mod">
        <pc:chgData name="Elaine Gustafson" userId="8e9fbddc-088d-4145-9000-dcad1c3d1481" providerId="ADAL" clId="{B7D55E0B-BA4A-4E00-9387-3694D4526497}" dt="2025-06-10T22:02:32.822" v="90" actId="2"/>
        <pc:sldMkLst>
          <pc:docMk/>
          <pc:sldMk cId="2216117190" sldId="576"/>
        </pc:sldMkLst>
        <pc:spChg chg="mod">
          <ac:chgData name="Elaine Gustafson" userId="8e9fbddc-088d-4145-9000-dcad1c3d1481" providerId="ADAL" clId="{B7D55E0B-BA4A-4E00-9387-3694D4526497}" dt="2025-06-10T22:02:32.822" v="90" actId="2"/>
          <ac:spMkLst>
            <pc:docMk/>
            <pc:sldMk cId="2216117190" sldId="576"/>
            <ac:spMk id="3" creationId="{6D5A74EA-3ADC-D1D9-D7E4-CED6E293EF4C}"/>
          </ac:spMkLst>
        </pc:spChg>
      </pc:sldChg>
      <pc:sldChg chg="modSp mod">
        <pc:chgData name="Elaine Gustafson" userId="8e9fbddc-088d-4145-9000-dcad1c3d1481" providerId="ADAL" clId="{B7D55E0B-BA4A-4E00-9387-3694D4526497}" dt="2025-06-11T15:37:05.355" v="276"/>
        <pc:sldMkLst>
          <pc:docMk/>
          <pc:sldMk cId="1498049252" sldId="577"/>
        </pc:sldMkLst>
        <pc:spChg chg="ord">
          <ac:chgData name="Elaine Gustafson" userId="8e9fbddc-088d-4145-9000-dcad1c3d1481" providerId="ADAL" clId="{B7D55E0B-BA4A-4E00-9387-3694D4526497}" dt="2025-06-11T15:37:03.526" v="275"/>
          <ac:spMkLst>
            <pc:docMk/>
            <pc:sldMk cId="1498049252" sldId="577"/>
            <ac:spMk id="3" creationId="{2FEAADC2-2FE2-6159-9474-A43BBA3444A0}"/>
          </ac:spMkLst>
        </pc:spChg>
        <pc:spChg chg="ord">
          <ac:chgData name="Elaine Gustafson" userId="8e9fbddc-088d-4145-9000-dcad1c3d1481" providerId="ADAL" clId="{B7D55E0B-BA4A-4E00-9387-3694D4526497}" dt="2025-06-11T15:37:05.355" v="276"/>
          <ac:spMkLst>
            <pc:docMk/>
            <pc:sldMk cId="1498049252" sldId="577"/>
            <ac:spMk id="4" creationId="{26D28B4D-73A4-D64A-6FAE-7A97DAE1E206}"/>
          </ac:spMkLst>
        </pc:spChg>
      </pc:sldChg>
      <pc:sldChg chg="modSp mod">
        <pc:chgData name="Elaine Gustafson" userId="8e9fbddc-088d-4145-9000-dcad1c3d1481" providerId="ADAL" clId="{B7D55E0B-BA4A-4E00-9387-3694D4526497}" dt="2025-06-12T16:45:51.578" v="461" actId="20577"/>
        <pc:sldMkLst>
          <pc:docMk/>
          <pc:sldMk cId="2078518832" sldId="578"/>
        </pc:sldMkLst>
        <pc:spChg chg="mod">
          <ac:chgData name="Elaine Gustafson" userId="8e9fbddc-088d-4145-9000-dcad1c3d1481" providerId="ADAL" clId="{B7D55E0B-BA4A-4E00-9387-3694D4526497}" dt="2025-06-12T16:45:51.578" v="461" actId="20577"/>
          <ac:spMkLst>
            <pc:docMk/>
            <pc:sldMk cId="2078518832" sldId="578"/>
            <ac:spMk id="3" creationId="{0ED57C38-DB4C-2C60-75BB-44DDF418BD92}"/>
          </ac:spMkLst>
        </pc:spChg>
      </pc:sldChg>
      <pc:sldChg chg="modSp mod">
        <pc:chgData name="Elaine Gustafson" userId="8e9fbddc-088d-4145-9000-dcad1c3d1481" providerId="ADAL" clId="{B7D55E0B-BA4A-4E00-9387-3694D4526497}" dt="2025-06-11T15:37:37.372" v="284"/>
        <pc:sldMkLst>
          <pc:docMk/>
          <pc:sldMk cId="3311357890" sldId="579"/>
        </pc:sldMkLst>
        <pc:spChg chg="ord">
          <ac:chgData name="Elaine Gustafson" userId="8e9fbddc-088d-4145-9000-dcad1c3d1481" providerId="ADAL" clId="{B7D55E0B-BA4A-4E00-9387-3694D4526497}" dt="2025-06-11T15:37:34.474" v="283"/>
          <ac:spMkLst>
            <pc:docMk/>
            <pc:sldMk cId="3311357890" sldId="579"/>
            <ac:spMk id="3" creationId="{8834886B-AF35-E00D-4320-5CD0119F201A}"/>
          </ac:spMkLst>
        </pc:spChg>
        <pc:spChg chg="ord">
          <ac:chgData name="Elaine Gustafson" userId="8e9fbddc-088d-4145-9000-dcad1c3d1481" providerId="ADAL" clId="{B7D55E0B-BA4A-4E00-9387-3694D4526497}" dt="2025-06-11T15:37:37.372" v="284"/>
          <ac:spMkLst>
            <pc:docMk/>
            <pc:sldMk cId="3311357890" sldId="579"/>
            <ac:spMk id="7" creationId="{F81948CF-3041-8C18-54F5-AA92460437F1}"/>
          </ac:spMkLst>
        </pc:spChg>
      </pc:sldChg>
      <pc:sldChg chg="modSp mod">
        <pc:chgData name="Elaine Gustafson" userId="8e9fbddc-088d-4145-9000-dcad1c3d1481" providerId="ADAL" clId="{B7D55E0B-BA4A-4E00-9387-3694D4526497}" dt="2025-06-11T15:37:46.811" v="287"/>
        <pc:sldMkLst>
          <pc:docMk/>
          <pc:sldMk cId="2321270701" sldId="581"/>
        </pc:sldMkLst>
        <pc:spChg chg="ord">
          <ac:chgData name="Elaine Gustafson" userId="8e9fbddc-088d-4145-9000-dcad1c3d1481" providerId="ADAL" clId="{B7D55E0B-BA4A-4E00-9387-3694D4526497}" dt="2025-06-11T15:37:43.095" v="286"/>
          <ac:spMkLst>
            <pc:docMk/>
            <pc:sldMk cId="2321270701" sldId="581"/>
            <ac:spMk id="3" creationId="{8C35B328-1E1E-948D-7B3B-6C4C44EF717F}"/>
          </ac:spMkLst>
        </pc:spChg>
        <pc:spChg chg="ord">
          <ac:chgData name="Elaine Gustafson" userId="8e9fbddc-088d-4145-9000-dcad1c3d1481" providerId="ADAL" clId="{B7D55E0B-BA4A-4E00-9387-3694D4526497}" dt="2025-06-11T15:37:46.811" v="287"/>
          <ac:spMkLst>
            <pc:docMk/>
            <pc:sldMk cId="2321270701" sldId="581"/>
            <ac:spMk id="7" creationId="{1BAB84FC-2B1D-6518-1EE0-EC79EC291758}"/>
          </ac:spMkLst>
        </pc:spChg>
      </pc:sldChg>
      <pc:sldChg chg="modSp mod">
        <pc:chgData name="Elaine Gustafson" userId="8e9fbddc-088d-4145-9000-dcad1c3d1481" providerId="ADAL" clId="{B7D55E0B-BA4A-4E00-9387-3694D4526497}" dt="2025-06-11T15:38:00.969" v="290"/>
        <pc:sldMkLst>
          <pc:docMk/>
          <pc:sldMk cId="2090594801" sldId="582"/>
        </pc:sldMkLst>
        <pc:spChg chg="ord">
          <ac:chgData name="Elaine Gustafson" userId="8e9fbddc-088d-4145-9000-dcad1c3d1481" providerId="ADAL" clId="{B7D55E0B-BA4A-4E00-9387-3694D4526497}" dt="2025-06-11T15:37:59.451" v="289"/>
          <ac:spMkLst>
            <pc:docMk/>
            <pc:sldMk cId="2090594801" sldId="582"/>
            <ac:spMk id="3" creationId="{560A1B3B-CF33-13BE-5672-2B84887E70B7}"/>
          </ac:spMkLst>
        </pc:spChg>
        <pc:spChg chg="ord">
          <ac:chgData name="Elaine Gustafson" userId="8e9fbddc-088d-4145-9000-dcad1c3d1481" providerId="ADAL" clId="{B7D55E0B-BA4A-4E00-9387-3694D4526497}" dt="2025-06-11T15:38:00.969" v="290"/>
          <ac:spMkLst>
            <pc:docMk/>
            <pc:sldMk cId="2090594801" sldId="582"/>
            <ac:spMk id="7" creationId="{EB12B5E4-D6F3-DCC1-1F16-800D198288E3}"/>
          </ac:spMkLst>
        </pc:spChg>
      </pc:sldChg>
      <pc:sldChg chg="modSp mod">
        <pc:chgData name="Elaine Gustafson" userId="8e9fbddc-088d-4145-9000-dcad1c3d1481" providerId="ADAL" clId="{B7D55E0B-BA4A-4E00-9387-3694D4526497}" dt="2025-06-12T16:46:59.182" v="472" actId="20577"/>
        <pc:sldMkLst>
          <pc:docMk/>
          <pc:sldMk cId="3635586561" sldId="583"/>
        </pc:sldMkLst>
        <pc:spChg chg="ord">
          <ac:chgData name="Elaine Gustafson" userId="8e9fbddc-088d-4145-9000-dcad1c3d1481" providerId="ADAL" clId="{B7D55E0B-BA4A-4E00-9387-3694D4526497}" dt="2025-06-11T15:38:08.797" v="293"/>
          <ac:spMkLst>
            <pc:docMk/>
            <pc:sldMk cId="3635586561" sldId="583"/>
            <ac:spMk id="3" creationId="{716C26F1-D441-83A3-01BE-7C9EA3D8DDB4}"/>
          </ac:spMkLst>
        </pc:spChg>
        <pc:spChg chg="ord">
          <ac:chgData name="Elaine Gustafson" userId="8e9fbddc-088d-4145-9000-dcad1c3d1481" providerId="ADAL" clId="{B7D55E0B-BA4A-4E00-9387-3694D4526497}" dt="2025-06-11T15:38:05.085" v="291"/>
          <ac:spMkLst>
            <pc:docMk/>
            <pc:sldMk cId="3635586561" sldId="583"/>
            <ac:spMk id="4" creationId="{5BE6DE89-83E1-9B4F-3935-178382FE77CC}"/>
          </ac:spMkLst>
        </pc:spChg>
        <pc:spChg chg="mod">
          <ac:chgData name="Elaine Gustafson" userId="8e9fbddc-088d-4145-9000-dcad1c3d1481" providerId="ADAL" clId="{B7D55E0B-BA4A-4E00-9387-3694D4526497}" dt="2025-06-12T16:46:59.182" v="472" actId="20577"/>
          <ac:spMkLst>
            <pc:docMk/>
            <pc:sldMk cId="3635586561" sldId="583"/>
            <ac:spMk id="15" creationId="{2F665A55-9126-C08C-DADA-CE78B3B7D97D}"/>
          </ac:spMkLst>
        </pc:spChg>
        <pc:picChg chg="mod">
          <ac:chgData name="Elaine Gustafson" userId="8e9fbddc-088d-4145-9000-dcad1c3d1481" providerId="ADAL" clId="{B7D55E0B-BA4A-4E00-9387-3694D4526497}" dt="2025-06-12T16:46:26.312" v="464" actId="1076"/>
          <ac:picMkLst>
            <pc:docMk/>
            <pc:sldMk cId="3635586561" sldId="583"/>
            <ac:picMk id="18" creationId="{203EA881-0D49-7D77-43B2-E5EA7327746C}"/>
          </ac:picMkLst>
        </pc:picChg>
      </pc:sldChg>
      <pc:sldChg chg="modSp mod">
        <pc:chgData name="Elaine Gustafson" userId="8e9fbddc-088d-4145-9000-dcad1c3d1481" providerId="ADAL" clId="{B7D55E0B-BA4A-4E00-9387-3694D4526497}" dt="2025-06-12T16:47:20.487" v="476" actId="20577"/>
        <pc:sldMkLst>
          <pc:docMk/>
          <pc:sldMk cId="3832506423" sldId="585"/>
        </pc:sldMkLst>
        <pc:spChg chg="mod">
          <ac:chgData name="Elaine Gustafson" userId="8e9fbddc-088d-4145-9000-dcad1c3d1481" providerId="ADAL" clId="{B7D55E0B-BA4A-4E00-9387-3694D4526497}" dt="2025-06-12T16:47:20.487" v="476" actId="20577"/>
          <ac:spMkLst>
            <pc:docMk/>
            <pc:sldMk cId="3832506423" sldId="585"/>
            <ac:spMk id="3" creationId="{781E3AEF-4335-51D7-E1DD-C8D1E44CA896}"/>
          </ac:spMkLst>
        </pc:spChg>
      </pc:sldChg>
      <pc:sldChg chg="modSp mod">
        <pc:chgData name="Elaine Gustafson" userId="8e9fbddc-088d-4145-9000-dcad1c3d1481" providerId="ADAL" clId="{B7D55E0B-BA4A-4E00-9387-3694D4526497}" dt="2025-06-11T15:38:24.827" v="296"/>
        <pc:sldMkLst>
          <pc:docMk/>
          <pc:sldMk cId="256475588" sldId="586"/>
        </pc:sldMkLst>
        <pc:spChg chg="ord">
          <ac:chgData name="Elaine Gustafson" userId="8e9fbddc-088d-4145-9000-dcad1c3d1481" providerId="ADAL" clId="{B7D55E0B-BA4A-4E00-9387-3694D4526497}" dt="2025-06-11T15:38:21.777" v="295"/>
          <ac:spMkLst>
            <pc:docMk/>
            <pc:sldMk cId="256475588" sldId="586"/>
            <ac:spMk id="3" creationId="{1B48D3AD-C8A8-CE3E-79BF-EB91E6CD7D42}"/>
          </ac:spMkLst>
        </pc:spChg>
        <pc:spChg chg="ord">
          <ac:chgData name="Elaine Gustafson" userId="8e9fbddc-088d-4145-9000-dcad1c3d1481" providerId="ADAL" clId="{B7D55E0B-BA4A-4E00-9387-3694D4526497}" dt="2025-06-11T15:38:24.827" v="296"/>
          <ac:spMkLst>
            <pc:docMk/>
            <pc:sldMk cId="256475588" sldId="586"/>
            <ac:spMk id="7" creationId="{18352888-1CA4-B441-1A7A-A4E6203D2835}"/>
          </ac:spMkLst>
        </pc:spChg>
      </pc:sldChg>
      <pc:sldChg chg="modSp mod">
        <pc:chgData name="Elaine Gustafson" userId="8e9fbddc-088d-4145-9000-dcad1c3d1481" providerId="ADAL" clId="{B7D55E0B-BA4A-4E00-9387-3694D4526497}" dt="2025-06-12T16:49:43.439" v="525"/>
        <pc:sldMkLst>
          <pc:docMk/>
          <pc:sldMk cId="2917798969" sldId="587"/>
        </pc:sldMkLst>
        <pc:spChg chg="mod">
          <ac:chgData name="Elaine Gustafson" userId="8e9fbddc-088d-4145-9000-dcad1c3d1481" providerId="ADAL" clId="{B7D55E0B-BA4A-4E00-9387-3694D4526497}" dt="2025-06-12T16:49:43.439" v="525"/>
          <ac:spMkLst>
            <pc:docMk/>
            <pc:sldMk cId="2917798969" sldId="587"/>
            <ac:spMk id="3" creationId="{4B87B5D0-E124-D71E-29CD-8C9E9E6AA2D3}"/>
          </ac:spMkLst>
        </pc:spChg>
      </pc:sldChg>
      <pc:sldChg chg="modSp mod">
        <pc:chgData name="Elaine Gustafson" userId="8e9fbddc-088d-4145-9000-dcad1c3d1481" providerId="ADAL" clId="{B7D55E0B-BA4A-4E00-9387-3694D4526497}" dt="2025-06-11T15:38:48.262" v="302"/>
        <pc:sldMkLst>
          <pc:docMk/>
          <pc:sldMk cId="3946430028" sldId="588"/>
        </pc:sldMkLst>
        <pc:spChg chg="ord">
          <ac:chgData name="Elaine Gustafson" userId="8e9fbddc-088d-4145-9000-dcad1c3d1481" providerId="ADAL" clId="{B7D55E0B-BA4A-4E00-9387-3694D4526497}" dt="2025-06-11T15:38:45.916" v="301"/>
          <ac:spMkLst>
            <pc:docMk/>
            <pc:sldMk cId="3946430028" sldId="588"/>
            <ac:spMk id="3" creationId="{ACE88B40-4BE8-D0DE-3ED5-AF5A2937FD07}"/>
          </ac:spMkLst>
        </pc:spChg>
        <pc:picChg chg="ord">
          <ac:chgData name="Elaine Gustafson" userId="8e9fbddc-088d-4145-9000-dcad1c3d1481" providerId="ADAL" clId="{B7D55E0B-BA4A-4E00-9387-3694D4526497}" dt="2025-06-11T15:38:48.262" v="302"/>
          <ac:picMkLst>
            <pc:docMk/>
            <pc:sldMk cId="3946430028" sldId="588"/>
            <ac:picMk id="5" creationId="{57E9180C-86E4-079C-5E5C-C9A7740649DA}"/>
          </ac:picMkLst>
        </pc:picChg>
      </pc:sldChg>
      <pc:sldChg chg="modSp mod">
        <pc:chgData name="Elaine Gustafson" userId="8e9fbddc-088d-4145-9000-dcad1c3d1481" providerId="ADAL" clId="{B7D55E0B-BA4A-4E00-9387-3694D4526497}" dt="2025-06-11T15:38:57.828" v="305"/>
        <pc:sldMkLst>
          <pc:docMk/>
          <pc:sldMk cId="4016575733" sldId="589"/>
        </pc:sldMkLst>
        <pc:spChg chg="ord">
          <ac:chgData name="Elaine Gustafson" userId="8e9fbddc-088d-4145-9000-dcad1c3d1481" providerId="ADAL" clId="{B7D55E0B-BA4A-4E00-9387-3694D4526497}" dt="2025-06-11T15:38:56.054" v="304"/>
          <ac:spMkLst>
            <pc:docMk/>
            <pc:sldMk cId="4016575733" sldId="589"/>
            <ac:spMk id="3" creationId="{26585ABB-2BFD-D6A2-C1FA-4E0A4BA7EF14}"/>
          </ac:spMkLst>
        </pc:spChg>
        <pc:picChg chg="ord">
          <ac:chgData name="Elaine Gustafson" userId="8e9fbddc-088d-4145-9000-dcad1c3d1481" providerId="ADAL" clId="{B7D55E0B-BA4A-4E00-9387-3694D4526497}" dt="2025-06-11T15:38:57.828" v="305"/>
          <ac:picMkLst>
            <pc:docMk/>
            <pc:sldMk cId="4016575733" sldId="589"/>
            <ac:picMk id="5" creationId="{4145A1D5-4831-ACC0-CB99-D6D90D2E8DD7}"/>
          </ac:picMkLst>
        </pc:picChg>
      </pc:sldChg>
      <pc:sldChg chg="modSp mod">
        <pc:chgData name="Elaine Gustafson" userId="8e9fbddc-088d-4145-9000-dcad1c3d1481" providerId="ADAL" clId="{B7D55E0B-BA4A-4E00-9387-3694D4526497}" dt="2025-06-12T16:50:29.885" v="535" actId="20577"/>
        <pc:sldMkLst>
          <pc:docMk/>
          <pc:sldMk cId="3978854914" sldId="590"/>
        </pc:sldMkLst>
        <pc:spChg chg="mod">
          <ac:chgData name="Elaine Gustafson" userId="8e9fbddc-088d-4145-9000-dcad1c3d1481" providerId="ADAL" clId="{B7D55E0B-BA4A-4E00-9387-3694D4526497}" dt="2025-06-12T16:50:29.885" v="535" actId="20577"/>
          <ac:spMkLst>
            <pc:docMk/>
            <pc:sldMk cId="3978854914" sldId="590"/>
            <ac:spMk id="3" creationId="{506E0D6F-B958-40FA-CE7C-69DABF62D796}"/>
          </ac:spMkLst>
        </pc:spChg>
      </pc:sldChg>
      <pc:sldChg chg="modSp mod">
        <pc:chgData name="Elaine Gustafson" userId="8e9fbddc-088d-4145-9000-dcad1c3d1481" providerId="ADAL" clId="{B7D55E0B-BA4A-4E00-9387-3694D4526497}" dt="2025-06-10T22:01:14.019" v="67"/>
        <pc:sldMkLst>
          <pc:docMk/>
          <pc:sldMk cId="2338291296" sldId="591"/>
        </pc:sldMkLst>
        <pc:spChg chg="ord">
          <ac:chgData name="Elaine Gustafson" userId="8e9fbddc-088d-4145-9000-dcad1c3d1481" providerId="ADAL" clId="{B7D55E0B-BA4A-4E00-9387-3694D4526497}" dt="2025-06-10T22:01:11.828" v="66"/>
          <ac:spMkLst>
            <pc:docMk/>
            <pc:sldMk cId="2338291296" sldId="591"/>
            <ac:spMk id="3" creationId="{965E2837-D729-B01A-370A-CF952171D766}"/>
          </ac:spMkLst>
        </pc:spChg>
        <pc:spChg chg="ord">
          <ac:chgData name="Elaine Gustafson" userId="8e9fbddc-088d-4145-9000-dcad1c3d1481" providerId="ADAL" clId="{B7D55E0B-BA4A-4E00-9387-3694D4526497}" dt="2025-06-10T22:01:14.019" v="67"/>
          <ac:spMkLst>
            <pc:docMk/>
            <pc:sldMk cId="2338291296" sldId="591"/>
            <ac:spMk id="7" creationId="{B6F34EFF-B954-03EC-FAFF-3A13C4975149}"/>
          </ac:spMkLst>
        </pc:spChg>
      </pc:sldChg>
      <pc:sldChg chg="modSp mod">
        <pc:chgData name="Elaine Gustafson" userId="8e9fbddc-088d-4145-9000-dcad1c3d1481" providerId="ADAL" clId="{B7D55E0B-BA4A-4E00-9387-3694D4526497}" dt="2025-06-10T22:01:21.355" v="70"/>
        <pc:sldMkLst>
          <pc:docMk/>
          <pc:sldMk cId="3800146421" sldId="592"/>
        </pc:sldMkLst>
        <pc:spChg chg="ord">
          <ac:chgData name="Elaine Gustafson" userId="8e9fbddc-088d-4145-9000-dcad1c3d1481" providerId="ADAL" clId="{B7D55E0B-BA4A-4E00-9387-3694D4526497}" dt="2025-06-10T22:01:19.472" v="69"/>
          <ac:spMkLst>
            <pc:docMk/>
            <pc:sldMk cId="3800146421" sldId="592"/>
            <ac:spMk id="3" creationId="{8E08CCE4-FAC0-8D00-FEEA-86D8FF665A81}"/>
          </ac:spMkLst>
        </pc:spChg>
        <pc:spChg chg="ord">
          <ac:chgData name="Elaine Gustafson" userId="8e9fbddc-088d-4145-9000-dcad1c3d1481" providerId="ADAL" clId="{B7D55E0B-BA4A-4E00-9387-3694D4526497}" dt="2025-06-10T22:01:21.355" v="70"/>
          <ac:spMkLst>
            <pc:docMk/>
            <pc:sldMk cId="3800146421" sldId="592"/>
            <ac:spMk id="7" creationId="{47360139-B5D2-1393-37B8-F7930D513573}"/>
          </ac:spMkLst>
        </pc:spChg>
      </pc:sldChg>
      <pc:sldChg chg="modSp mod">
        <pc:chgData name="Elaine Gustafson" userId="8e9fbddc-088d-4145-9000-dcad1c3d1481" providerId="ADAL" clId="{B7D55E0B-BA4A-4E00-9387-3694D4526497}" dt="2025-06-12T16:53:03.034" v="556" actId="20577"/>
        <pc:sldMkLst>
          <pc:docMk/>
          <pc:sldMk cId="43243098" sldId="593"/>
        </pc:sldMkLst>
        <pc:spChg chg="mod">
          <ac:chgData name="Elaine Gustafson" userId="8e9fbddc-088d-4145-9000-dcad1c3d1481" providerId="ADAL" clId="{B7D55E0B-BA4A-4E00-9387-3694D4526497}" dt="2025-06-12T16:53:03.034" v="556" actId="20577"/>
          <ac:spMkLst>
            <pc:docMk/>
            <pc:sldMk cId="43243098" sldId="593"/>
            <ac:spMk id="3" creationId="{E7D08053-9027-4ED9-76EF-8FEC6C14423C}"/>
          </ac:spMkLst>
        </pc:spChg>
      </pc:sldChg>
      <pc:sldChg chg="modSp mod">
        <pc:chgData name="Elaine Gustafson" userId="8e9fbddc-088d-4145-9000-dcad1c3d1481" providerId="ADAL" clId="{B7D55E0B-BA4A-4E00-9387-3694D4526497}" dt="2025-06-10T22:01:29.299" v="73"/>
        <pc:sldMkLst>
          <pc:docMk/>
          <pc:sldMk cId="397313614" sldId="594"/>
        </pc:sldMkLst>
        <pc:spChg chg="ord">
          <ac:chgData name="Elaine Gustafson" userId="8e9fbddc-088d-4145-9000-dcad1c3d1481" providerId="ADAL" clId="{B7D55E0B-BA4A-4E00-9387-3694D4526497}" dt="2025-06-10T22:01:27.645" v="72"/>
          <ac:spMkLst>
            <pc:docMk/>
            <pc:sldMk cId="397313614" sldId="594"/>
            <ac:spMk id="3" creationId="{81E0E85C-95BF-AC4B-F2D6-0C0201E73379}"/>
          </ac:spMkLst>
        </pc:spChg>
        <pc:picChg chg="ord">
          <ac:chgData name="Elaine Gustafson" userId="8e9fbddc-088d-4145-9000-dcad1c3d1481" providerId="ADAL" clId="{B7D55E0B-BA4A-4E00-9387-3694D4526497}" dt="2025-06-10T22:01:29.299" v="73"/>
          <ac:picMkLst>
            <pc:docMk/>
            <pc:sldMk cId="397313614" sldId="594"/>
            <ac:picMk id="5" creationId="{7AC40F33-032A-84E3-BACE-DA7A091C2FF4}"/>
          </ac:picMkLst>
        </pc:picChg>
      </pc:sldChg>
      <pc:sldMasterChg chg="modSldLayout">
        <pc:chgData name="Elaine Gustafson" userId="8e9fbddc-088d-4145-9000-dcad1c3d1481" providerId="ADAL" clId="{B7D55E0B-BA4A-4E00-9387-3694D4526497}" dt="2025-06-10T21:58:02.490" v="8" actId="20577"/>
        <pc:sldMasterMkLst>
          <pc:docMk/>
          <pc:sldMasterMk cId="58932730" sldId="2147483910"/>
        </pc:sldMasterMkLst>
        <pc:sldLayoutChg chg="modSp mod">
          <pc:chgData name="Elaine Gustafson" userId="8e9fbddc-088d-4145-9000-dcad1c3d1481" providerId="ADAL" clId="{B7D55E0B-BA4A-4E00-9387-3694D4526497}" dt="2025-06-10T21:58:02.490" v="8" actId="20577"/>
          <pc:sldLayoutMkLst>
            <pc:docMk/>
            <pc:sldMasterMk cId="58932730" sldId="2147483910"/>
            <pc:sldLayoutMk cId="3198385692" sldId="2147483950"/>
          </pc:sldLayoutMkLst>
        </pc:sldLayoutChg>
      </pc:sldMasterChg>
    </pc:docChg>
  </pc:docChgLst>
  <pc:docChgLst>
    <pc:chgData name="Amy Glidewell" userId="095a4851-014c-47ed-bf1b-0c4b57406e94" providerId="ADAL" clId="{DE8602E1-C0B3-4C47-883B-C82D0474D809}"/>
    <pc:docChg chg="undo custSel modSld">
      <pc:chgData name="Amy Glidewell" userId="095a4851-014c-47ed-bf1b-0c4b57406e94" providerId="ADAL" clId="{DE8602E1-C0B3-4C47-883B-C82D0474D809}" dt="2025-05-13T18:29:56.851" v="23" actId="1076"/>
      <pc:docMkLst>
        <pc:docMk/>
      </pc:docMkLst>
      <pc:sldChg chg="modSp mod">
        <pc:chgData name="Amy Glidewell" userId="095a4851-014c-47ed-bf1b-0c4b57406e94" providerId="ADAL" clId="{DE8602E1-C0B3-4C47-883B-C82D0474D809}" dt="2025-05-13T18:09:13.364" v="3"/>
        <pc:sldMkLst>
          <pc:docMk/>
          <pc:sldMk cId="590793581" sldId="314"/>
        </pc:sldMkLst>
      </pc:sldChg>
      <pc:sldChg chg="modSp mod">
        <pc:chgData name="Amy Glidewell" userId="095a4851-014c-47ed-bf1b-0c4b57406e94" providerId="ADAL" clId="{DE8602E1-C0B3-4C47-883B-C82D0474D809}" dt="2025-05-13T18:08:13.207" v="0" actId="208"/>
        <pc:sldMkLst>
          <pc:docMk/>
          <pc:sldMk cId="52830680" sldId="317"/>
        </pc:sldMkLst>
      </pc:sldChg>
      <pc:sldChg chg="modSp mod">
        <pc:chgData name="Amy Glidewell" userId="095a4851-014c-47ed-bf1b-0c4b57406e94" providerId="ADAL" clId="{DE8602E1-C0B3-4C47-883B-C82D0474D809}" dt="2025-05-13T18:27:47.725" v="21" actId="962"/>
        <pc:sldMkLst>
          <pc:docMk/>
          <pc:sldMk cId="3518303122" sldId="328"/>
        </pc:sldMkLst>
      </pc:sldChg>
      <pc:sldChg chg="modSp mod">
        <pc:chgData name="Amy Glidewell" userId="095a4851-014c-47ed-bf1b-0c4b57406e94" providerId="ADAL" clId="{DE8602E1-C0B3-4C47-883B-C82D0474D809}" dt="2025-05-13T18:29:20.788" v="22" actId="208"/>
        <pc:sldMkLst>
          <pc:docMk/>
          <pc:sldMk cId="3239892951" sldId="331"/>
        </pc:sldMkLst>
      </pc:sldChg>
      <pc:sldChg chg="modSp mod">
        <pc:chgData name="Amy Glidewell" userId="095a4851-014c-47ed-bf1b-0c4b57406e94" providerId="ADAL" clId="{DE8602E1-C0B3-4C47-883B-C82D0474D809}" dt="2025-05-13T18:15:36.547" v="11" actId="2711"/>
        <pc:sldMkLst>
          <pc:docMk/>
          <pc:sldMk cId="61153059" sldId="366"/>
        </pc:sldMkLst>
      </pc:sldChg>
      <pc:sldChg chg="modSp mod">
        <pc:chgData name="Amy Glidewell" userId="095a4851-014c-47ed-bf1b-0c4b57406e94" providerId="ADAL" clId="{DE8602E1-C0B3-4C47-883B-C82D0474D809}" dt="2025-05-13T18:15:00.840" v="10" actId="14100"/>
        <pc:sldMkLst>
          <pc:docMk/>
          <pc:sldMk cId="2734452679" sldId="367"/>
        </pc:sldMkLst>
      </pc:sldChg>
      <pc:sldChg chg="modSp mod">
        <pc:chgData name="Amy Glidewell" userId="095a4851-014c-47ed-bf1b-0c4b57406e94" providerId="ADAL" clId="{DE8602E1-C0B3-4C47-883B-C82D0474D809}" dt="2025-05-13T18:25:47.419" v="13" actId="962"/>
        <pc:sldMkLst>
          <pc:docMk/>
          <pc:sldMk cId="3337312230" sldId="385"/>
        </pc:sldMkLst>
      </pc:sldChg>
      <pc:sldChg chg="modSp mod">
        <pc:chgData name="Amy Glidewell" userId="095a4851-014c-47ed-bf1b-0c4b57406e94" providerId="ADAL" clId="{DE8602E1-C0B3-4C47-883B-C82D0474D809}" dt="2025-05-13T18:27:27.113" v="17" actId="208"/>
        <pc:sldMkLst>
          <pc:docMk/>
          <pc:sldMk cId="1679106911" sldId="388"/>
        </pc:sldMkLst>
      </pc:sldChg>
      <pc:sldChg chg="modSp mod">
        <pc:chgData name="Amy Glidewell" userId="095a4851-014c-47ed-bf1b-0c4b57406e94" providerId="ADAL" clId="{DE8602E1-C0B3-4C47-883B-C82D0474D809}" dt="2025-05-13T18:29:56.851" v="23" actId="1076"/>
        <pc:sldMkLst>
          <pc:docMk/>
          <pc:sldMk cId="2428098006" sldId="393"/>
        </pc:sldMkLst>
      </pc:sldChg>
    </pc:docChg>
  </pc:docChgLst>
  <pc:docChgLst>
    <pc:chgData name="Nicholas Pierce" userId="S::npierce@comptia.global::ee89543b-d064-42d7-b9d5-60e771afdcba" providerId="AD" clId="Web-{C6368EB7-351D-D959-4E8F-CF57E92421D8}"/>
    <pc:docChg chg="modSld">
      <pc:chgData name="Nicholas Pierce" userId="S::npierce@comptia.global::ee89543b-d064-42d7-b9d5-60e771afdcba" providerId="AD" clId="Web-{C6368EB7-351D-D959-4E8F-CF57E92421D8}" dt="2025-06-11T17:09:59.172" v="293"/>
      <pc:docMkLst>
        <pc:docMk/>
      </pc:docMkLst>
      <pc:sldChg chg="modSp modNotes">
        <pc:chgData name="Nicholas Pierce" userId="S::npierce@comptia.global::ee89543b-d064-42d7-b9d5-60e771afdcba" providerId="AD" clId="Web-{C6368EB7-351D-D959-4E8F-CF57E92421D8}" dt="2025-06-11T17:06:44.384" v="167"/>
        <pc:sldMkLst>
          <pc:docMk/>
          <pc:sldMk cId="2476857650" sldId="488"/>
        </pc:sldMkLst>
        <pc:spChg chg="mod">
          <ac:chgData name="Nicholas Pierce" userId="S::npierce@comptia.global::ee89543b-d064-42d7-b9d5-60e771afdcba" providerId="AD" clId="Web-{C6368EB7-351D-D959-4E8F-CF57E92421D8}" dt="2025-06-11T17:05:57.274" v="91" actId="20577"/>
          <ac:spMkLst>
            <pc:docMk/>
            <pc:sldMk cId="2476857650" sldId="488"/>
            <ac:spMk id="3" creationId="{BF118F52-6837-3E29-D9F4-2CAB1BD16A6A}"/>
          </ac:spMkLst>
        </pc:spChg>
      </pc:sldChg>
      <pc:sldChg chg="modSp modCm modNotes">
        <pc:chgData name="Nicholas Pierce" userId="S::npierce@comptia.global::ee89543b-d064-42d7-b9d5-60e771afdcba" providerId="AD" clId="Web-{C6368EB7-351D-D959-4E8F-CF57E92421D8}" dt="2025-06-11T17:09:59.172" v="293"/>
        <pc:sldMkLst>
          <pc:docMk/>
          <pc:sldMk cId="1760471389" sldId="567"/>
        </pc:sldMkLst>
        <pc:spChg chg="mod">
          <ac:chgData name="Nicholas Pierce" userId="S::npierce@comptia.global::ee89543b-d064-42d7-b9d5-60e771afdcba" providerId="AD" clId="Web-{C6368EB7-351D-D959-4E8F-CF57E92421D8}" dt="2025-06-11T17:08:38.075" v="250" actId="20577"/>
          <ac:spMkLst>
            <pc:docMk/>
            <pc:sldMk cId="1760471389" sldId="567"/>
            <ac:spMk id="3" creationId="{3F9375CA-7E26-5D57-3A32-F6CA6D2D5B06}"/>
          </ac:spMkLst>
        </pc:spChg>
        <pc:extLst>
          <p:ext xmlns:p="http://schemas.openxmlformats.org/presentationml/2006/main" uri="{D6D511B9-2390-475A-947B-AFAB55BFBCF1}">
            <pc226:cmChg xmlns:pc226="http://schemas.microsoft.com/office/powerpoint/2022/06/main/command" chg="mod">
              <pc226:chgData name="Nicholas Pierce" userId="S::npierce@comptia.global::ee89543b-d064-42d7-b9d5-60e771afdcba" providerId="AD" clId="Web-{C6368EB7-351D-D959-4E8F-CF57E92421D8}" dt="2025-06-11T17:08:38.075" v="250" actId="20577"/>
              <pc2:cmMkLst xmlns:pc2="http://schemas.microsoft.com/office/powerpoint/2019/9/main/command">
                <pc:docMk/>
                <pc:sldMk cId="1760471389" sldId="567"/>
                <pc2:cmMk id="{32E64E41-5131-43CA-9350-352AAE72DD03}"/>
              </pc2:cmMkLst>
            </pc226:cmChg>
          </p:ext>
        </pc:extLst>
      </pc:sldChg>
    </pc:docChg>
  </pc:docChgLst>
  <pc:docChgLst>
    <pc:chgData name="Jules Mancini" userId="S::jmancini@comptia.global::4ef8f4fd-9280-4856-883a-0ebf05603c1f" providerId="AD" clId="Web-{4CF1E305-CAB4-A3ED-8D33-4505A5051B37}"/>
    <pc:docChg chg="modSld">
      <pc:chgData name="Jules Mancini" userId="S::jmancini@comptia.global::4ef8f4fd-9280-4856-883a-0ebf05603c1f" providerId="AD" clId="Web-{4CF1E305-CAB4-A3ED-8D33-4505A5051B37}" dt="2025-06-11T17:27:52.893" v="11"/>
      <pc:docMkLst>
        <pc:docMk/>
      </pc:docMkLst>
      <pc:sldChg chg="modNotes">
        <pc:chgData name="Jules Mancini" userId="S::jmancini@comptia.global::4ef8f4fd-9280-4856-883a-0ebf05603c1f" providerId="AD" clId="Web-{4CF1E305-CAB4-A3ED-8D33-4505A5051B37}" dt="2025-06-11T17:27:52.893" v="11"/>
        <pc:sldMkLst>
          <pc:docMk/>
          <pc:sldMk cId="1760471389" sldId="567"/>
        </pc:sldMkLst>
      </pc:sldChg>
    </pc:docChg>
  </pc:docChgLst>
  <pc:docChgLst>
    <pc:chgData name="Katherine Keyes" userId="2cd50168-9358-44e7-b3b2-0786b2b8ee66" providerId="ADAL" clId="{389E2D1B-3571-4453-9F32-EC2942C1FF95}"/>
    <pc:docChg chg="modMainMaster">
      <pc:chgData name="Katherine Keyes" userId="2cd50168-9358-44e7-b3b2-0786b2b8ee66" providerId="ADAL" clId="{389E2D1B-3571-4453-9F32-EC2942C1FF95}" dt="2021-11-02T15:05:59.203" v="1" actId="20578"/>
      <pc:docMkLst>
        <pc:docMk/>
      </pc:docMkLst>
      <pc:sldMasterChg chg="modSldLayout sldLayoutOrd">
        <pc:chgData name="Katherine Keyes" userId="2cd50168-9358-44e7-b3b2-0786b2b8ee66" providerId="ADAL" clId="{389E2D1B-3571-4453-9F32-EC2942C1FF95}" dt="2021-11-02T15:05:59.203" v="1" actId="20578"/>
        <pc:sldMasterMkLst>
          <pc:docMk/>
          <pc:sldMasterMk cId="58932730" sldId="2147483910"/>
        </pc:sldMasterMkLst>
        <pc:sldLayoutChg chg="ord">
          <pc:chgData name="Katherine Keyes" userId="2cd50168-9358-44e7-b3b2-0786b2b8ee66" providerId="ADAL" clId="{389E2D1B-3571-4453-9F32-EC2942C1FF95}" dt="2021-11-02T15:05:59.203" v="1" actId="20578"/>
          <pc:sldLayoutMkLst>
            <pc:docMk/>
            <pc:sldMasterMk cId="58932730" sldId="2147483910"/>
            <pc:sldLayoutMk cId="137773212" sldId="2147483914"/>
          </pc:sldLayoutMkLst>
        </pc:sldLayoutChg>
      </pc:sldMasterChg>
    </pc:docChg>
  </pc:docChgLst>
  <pc:docChgLst>
    <pc:chgData name="Nicholas Pierce" userId="S::npierce@comptia.global::ee89543b-d064-42d7-b9d5-60e771afdcba" providerId="AD" clId="Web-{F56F5EB3-7914-DDC0-31D1-02EEF88D5D36}"/>
    <pc:docChg chg="delSld modSld">
      <pc:chgData name="Nicholas Pierce" userId="S::npierce@comptia.global::ee89543b-d064-42d7-b9d5-60e771afdcba" providerId="AD" clId="Web-{F56F5EB3-7914-DDC0-31D1-02EEF88D5D36}" dt="2025-06-06T02:17:42.329" v="2320"/>
      <pc:docMkLst>
        <pc:docMk/>
      </pc:docMkLst>
      <pc:sldChg chg="modNotes">
        <pc:chgData name="Nicholas Pierce" userId="S::npierce@comptia.global::ee89543b-d064-42d7-b9d5-60e771afdcba" providerId="AD" clId="Web-{F56F5EB3-7914-DDC0-31D1-02EEF88D5D36}" dt="2025-06-05T23:51:44.710" v="488"/>
        <pc:sldMkLst>
          <pc:docMk/>
          <pc:sldMk cId="3201051845" sldId="412"/>
        </pc:sldMkLst>
      </pc:sldChg>
      <pc:sldChg chg="modNotes">
        <pc:chgData name="Nicholas Pierce" userId="S::npierce@comptia.global::ee89543b-d064-42d7-b9d5-60e771afdcba" providerId="AD" clId="Web-{F56F5EB3-7914-DDC0-31D1-02EEF88D5D36}" dt="2025-06-06T02:01:37.293" v="1921"/>
        <pc:sldMkLst>
          <pc:docMk/>
          <pc:sldMk cId="2476857650" sldId="488"/>
        </pc:sldMkLst>
      </pc:sldChg>
      <pc:sldChg chg="modSp modNotes">
        <pc:chgData name="Nicholas Pierce" userId="S::npierce@comptia.global::ee89543b-d064-42d7-b9d5-60e771afdcba" providerId="AD" clId="Web-{F56F5EB3-7914-DDC0-31D1-02EEF88D5D36}" dt="2025-06-06T00:37:03.155" v="969" actId="20577"/>
        <pc:sldMkLst>
          <pc:docMk/>
          <pc:sldMk cId="57776708" sldId="500"/>
        </pc:sldMkLst>
        <pc:spChg chg="mod">
          <ac:chgData name="Nicholas Pierce" userId="S::npierce@comptia.global::ee89543b-d064-42d7-b9d5-60e771afdcba" providerId="AD" clId="Web-{F56F5EB3-7914-DDC0-31D1-02EEF88D5D36}" dt="2025-06-06T00:37:03.155" v="969" actId="20577"/>
          <ac:spMkLst>
            <pc:docMk/>
            <pc:sldMk cId="57776708" sldId="500"/>
            <ac:spMk id="3" creationId="{8BE8D574-67F5-4E16-5BD1-2DB5FF1EDD9E}"/>
          </ac:spMkLst>
        </pc:spChg>
      </pc:sldChg>
      <pc:sldChg chg="modSp modNotes">
        <pc:chgData name="Nicholas Pierce" userId="S::npierce@comptia.global::ee89543b-d064-42d7-b9d5-60e771afdcba" providerId="AD" clId="Web-{F56F5EB3-7914-DDC0-31D1-02EEF88D5D36}" dt="2025-06-06T01:26:43.580" v="1312"/>
        <pc:sldMkLst>
          <pc:docMk/>
          <pc:sldMk cId="2279390461" sldId="550"/>
        </pc:sldMkLst>
        <pc:spChg chg="mod">
          <ac:chgData name="Nicholas Pierce" userId="S::npierce@comptia.global::ee89543b-d064-42d7-b9d5-60e771afdcba" providerId="AD" clId="Web-{F56F5EB3-7914-DDC0-31D1-02EEF88D5D36}" dt="2025-06-06T01:26:39.815" v="1311" actId="20577"/>
          <ac:spMkLst>
            <pc:docMk/>
            <pc:sldMk cId="2279390461" sldId="550"/>
            <ac:spMk id="3" creationId="{CC15CF77-58AA-12C0-D086-B47E0C678AB2}"/>
          </ac:spMkLst>
        </pc:spChg>
      </pc:sldChg>
      <pc:sldChg chg="modNotes">
        <pc:chgData name="Nicholas Pierce" userId="S::npierce@comptia.global::ee89543b-d064-42d7-b9d5-60e771afdcba" providerId="AD" clId="Web-{F56F5EB3-7914-DDC0-31D1-02EEF88D5D36}" dt="2025-06-05T23:59:14.885" v="551"/>
        <pc:sldMkLst>
          <pc:docMk/>
          <pc:sldMk cId="3941134522" sldId="565"/>
        </pc:sldMkLst>
      </pc:sldChg>
      <pc:sldChg chg="modSp modNotes">
        <pc:chgData name="Nicholas Pierce" userId="S::npierce@comptia.global::ee89543b-d064-42d7-b9d5-60e771afdcba" providerId="AD" clId="Web-{F56F5EB3-7914-DDC0-31D1-02EEF88D5D36}" dt="2025-06-05T23:49:47.158" v="392"/>
        <pc:sldMkLst>
          <pc:docMk/>
          <pc:sldMk cId="1760471389" sldId="567"/>
        </pc:sldMkLst>
        <pc:spChg chg="mod">
          <ac:chgData name="Nicholas Pierce" userId="S::npierce@comptia.global::ee89543b-d064-42d7-b9d5-60e771afdcba" providerId="AD" clId="Web-{F56F5EB3-7914-DDC0-31D1-02EEF88D5D36}" dt="2025-06-05T23:34:38.630" v="189" actId="20577"/>
          <ac:spMkLst>
            <pc:docMk/>
            <pc:sldMk cId="1760471389" sldId="567"/>
            <ac:spMk id="3" creationId="{3F9375CA-7E26-5D57-3A32-F6CA6D2D5B06}"/>
          </ac:spMkLst>
        </pc:spChg>
      </pc:sldChg>
      <pc:sldChg chg="modSp modNotes">
        <pc:chgData name="Nicholas Pierce" userId="S::npierce@comptia.global::ee89543b-d064-42d7-b9d5-60e771afdcba" providerId="AD" clId="Web-{F56F5EB3-7914-DDC0-31D1-02EEF88D5D36}" dt="2025-06-05T23:47:55.716" v="353"/>
        <pc:sldMkLst>
          <pc:docMk/>
          <pc:sldMk cId="3665370577" sldId="568"/>
        </pc:sldMkLst>
        <pc:spChg chg="mod">
          <ac:chgData name="Nicholas Pierce" userId="S::npierce@comptia.global::ee89543b-d064-42d7-b9d5-60e771afdcba" providerId="AD" clId="Web-{F56F5EB3-7914-DDC0-31D1-02EEF88D5D36}" dt="2025-06-05T23:39:01.048" v="235" actId="20577"/>
          <ac:spMkLst>
            <pc:docMk/>
            <pc:sldMk cId="3665370577" sldId="568"/>
            <ac:spMk id="3" creationId="{392C9AE0-D80C-9D0A-40E8-C12C5E887EEE}"/>
          </ac:spMkLst>
        </pc:spChg>
      </pc:sldChg>
      <pc:sldChg chg="addSp delSp modSp modNotes">
        <pc:chgData name="Nicholas Pierce" userId="S::npierce@comptia.global::ee89543b-d064-42d7-b9d5-60e771afdcba" providerId="AD" clId="Web-{F56F5EB3-7914-DDC0-31D1-02EEF88D5D36}" dt="2025-06-05T23:49:41.658" v="391"/>
        <pc:sldMkLst>
          <pc:docMk/>
          <pc:sldMk cId="2436142003" sldId="569"/>
        </pc:sldMkLst>
        <pc:spChg chg="add del mod">
          <ac:chgData name="Nicholas Pierce" userId="S::npierce@comptia.global::ee89543b-d064-42d7-b9d5-60e771afdcba" providerId="AD" clId="Web-{F56F5EB3-7914-DDC0-31D1-02EEF88D5D36}" dt="2025-06-05T23:47:26.808" v="334" actId="20577"/>
          <ac:spMkLst>
            <pc:docMk/>
            <pc:sldMk cId="2436142003" sldId="569"/>
            <ac:spMk id="3" creationId="{C6F96774-36B8-B8FC-7220-DEB733B577E6}"/>
          </ac:spMkLst>
        </pc:spChg>
        <pc:spChg chg="add del">
          <ac:chgData name="Nicholas Pierce" userId="S::npierce@comptia.global::ee89543b-d064-42d7-b9d5-60e771afdcba" providerId="AD" clId="Web-{F56F5EB3-7914-DDC0-31D1-02EEF88D5D36}" dt="2025-06-05T23:39:18.314" v="241"/>
          <ac:spMkLst>
            <pc:docMk/>
            <pc:sldMk cId="2436142003" sldId="569"/>
            <ac:spMk id="4" creationId="{ED45EAE5-06A0-6677-46A9-B93827B7FB3E}"/>
          </ac:spMkLst>
        </pc:spChg>
        <pc:spChg chg="add del">
          <ac:chgData name="Nicholas Pierce" userId="S::npierce@comptia.global::ee89543b-d064-42d7-b9d5-60e771afdcba" providerId="AD" clId="Web-{F56F5EB3-7914-DDC0-31D1-02EEF88D5D36}" dt="2025-06-05T23:39:18.314" v="239"/>
          <ac:spMkLst>
            <pc:docMk/>
            <pc:sldMk cId="2436142003" sldId="569"/>
            <ac:spMk id="8" creationId="{D8D2E8D4-2F17-3D2C-7952-D0C3A7AB2EAD}"/>
          </ac:spMkLst>
        </pc:spChg>
      </pc:sldChg>
      <pc:sldChg chg="addSp delSp modSp modNotes">
        <pc:chgData name="Nicholas Pierce" userId="S::npierce@comptia.global::ee89543b-d064-42d7-b9d5-60e771afdcba" providerId="AD" clId="Web-{F56F5EB3-7914-DDC0-31D1-02EEF88D5D36}" dt="2025-06-06T00:23:42.402" v="870" actId="20577"/>
        <pc:sldMkLst>
          <pc:docMk/>
          <pc:sldMk cId="2571435127" sldId="571"/>
        </pc:sldMkLst>
        <pc:spChg chg="add del mod">
          <ac:chgData name="Nicholas Pierce" userId="S::npierce@comptia.global::ee89543b-d064-42d7-b9d5-60e771afdcba" providerId="AD" clId="Web-{F56F5EB3-7914-DDC0-31D1-02EEF88D5D36}" dt="2025-06-06T00:23:42.402" v="870" actId="20577"/>
          <ac:spMkLst>
            <pc:docMk/>
            <pc:sldMk cId="2571435127" sldId="571"/>
            <ac:spMk id="3" creationId="{0EE94FFD-C17C-07E9-9AD7-78FF3C715827}"/>
          </ac:spMkLst>
        </pc:spChg>
        <pc:spChg chg="add del">
          <ac:chgData name="Nicholas Pierce" userId="S::npierce@comptia.global::ee89543b-d064-42d7-b9d5-60e771afdcba" providerId="AD" clId="Web-{F56F5EB3-7914-DDC0-31D1-02EEF88D5D36}" dt="2025-06-06T00:00:02.575" v="558"/>
          <ac:spMkLst>
            <pc:docMk/>
            <pc:sldMk cId="2571435127" sldId="571"/>
            <ac:spMk id="4" creationId="{24F776B2-A746-ACD3-8556-F4C45783D477}"/>
          </ac:spMkLst>
        </pc:spChg>
        <pc:spChg chg="add del">
          <ac:chgData name="Nicholas Pierce" userId="S::npierce@comptia.global::ee89543b-d064-42d7-b9d5-60e771afdcba" providerId="AD" clId="Web-{F56F5EB3-7914-DDC0-31D1-02EEF88D5D36}" dt="2025-06-06T00:00:02.559" v="556"/>
          <ac:spMkLst>
            <pc:docMk/>
            <pc:sldMk cId="2571435127" sldId="571"/>
            <ac:spMk id="8" creationId="{37CF80E5-9086-3C3C-3BCD-EEDD945BBBC7}"/>
          </ac:spMkLst>
        </pc:spChg>
      </pc:sldChg>
      <pc:sldChg chg="modSp modNotes">
        <pc:chgData name="Nicholas Pierce" userId="S::npierce@comptia.global::ee89543b-d064-42d7-b9d5-60e771afdcba" providerId="AD" clId="Web-{F56F5EB3-7914-DDC0-31D1-02EEF88D5D36}" dt="2025-06-06T00:50:29.611" v="1145"/>
        <pc:sldMkLst>
          <pc:docMk/>
          <pc:sldMk cId="2244434959" sldId="574"/>
        </pc:sldMkLst>
        <pc:spChg chg="mod">
          <ac:chgData name="Nicholas Pierce" userId="S::npierce@comptia.global::ee89543b-d064-42d7-b9d5-60e771afdcba" providerId="AD" clId="Web-{F56F5EB3-7914-DDC0-31D1-02EEF88D5D36}" dt="2025-06-06T00:48:53.576" v="1110" actId="20577"/>
          <ac:spMkLst>
            <pc:docMk/>
            <pc:sldMk cId="2244434959" sldId="574"/>
            <ac:spMk id="3" creationId="{59EECA1C-48D5-48AC-6120-1FEB34308C39}"/>
          </ac:spMkLst>
        </pc:spChg>
      </pc:sldChg>
      <pc:sldChg chg="modSp modNotes">
        <pc:chgData name="Nicholas Pierce" userId="S::npierce@comptia.global::ee89543b-d064-42d7-b9d5-60e771afdcba" providerId="AD" clId="Web-{F56F5EB3-7914-DDC0-31D1-02EEF88D5D36}" dt="2025-06-06T01:18:45.920" v="1229"/>
        <pc:sldMkLst>
          <pc:docMk/>
          <pc:sldMk cId="2216117190" sldId="576"/>
        </pc:sldMkLst>
        <pc:spChg chg="mod">
          <ac:chgData name="Nicholas Pierce" userId="S::npierce@comptia.global::ee89543b-d064-42d7-b9d5-60e771afdcba" providerId="AD" clId="Web-{F56F5EB3-7914-DDC0-31D1-02EEF88D5D36}" dt="2025-06-06T01:18:14.513" v="1207" actId="20577"/>
          <ac:spMkLst>
            <pc:docMk/>
            <pc:sldMk cId="2216117190" sldId="576"/>
            <ac:spMk id="3" creationId="{6D5A74EA-3ADC-D1D9-D7E4-CED6E293EF4C}"/>
          </ac:spMkLst>
        </pc:spChg>
      </pc:sldChg>
      <pc:sldChg chg="modSp modNotes">
        <pc:chgData name="Nicholas Pierce" userId="S::npierce@comptia.global::ee89543b-d064-42d7-b9d5-60e771afdcba" providerId="AD" clId="Web-{F56F5EB3-7914-DDC0-31D1-02EEF88D5D36}" dt="2025-06-06T01:39:38.840" v="1444"/>
        <pc:sldMkLst>
          <pc:docMk/>
          <pc:sldMk cId="2078518832" sldId="578"/>
        </pc:sldMkLst>
        <pc:spChg chg="mod">
          <ac:chgData name="Nicholas Pierce" userId="S::npierce@comptia.global::ee89543b-d064-42d7-b9d5-60e771afdcba" providerId="AD" clId="Web-{F56F5EB3-7914-DDC0-31D1-02EEF88D5D36}" dt="2025-06-06T01:37:19.357" v="1418" actId="20577"/>
          <ac:spMkLst>
            <pc:docMk/>
            <pc:sldMk cId="2078518832" sldId="578"/>
            <ac:spMk id="3" creationId="{0ED57C38-DB4C-2C60-75BB-44DDF418BD92}"/>
          </ac:spMkLst>
        </pc:spChg>
      </pc:sldChg>
      <pc:sldChg chg="modSp modNotes">
        <pc:chgData name="Nicholas Pierce" userId="S::npierce@comptia.global::ee89543b-d064-42d7-b9d5-60e771afdcba" providerId="AD" clId="Web-{F56F5EB3-7914-DDC0-31D1-02EEF88D5D36}" dt="2025-06-06T01:47:12.403" v="1689"/>
        <pc:sldMkLst>
          <pc:docMk/>
          <pc:sldMk cId="3889478113" sldId="580"/>
        </pc:sldMkLst>
        <pc:spChg chg="mod">
          <ac:chgData name="Nicholas Pierce" userId="S::npierce@comptia.global::ee89543b-d064-42d7-b9d5-60e771afdcba" providerId="AD" clId="Web-{F56F5EB3-7914-DDC0-31D1-02EEF88D5D36}" dt="2025-06-06T01:46:41.917" v="1605" actId="20577"/>
          <ac:spMkLst>
            <pc:docMk/>
            <pc:sldMk cId="3889478113" sldId="580"/>
            <ac:spMk id="3" creationId="{9C69A3EC-20A0-61DD-01B2-7EAA1F32C325}"/>
          </ac:spMkLst>
        </pc:spChg>
      </pc:sldChg>
      <pc:sldChg chg="addSp delSp modSp mod modClrScheme chgLayout modNotes">
        <pc:chgData name="Nicholas Pierce" userId="S::npierce@comptia.global::ee89543b-d064-42d7-b9d5-60e771afdcba" providerId="AD" clId="Web-{F56F5EB3-7914-DDC0-31D1-02EEF88D5D36}" dt="2025-06-06T01:52:32.217" v="1776" actId="20577"/>
        <pc:sldMkLst>
          <pc:docMk/>
          <pc:sldMk cId="3635586561" sldId="583"/>
        </pc:sldMkLst>
        <pc:spChg chg="add del mod ord">
          <ac:chgData name="Nicholas Pierce" userId="S::npierce@comptia.global::ee89543b-d064-42d7-b9d5-60e771afdcba" providerId="AD" clId="Web-{F56F5EB3-7914-DDC0-31D1-02EEF88D5D36}" dt="2025-06-06T01:52:32.217" v="1776" actId="20577"/>
          <ac:spMkLst>
            <pc:docMk/>
            <pc:sldMk cId="3635586561" sldId="583"/>
            <ac:spMk id="3" creationId="{716C26F1-D441-83A3-01BE-7C9EA3D8DDB4}"/>
          </ac:spMkLst>
        </pc:spChg>
        <pc:spChg chg="add del mod ord">
          <ac:chgData name="Nicholas Pierce" userId="S::npierce@comptia.global::ee89543b-d064-42d7-b9d5-60e771afdcba" providerId="AD" clId="Web-{F56F5EB3-7914-DDC0-31D1-02EEF88D5D36}" dt="2025-06-06T01:51:38.683" v="1766"/>
          <ac:spMkLst>
            <pc:docMk/>
            <pc:sldMk cId="3635586561" sldId="583"/>
            <ac:spMk id="4" creationId="{5BE6DE89-83E1-9B4F-3935-178382FE77CC}"/>
          </ac:spMkLst>
        </pc:spChg>
        <pc:spChg chg="add del mod ord">
          <ac:chgData name="Nicholas Pierce" userId="S::npierce@comptia.global::ee89543b-d064-42d7-b9d5-60e771afdcba" providerId="AD" clId="Web-{F56F5EB3-7914-DDC0-31D1-02EEF88D5D36}" dt="2025-06-06T01:51:38.683" v="1766"/>
          <ac:spMkLst>
            <pc:docMk/>
            <pc:sldMk cId="3635586561" sldId="583"/>
            <ac:spMk id="8" creationId="{9A599028-CB93-AF12-A681-4DBA1A716C8F}"/>
          </ac:spMkLst>
        </pc:spChg>
        <pc:spChg chg="add mod ord">
          <ac:chgData name="Nicholas Pierce" userId="S::npierce@comptia.global::ee89543b-d064-42d7-b9d5-60e771afdcba" providerId="AD" clId="Web-{F56F5EB3-7914-DDC0-31D1-02EEF88D5D36}" dt="2025-06-06T01:51:46.902" v="1768" actId="20577"/>
          <ac:spMkLst>
            <pc:docMk/>
            <pc:sldMk cId="3635586561" sldId="583"/>
            <ac:spMk id="15" creationId="{2F665A55-9126-C08C-DADA-CE78B3B7D97D}"/>
          </ac:spMkLst>
        </pc:spChg>
        <pc:picChg chg="add mod">
          <ac:chgData name="Nicholas Pierce" userId="S::npierce@comptia.global::ee89543b-d064-42d7-b9d5-60e771afdcba" providerId="AD" clId="Web-{F56F5EB3-7914-DDC0-31D1-02EEF88D5D36}" dt="2025-06-06T01:52:15.810" v="1773" actId="1076"/>
          <ac:picMkLst>
            <pc:docMk/>
            <pc:sldMk cId="3635586561" sldId="583"/>
            <ac:picMk id="18" creationId="{203EA881-0D49-7D77-43B2-E5EA7327746C}"/>
          </ac:picMkLst>
        </pc:picChg>
      </pc:sldChg>
      <pc:sldChg chg="del">
        <pc:chgData name="Nicholas Pierce" userId="S::npierce@comptia.global::ee89543b-d064-42d7-b9d5-60e771afdcba" providerId="AD" clId="Web-{F56F5EB3-7914-DDC0-31D1-02EEF88D5D36}" dt="2025-06-06T01:52:36.202" v="1777"/>
        <pc:sldMkLst>
          <pc:docMk/>
          <pc:sldMk cId="1394803983" sldId="584"/>
        </pc:sldMkLst>
      </pc:sldChg>
      <pc:sldChg chg="modSp modNotes">
        <pc:chgData name="Nicholas Pierce" userId="S::npierce@comptia.global::ee89543b-d064-42d7-b9d5-60e771afdcba" providerId="AD" clId="Web-{F56F5EB3-7914-DDC0-31D1-02EEF88D5D36}" dt="2025-06-06T02:02:01.936" v="1945"/>
        <pc:sldMkLst>
          <pc:docMk/>
          <pc:sldMk cId="3832506423" sldId="585"/>
        </pc:sldMkLst>
        <pc:spChg chg="mod">
          <ac:chgData name="Nicholas Pierce" userId="S::npierce@comptia.global::ee89543b-d064-42d7-b9d5-60e771afdcba" providerId="AD" clId="Web-{F56F5EB3-7914-DDC0-31D1-02EEF88D5D36}" dt="2025-06-06T02:01:33.043" v="1920" actId="20577"/>
          <ac:spMkLst>
            <pc:docMk/>
            <pc:sldMk cId="3832506423" sldId="585"/>
            <ac:spMk id="3" creationId="{781E3AEF-4335-51D7-E1DD-C8D1E44CA896}"/>
          </ac:spMkLst>
        </pc:spChg>
      </pc:sldChg>
      <pc:sldChg chg="modSp modNotes">
        <pc:chgData name="Nicholas Pierce" userId="S::npierce@comptia.global::ee89543b-d064-42d7-b9d5-60e771afdcba" providerId="AD" clId="Web-{F56F5EB3-7914-DDC0-31D1-02EEF88D5D36}" dt="2025-06-06T02:08:52.347" v="2042"/>
        <pc:sldMkLst>
          <pc:docMk/>
          <pc:sldMk cId="2917798969" sldId="587"/>
        </pc:sldMkLst>
        <pc:spChg chg="mod">
          <ac:chgData name="Nicholas Pierce" userId="S::npierce@comptia.global::ee89543b-d064-42d7-b9d5-60e771afdcba" providerId="AD" clId="Web-{F56F5EB3-7914-DDC0-31D1-02EEF88D5D36}" dt="2025-06-06T02:08:49.988" v="2041" actId="20577"/>
          <ac:spMkLst>
            <pc:docMk/>
            <pc:sldMk cId="2917798969" sldId="587"/>
            <ac:spMk id="3" creationId="{4B87B5D0-E124-D71E-29CD-8C9E9E6AA2D3}"/>
          </ac:spMkLst>
        </pc:spChg>
      </pc:sldChg>
      <pc:sldChg chg="modSp modNotes">
        <pc:chgData name="Nicholas Pierce" userId="S::npierce@comptia.global::ee89543b-d064-42d7-b9d5-60e771afdcba" providerId="AD" clId="Web-{F56F5EB3-7914-DDC0-31D1-02EEF88D5D36}" dt="2025-06-06T02:16:00.917" v="2197" actId="20577"/>
        <pc:sldMkLst>
          <pc:docMk/>
          <pc:sldMk cId="3978854914" sldId="590"/>
        </pc:sldMkLst>
        <pc:spChg chg="mod">
          <ac:chgData name="Nicholas Pierce" userId="S::npierce@comptia.global::ee89543b-d064-42d7-b9d5-60e771afdcba" providerId="AD" clId="Web-{F56F5EB3-7914-DDC0-31D1-02EEF88D5D36}" dt="2025-06-06T02:16:00.917" v="2197" actId="20577"/>
          <ac:spMkLst>
            <pc:docMk/>
            <pc:sldMk cId="3978854914" sldId="590"/>
            <ac:spMk id="3" creationId="{506E0D6F-B958-40FA-CE7C-69DABF62D796}"/>
          </ac:spMkLst>
        </pc:spChg>
      </pc:sldChg>
      <pc:sldChg chg="modSp modNotes">
        <pc:chgData name="Nicholas Pierce" userId="S::npierce@comptia.global::ee89543b-d064-42d7-b9d5-60e771afdcba" providerId="AD" clId="Web-{F56F5EB3-7914-DDC0-31D1-02EEF88D5D36}" dt="2025-06-06T02:17:42.329" v="2320"/>
        <pc:sldMkLst>
          <pc:docMk/>
          <pc:sldMk cId="43243098" sldId="593"/>
        </pc:sldMkLst>
        <pc:spChg chg="mod">
          <ac:chgData name="Nicholas Pierce" userId="S::npierce@comptia.global::ee89543b-d064-42d7-b9d5-60e771afdcba" providerId="AD" clId="Web-{F56F5EB3-7914-DDC0-31D1-02EEF88D5D36}" dt="2025-06-06T02:17:31.438" v="2294" actId="20577"/>
          <ac:spMkLst>
            <pc:docMk/>
            <pc:sldMk cId="43243098" sldId="593"/>
            <ac:spMk id="3" creationId="{E7D08053-9027-4ED9-76EF-8FEC6C14423C}"/>
          </ac:spMkLst>
        </pc:spChg>
      </pc:sldChg>
    </pc:docChg>
  </pc:docChgLst>
  <pc:docChgLst>
    <pc:chgData name="Danielle Andries" userId="93d179e4-3c18-40f7-920e-ae80b202540d" providerId="ADAL" clId="{9BEE7BE4-3064-428B-B611-24EC7FACCC97}"/>
    <pc:docChg chg="custSel modSld modMainMaster">
      <pc:chgData name="Danielle Andries" userId="93d179e4-3c18-40f7-920e-ae80b202540d" providerId="ADAL" clId="{9BEE7BE4-3064-428B-B611-24EC7FACCC97}" dt="2025-04-24T19:15:51.219" v="57" actId="20577"/>
      <pc:docMkLst>
        <pc:docMk/>
      </pc:docMkLst>
      <pc:sldChg chg="delSp mod">
        <pc:chgData name="Danielle Andries" userId="93d179e4-3c18-40f7-920e-ae80b202540d" providerId="ADAL" clId="{9BEE7BE4-3064-428B-B611-24EC7FACCC97}" dt="2025-04-24T19:13:53.437" v="56" actId="478"/>
        <pc:sldMkLst>
          <pc:docMk/>
          <pc:sldMk cId="2170154808" sldId="258"/>
        </pc:sldMkLst>
      </pc:sldChg>
      <pc:sldChg chg="modSp mod">
        <pc:chgData name="Danielle Andries" userId="93d179e4-3c18-40f7-920e-ae80b202540d" providerId="ADAL" clId="{9BEE7BE4-3064-428B-B611-24EC7FACCC97}" dt="2025-04-24T19:15:51.219" v="57" actId="20577"/>
        <pc:sldMkLst>
          <pc:docMk/>
          <pc:sldMk cId="3549381897" sldId="259"/>
        </pc:sldMkLst>
      </pc:sldChg>
      <pc:sldMasterChg chg="modSldLayout">
        <pc:chgData name="Danielle Andries" userId="93d179e4-3c18-40f7-920e-ae80b202540d" providerId="ADAL" clId="{9BEE7BE4-3064-428B-B611-24EC7FACCC97}" dt="2025-04-24T15:25:18.702" v="35" actId="478"/>
        <pc:sldMasterMkLst>
          <pc:docMk/>
          <pc:sldMasterMk cId="58932730" sldId="2147483910"/>
        </pc:sldMasterMkLst>
        <pc:sldLayoutChg chg="delSp modSp mod">
          <pc:chgData name="Danielle Andries" userId="93d179e4-3c18-40f7-920e-ae80b202540d" providerId="ADAL" clId="{9BEE7BE4-3064-428B-B611-24EC7FACCC97}" dt="2025-04-24T15:25:18.702" v="35" actId="478"/>
          <pc:sldLayoutMkLst>
            <pc:docMk/>
            <pc:sldMasterMk cId="58932730" sldId="2147483910"/>
            <pc:sldLayoutMk cId="4084809213" sldId="2147483911"/>
          </pc:sldLayoutMkLst>
          <pc:spChg chg="mod">
            <ac:chgData name="Danielle Andries" userId="93d179e4-3c18-40f7-920e-ae80b202540d" providerId="ADAL" clId="{9BEE7BE4-3064-428B-B611-24EC7FACCC97}" dt="2025-04-24T14:58:56.325" v="32" actId="20577"/>
            <ac:spMkLst>
              <pc:docMk/>
              <pc:sldMasterMk cId="58932730" sldId="2147483910"/>
              <pc:sldLayoutMk cId="4084809213" sldId="2147483911"/>
              <ac:spMk id="8" creationId="{85CB60B9-005C-47AF-9FB6-D41274CD49DC}"/>
            </ac:spMkLst>
          </pc:spChg>
          <pc:spChg chg="mod">
            <ac:chgData name="Danielle Andries" userId="93d179e4-3c18-40f7-920e-ae80b202540d" providerId="ADAL" clId="{9BEE7BE4-3064-428B-B611-24EC7FACCC97}" dt="2025-04-24T14:52:18.744" v="26" actId="20577"/>
            <ac:spMkLst>
              <pc:docMk/>
              <pc:sldMasterMk cId="58932730" sldId="2147483910"/>
              <pc:sldLayoutMk cId="4084809213" sldId="2147483911"/>
              <ac:spMk id="13" creationId="{B2FEEEDD-0751-854A-9852-93F3EA02290E}"/>
            </ac:spMkLst>
          </pc:spChg>
          <pc:spChg chg="mod">
            <ac:chgData name="Danielle Andries" userId="93d179e4-3c18-40f7-920e-ae80b202540d" providerId="ADAL" clId="{9BEE7BE4-3064-428B-B611-24EC7FACCC97}" dt="2025-04-24T14:52:10.913" v="19" actId="20577"/>
            <ac:spMkLst>
              <pc:docMk/>
              <pc:sldMasterMk cId="58932730" sldId="2147483910"/>
              <pc:sldLayoutMk cId="4084809213" sldId="2147483911"/>
              <ac:spMk id="14" creationId="{658038CC-5DF0-1545-A424-EA63B177F16F}"/>
            </ac:spMkLst>
          </pc:spChg>
        </pc:sldLayoutChg>
        <pc:sldLayoutChg chg="modSp mod">
          <pc:chgData name="Danielle Andries" userId="93d179e4-3c18-40f7-920e-ae80b202540d" providerId="ADAL" clId="{9BEE7BE4-3064-428B-B611-24EC7FACCC97}" dt="2025-04-24T14:58:49.128" v="30" actId="20577"/>
          <pc:sldLayoutMkLst>
            <pc:docMk/>
            <pc:sldMasterMk cId="58932730" sldId="2147483910"/>
            <pc:sldLayoutMk cId="2001968655" sldId="2147483947"/>
          </pc:sldLayoutMkLst>
        </pc:sldLayoutChg>
        <pc:sldLayoutChg chg="modSp mod">
          <pc:chgData name="Danielle Andries" userId="93d179e4-3c18-40f7-920e-ae80b202540d" providerId="ADAL" clId="{9BEE7BE4-3064-428B-B611-24EC7FACCC97}" dt="2025-04-24T14:58:52.368" v="31" actId="20577"/>
          <pc:sldLayoutMkLst>
            <pc:docMk/>
            <pc:sldMasterMk cId="58932730" sldId="2147483910"/>
            <pc:sldLayoutMk cId="1974321300" sldId="2147483948"/>
          </pc:sldLayoutMkLst>
        </pc:sldLayoutChg>
        <pc:sldLayoutChg chg="modSp mod">
          <pc:chgData name="Danielle Andries" userId="93d179e4-3c18-40f7-920e-ae80b202540d" providerId="ADAL" clId="{9BEE7BE4-3064-428B-B611-24EC7FACCC97}" dt="2025-04-24T14:58:59.876" v="33" actId="20577"/>
          <pc:sldLayoutMkLst>
            <pc:docMk/>
            <pc:sldMasterMk cId="58932730" sldId="2147483910"/>
            <pc:sldLayoutMk cId="4111725238" sldId="2147483952"/>
          </pc:sldLayoutMkLst>
        </pc:sldLayoutChg>
      </pc:sldMasterChg>
    </pc:docChg>
  </pc:docChgLst>
  <pc:docChgLst>
    <pc:chgData name="Amanda Kissinger" userId="0440470d-4bd8-4812-9337-f95059fb652d" providerId="ADAL" clId="{A96C30A4-1B3D-49AA-9C2D-0FBBA264ADFA}"/>
    <pc:docChg chg="undo custSel modMainMaster">
      <pc:chgData name="Amanda Kissinger" userId="0440470d-4bd8-4812-9337-f95059fb652d" providerId="ADAL" clId="{A96C30A4-1B3D-49AA-9C2D-0FBBA264ADFA}" dt="2025-05-08T18:01:32.294" v="1" actId="21"/>
      <pc:docMkLst>
        <pc:docMk/>
      </pc:docMkLst>
      <pc:sldMasterChg chg="modSldLayout">
        <pc:chgData name="Amanda Kissinger" userId="0440470d-4bd8-4812-9337-f95059fb652d" providerId="ADAL" clId="{A96C30A4-1B3D-49AA-9C2D-0FBBA264ADFA}" dt="2025-05-08T18:01:32.294" v="1" actId="21"/>
        <pc:sldMasterMkLst>
          <pc:docMk/>
          <pc:sldMasterMk cId="58932730" sldId="2147483910"/>
        </pc:sldMasterMkLst>
        <pc:sldLayoutChg chg="addSp delSp mod">
          <pc:chgData name="Amanda Kissinger" userId="0440470d-4bd8-4812-9337-f95059fb652d" providerId="ADAL" clId="{A96C30A4-1B3D-49AA-9C2D-0FBBA264ADFA}" dt="2025-05-08T18:01:32.294" v="1" actId="21"/>
          <pc:sldLayoutMkLst>
            <pc:docMk/>
            <pc:sldMasterMk cId="58932730" sldId="2147483910"/>
            <pc:sldLayoutMk cId="2001968655" sldId="2147483947"/>
          </pc:sldLayoutMkLst>
        </pc:sldLayoutChg>
      </pc:sldMasterChg>
    </pc:docChg>
  </pc:docChgLst>
  <pc:docChgLst>
    <pc:chgData name="Amy Glidewell" userId="095a4851-014c-47ed-bf1b-0c4b57406e94" providerId="ADAL" clId="{F332CBC9-7F19-4C56-88D9-AE2307FA70FF}"/>
    <pc:docChg chg="custSel modSld">
      <pc:chgData name="Amy Glidewell" userId="095a4851-014c-47ed-bf1b-0c4b57406e94" providerId="ADAL" clId="{F332CBC9-7F19-4C56-88D9-AE2307FA70FF}" dt="2025-06-16T23:30:39.454" v="320" actId="478"/>
      <pc:docMkLst>
        <pc:docMk/>
      </pc:docMkLst>
      <pc:sldChg chg="modNotesTx">
        <pc:chgData name="Amy Glidewell" userId="095a4851-014c-47ed-bf1b-0c4b57406e94" providerId="ADAL" clId="{F332CBC9-7F19-4C56-88D9-AE2307FA70FF}" dt="2025-06-16T23:15:31.154" v="16" actId="2711"/>
        <pc:sldMkLst>
          <pc:docMk/>
          <pc:sldMk cId="2349293421" sldId="302"/>
        </pc:sldMkLst>
      </pc:sldChg>
      <pc:sldChg chg="modNotesTx">
        <pc:chgData name="Amy Glidewell" userId="095a4851-014c-47ed-bf1b-0c4b57406e94" providerId="ADAL" clId="{F332CBC9-7F19-4C56-88D9-AE2307FA70FF}" dt="2025-06-16T23:13:35.964" v="1" actId="313"/>
        <pc:sldMkLst>
          <pc:docMk/>
          <pc:sldMk cId="1878458843" sldId="309"/>
        </pc:sldMkLst>
      </pc:sldChg>
      <pc:sldChg chg="delSp mod">
        <pc:chgData name="Amy Glidewell" userId="095a4851-014c-47ed-bf1b-0c4b57406e94" providerId="ADAL" clId="{F332CBC9-7F19-4C56-88D9-AE2307FA70FF}" dt="2025-06-16T23:14:58.301" v="15" actId="478"/>
        <pc:sldMkLst>
          <pc:docMk/>
          <pc:sldMk cId="1169523784" sldId="310"/>
        </pc:sldMkLst>
        <pc:spChg chg="del">
          <ac:chgData name="Amy Glidewell" userId="095a4851-014c-47ed-bf1b-0c4b57406e94" providerId="ADAL" clId="{F332CBC9-7F19-4C56-88D9-AE2307FA70FF}" dt="2025-06-16T23:14:58.301" v="15" actId="478"/>
          <ac:spMkLst>
            <pc:docMk/>
            <pc:sldMk cId="1169523784" sldId="310"/>
            <ac:spMk id="4" creationId="{A3638BDC-966A-407F-BC27-50656EC34049}"/>
          </ac:spMkLst>
        </pc:spChg>
      </pc:sldChg>
      <pc:sldChg chg="modNotesTx">
        <pc:chgData name="Amy Glidewell" userId="095a4851-014c-47ed-bf1b-0c4b57406e94" providerId="ADAL" clId="{F332CBC9-7F19-4C56-88D9-AE2307FA70FF}" dt="2025-06-16T23:24:10.896" v="295" actId="2711"/>
        <pc:sldMkLst>
          <pc:docMk/>
          <pc:sldMk cId="1686946997" sldId="315"/>
        </pc:sldMkLst>
      </pc:sldChg>
      <pc:sldChg chg="modSp mod">
        <pc:chgData name="Amy Glidewell" userId="095a4851-014c-47ed-bf1b-0c4b57406e94" providerId="ADAL" clId="{F332CBC9-7F19-4C56-88D9-AE2307FA70FF}" dt="2025-06-16T23:15:46.695" v="19" actId="207"/>
        <pc:sldMkLst>
          <pc:docMk/>
          <pc:sldMk cId="3201051845" sldId="412"/>
        </pc:sldMkLst>
        <pc:picChg chg="mod">
          <ac:chgData name="Amy Glidewell" userId="095a4851-014c-47ed-bf1b-0c4b57406e94" providerId="ADAL" clId="{F332CBC9-7F19-4C56-88D9-AE2307FA70FF}" dt="2025-06-16T23:15:46.695" v="19" actId="207"/>
          <ac:picMkLst>
            <pc:docMk/>
            <pc:sldMk cId="3201051845" sldId="412"/>
            <ac:picMk id="10" creationId="{D065EED0-99CC-4CEA-ED72-9BA04E79B1F5}"/>
          </ac:picMkLst>
        </pc:picChg>
      </pc:sldChg>
      <pc:sldChg chg="modNotesTx">
        <pc:chgData name="Amy Glidewell" userId="095a4851-014c-47ed-bf1b-0c4b57406e94" providerId="ADAL" clId="{F332CBC9-7F19-4C56-88D9-AE2307FA70FF}" dt="2025-06-16T23:24:01.360" v="294" actId="2711"/>
        <pc:sldMkLst>
          <pc:docMk/>
          <pc:sldMk cId="3832170073" sldId="441"/>
        </pc:sldMkLst>
      </pc:sldChg>
      <pc:sldChg chg="modSp mod modNotesTx">
        <pc:chgData name="Amy Glidewell" userId="095a4851-014c-47ed-bf1b-0c4b57406e94" providerId="ADAL" clId="{F332CBC9-7F19-4C56-88D9-AE2307FA70FF}" dt="2025-06-16T23:29:11.534" v="315" actId="1076"/>
        <pc:sldMkLst>
          <pc:docMk/>
          <pc:sldMk cId="2476857650" sldId="488"/>
        </pc:sldMkLst>
        <pc:spChg chg="mod">
          <ac:chgData name="Amy Glidewell" userId="095a4851-014c-47ed-bf1b-0c4b57406e94" providerId="ADAL" clId="{F332CBC9-7F19-4C56-88D9-AE2307FA70FF}" dt="2025-06-16T23:14:35.588" v="13" actId="27636"/>
          <ac:spMkLst>
            <pc:docMk/>
            <pc:sldMk cId="2476857650" sldId="488"/>
            <ac:spMk id="3" creationId="{BF118F52-6837-3E29-D9F4-2CAB1BD16A6A}"/>
          </ac:spMkLst>
        </pc:spChg>
        <pc:spChg chg="mod">
          <ac:chgData name="Amy Glidewell" userId="095a4851-014c-47ed-bf1b-0c4b57406e94" providerId="ADAL" clId="{F332CBC9-7F19-4C56-88D9-AE2307FA70FF}" dt="2025-06-16T23:29:11.534" v="315" actId="1076"/>
          <ac:spMkLst>
            <pc:docMk/>
            <pc:sldMk cId="2476857650" sldId="488"/>
            <ac:spMk id="6" creationId="{8868A672-AC60-F35A-C43D-8543B0C6E2A6}"/>
          </ac:spMkLst>
        </pc:spChg>
        <pc:picChg chg="mod">
          <ac:chgData name="Amy Glidewell" userId="095a4851-014c-47ed-bf1b-0c4b57406e94" providerId="ADAL" clId="{F332CBC9-7F19-4C56-88D9-AE2307FA70FF}" dt="2025-06-16T23:29:07.948" v="314" actId="1076"/>
          <ac:picMkLst>
            <pc:docMk/>
            <pc:sldMk cId="2476857650" sldId="488"/>
            <ac:picMk id="7" creationId="{4591ADE7-5434-E7CA-798E-1036DD95ECD8}"/>
          </ac:picMkLst>
        </pc:picChg>
      </pc:sldChg>
      <pc:sldChg chg="modSp mod">
        <pc:chgData name="Amy Glidewell" userId="095a4851-014c-47ed-bf1b-0c4b57406e94" providerId="ADAL" clId="{F332CBC9-7F19-4C56-88D9-AE2307FA70FF}" dt="2025-06-16T23:24:36.149" v="298" actId="207"/>
        <pc:sldMkLst>
          <pc:docMk/>
          <pc:sldMk cId="1664212164" sldId="489"/>
        </pc:sldMkLst>
        <pc:picChg chg="mod">
          <ac:chgData name="Amy Glidewell" userId="095a4851-014c-47ed-bf1b-0c4b57406e94" providerId="ADAL" clId="{F332CBC9-7F19-4C56-88D9-AE2307FA70FF}" dt="2025-06-16T23:24:36.149" v="298" actId="207"/>
          <ac:picMkLst>
            <pc:docMk/>
            <pc:sldMk cId="1664212164" sldId="489"/>
            <ac:picMk id="5" creationId="{B4B7F0ED-9C8A-E557-7EB8-A757182310DF}"/>
          </ac:picMkLst>
        </pc:picChg>
      </pc:sldChg>
      <pc:sldChg chg="modNotesTx">
        <pc:chgData name="Amy Glidewell" userId="095a4851-014c-47ed-bf1b-0c4b57406e94" providerId="ADAL" clId="{F332CBC9-7F19-4C56-88D9-AE2307FA70FF}" dt="2025-06-16T23:13:35.073" v="0" actId="313"/>
        <pc:sldMkLst>
          <pc:docMk/>
          <pc:sldMk cId="2682790510" sldId="540"/>
        </pc:sldMkLst>
      </pc:sldChg>
      <pc:sldChg chg="delSp mod">
        <pc:chgData name="Amy Glidewell" userId="095a4851-014c-47ed-bf1b-0c4b57406e94" providerId="ADAL" clId="{F332CBC9-7F19-4C56-88D9-AE2307FA70FF}" dt="2025-06-16T23:30:39.454" v="320" actId="478"/>
        <pc:sldMkLst>
          <pc:docMk/>
          <pc:sldMk cId="2478040323" sldId="541"/>
        </pc:sldMkLst>
        <pc:spChg chg="del">
          <ac:chgData name="Amy Glidewell" userId="095a4851-014c-47ed-bf1b-0c4b57406e94" providerId="ADAL" clId="{F332CBC9-7F19-4C56-88D9-AE2307FA70FF}" dt="2025-06-16T23:30:39.454" v="320" actId="478"/>
          <ac:spMkLst>
            <pc:docMk/>
            <pc:sldMk cId="2478040323" sldId="541"/>
            <ac:spMk id="4" creationId="{0B11CFE9-6C72-C5C5-DF0E-A0D90C0E33C9}"/>
          </ac:spMkLst>
        </pc:spChg>
      </pc:sldChg>
      <pc:sldChg chg="modSp mod">
        <pc:chgData name="Amy Glidewell" userId="095a4851-014c-47ed-bf1b-0c4b57406e94" providerId="ADAL" clId="{F332CBC9-7F19-4C56-88D9-AE2307FA70FF}" dt="2025-06-16T23:17:00.480" v="20" actId="14100"/>
        <pc:sldMkLst>
          <pc:docMk/>
          <pc:sldMk cId="664070205" sldId="566"/>
        </pc:sldMkLst>
        <pc:spChg chg="mod">
          <ac:chgData name="Amy Glidewell" userId="095a4851-014c-47ed-bf1b-0c4b57406e94" providerId="ADAL" clId="{F332CBC9-7F19-4C56-88D9-AE2307FA70FF}" dt="2025-06-16T23:17:00.480" v="20" actId="14100"/>
          <ac:spMkLst>
            <pc:docMk/>
            <pc:sldMk cId="664070205" sldId="566"/>
            <ac:spMk id="3" creationId="{1E2F7C39-77F2-2CA2-9EFC-F5A634BAC679}"/>
          </ac:spMkLst>
        </pc:spChg>
      </pc:sldChg>
      <pc:sldChg chg="modSp mod">
        <pc:chgData name="Amy Glidewell" userId="095a4851-014c-47ed-bf1b-0c4b57406e94" providerId="ADAL" clId="{F332CBC9-7F19-4C56-88D9-AE2307FA70FF}" dt="2025-06-16T23:17:46.822" v="29" actId="255"/>
        <pc:sldMkLst>
          <pc:docMk/>
          <pc:sldMk cId="1760471389" sldId="567"/>
        </pc:sldMkLst>
        <pc:spChg chg="mod">
          <ac:chgData name="Amy Glidewell" userId="095a4851-014c-47ed-bf1b-0c4b57406e94" providerId="ADAL" clId="{F332CBC9-7F19-4C56-88D9-AE2307FA70FF}" dt="2025-06-16T23:17:46.822" v="29" actId="255"/>
          <ac:spMkLst>
            <pc:docMk/>
            <pc:sldMk cId="1760471389" sldId="567"/>
            <ac:spMk id="3" creationId="{3F9375CA-7E26-5D57-3A32-F6CA6D2D5B06}"/>
          </ac:spMkLst>
        </pc:spChg>
      </pc:sldChg>
      <pc:sldChg chg="modSp mod">
        <pc:chgData name="Amy Glidewell" userId="095a4851-014c-47ed-bf1b-0c4b57406e94" providerId="ADAL" clId="{F332CBC9-7F19-4C56-88D9-AE2307FA70FF}" dt="2025-06-16T23:18:42.464" v="33" actId="1076"/>
        <pc:sldMkLst>
          <pc:docMk/>
          <pc:sldMk cId="3665370577" sldId="568"/>
        </pc:sldMkLst>
        <pc:spChg chg="mod">
          <ac:chgData name="Amy Glidewell" userId="095a4851-014c-47ed-bf1b-0c4b57406e94" providerId="ADAL" clId="{F332CBC9-7F19-4C56-88D9-AE2307FA70FF}" dt="2025-06-16T23:18:42.464" v="33" actId="1076"/>
          <ac:spMkLst>
            <pc:docMk/>
            <pc:sldMk cId="3665370577" sldId="568"/>
            <ac:spMk id="6" creationId="{30F436CF-77F3-672F-A802-57D3D7F2A4EC}"/>
          </ac:spMkLst>
        </pc:spChg>
        <pc:picChg chg="mod">
          <ac:chgData name="Amy Glidewell" userId="095a4851-014c-47ed-bf1b-0c4b57406e94" providerId="ADAL" clId="{F332CBC9-7F19-4C56-88D9-AE2307FA70FF}" dt="2025-06-16T23:18:33.080" v="32" actId="1076"/>
          <ac:picMkLst>
            <pc:docMk/>
            <pc:sldMk cId="3665370577" sldId="568"/>
            <ac:picMk id="5" creationId="{6CC7CFD4-CCCD-2791-1F3C-25C90B4D9483}"/>
          </ac:picMkLst>
        </pc:picChg>
      </pc:sldChg>
      <pc:sldChg chg="modSp mod">
        <pc:chgData name="Amy Glidewell" userId="095a4851-014c-47ed-bf1b-0c4b57406e94" providerId="ADAL" clId="{F332CBC9-7F19-4C56-88D9-AE2307FA70FF}" dt="2025-06-16T23:18:59.808" v="35" actId="20577"/>
        <pc:sldMkLst>
          <pc:docMk/>
          <pc:sldMk cId="2436142003" sldId="569"/>
        </pc:sldMkLst>
        <pc:spChg chg="mod">
          <ac:chgData name="Amy Glidewell" userId="095a4851-014c-47ed-bf1b-0c4b57406e94" providerId="ADAL" clId="{F332CBC9-7F19-4C56-88D9-AE2307FA70FF}" dt="2025-06-16T23:18:59.808" v="35" actId="20577"/>
          <ac:spMkLst>
            <pc:docMk/>
            <pc:sldMk cId="2436142003" sldId="569"/>
            <ac:spMk id="3" creationId="{C6F96774-36B8-B8FC-7220-DEB733B577E6}"/>
          </ac:spMkLst>
        </pc:spChg>
      </pc:sldChg>
      <pc:sldChg chg="modSp mod modNotesTx">
        <pc:chgData name="Amy Glidewell" userId="095a4851-014c-47ed-bf1b-0c4b57406e94" providerId="ADAL" clId="{F332CBC9-7F19-4C56-88D9-AE2307FA70FF}" dt="2025-06-16T23:20:38.368" v="132" actId="20577"/>
        <pc:sldMkLst>
          <pc:docMk/>
          <pc:sldMk cId="2571435127" sldId="571"/>
        </pc:sldMkLst>
        <pc:spChg chg="mod">
          <ac:chgData name="Amy Glidewell" userId="095a4851-014c-47ed-bf1b-0c4b57406e94" providerId="ADAL" clId="{F332CBC9-7F19-4C56-88D9-AE2307FA70FF}" dt="2025-06-16T23:19:37.972" v="38" actId="27636"/>
          <ac:spMkLst>
            <pc:docMk/>
            <pc:sldMk cId="2571435127" sldId="571"/>
            <ac:spMk id="3" creationId="{0EE94FFD-C17C-07E9-9AD7-78FF3C715827}"/>
          </ac:spMkLst>
        </pc:spChg>
      </pc:sldChg>
      <pc:sldChg chg="modNotesTx">
        <pc:chgData name="Amy Glidewell" userId="095a4851-014c-47ed-bf1b-0c4b57406e94" providerId="ADAL" clId="{F332CBC9-7F19-4C56-88D9-AE2307FA70FF}" dt="2025-06-16T23:13:36.680" v="2" actId="313"/>
        <pc:sldMkLst>
          <pc:docMk/>
          <pc:sldMk cId="3267495596" sldId="572"/>
        </pc:sldMkLst>
      </pc:sldChg>
      <pc:sldChg chg="delSp mod">
        <pc:chgData name="Amy Glidewell" userId="095a4851-014c-47ed-bf1b-0c4b57406e94" providerId="ADAL" clId="{F332CBC9-7F19-4C56-88D9-AE2307FA70FF}" dt="2025-06-16T23:14:51.190" v="14" actId="478"/>
        <pc:sldMkLst>
          <pc:docMk/>
          <pc:sldMk cId="847286726" sldId="573"/>
        </pc:sldMkLst>
        <pc:spChg chg="del">
          <ac:chgData name="Amy Glidewell" userId="095a4851-014c-47ed-bf1b-0c4b57406e94" providerId="ADAL" clId="{F332CBC9-7F19-4C56-88D9-AE2307FA70FF}" dt="2025-06-16T23:14:51.190" v="14" actId="478"/>
          <ac:spMkLst>
            <pc:docMk/>
            <pc:sldMk cId="847286726" sldId="573"/>
            <ac:spMk id="4" creationId="{DECEF0AC-1F20-A436-584C-44C4EA0D8001}"/>
          </ac:spMkLst>
        </pc:spChg>
      </pc:sldChg>
      <pc:sldChg chg="modNotesTx">
        <pc:chgData name="Amy Glidewell" userId="095a4851-014c-47ed-bf1b-0c4b57406e94" providerId="ADAL" clId="{F332CBC9-7F19-4C56-88D9-AE2307FA70FF}" dt="2025-06-16T23:21:54.773" v="273" actId="20577"/>
        <pc:sldMkLst>
          <pc:docMk/>
          <pc:sldMk cId="2244434959" sldId="574"/>
        </pc:sldMkLst>
      </pc:sldChg>
      <pc:sldChg chg="modSp mod">
        <pc:chgData name="Amy Glidewell" userId="095a4851-014c-47ed-bf1b-0c4b57406e94" providerId="ADAL" clId="{F332CBC9-7F19-4C56-88D9-AE2307FA70FF}" dt="2025-06-16T23:22:24.459" v="290" actId="1036"/>
        <pc:sldMkLst>
          <pc:docMk/>
          <pc:sldMk cId="2344874781" sldId="575"/>
        </pc:sldMkLst>
        <pc:spChg chg="mod">
          <ac:chgData name="Amy Glidewell" userId="095a4851-014c-47ed-bf1b-0c4b57406e94" providerId="ADAL" clId="{F332CBC9-7F19-4C56-88D9-AE2307FA70FF}" dt="2025-06-16T23:22:24.459" v="290" actId="1036"/>
          <ac:spMkLst>
            <pc:docMk/>
            <pc:sldMk cId="2344874781" sldId="575"/>
            <ac:spMk id="4" creationId="{B5F804CF-87B6-FA5F-FA22-4CFF4150068B}"/>
          </ac:spMkLst>
        </pc:spChg>
        <pc:picChg chg="mod">
          <ac:chgData name="Amy Glidewell" userId="095a4851-014c-47ed-bf1b-0c4b57406e94" providerId="ADAL" clId="{F332CBC9-7F19-4C56-88D9-AE2307FA70FF}" dt="2025-06-16T23:22:19.595" v="284" actId="1036"/>
          <ac:picMkLst>
            <pc:docMk/>
            <pc:sldMk cId="2344874781" sldId="575"/>
            <ac:picMk id="6" creationId="{B8B5A7D0-19EB-E88F-6D5E-2FDB766724F3}"/>
          </ac:picMkLst>
        </pc:picChg>
      </pc:sldChg>
      <pc:sldChg chg="modSp mod">
        <pc:chgData name="Amy Glidewell" userId="095a4851-014c-47ed-bf1b-0c4b57406e94" providerId="ADAL" clId="{F332CBC9-7F19-4C56-88D9-AE2307FA70FF}" dt="2025-06-16T23:23:33.795" v="293" actId="207"/>
        <pc:sldMkLst>
          <pc:docMk/>
          <pc:sldMk cId="1498049252" sldId="577"/>
        </pc:sldMkLst>
        <pc:spChg chg="mod">
          <ac:chgData name="Amy Glidewell" userId="095a4851-014c-47ed-bf1b-0c4b57406e94" providerId="ADAL" clId="{F332CBC9-7F19-4C56-88D9-AE2307FA70FF}" dt="2025-06-16T23:23:30.211" v="291" actId="1076"/>
          <ac:spMkLst>
            <pc:docMk/>
            <pc:sldMk cId="1498049252" sldId="577"/>
            <ac:spMk id="4" creationId="{26D28B4D-73A4-D64A-6FAE-7A97DAE1E206}"/>
          </ac:spMkLst>
        </pc:spChg>
        <pc:picChg chg="mod">
          <ac:chgData name="Amy Glidewell" userId="095a4851-014c-47ed-bf1b-0c4b57406e94" providerId="ADAL" clId="{F332CBC9-7F19-4C56-88D9-AE2307FA70FF}" dt="2025-06-16T23:23:33.795" v="293" actId="207"/>
          <ac:picMkLst>
            <pc:docMk/>
            <pc:sldMk cId="1498049252" sldId="577"/>
            <ac:picMk id="7" creationId="{1BD0143E-C863-6C06-8299-1EDC3F7860C0}"/>
          </ac:picMkLst>
        </pc:picChg>
      </pc:sldChg>
      <pc:sldChg chg="modSp mod">
        <pc:chgData name="Amy Glidewell" userId="095a4851-014c-47ed-bf1b-0c4b57406e94" providerId="ADAL" clId="{F332CBC9-7F19-4C56-88D9-AE2307FA70FF}" dt="2025-06-16T23:24:50.917" v="300" actId="207"/>
        <pc:sldMkLst>
          <pc:docMk/>
          <pc:sldMk cId="3311357890" sldId="579"/>
        </pc:sldMkLst>
        <pc:picChg chg="mod">
          <ac:chgData name="Amy Glidewell" userId="095a4851-014c-47ed-bf1b-0c4b57406e94" providerId="ADAL" clId="{F332CBC9-7F19-4C56-88D9-AE2307FA70FF}" dt="2025-06-16T23:24:50.917" v="300" actId="207"/>
          <ac:picMkLst>
            <pc:docMk/>
            <pc:sldMk cId="3311357890" sldId="579"/>
            <ac:picMk id="6" creationId="{266BDA4F-46D7-A950-75C1-1385F232B932}"/>
          </ac:picMkLst>
        </pc:picChg>
      </pc:sldChg>
      <pc:sldChg chg="modSp mod">
        <pc:chgData name="Amy Glidewell" userId="095a4851-014c-47ed-bf1b-0c4b57406e94" providerId="ADAL" clId="{F332CBC9-7F19-4C56-88D9-AE2307FA70FF}" dt="2025-06-16T23:27:56.445" v="302" actId="207"/>
        <pc:sldMkLst>
          <pc:docMk/>
          <pc:sldMk cId="2321270701" sldId="581"/>
        </pc:sldMkLst>
        <pc:picChg chg="mod">
          <ac:chgData name="Amy Glidewell" userId="095a4851-014c-47ed-bf1b-0c4b57406e94" providerId="ADAL" clId="{F332CBC9-7F19-4C56-88D9-AE2307FA70FF}" dt="2025-06-16T23:27:56.445" v="302" actId="207"/>
          <ac:picMkLst>
            <pc:docMk/>
            <pc:sldMk cId="2321270701" sldId="581"/>
            <ac:picMk id="5" creationId="{ABD37822-F527-7149-373B-018FE2031509}"/>
          </ac:picMkLst>
        </pc:picChg>
      </pc:sldChg>
      <pc:sldChg chg="modSp mod">
        <pc:chgData name="Amy Glidewell" userId="095a4851-014c-47ed-bf1b-0c4b57406e94" providerId="ADAL" clId="{F332CBC9-7F19-4C56-88D9-AE2307FA70FF}" dt="2025-06-16T23:28:00.138" v="304" actId="207"/>
        <pc:sldMkLst>
          <pc:docMk/>
          <pc:sldMk cId="2090594801" sldId="582"/>
        </pc:sldMkLst>
        <pc:picChg chg="mod">
          <ac:chgData name="Amy Glidewell" userId="095a4851-014c-47ed-bf1b-0c4b57406e94" providerId="ADAL" clId="{F332CBC9-7F19-4C56-88D9-AE2307FA70FF}" dt="2025-06-16T23:28:00.138" v="304" actId="207"/>
          <ac:picMkLst>
            <pc:docMk/>
            <pc:sldMk cId="2090594801" sldId="582"/>
            <ac:picMk id="5" creationId="{FBD7C4A3-2A2D-E80E-7653-4A49BA8767F5}"/>
          </ac:picMkLst>
        </pc:picChg>
      </pc:sldChg>
      <pc:sldChg chg="modSp mod">
        <pc:chgData name="Amy Glidewell" userId="095a4851-014c-47ed-bf1b-0c4b57406e94" providerId="ADAL" clId="{F332CBC9-7F19-4C56-88D9-AE2307FA70FF}" dt="2025-06-16T23:28:26.840" v="313" actId="1035"/>
        <pc:sldMkLst>
          <pc:docMk/>
          <pc:sldMk cId="3635586561" sldId="583"/>
        </pc:sldMkLst>
        <pc:spChg chg="mod">
          <ac:chgData name="Amy Glidewell" userId="095a4851-014c-47ed-bf1b-0c4b57406e94" providerId="ADAL" clId="{F332CBC9-7F19-4C56-88D9-AE2307FA70FF}" dt="2025-06-16T23:28:26.840" v="313" actId="1035"/>
          <ac:spMkLst>
            <pc:docMk/>
            <pc:sldMk cId="3635586561" sldId="583"/>
            <ac:spMk id="3" creationId="{716C26F1-D441-83A3-01BE-7C9EA3D8DDB4}"/>
          </ac:spMkLst>
        </pc:spChg>
        <pc:picChg chg="mod">
          <ac:chgData name="Amy Glidewell" userId="095a4851-014c-47ed-bf1b-0c4b57406e94" providerId="ADAL" clId="{F332CBC9-7F19-4C56-88D9-AE2307FA70FF}" dt="2025-06-16T23:28:15.633" v="307" actId="1076"/>
          <ac:picMkLst>
            <pc:docMk/>
            <pc:sldMk cId="3635586561" sldId="583"/>
            <ac:picMk id="18" creationId="{203EA881-0D49-7D77-43B2-E5EA7327746C}"/>
          </ac:picMkLst>
        </pc:picChg>
      </pc:sldChg>
      <pc:sldChg chg="modSp mod">
        <pc:chgData name="Amy Glidewell" userId="095a4851-014c-47ed-bf1b-0c4b57406e94" providerId="ADAL" clId="{F332CBC9-7F19-4C56-88D9-AE2307FA70FF}" dt="2025-06-16T23:30:08.804" v="317" actId="207"/>
        <pc:sldMkLst>
          <pc:docMk/>
          <pc:sldMk cId="2338291296" sldId="591"/>
        </pc:sldMkLst>
        <pc:picChg chg="mod">
          <ac:chgData name="Amy Glidewell" userId="095a4851-014c-47ed-bf1b-0c4b57406e94" providerId="ADAL" clId="{F332CBC9-7F19-4C56-88D9-AE2307FA70FF}" dt="2025-06-16T23:30:08.804" v="317" actId="207"/>
          <ac:picMkLst>
            <pc:docMk/>
            <pc:sldMk cId="2338291296" sldId="591"/>
            <ac:picMk id="11" creationId="{011D4D15-6BE1-3968-C03B-F2A374370897}"/>
          </ac:picMkLst>
        </pc:picChg>
      </pc:sldChg>
      <pc:sldChg chg="modSp mod">
        <pc:chgData name="Amy Glidewell" userId="095a4851-014c-47ed-bf1b-0c4b57406e94" providerId="ADAL" clId="{F332CBC9-7F19-4C56-88D9-AE2307FA70FF}" dt="2025-06-16T23:30:13.768" v="319" actId="2085"/>
        <pc:sldMkLst>
          <pc:docMk/>
          <pc:sldMk cId="3800146421" sldId="592"/>
        </pc:sldMkLst>
        <pc:picChg chg="mod">
          <ac:chgData name="Amy Glidewell" userId="095a4851-014c-47ed-bf1b-0c4b57406e94" providerId="ADAL" clId="{F332CBC9-7F19-4C56-88D9-AE2307FA70FF}" dt="2025-06-16T23:30:13.768" v="319" actId="2085"/>
          <ac:picMkLst>
            <pc:docMk/>
            <pc:sldMk cId="3800146421" sldId="592"/>
            <ac:picMk id="6" creationId="{CEAB8296-BB13-2BDD-3AD4-7C44BA3F8E72}"/>
          </ac:picMkLst>
        </pc:picChg>
      </pc:sldChg>
    </pc:docChg>
  </pc:docChgLst>
  <pc:docChgLst>
    <pc:chgData name="Jules Mancini" userId="S::jmancini@comptia.global::4ef8f4fd-9280-4856-883a-0ebf05603c1f" providerId="AD" clId="Web-{9DA43B56-28C6-3B3C-5B1A-922B53E2EFDE}"/>
    <pc:docChg chg="mod modSld">
      <pc:chgData name="Jules Mancini" userId="S::jmancini@comptia.global::4ef8f4fd-9280-4856-883a-0ebf05603c1f" providerId="AD" clId="Web-{9DA43B56-28C6-3B3C-5B1A-922B53E2EFDE}" dt="2025-06-11T15:19:09.203" v="150"/>
      <pc:docMkLst>
        <pc:docMk/>
      </pc:docMkLst>
      <pc:sldChg chg="modSp">
        <pc:chgData name="Jules Mancini" userId="S::jmancini@comptia.global::4ef8f4fd-9280-4856-883a-0ebf05603c1f" providerId="AD" clId="Web-{9DA43B56-28C6-3B3C-5B1A-922B53E2EFDE}" dt="2025-06-11T14:41:12.161" v="6" actId="20577"/>
        <pc:sldMkLst>
          <pc:docMk/>
          <pc:sldMk cId="3868167892" sldId="313"/>
        </pc:sldMkLst>
        <pc:spChg chg="mod">
          <ac:chgData name="Jules Mancini" userId="S::jmancini@comptia.global::4ef8f4fd-9280-4856-883a-0ebf05603c1f" providerId="AD" clId="Web-{9DA43B56-28C6-3B3C-5B1A-922B53E2EFDE}" dt="2025-06-11T14:41:12.161" v="6" actId="20577"/>
          <ac:spMkLst>
            <pc:docMk/>
            <pc:sldMk cId="3868167892" sldId="313"/>
            <ac:spMk id="3" creationId="{BEF0CD94-701E-BF31-F57D-0F0245971FB7}"/>
          </ac:spMkLst>
        </pc:spChg>
      </pc:sldChg>
      <pc:sldChg chg="modSp modNotes">
        <pc:chgData name="Jules Mancini" userId="S::jmancini@comptia.global::4ef8f4fd-9280-4856-883a-0ebf05603c1f" providerId="AD" clId="Web-{9DA43B56-28C6-3B3C-5B1A-922B53E2EFDE}" dt="2025-06-11T15:00:32.816" v="65"/>
        <pc:sldMkLst>
          <pc:docMk/>
          <pc:sldMk cId="52830680" sldId="317"/>
        </pc:sldMkLst>
        <pc:picChg chg="mod">
          <ac:chgData name="Jules Mancini" userId="S::jmancini@comptia.global::4ef8f4fd-9280-4856-883a-0ebf05603c1f" providerId="AD" clId="Web-{9DA43B56-28C6-3B3C-5B1A-922B53E2EFDE}" dt="2025-06-11T15:00:32.816" v="65"/>
          <ac:picMkLst>
            <pc:docMk/>
            <pc:sldMk cId="52830680" sldId="317"/>
            <ac:picMk id="9" creationId="{3762E057-7A16-74D4-2DA2-A1E27BE16AF7}"/>
          </ac:picMkLst>
        </pc:picChg>
      </pc:sldChg>
      <pc:sldChg chg="modSp">
        <pc:chgData name="Jules Mancini" userId="S::jmancini@comptia.global::4ef8f4fd-9280-4856-883a-0ebf05603c1f" providerId="AD" clId="Web-{9DA43B56-28C6-3B3C-5B1A-922B53E2EFDE}" dt="2025-06-11T14:41:59.821" v="9" actId="20577"/>
        <pc:sldMkLst>
          <pc:docMk/>
          <pc:sldMk cId="3201051845" sldId="412"/>
        </pc:sldMkLst>
        <pc:spChg chg="mod">
          <ac:chgData name="Jules Mancini" userId="S::jmancini@comptia.global::4ef8f4fd-9280-4856-883a-0ebf05603c1f" providerId="AD" clId="Web-{9DA43B56-28C6-3B3C-5B1A-922B53E2EFDE}" dt="2025-06-11T14:41:59.821" v="9" actId="20577"/>
          <ac:spMkLst>
            <pc:docMk/>
            <pc:sldMk cId="3201051845" sldId="412"/>
            <ac:spMk id="3" creationId="{C82494A0-6ADB-87E1-66C2-11AF83706D43}"/>
          </ac:spMkLst>
        </pc:spChg>
      </pc:sldChg>
      <pc:sldChg chg="modSp modNotes">
        <pc:chgData name="Jules Mancini" userId="S::jmancini@comptia.global::4ef8f4fd-9280-4856-883a-0ebf05603c1f" providerId="AD" clId="Web-{9DA43B56-28C6-3B3C-5B1A-922B53E2EFDE}" dt="2025-06-11T15:15:32.111" v="132"/>
        <pc:sldMkLst>
          <pc:docMk/>
          <pc:sldMk cId="2476857650" sldId="488"/>
        </pc:sldMkLst>
        <pc:spChg chg="mod">
          <ac:chgData name="Jules Mancini" userId="S::jmancini@comptia.global::4ef8f4fd-9280-4856-883a-0ebf05603c1f" providerId="AD" clId="Web-{9DA43B56-28C6-3B3C-5B1A-922B53E2EFDE}" dt="2025-06-11T15:15:25.391" v="129" actId="20577"/>
          <ac:spMkLst>
            <pc:docMk/>
            <pc:sldMk cId="2476857650" sldId="488"/>
            <ac:spMk id="3" creationId="{BF118F52-6837-3E29-D9F4-2CAB1BD16A6A}"/>
          </ac:spMkLst>
        </pc:spChg>
        <pc:picChg chg="mod">
          <ac:chgData name="Jules Mancini" userId="S::jmancini@comptia.global::4ef8f4fd-9280-4856-883a-0ebf05603c1f" providerId="AD" clId="Web-{9DA43B56-28C6-3B3C-5B1A-922B53E2EFDE}" dt="2025-06-11T15:15:06.031" v="125"/>
          <ac:picMkLst>
            <pc:docMk/>
            <pc:sldMk cId="2476857650" sldId="488"/>
            <ac:picMk id="7" creationId="{4591ADE7-5434-E7CA-798E-1036DD95ECD8}"/>
          </ac:picMkLst>
        </pc:picChg>
      </pc:sldChg>
      <pc:sldChg chg="modSp modNotes">
        <pc:chgData name="Jules Mancini" userId="S::jmancini@comptia.global::4ef8f4fd-9280-4856-883a-0ebf05603c1f" providerId="AD" clId="Web-{9DA43B56-28C6-3B3C-5B1A-922B53E2EFDE}" dt="2025-06-11T15:07:32.485" v="92"/>
        <pc:sldMkLst>
          <pc:docMk/>
          <pc:sldMk cId="1664212164" sldId="489"/>
        </pc:sldMkLst>
        <pc:picChg chg="mod">
          <ac:chgData name="Jules Mancini" userId="S::jmancini@comptia.global::4ef8f4fd-9280-4856-883a-0ebf05603c1f" providerId="AD" clId="Web-{9DA43B56-28C6-3B3C-5B1A-922B53E2EFDE}" dt="2025-06-11T15:07:32.485" v="92"/>
          <ac:picMkLst>
            <pc:docMk/>
            <pc:sldMk cId="1664212164" sldId="489"/>
            <ac:picMk id="5" creationId="{B4B7F0ED-9C8A-E557-7EB8-A757182310DF}"/>
          </ac:picMkLst>
        </pc:picChg>
      </pc:sldChg>
      <pc:sldChg chg="modSp">
        <pc:chgData name="Jules Mancini" userId="S::jmancini@comptia.global::4ef8f4fd-9280-4856-883a-0ebf05603c1f" providerId="AD" clId="Web-{9DA43B56-28C6-3B3C-5B1A-922B53E2EFDE}" dt="2025-06-11T14:58:07.760" v="60" actId="20577"/>
        <pc:sldMkLst>
          <pc:docMk/>
          <pc:sldMk cId="57776708" sldId="500"/>
        </pc:sldMkLst>
        <pc:spChg chg="mod">
          <ac:chgData name="Jules Mancini" userId="S::jmancini@comptia.global::4ef8f4fd-9280-4856-883a-0ebf05603c1f" providerId="AD" clId="Web-{9DA43B56-28C6-3B3C-5B1A-922B53E2EFDE}" dt="2025-06-11T14:58:07.760" v="60" actId="20577"/>
          <ac:spMkLst>
            <pc:docMk/>
            <pc:sldMk cId="57776708" sldId="500"/>
            <ac:spMk id="3" creationId="{8BE8D574-67F5-4E16-5BD1-2DB5FF1EDD9E}"/>
          </ac:spMkLst>
        </pc:spChg>
      </pc:sldChg>
      <pc:sldChg chg="modNotes">
        <pc:chgData name="Jules Mancini" userId="S::jmancini@comptia.global::4ef8f4fd-9280-4856-883a-0ebf05603c1f" providerId="AD" clId="Web-{9DA43B56-28C6-3B3C-5B1A-922B53E2EFDE}" dt="2025-06-11T14:59:32.453" v="62"/>
        <pc:sldMkLst>
          <pc:docMk/>
          <pc:sldMk cId="1961792442" sldId="543"/>
        </pc:sldMkLst>
      </pc:sldChg>
      <pc:sldChg chg="modSp">
        <pc:chgData name="Jules Mancini" userId="S::jmancini@comptia.global::4ef8f4fd-9280-4856-883a-0ebf05603c1f" providerId="AD" clId="Web-{9DA43B56-28C6-3B3C-5B1A-922B53E2EFDE}" dt="2025-06-11T15:07:10.515" v="88" actId="20577"/>
        <pc:sldMkLst>
          <pc:docMk/>
          <pc:sldMk cId="2279390461" sldId="550"/>
        </pc:sldMkLst>
        <pc:spChg chg="mod">
          <ac:chgData name="Jules Mancini" userId="S::jmancini@comptia.global::4ef8f4fd-9280-4856-883a-0ebf05603c1f" providerId="AD" clId="Web-{9DA43B56-28C6-3B3C-5B1A-922B53E2EFDE}" dt="2025-06-11T15:07:10.515" v="88" actId="20577"/>
          <ac:spMkLst>
            <pc:docMk/>
            <pc:sldMk cId="2279390461" sldId="550"/>
            <ac:spMk id="3" creationId="{CC15CF77-58AA-12C0-D086-B47E0C678AB2}"/>
          </ac:spMkLst>
        </pc:spChg>
      </pc:sldChg>
      <pc:sldChg chg="modSp">
        <pc:chgData name="Jules Mancini" userId="S::jmancini@comptia.global::4ef8f4fd-9280-4856-883a-0ebf05603c1f" providerId="AD" clId="Web-{9DA43B56-28C6-3B3C-5B1A-922B53E2EFDE}" dt="2025-06-11T14:43:03.934" v="12" actId="20577"/>
        <pc:sldMkLst>
          <pc:docMk/>
          <pc:sldMk cId="3941134522" sldId="565"/>
        </pc:sldMkLst>
        <pc:spChg chg="mod">
          <ac:chgData name="Jules Mancini" userId="S::jmancini@comptia.global::4ef8f4fd-9280-4856-883a-0ebf05603c1f" providerId="AD" clId="Web-{9DA43B56-28C6-3B3C-5B1A-922B53E2EFDE}" dt="2025-06-11T14:43:03.934" v="12" actId="20577"/>
          <ac:spMkLst>
            <pc:docMk/>
            <pc:sldMk cId="3941134522" sldId="565"/>
            <ac:spMk id="3" creationId="{BAB06EB0-33B2-B513-6C4B-408F52305AF2}"/>
          </ac:spMkLst>
        </pc:spChg>
      </pc:sldChg>
      <pc:sldChg chg="modSp">
        <pc:chgData name="Jules Mancini" userId="S::jmancini@comptia.global::4ef8f4fd-9280-4856-883a-0ebf05603c1f" providerId="AD" clId="Web-{9DA43B56-28C6-3B3C-5B1A-922B53E2EFDE}" dt="2025-06-11T14:44:11.517" v="15" actId="20577"/>
        <pc:sldMkLst>
          <pc:docMk/>
          <pc:sldMk cId="664070205" sldId="566"/>
        </pc:sldMkLst>
        <pc:spChg chg="mod">
          <ac:chgData name="Jules Mancini" userId="S::jmancini@comptia.global::4ef8f4fd-9280-4856-883a-0ebf05603c1f" providerId="AD" clId="Web-{9DA43B56-28C6-3B3C-5B1A-922B53E2EFDE}" dt="2025-06-11T14:44:11.517" v="15" actId="20577"/>
          <ac:spMkLst>
            <pc:docMk/>
            <pc:sldMk cId="664070205" sldId="566"/>
            <ac:spMk id="3" creationId="{1E2F7C39-77F2-2CA2-9EFC-F5A634BAC679}"/>
          </ac:spMkLst>
        </pc:spChg>
      </pc:sldChg>
      <pc:sldChg chg="modSp modCm">
        <pc:chgData name="Jules Mancini" userId="S::jmancini@comptia.global::4ef8f4fd-9280-4856-883a-0ebf05603c1f" providerId="AD" clId="Web-{9DA43B56-28C6-3B3C-5B1A-922B53E2EFDE}" dt="2025-06-11T14:50:04.165" v="33" actId="20577"/>
        <pc:sldMkLst>
          <pc:docMk/>
          <pc:sldMk cId="1760471389" sldId="567"/>
        </pc:sldMkLst>
        <pc:spChg chg="mod">
          <ac:chgData name="Jules Mancini" userId="S::jmancini@comptia.global::4ef8f4fd-9280-4856-883a-0ebf05603c1f" providerId="AD" clId="Web-{9DA43B56-28C6-3B3C-5B1A-922B53E2EFDE}" dt="2025-06-11T14:50:04.165" v="33" actId="20577"/>
          <ac:spMkLst>
            <pc:docMk/>
            <pc:sldMk cId="1760471389" sldId="567"/>
            <ac:spMk id="3" creationId="{3F9375CA-7E26-5D57-3A32-F6CA6D2D5B06}"/>
          </ac:spMkLst>
        </pc:spChg>
        <pc:extLst>
          <p:ext xmlns:p="http://schemas.openxmlformats.org/presentationml/2006/main" uri="{D6D511B9-2390-475A-947B-AFAB55BFBCF1}">
            <pc226:cmChg xmlns:pc226="http://schemas.microsoft.com/office/powerpoint/2022/06/main/command" chg="mod">
              <pc226:chgData name="Jules Mancini" userId="S::jmancini@comptia.global::4ef8f4fd-9280-4856-883a-0ebf05603c1f" providerId="AD" clId="Web-{9DA43B56-28C6-3B3C-5B1A-922B53E2EFDE}" dt="2025-06-11T14:49:47.633" v="32" actId="20577"/>
              <pc2:cmMkLst xmlns:pc2="http://schemas.microsoft.com/office/powerpoint/2019/9/main/command">
                <pc:docMk/>
                <pc:sldMk cId="1760471389" sldId="567"/>
                <pc2:cmMk id="{32E64E41-5131-43CA-9350-352AAE72DD03}"/>
              </pc2:cmMkLst>
            </pc226:cmChg>
          </p:ext>
        </pc:extLst>
      </pc:sldChg>
      <pc:sldChg chg="modSp">
        <pc:chgData name="Jules Mancini" userId="S::jmancini@comptia.global::4ef8f4fd-9280-4856-883a-0ebf05603c1f" providerId="AD" clId="Web-{9DA43B56-28C6-3B3C-5B1A-922B53E2EFDE}" dt="2025-06-11T15:01:54.353" v="68"/>
        <pc:sldMkLst>
          <pc:docMk/>
          <pc:sldMk cId="3665370577" sldId="568"/>
        </pc:sldMkLst>
        <pc:spChg chg="mod">
          <ac:chgData name="Jules Mancini" userId="S::jmancini@comptia.global::4ef8f4fd-9280-4856-883a-0ebf05603c1f" providerId="AD" clId="Web-{9DA43B56-28C6-3B3C-5B1A-922B53E2EFDE}" dt="2025-06-11T14:50:44.902" v="35" actId="20577"/>
          <ac:spMkLst>
            <pc:docMk/>
            <pc:sldMk cId="3665370577" sldId="568"/>
            <ac:spMk id="3" creationId="{392C9AE0-D80C-9D0A-40E8-C12C5E887EEE}"/>
          </ac:spMkLst>
        </pc:spChg>
        <pc:picChg chg="mod">
          <ac:chgData name="Jules Mancini" userId="S::jmancini@comptia.global::4ef8f4fd-9280-4856-883a-0ebf05603c1f" providerId="AD" clId="Web-{9DA43B56-28C6-3B3C-5B1A-922B53E2EFDE}" dt="2025-06-11T15:01:54.353" v="68"/>
          <ac:picMkLst>
            <pc:docMk/>
            <pc:sldMk cId="3665370577" sldId="568"/>
            <ac:picMk id="5" creationId="{6CC7CFD4-CCCD-2791-1F3C-25C90B4D9483}"/>
          </ac:picMkLst>
        </pc:picChg>
      </pc:sldChg>
      <pc:sldChg chg="modSp modNotes">
        <pc:chgData name="Jules Mancini" userId="S::jmancini@comptia.global::4ef8f4fd-9280-4856-883a-0ebf05603c1f" providerId="AD" clId="Web-{9DA43B56-28C6-3B3C-5B1A-922B53E2EFDE}" dt="2025-06-11T14:53:05.896" v="43"/>
        <pc:sldMkLst>
          <pc:docMk/>
          <pc:sldMk cId="2436142003" sldId="569"/>
        </pc:sldMkLst>
        <pc:spChg chg="mod">
          <ac:chgData name="Jules Mancini" userId="S::jmancini@comptia.global::4ef8f4fd-9280-4856-883a-0ebf05603c1f" providerId="AD" clId="Web-{9DA43B56-28C6-3B3C-5B1A-922B53E2EFDE}" dt="2025-06-11T14:52:39.379" v="41" actId="20577"/>
          <ac:spMkLst>
            <pc:docMk/>
            <pc:sldMk cId="2436142003" sldId="569"/>
            <ac:spMk id="3" creationId="{C6F96774-36B8-B8FC-7220-DEB733B577E6}"/>
          </ac:spMkLst>
        </pc:spChg>
      </pc:sldChg>
      <pc:sldChg chg="modSp modNotes">
        <pc:chgData name="Jules Mancini" userId="S::jmancini@comptia.global::4ef8f4fd-9280-4856-883a-0ebf05603c1f" providerId="AD" clId="Web-{9DA43B56-28C6-3B3C-5B1A-922B53E2EFDE}" dt="2025-06-11T15:00:14.768" v="64"/>
        <pc:sldMkLst>
          <pc:docMk/>
          <pc:sldMk cId="231484435" sldId="570"/>
        </pc:sldMkLst>
        <pc:picChg chg="mod">
          <ac:chgData name="Jules Mancini" userId="S::jmancini@comptia.global::4ef8f4fd-9280-4856-883a-0ebf05603c1f" providerId="AD" clId="Web-{9DA43B56-28C6-3B3C-5B1A-922B53E2EFDE}" dt="2025-06-11T15:00:14.768" v="64"/>
          <ac:picMkLst>
            <pc:docMk/>
            <pc:sldMk cId="231484435" sldId="570"/>
            <ac:picMk id="7" creationId="{E427EEA8-069F-FF59-9615-0365B4E400FE}"/>
          </ac:picMkLst>
        </pc:picChg>
      </pc:sldChg>
      <pc:sldChg chg="modSp">
        <pc:chgData name="Jules Mancini" userId="S::jmancini@comptia.global::4ef8f4fd-9280-4856-883a-0ebf05603c1f" providerId="AD" clId="Web-{9DA43B56-28C6-3B3C-5B1A-922B53E2EFDE}" dt="2025-06-11T14:56:17.018" v="51" actId="20577"/>
        <pc:sldMkLst>
          <pc:docMk/>
          <pc:sldMk cId="2571435127" sldId="571"/>
        </pc:sldMkLst>
        <pc:spChg chg="mod">
          <ac:chgData name="Jules Mancini" userId="S::jmancini@comptia.global::4ef8f4fd-9280-4856-883a-0ebf05603c1f" providerId="AD" clId="Web-{9DA43B56-28C6-3B3C-5B1A-922B53E2EFDE}" dt="2025-06-11T14:56:17.018" v="51" actId="20577"/>
          <ac:spMkLst>
            <pc:docMk/>
            <pc:sldMk cId="2571435127" sldId="571"/>
            <ac:spMk id="3" creationId="{0EE94FFD-C17C-07E9-9AD7-78FF3C715827}"/>
          </ac:spMkLst>
        </pc:spChg>
      </pc:sldChg>
      <pc:sldChg chg="modSp modNotes">
        <pc:chgData name="Jules Mancini" userId="S::jmancini@comptia.global::4ef8f4fd-9280-4856-883a-0ebf05603c1f" providerId="AD" clId="Web-{9DA43B56-28C6-3B3C-5B1A-922B53E2EFDE}" dt="2025-06-11T15:03:33.594" v="72" actId="20577"/>
        <pc:sldMkLst>
          <pc:docMk/>
          <pc:sldMk cId="2244434959" sldId="574"/>
        </pc:sldMkLst>
        <pc:spChg chg="mod">
          <ac:chgData name="Jules Mancini" userId="S::jmancini@comptia.global::4ef8f4fd-9280-4856-883a-0ebf05603c1f" providerId="AD" clId="Web-{9DA43B56-28C6-3B3C-5B1A-922B53E2EFDE}" dt="2025-06-11T15:03:33.594" v="72" actId="20577"/>
          <ac:spMkLst>
            <pc:docMk/>
            <pc:sldMk cId="2244434959" sldId="574"/>
            <ac:spMk id="3" creationId="{59EECA1C-48D5-48AC-6120-1FEB34308C39}"/>
          </ac:spMkLst>
        </pc:spChg>
      </pc:sldChg>
      <pc:sldChg chg="modNotes">
        <pc:chgData name="Jules Mancini" userId="S::jmancini@comptia.global::4ef8f4fd-9280-4856-883a-0ebf05603c1f" providerId="AD" clId="Web-{9DA43B56-28C6-3B3C-5B1A-922B53E2EFDE}" dt="2025-06-11T15:03:57.768" v="74"/>
        <pc:sldMkLst>
          <pc:docMk/>
          <pc:sldMk cId="2344874781" sldId="575"/>
        </pc:sldMkLst>
      </pc:sldChg>
      <pc:sldChg chg="modSp">
        <pc:chgData name="Jules Mancini" userId="S::jmancini@comptia.global::4ef8f4fd-9280-4856-883a-0ebf05603c1f" providerId="AD" clId="Web-{9DA43B56-28C6-3B3C-5B1A-922B53E2EFDE}" dt="2025-06-11T15:05:29.508" v="78" actId="20577"/>
        <pc:sldMkLst>
          <pc:docMk/>
          <pc:sldMk cId="2216117190" sldId="576"/>
        </pc:sldMkLst>
        <pc:spChg chg="mod">
          <ac:chgData name="Jules Mancini" userId="S::jmancini@comptia.global::4ef8f4fd-9280-4856-883a-0ebf05603c1f" providerId="AD" clId="Web-{9DA43B56-28C6-3B3C-5B1A-922B53E2EFDE}" dt="2025-06-11T15:05:29.508" v="78" actId="20577"/>
          <ac:spMkLst>
            <pc:docMk/>
            <pc:sldMk cId="2216117190" sldId="576"/>
            <ac:spMk id="3" creationId="{6D5A74EA-3ADC-D1D9-D7E4-CED6E293EF4C}"/>
          </ac:spMkLst>
        </pc:spChg>
      </pc:sldChg>
      <pc:sldChg chg="modNotes">
        <pc:chgData name="Jules Mancini" userId="S::jmancini@comptia.global::4ef8f4fd-9280-4856-883a-0ebf05603c1f" providerId="AD" clId="Web-{9DA43B56-28C6-3B3C-5B1A-922B53E2EFDE}" dt="2025-06-11T15:05:25.867" v="76"/>
        <pc:sldMkLst>
          <pc:docMk/>
          <pc:sldMk cId="1498049252" sldId="577"/>
        </pc:sldMkLst>
      </pc:sldChg>
      <pc:sldChg chg="modSp modNotes">
        <pc:chgData name="Jules Mancini" userId="S::jmancini@comptia.global::4ef8f4fd-9280-4856-883a-0ebf05603c1f" providerId="AD" clId="Web-{9DA43B56-28C6-3B3C-5B1A-922B53E2EFDE}" dt="2025-06-11T15:08:21.426" v="96"/>
        <pc:sldMkLst>
          <pc:docMk/>
          <pc:sldMk cId="2078518832" sldId="578"/>
        </pc:sldMkLst>
        <pc:spChg chg="mod">
          <ac:chgData name="Jules Mancini" userId="S::jmancini@comptia.global::4ef8f4fd-9280-4856-883a-0ebf05603c1f" providerId="AD" clId="Web-{9DA43B56-28C6-3B3C-5B1A-922B53E2EFDE}" dt="2025-06-11T15:08:15.910" v="95" actId="20577"/>
          <ac:spMkLst>
            <pc:docMk/>
            <pc:sldMk cId="2078518832" sldId="578"/>
            <ac:spMk id="3" creationId="{0ED57C38-DB4C-2C60-75BB-44DDF418BD92}"/>
          </ac:spMkLst>
        </pc:spChg>
      </pc:sldChg>
      <pc:sldChg chg="modNotes">
        <pc:chgData name="Jules Mancini" userId="S::jmancini@comptia.global::4ef8f4fd-9280-4856-883a-0ebf05603c1f" providerId="AD" clId="Web-{9DA43B56-28C6-3B3C-5B1A-922B53E2EFDE}" dt="2025-06-11T15:08:39.224" v="98"/>
        <pc:sldMkLst>
          <pc:docMk/>
          <pc:sldMk cId="3311357890" sldId="579"/>
        </pc:sldMkLst>
      </pc:sldChg>
      <pc:sldChg chg="modNotes">
        <pc:chgData name="Jules Mancini" userId="S::jmancini@comptia.global::4ef8f4fd-9280-4856-883a-0ebf05603c1f" providerId="AD" clId="Web-{9DA43B56-28C6-3B3C-5B1A-922B53E2EFDE}" dt="2025-06-11T15:09:30.258" v="99"/>
        <pc:sldMkLst>
          <pc:docMk/>
          <pc:sldMk cId="2321270701" sldId="581"/>
        </pc:sldMkLst>
      </pc:sldChg>
      <pc:sldChg chg="modNotes">
        <pc:chgData name="Jules Mancini" userId="S::jmancini@comptia.global::4ef8f4fd-9280-4856-883a-0ebf05603c1f" providerId="AD" clId="Web-{9DA43B56-28C6-3B3C-5B1A-922B53E2EFDE}" dt="2025-06-11T15:09:42.837" v="100"/>
        <pc:sldMkLst>
          <pc:docMk/>
          <pc:sldMk cId="2090594801" sldId="582"/>
        </pc:sldMkLst>
      </pc:sldChg>
      <pc:sldChg chg="modSp modNotes">
        <pc:chgData name="Jules Mancini" userId="S::jmancini@comptia.global::4ef8f4fd-9280-4856-883a-0ebf05603c1f" providerId="AD" clId="Web-{9DA43B56-28C6-3B3C-5B1A-922B53E2EFDE}" dt="2025-06-11T15:10:59.155" v="115" actId="20577"/>
        <pc:sldMkLst>
          <pc:docMk/>
          <pc:sldMk cId="3635586561" sldId="583"/>
        </pc:sldMkLst>
        <pc:spChg chg="mod">
          <ac:chgData name="Jules Mancini" userId="S::jmancini@comptia.global::4ef8f4fd-9280-4856-883a-0ebf05603c1f" providerId="AD" clId="Web-{9DA43B56-28C6-3B3C-5B1A-922B53E2EFDE}" dt="2025-06-11T15:10:57.327" v="113" actId="20577"/>
          <ac:spMkLst>
            <pc:docMk/>
            <pc:sldMk cId="3635586561" sldId="583"/>
            <ac:spMk id="8" creationId="{9A599028-CB93-AF12-A681-4DBA1A716C8F}"/>
          </ac:spMkLst>
        </pc:spChg>
        <pc:spChg chg="mod">
          <ac:chgData name="Jules Mancini" userId="S::jmancini@comptia.global::4ef8f4fd-9280-4856-883a-0ebf05603c1f" providerId="AD" clId="Web-{9DA43B56-28C6-3B3C-5B1A-922B53E2EFDE}" dt="2025-06-11T15:10:59.155" v="115" actId="20577"/>
          <ac:spMkLst>
            <pc:docMk/>
            <pc:sldMk cId="3635586561" sldId="583"/>
            <ac:spMk id="15" creationId="{2F665A55-9126-C08C-DADA-CE78B3B7D97D}"/>
          </ac:spMkLst>
        </pc:spChg>
      </pc:sldChg>
      <pc:sldChg chg="modSp">
        <pc:chgData name="Jules Mancini" userId="S::jmancini@comptia.global::4ef8f4fd-9280-4856-883a-0ebf05603c1f" providerId="AD" clId="Web-{9DA43B56-28C6-3B3C-5B1A-922B53E2EFDE}" dt="2025-06-11T15:12:02.472" v="123" actId="20577"/>
        <pc:sldMkLst>
          <pc:docMk/>
          <pc:sldMk cId="3832506423" sldId="585"/>
        </pc:sldMkLst>
        <pc:spChg chg="mod">
          <ac:chgData name="Jules Mancini" userId="S::jmancini@comptia.global::4ef8f4fd-9280-4856-883a-0ebf05603c1f" providerId="AD" clId="Web-{9DA43B56-28C6-3B3C-5B1A-922B53E2EFDE}" dt="2025-06-11T15:12:02.472" v="123" actId="20577"/>
          <ac:spMkLst>
            <pc:docMk/>
            <pc:sldMk cId="3832506423" sldId="585"/>
            <ac:spMk id="3" creationId="{781E3AEF-4335-51D7-E1DD-C8D1E44CA896}"/>
          </ac:spMkLst>
        </pc:spChg>
      </pc:sldChg>
      <pc:sldChg chg="modNotes">
        <pc:chgData name="Jules Mancini" userId="S::jmancini@comptia.global::4ef8f4fd-9280-4856-883a-0ebf05603c1f" providerId="AD" clId="Web-{9DA43B56-28C6-3B3C-5B1A-922B53E2EFDE}" dt="2025-06-11T15:12:22.989" v="124"/>
        <pc:sldMkLst>
          <pc:docMk/>
          <pc:sldMk cId="256475588" sldId="586"/>
        </pc:sldMkLst>
      </pc:sldChg>
      <pc:sldChg chg="modSp">
        <pc:chgData name="Jules Mancini" userId="S::jmancini@comptia.global::4ef8f4fd-9280-4856-883a-0ebf05603c1f" providerId="AD" clId="Web-{9DA43B56-28C6-3B3C-5B1A-922B53E2EFDE}" dt="2025-06-11T15:16:55.538" v="138" actId="20577"/>
        <pc:sldMkLst>
          <pc:docMk/>
          <pc:sldMk cId="2917798969" sldId="587"/>
        </pc:sldMkLst>
        <pc:spChg chg="mod">
          <ac:chgData name="Jules Mancini" userId="S::jmancini@comptia.global::4ef8f4fd-9280-4856-883a-0ebf05603c1f" providerId="AD" clId="Web-{9DA43B56-28C6-3B3C-5B1A-922B53E2EFDE}" dt="2025-06-11T15:16:55.538" v="138" actId="20577"/>
          <ac:spMkLst>
            <pc:docMk/>
            <pc:sldMk cId="2917798969" sldId="587"/>
            <ac:spMk id="3" creationId="{4B87B5D0-E124-D71E-29CD-8C9E9E6AA2D3}"/>
          </ac:spMkLst>
        </pc:spChg>
      </pc:sldChg>
      <pc:sldChg chg="modNotes">
        <pc:chgData name="Jules Mancini" userId="S::jmancini@comptia.global::4ef8f4fd-9280-4856-883a-0ebf05603c1f" providerId="AD" clId="Web-{9DA43B56-28C6-3B3C-5B1A-922B53E2EFDE}" dt="2025-06-11T15:17:12.227" v="140"/>
        <pc:sldMkLst>
          <pc:docMk/>
          <pc:sldMk cId="3946430028" sldId="588"/>
        </pc:sldMkLst>
      </pc:sldChg>
      <pc:sldChg chg="modNotes">
        <pc:chgData name="Jules Mancini" userId="S::jmancini@comptia.global::4ef8f4fd-9280-4856-883a-0ebf05603c1f" providerId="AD" clId="Web-{9DA43B56-28C6-3B3C-5B1A-922B53E2EFDE}" dt="2025-06-11T15:17:22.383" v="142"/>
        <pc:sldMkLst>
          <pc:docMk/>
          <pc:sldMk cId="4016575733" sldId="589"/>
        </pc:sldMkLst>
      </pc:sldChg>
      <pc:sldChg chg="modNotes">
        <pc:chgData name="Jules Mancini" userId="S::jmancini@comptia.global::4ef8f4fd-9280-4856-883a-0ebf05603c1f" providerId="AD" clId="Web-{9DA43B56-28C6-3B3C-5B1A-922B53E2EFDE}" dt="2025-06-11T15:18:21.247" v="144"/>
        <pc:sldMkLst>
          <pc:docMk/>
          <pc:sldMk cId="2338291296" sldId="591"/>
        </pc:sldMkLst>
      </pc:sldChg>
      <pc:sldChg chg="modNotes">
        <pc:chgData name="Jules Mancini" userId="S::jmancini@comptia.global::4ef8f4fd-9280-4856-883a-0ebf05603c1f" providerId="AD" clId="Web-{9DA43B56-28C6-3B3C-5B1A-922B53E2EFDE}" dt="2025-06-11T15:18:30.325" v="145"/>
        <pc:sldMkLst>
          <pc:docMk/>
          <pc:sldMk cId="3800146421" sldId="592"/>
        </pc:sldMkLst>
      </pc:sldChg>
      <pc:sldChg chg="modSp">
        <pc:chgData name="Jules Mancini" userId="S::jmancini@comptia.global::4ef8f4fd-9280-4856-883a-0ebf05603c1f" providerId="AD" clId="Web-{9DA43B56-28C6-3B3C-5B1A-922B53E2EFDE}" dt="2025-06-11T15:18:54.108" v="148" actId="20577"/>
        <pc:sldMkLst>
          <pc:docMk/>
          <pc:sldMk cId="43243098" sldId="593"/>
        </pc:sldMkLst>
        <pc:spChg chg="mod">
          <ac:chgData name="Jules Mancini" userId="S::jmancini@comptia.global::4ef8f4fd-9280-4856-883a-0ebf05603c1f" providerId="AD" clId="Web-{9DA43B56-28C6-3B3C-5B1A-922B53E2EFDE}" dt="2025-06-11T15:18:54.108" v="148" actId="20577"/>
          <ac:spMkLst>
            <pc:docMk/>
            <pc:sldMk cId="43243098" sldId="593"/>
            <ac:spMk id="3" creationId="{E7D08053-9027-4ED9-76EF-8FEC6C14423C}"/>
          </ac:spMkLst>
        </pc:spChg>
      </pc:sldChg>
      <pc:sldChg chg="modNotes">
        <pc:chgData name="Jules Mancini" userId="S::jmancini@comptia.global::4ef8f4fd-9280-4856-883a-0ebf05603c1f" providerId="AD" clId="Web-{9DA43B56-28C6-3B3C-5B1A-922B53E2EFDE}" dt="2025-06-11T15:19:09.203" v="150"/>
        <pc:sldMkLst>
          <pc:docMk/>
          <pc:sldMk cId="397313614" sldId="594"/>
        </pc:sldMkLst>
      </pc:sldChg>
    </pc:docChg>
  </pc:docChgLst>
  <pc:docChgLst>
    <pc:chgData name="Danielle Andries" userId="93d179e4-3c18-40f7-920e-ae80b202540d" providerId="ADAL" clId="{E9C614E3-A1EE-4D1E-84D8-8FC9F0171C92}"/>
    <pc:docChg chg="undo custSel addSld delSld modSld sldOrd">
      <pc:chgData name="Danielle Andries" userId="93d179e4-3c18-40f7-920e-ae80b202540d" providerId="ADAL" clId="{E9C614E3-A1EE-4D1E-84D8-8FC9F0171C92}" dt="2022-05-03T20:11:34.298" v="394" actId="20577"/>
      <pc:docMkLst>
        <pc:docMk/>
      </pc:docMkLst>
      <pc:sldChg chg="new del">
        <pc:chgData name="Danielle Andries" userId="93d179e4-3c18-40f7-920e-ae80b202540d" providerId="ADAL" clId="{E9C614E3-A1EE-4D1E-84D8-8FC9F0171C92}" dt="2022-05-03T19:49:33.597" v="3" actId="2696"/>
        <pc:sldMkLst>
          <pc:docMk/>
          <pc:sldMk cId="3809199461" sldId="256"/>
        </pc:sldMkLst>
      </pc:sldChg>
      <pc:sldChg chg="new">
        <pc:chgData name="Danielle Andries" userId="93d179e4-3c18-40f7-920e-ae80b202540d" providerId="ADAL" clId="{E9C614E3-A1EE-4D1E-84D8-8FC9F0171C92}" dt="2022-05-03T19:42:20.472" v="1" actId="680"/>
        <pc:sldMkLst>
          <pc:docMk/>
          <pc:sldMk cId="3995608643" sldId="257"/>
        </pc:sldMkLst>
      </pc:sldChg>
      <pc:sldChg chg="new">
        <pc:chgData name="Danielle Andries" userId="93d179e4-3c18-40f7-920e-ae80b202540d" providerId="ADAL" clId="{E9C614E3-A1EE-4D1E-84D8-8FC9F0171C92}" dt="2022-05-03T19:42:25.033" v="2" actId="680"/>
        <pc:sldMkLst>
          <pc:docMk/>
          <pc:sldMk cId="2170154808" sldId="258"/>
        </pc:sldMkLst>
      </pc:sldChg>
      <pc:sldChg chg="addSp modSp new mod">
        <pc:chgData name="Danielle Andries" userId="93d179e4-3c18-40f7-920e-ae80b202540d" providerId="ADAL" clId="{E9C614E3-A1EE-4D1E-84D8-8FC9F0171C92}" dt="2022-05-03T19:51:04.298" v="60" actId="1076"/>
        <pc:sldMkLst>
          <pc:docMk/>
          <pc:sldMk cId="3549381897" sldId="259"/>
        </pc:sldMkLst>
      </pc:sldChg>
      <pc:sldChg chg="addSp delSp modSp new mod">
        <pc:chgData name="Danielle Andries" userId="93d179e4-3c18-40f7-920e-ae80b202540d" providerId="ADAL" clId="{E9C614E3-A1EE-4D1E-84D8-8FC9F0171C92}" dt="2022-05-03T20:04:27.208" v="141" actId="20577"/>
        <pc:sldMkLst>
          <pc:docMk/>
          <pc:sldMk cId="1702716025" sldId="260"/>
        </pc:sldMkLst>
      </pc:sldChg>
      <pc:sldChg chg="addSp modSp new mod">
        <pc:chgData name="Danielle Andries" userId="93d179e4-3c18-40f7-920e-ae80b202540d" providerId="ADAL" clId="{E9C614E3-A1EE-4D1E-84D8-8FC9F0171C92}" dt="2022-05-03T20:06:51.826" v="152" actId="14100"/>
        <pc:sldMkLst>
          <pc:docMk/>
          <pc:sldMk cId="1821724871" sldId="261"/>
        </pc:sldMkLst>
      </pc:sldChg>
      <pc:sldChg chg="addSp delSp modSp new mod">
        <pc:chgData name="Danielle Andries" userId="93d179e4-3c18-40f7-920e-ae80b202540d" providerId="ADAL" clId="{E9C614E3-A1EE-4D1E-84D8-8FC9F0171C92}" dt="2022-05-03T20:09:02.426" v="205"/>
        <pc:sldMkLst>
          <pc:docMk/>
          <pc:sldMk cId="2298346470" sldId="262"/>
        </pc:sldMkLst>
      </pc:sldChg>
      <pc:sldChg chg="modSp add del mod ord">
        <pc:chgData name="Danielle Andries" userId="93d179e4-3c18-40f7-920e-ae80b202540d" providerId="ADAL" clId="{E9C614E3-A1EE-4D1E-84D8-8FC9F0171C92}" dt="2022-05-03T20:09:58.168" v="258" actId="2696"/>
        <pc:sldMkLst>
          <pc:docMk/>
          <pc:sldMk cId="695845461" sldId="263"/>
        </pc:sldMkLst>
      </pc:sldChg>
      <pc:sldChg chg="modSp new mod modNotesTx">
        <pc:chgData name="Danielle Andries" userId="93d179e4-3c18-40f7-920e-ae80b202540d" providerId="ADAL" clId="{E9C614E3-A1EE-4D1E-84D8-8FC9F0171C92}" dt="2022-05-03T20:11:19.569" v="371"/>
        <pc:sldMkLst>
          <pc:docMk/>
          <pc:sldMk cId="2631819795" sldId="263"/>
        </pc:sldMkLst>
      </pc:sldChg>
      <pc:sldChg chg="modSp new mod">
        <pc:chgData name="Danielle Andries" userId="93d179e4-3c18-40f7-920e-ae80b202540d" providerId="ADAL" clId="{E9C614E3-A1EE-4D1E-84D8-8FC9F0171C92}" dt="2022-05-03T20:11:34.298" v="394" actId="20577"/>
        <pc:sldMkLst>
          <pc:docMk/>
          <pc:sldMk cId="3051765853" sldId="264"/>
        </pc:sldMkLst>
      </pc:sldChg>
    </pc:docChg>
  </pc:docChgLst>
</pc:chgInfo>
</file>

<file path=ppt/handoutMasters/_rels/handoutMaster1.xml.rels><?xml version="1.0" encoding="UTF-8" standalone="yes"?>
<Relationships xmlns="http://schemas.openxmlformats.org/package/2006/relationships"><Relationship Id="rId3" Type="http://schemas.openxmlformats.org/officeDocument/2006/relationships/image" Target="../media/image13.wmf"/><Relationship Id="rId2" Type="http://schemas.openxmlformats.org/officeDocument/2006/relationships/tags" Target="../tags/tag28.xml"/><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6" name="Footer Placeholder 3">
            <a:extLst>
              <a:ext uri="{FF2B5EF4-FFF2-40B4-BE49-F238E27FC236}">
                <a16:creationId xmlns:a16="http://schemas.microsoft.com/office/drawing/2014/main" id="{B06D6A9A-E421-49E1-95E3-28D4C7B9C8A6}"/>
              </a:ext>
            </a:extLst>
          </p:cNvPr>
          <p:cNvSpPr>
            <a:spLocks noGrp="1"/>
          </p:cNvSpPr>
          <p:nvPr>
            <p:ph type="ftr" sz="quarter" idx="2"/>
          </p:nvPr>
        </p:nvSpPr>
        <p:spPr>
          <a:xfrm>
            <a:off x="11017" y="8846898"/>
            <a:ext cx="6195600" cy="155489"/>
          </a:xfrm>
          <a:prstGeom prst="rect">
            <a:avLst/>
          </a:prstGeom>
        </p:spPr>
        <p:txBody>
          <a:bodyPr vert="horz" lIns="91440" tIns="45720" rIns="91440" bIns="45720" rtlCol="0" anchor="ctr"/>
          <a:lstStyle>
            <a:lvl1pPr algn="r">
              <a:defRPr sz="600" i="0" u="none">
                <a:solidFill>
                  <a:schemeClr val="accent4"/>
                </a:solidFill>
              </a:defRPr>
            </a:lvl1pPr>
          </a:lstStyle>
          <a:p>
            <a:pPr algn="l"/>
            <a:endParaRPr lang="en-US" dirty="0"/>
          </a:p>
        </p:txBody>
      </p:sp>
      <p:sp>
        <p:nvSpPr>
          <p:cNvPr id="7" name="Slide Number Placeholder 4">
            <a:extLst>
              <a:ext uri="{FF2B5EF4-FFF2-40B4-BE49-F238E27FC236}">
                <a16:creationId xmlns:a16="http://schemas.microsoft.com/office/drawing/2014/main" id="{159ABDE6-7738-416A-B4E7-0C3C017A5174}"/>
              </a:ext>
            </a:extLst>
          </p:cNvPr>
          <p:cNvSpPr>
            <a:spLocks noGrp="1"/>
          </p:cNvSpPr>
          <p:nvPr>
            <p:ph type="sldNum" sz="quarter" idx="3"/>
          </p:nvPr>
        </p:nvSpPr>
        <p:spPr>
          <a:xfrm>
            <a:off x="6391349" y="8747560"/>
            <a:ext cx="479184" cy="198675"/>
          </a:xfrm>
          <a:prstGeom prst="rect">
            <a:avLst/>
          </a:prstGeom>
        </p:spPr>
        <p:txBody>
          <a:bodyPr vert="horz" lIns="91440" tIns="45720" rIns="91440" bIns="45720" rtlCol="0" anchor="ctr"/>
          <a:lstStyle>
            <a:lvl1pPr algn="r">
              <a:defRPr sz="700">
                <a:solidFill>
                  <a:schemeClr val="tx1"/>
                </a:solidFill>
              </a:defRPr>
            </a:lvl1pPr>
          </a:lstStyle>
          <a:p>
            <a:fld id="{B7CF8A19-3A9E-4ABC-B336-2FDDE321C72D}" type="slidenum">
              <a:rPr lang="en-US" smtClean="0"/>
              <a:pPr/>
              <a:t>‹#›</a:t>
            </a:fld>
            <a:endParaRPr lang="en-US" dirty="0"/>
          </a:p>
        </p:txBody>
      </p:sp>
      <p:pic>
        <p:nvPicPr>
          <p:cNvPr id="8" name="Picture 7" descr="CompTIA_logo.wmf">
            <a:extLst>
              <a:ext uri="{FF2B5EF4-FFF2-40B4-BE49-F238E27FC236}">
                <a16:creationId xmlns:a16="http://schemas.microsoft.com/office/drawing/2014/main" id="{C687E238-29FD-442E-B707-9D78F681F08D}"/>
              </a:ext>
            </a:extLst>
          </p:cNvPr>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76587" y="8742059"/>
            <a:ext cx="612648" cy="131064"/>
          </a:xfrm>
          <a:prstGeom prst="rect">
            <a:avLst/>
          </a:prstGeom>
        </p:spPr>
      </p:pic>
    </p:spTree>
    <p:custDataLst>
      <p:tags r:id="rId2"/>
    </p:custDataLst>
    <p:extLst>
      <p:ext uri="{BB962C8B-B14F-4D97-AF65-F5344CB8AC3E}">
        <p14:creationId xmlns:p14="http://schemas.microsoft.com/office/powerpoint/2010/main" val="53854694"/>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2" Type="http://schemas.openxmlformats.org/officeDocument/2006/relationships/image" Target="../media/image13.wmf"/><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4" name="Slide Image Placeholder 3"/>
          <p:cNvSpPr>
            <a:spLocks noGrp="1" noRot="1" noChangeAspect="1"/>
          </p:cNvSpPr>
          <p:nvPr>
            <p:ph type="sldImg" idx="2"/>
          </p:nvPr>
        </p:nvSpPr>
        <p:spPr>
          <a:xfrm>
            <a:off x="381000" y="311223"/>
            <a:ext cx="6096000" cy="34290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381000" y="3845062"/>
            <a:ext cx="6096000" cy="4613138"/>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Footer Placeholder 3">
            <a:extLst>
              <a:ext uri="{FF2B5EF4-FFF2-40B4-BE49-F238E27FC236}">
                <a16:creationId xmlns:a16="http://schemas.microsoft.com/office/drawing/2014/main" id="{7E08E5ED-27EB-4222-8673-ABB6E7176760}"/>
              </a:ext>
            </a:extLst>
          </p:cNvPr>
          <p:cNvSpPr>
            <a:spLocks noGrp="1"/>
          </p:cNvSpPr>
          <p:nvPr>
            <p:ph type="ftr" sz="quarter" idx="4"/>
          </p:nvPr>
        </p:nvSpPr>
        <p:spPr>
          <a:xfrm>
            <a:off x="77118" y="8868932"/>
            <a:ext cx="6195600" cy="155489"/>
          </a:xfrm>
          <a:prstGeom prst="rect">
            <a:avLst/>
          </a:prstGeom>
        </p:spPr>
        <p:txBody>
          <a:bodyPr vert="horz" lIns="91440" tIns="45720" rIns="91440" bIns="45720" rtlCol="0" anchor="ctr"/>
          <a:lstStyle>
            <a:lvl1pPr algn="r">
              <a:defRPr sz="600" i="0" u="none">
                <a:solidFill>
                  <a:schemeClr val="accent4"/>
                </a:solidFill>
              </a:defRPr>
            </a:lvl1pPr>
          </a:lstStyle>
          <a:p>
            <a:pPr algn="l"/>
            <a:endParaRPr lang="en-US" dirty="0"/>
          </a:p>
        </p:txBody>
      </p:sp>
      <p:sp>
        <p:nvSpPr>
          <p:cNvPr id="9" name="Slide Number Placeholder 4">
            <a:extLst>
              <a:ext uri="{FF2B5EF4-FFF2-40B4-BE49-F238E27FC236}">
                <a16:creationId xmlns:a16="http://schemas.microsoft.com/office/drawing/2014/main" id="{3F69D4DB-2CA4-4812-B085-993471451111}"/>
              </a:ext>
            </a:extLst>
          </p:cNvPr>
          <p:cNvSpPr>
            <a:spLocks noGrp="1"/>
          </p:cNvSpPr>
          <p:nvPr>
            <p:ph type="sldNum" sz="quarter" idx="5"/>
          </p:nvPr>
        </p:nvSpPr>
        <p:spPr>
          <a:xfrm>
            <a:off x="6336264" y="8769594"/>
            <a:ext cx="479184" cy="198675"/>
          </a:xfrm>
          <a:prstGeom prst="rect">
            <a:avLst/>
          </a:prstGeom>
        </p:spPr>
        <p:txBody>
          <a:bodyPr vert="horz" lIns="91440" tIns="45720" rIns="91440" bIns="45720" rtlCol="0" anchor="ctr"/>
          <a:lstStyle>
            <a:lvl1pPr algn="r">
              <a:defRPr sz="700">
                <a:solidFill>
                  <a:schemeClr val="tx1"/>
                </a:solidFill>
              </a:defRPr>
            </a:lvl1pPr>
          </a:lstStyle>
          <a:p>
            <a:fld id="{B7CF8A19-3A9E-4ABC-B336-2FDDE321C72D}" type="slidenum">
              <a:rPr lang="en-US" smtClean="0"/>
              <a:pPr/>
              <a:t>‹#›</a:t>
            </a:fld>
            <a:endParaRPr lang="en-US" dirty="0"/>
          </a:p>
        </p:txBody>
      </p:sp>
      <p:pic>
        <p:nvPicPr>
          <p:cNvPr id="10" name="Picture 9" descr="CompTIA_logo.wmf">
            <a:extLst>
              <a:ext uri="{FF2B5EF4-FFF2-40B4-BE49-F238E27FC236}">
                <a16:creationId xmlns:a16="http://schemas.microsoft.com/office/drawing/2014/main" id="{94795792-6EB9-40B5-B9EB-C67D5E9BEC1D}"/>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142688" y="8764093"/>
            <a:ext cx="612648" cy="131064"/>
          </a:xfrm>
          <a:prstGeom prst="rect">
            <a:avLst/>
          </a:prstGeom>
        </p:spPr>
      </p:pic>
    </p:spTree>
    <p:extLst>
      <p:ext uri="{BB962C8B-B14F-4D97-AF65-F5344CB8AC3E}">
        <p14:creationId xmlns:p14="http://schemas.microsoft.com/office/powerpoint/2010/main" val="2690310159"/>
      </p:ext>
    </p:extLst>
  </p:cSld>
  <p:clrMap bg1="lt1" tx1="dk1" bg2="lt2" tx2="dk2" accent1="accent1" accent2="accent2" accent3="accent3" accent4="accent4" accent5="accent5" accent6="accent6" hlink="hlink" folHlink="folHlink"/>
  <p:hf hdr="0" ftr="0" dt="0"/>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311150"/>
            <a:ext cx="6096000" cy="3429000"/>
          </a:xfrm>
        </p:spPr>
      </p:sp>
      <p:sp>
        <p:nvSpPr>
          <p:cNvPr id="3" name="Notes Placeholder 2"/>
          <p:cNvSpPr>
            <a:spLocks noGrp="1"/>
          </p:cNvSpPr>
          <p:nvPr>
            <p:ph type="body" idx="1"/>
          </p:nvPr>
        </p:nvSpPr>
        <p:spPr/>
        <p:txBody>
          <a:bodyPr/>
          <a:lstStyle/>
          <a:p>
            <a:r>
              <a:rPr lang="en-US" dirty="0">
                <a:latin typeface="+mn-lt"/>
              </a:rPr>
              <a:t>Core 2 Exam Objectives</a:t>
            </a:r>
          </a:p>
          <a:p>
            <a:pPr marL="171450" indent="-171450" algn="l">
              <a:buFont typeface="Arial" panose="020B0604020202020204" pitchFamily="34" charset="0"/>
              <a:buChar char="•"/>
            </a:pPr>
            <a:r>
              <a:rPr lang="en-US" b="0" i="0" dirty="0">
                <a:solidFill>
                  <a:srgbClr val="191D1F"/>
                </a:solidFill>
                <a:effectLst/>
                <a:latin typeface="+mn-lt"/>
              </a:rPr>
              <a:t>1.5 Given a scenario, use the appropriate Microsoft command-line tools.</a:t>
            </a:r>
          </a:p>
          <a:p>
            <a:pPr marL="171450" indent="-171450" algn="l">
              <a:buFont typeface="Arial" panose="020B0604020202020204" pitchFamily="34" charset="0"/>
              <a:buChar char="•"/>
            </a:pPr>
            <a:r>
              <a:rPr lang="en-US" b="0" i="0" dirty="0">
                <a:solidFill>
                  <a:srgbClr val="191D1F"/>
                </a:solidFill>
                <a:effectLst/>
                <a:latin typeface="+mn-lt"/>
              </a:rPr>
              <a:t>2.1 Summarize various security measures and their purposes.</a:t>
            </a:r>
          </a:p>
          <a:p>
            <a:pPr marL="171450" indent="-171450" algn="l">
              <a:buFont typeface="Arial" panose="020B0604020202020204" pitchFamily="34" charset="0"/>
              <a:buChar char="•"/>
            </a:pPr>
            <a:r>
              <a:rPr lang="en-US" b="0" i="0" dirty="0">
                <a:solidFill>
                  <a:srgbClr val="191D1F"/>
                </a:solidFill>
                <a:effectLst/>
                <a:latin typeface="+mn-lt"/>
              </a:rPr>
              <a:t>2.2 Given a scenario, configure and apply basic Microsoft Windows OS security settings.</a:t>
            </a:r>
          </a:p>
          <a:p>
            <a:pPr marL="0" indent="0">
              <a:buFont typeface="Arial" panose="020B0604020202020204" pitchFamily="34" charset="0"/>
              <a:buNone/>
            </a:pPr>
            <a:endParaRPr lang="en-US" dirty="0">
              <a:latin typeface="+mn-lt"/>
            </a:endParaRPr>
          </a:p>
          <a:p>
            <a:r>
              <a:rPr lang="en-US" dirty="0">
                <a:latin typeface="+mn-lt"/>
              </a:rPr>
              <a:t>Learning Outcomes</a:t>
            </a:r>
          </a:p>
          <a:p>
            <a:pPr marL="171450" indent="-171450" algn="l">
              <a:buFont typeface="Arial" panose="020B0604020202020204" pitchFamily="34" charset="0"/>
              <a:buChar char="•"/>
            </a:pPr>
            <a:r>
              <a:rPr lang="en-US" b="0" i="0" dirty="0">
                <a:solidFill>
                  <a:srgbClr val="191D1F"/>
                </a:solidFill>
                <a:effectLst/>
                <a:latin typeface="+mn-lt"/>
              </a:rPr>
              <a:t>What is the CIA Triad?</a:t>
            </a:r>
          </a:p>
          <a:p>
            <a:pPr marL="171450" indent="-171450" algn="l">
              <a:buFont typeface="Arial" panose="020B0604020202020204" pitchFamily="34" charset="0"/>
              <a:buChar char="•"/>
            </a:pPr>
            <a:r>
              <a:rPr lang="en-US" b="0" i="0" dirty="0">
                <a:solidFill>
                  <a:srgbClr val="191D1F"/>
                </a:solidFill>
                <a:effectLst/>
                <a:latin typeface="+mn-lt"/>
              </a:rPr>
              <a:t>What is Identity and Access Management?</a:t>
            </a:r>
          </a:p>
          <a:p>
            <a:pPr marL="171450" indent="-171450" algn="l">
              <a:buFont typeface="Arial" panose="020B0604020202020204" pitchFamily="34" charset="0"/>
              <a:buChar char="•"/>
            </a:pPr>
            <a:r>
              <a:rPr lang="en-US" b="0" i="0" dirty="0">
                <a:solidFill>
                  <a:srgbClr val="191D1F"/>
                </a:solidFill>
                <a:effectLst/>
                <a:latin typeface="+mn-lt"/>
              </a:rPr>
              <a:t>What is the difference between a local account and a Microsoft account?</a:t>
            </a:r>
          </a:p>
          <a:p>
            <a:pPr marL="171450" indent="-171450" algn="l">
              <a:buFont typeface="Arial" panose="020B0604020202020204" pitchFamily="34" charset="0"/>
              <a:buChar char="•"/>
            </a:pPr>
            <a:r>
              <a:rPr lang="en-US" b="0" i="0" dirty="0">
                <a:solidFill>
                  <a:srgbClr val="191D1F"/>
                </a:solidFill>
                <a:effectLst/>
                <a:latin typeface="+mn-lt"/>
              </a:rPr>
              <a:t>How does Just-In-Time access work?</a:t>
            </a:r>
          </a:p>
          <a:p>
            <a:pPr marL="171450" indent="-171450" algn="l">
              <a:buFont typeface="Arial" panose="020B0604020202020204" pitchFamily="34" charset="0"/>
              <a:buChar char="•"/>
            </a:pPr>
            <a:r>
              <a:rPr lang="en-US" b="0" i="0" dirty="0">
                <a:solidFill>
                  <a:srgbClr val="191D1F"/>
                </a:solidFill>
                <a:effectLst/>
                <a:latin typeface="+mn-lt"/>
              </a:rPr>
              <a:t>What is zero trust?</a:t>
            </a:r>
          </a:p>
          <a:p>
            <a:endParaRPr lang="en-US" dirty="0"/>
          </a:p>
        </p:txBody>
      </p:sp>
      <p:sp>
        <p:nvSpPr>
          <p:cNvPr id="4" name="Slide Number Placeholder 3"/>
          <p:cNvSpPr>
            <a:spLocks noGrp="1"/>
          </p:cNvSpPr>
          <p:nvPr>
            <p:ph type="sldNum" sz="quarter" idx="5"/>
          </p:nvPr>
        </p:nvSpPr>
        <p:spPr/>
        <p:txBody>
          <a:bodyPr/>
          <a:lstStyle/>
          <a:p>
            <a:fld id="{B7CF8A19-3A9E-4ABC-B336-2FDDE321C72D}" type="slidenum">
              <a:rPr lang="en-US" smtClean="0"/>
              <a:pPr/>
              <a:t>4</a:t>
            </a:fld>
            <a:endParaRPr lang="en-US" dirty="0"/>
          </a:p>
        </p:txBody>
      </p:sp>
    </p:spTree>
    <p:extLst>
      <p:ext uri="{BB962C8B-B14F-4D97-AF65-F5344CB8AC3E}">
        <p14:creationId xmlns:p14="http://schemas.microsoft.com/office/powerpoint/2010/main" val="11567581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9E0849-F706-3FAE-D2BD-9C2EE7B4804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897A530-14CE-A32F-53C1-B8DABDC80B12}"/>
              </a:ext>
            </a:extLst>
          </p:cNvPr>
          <p:cNvSpPr>
            <a:spLocks noGrp="1" noRot="1" noChangeAspect="1"/>
          </p:cNvSpPr>
          <p:nvPr>
            <p:ph type="sldImg"/>
          </p:nvPr>
        </p:nvSpPr>
        <p:spPr>
          <a:xfrm>
            <a:off x="381000" y="311150"/>
            <a:ext cx="6096000" cy="3429000"/>
          </a:xfrm>
        </p:spPr>
      </p:sp>
      <p:sp>
        <p:nvSpPr>
          <p:cNvPr id="3" name="Notes Placeholder 2">
            <a:extLst>
              <a:ext uri="{FF2B5EF4-FFF2-40B4-BE49-F238E27FC236}">
                <a16:creationId xmlns:a16="http://schemas.microsoft.com/office/drawing/2014/main" id="{78AB86FD-1C91-71EB-2502-10BEA4D448F3}"/>
              </a:ext>
            </a:extLst>
          </p:cNvPr>
          <p:cNvSpPr>
            <a:spLocks noGrp="1"/>
          </p:cNvSpPr>
          <p:nvPr>
            <p:ph type="body" idx="1"/>
          </p:nvPr>
        </p:nvSpPr>
        <p:spPr/>
        <p:txBody>
          <a:bodyPr/>
          <a:lstStyle/>
          <a:p>
            <a:pPr>
              <a:defRPr/>
            </a:pPr>
            <a:r>
              <a:rPr lang="en-US" dirty="0">
                <a:ea typeface="Calibri"/>
                <a:cs typeface="Calibri"/>
              </a:rPr>
              <a:t>Instructors should differentiate the IAAA shown here from the AAA (Authentication, Authorization, Accounting) acronym.</a:t>
            </a:r>
          </a:p>
        </p:txBody>
      </p:sp>
      <p:sp>
        <p:nvSpPr>
          <p:cNvPr id="4" name="Slide Number Placeholder 3">
            <a:extLst>
              <a:ext uri="{FF2B5EF4-FFF2-40B4-BE49-F238E27FC236}">
                <a16:creationId xmlns:a16="http://schemas.microsoft.com/office/drawing/2014/main" id="{8184AB86-ACF4-2C6A-3BC4-EE2F01C0729B}"/>
              </a:ext>
            </a:extLst>
          </p:cNvPr>
          <p:cNvSpPr>
            <a:spLocks noGrp="1"/>
          </p:cNvSpPr>
          <p:nvPr>
            <p:ph type="sldNum" sz="quarter" idx="5"/>
          </p:nvPr>
        </p:nvSpPr>
        <p:spPr/>
        <p:txBody>
          <a:bodyPr/>
          <a:lstStyle/>
          <a:p>
            <a:fld id="{B7CF8A19-3A9E-4ABC-B336-2FDDE321C72D}" type="slidenum">
              <a:rPr lang="en-US" smtClean="0"/>
              <a:pPr/>
              <a:t>5</a:t>
            </a:fld>
            <a:endParaRPr lang="en-US" dirty="0"/>
          </a:p>
        </p:txBody>
      </p:sp>
    </p:spTree>
    <p:extLst>
      <p:ext uri="{BB962C8B-B14F-4D97-AF65-F5344CB8AC3E}">
        <p14:creationId xmlns:p14="http://schemas.microsoft.com/office/powerpoint/2010/main" val="178032694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4E4C69-297B-B215-C87D-1F8B492E4BB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52017E1-976A-7C5B-2C8A-79CD9056BF70}"/>
              </a:ext>
            </a:extLst>
          </p:cNvPr>
          <p:cNvSpPr>
            <a:spLocks noGrp="1" noRot="1" noChangeAspect="1"/>
          </p:cNvSpPr>
          <p:nvPr>
            <p:ph type="sldImg"/>
          </p:nvPr>
        </p:nvSpPr>
        <p:spPr>
          <a:xfrm>
            <a:off x="381000" y="311150"/>
            <a:ext cx="6096000" cy="3429000"/>
          </a:xfrm>
        </p:spPr>
      </p:sp>
      <p:sp>
        <p:nvSpPr>
          <p:cNvPr id="3" name="Notes Placeholder 2">
            <a:extLst>
              <a:ext uri="{FF2B5EF4-FFF2-40B4-BE49-F238E27FC236}">
                <a16:creationId xmlns:a16="http://schemas.microsoft.com/office/drawing/2014/main" id="{3E35EB9D-B364-194C-021D-A418F86D8E8A}"/>
              </a:ext>
            </a:extLst>
          </p:cNvPr>
          <p:cNvSpPr>
            <a:spLocks noGrp="1"/>
          </p:cNvSpPr>
          <p:nvPr>
            <p:ph type="body" idx="1"/>
          </p:nvPr>
        </p:nvSpPr>
        <p:spPr/>
        <p:txBody>
          <a:bodyPr/>
          <a:lstStyle/>
          <a:p>
            <a:pPr>
              <a:defRPr/>
            </a:pPr>
            <a:r>
              <a:rPr lang="en-US" dirty="0">
                <a:ea typeface="Calibri"/>
                <a:cs typeface="Calibri"/>
              </a:rPr>
              <a:t>Instructors should define each of the terms on the slide. Learners should be able to provide examples of each. Vulnerability, exploit, threat actor, threat vector, and risk are key principles of security.</a:t>
            </a:r>
          </a:p>
        </p:txBody>
      </p:sp>
      <p:sp>
        <p:nvSpPr>
          <p:cNvPr id="4" name="Slide Number Placeholder 3">
            <a:extLst>
              <a:ext uri="{FF2B5EF4-FFF2-40B4-BE49-F238E27FC236}">
                <a16:creationId xmlns:a16="http://schemas.microsoft.com/office/drawing/2014/main" id="{6358BFF9-0457-421C-A33B-39181A381CFF}"/>
              </a:ext>
            </a:extLst>
          </p:cNvPr>
          <p:cNvSpPr>
            <a:spLocks noGrp="1"/>
          </p:cNvSpPr>
          <p:nvPr>
            <p:ph type="sldNum" sz="quarter" idx="5"/>
          </p:nvPr>
        </p:nvSpPr>
        <p:spPr/>
        <p:txBody>
          <a:bodyPr/>
          <a:lstStyle/>
          <a:p>
            <a:fld id="{B7CF8A19-3A9E-4ABC-B336-2FDDE321C72D}" type="slidenum">
              <a:rPr lang="en-US" smtClean="0"/>
              <a:pPr/>
              <a:t>6</a:t>
            </a:fld>
            <a:endParaRPr lang="en-US" dirty="0"/>
          </a:p>
        </p:txBody>
      </p:sp>
    </p:spTree>
    <p:extLst>
      <p:ext uri="{BB962C8B-B14F-4D97-AF65-F5344CB8AC3E}">
        <p14:creationId xmlns:p14="http://schemas.microsoft.com/office/powerpoint/2010/main" val="248452093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819045-BA13-5940-B570-089F91CC2E0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0FB5F40-83A7-D1CA-CBAE-8DB41CED2716}"/>
              </a:ext>
            </a:extLst>
          </p:cNvPr>
          <p:cNvSpPr>
            <a:spLocks noGrp="1" noRot="1" noChangeAspect="1"/>
          </p:cNvSpPr>
          <p:nvPr>
            <p:ph type="sldImg"/>
          </p:nvPr>
        </p:nvSpPr>
        <p:spPr>
          <a:xfrm>
            <a:off x="381000" y="311150"/>
            <a:ext cx="6096000" cy="3429000"/>
          </a:xfrm>
        </p:spPr>
      </p:sp>
      <p:sp>
        <p:nvSpPr>
          <p:cNvPr id="3" name="Notes Placeholder 2">
            <a:extLst>
              <a:ext uri="{FF2B5EF4-FFF2-40B4-BE49-F238E27FC236}">
                <a16:creationId xmlns:a16="http://schemas.microsoft.com/office/drawing/2014/main" id="{AB286344-1892-A65D-6403-961D92921C80}"/>
              </a:ext>
            </a:extLst>
          </p:cNvPr>
          <p:cNvSpPr>
            <a:spLocks noGrp="1"/>
          </p:cNvSpPr>
          <p:nvPr>
            <p:ph type="body" idx="1"/>
          </p:nvPr>
        </p:nvSpPr>
        <p:spPr/>
        <p:txBody>
          <a:bodyPr/>
          <a:lstStyle/>
          <a:p>
            <a:pPr>
              <a:defRPr/>
            </a:pPr>
            <a:r>
              <a:rPr lang="en-US" dirty="0">
                <a:ea typeface="Calibri"/>
                <a:cs typeface="Calibri"/>
              </a:rPr>
              <a:t>Instructors need to ensure learners understand each style of cryptography and the difference between encryption and hashing algorithms.</a:t>
            </a:r>
          </a:p>
        </p:txBody>
      </p:sp>
      <p:sp>
        <p:nvSpPr>
          <p:cNvPr id="4" name="Slide Number Placeholder 3">
            <a:extLst>
              <a:ext uri="{FF2B5EF4-FFF2-40B4-BE49-F238E27FC236}">
                <a16:creationId xmlns:a16="http://schemas.microsoft.com/office/drawing/2014/main" id="{86E88D0E-41AB-4012-1764-A483F9B70819}"/>
              </a:ext>
            </a:extLst>
          </p:cNvPr>
          <p:cNvSpPr>
            <a:spLocks noGrp="1"/>
          </p:cNvSpPr>
          <p:nvPr>
            <p:ph type="sldNum" sz="quarter" idx="5"/>
          </p:nvPr>
        </p:nvSpPr>
        <p:spPr/>
        <p:txBody>
          <a:bodyPr/>
          <a:lstStyle/>
          <a:p>
            <a:fld id="{B7CF8A19-3A9E-4ABC-B336-2FDDE321C72D}" type="slidenum">
              <a:rPr lang="en-US" smtClean="0"/>
              <a:pPr/>
              <a:t>7</a:t>
            </a:fld>
            <a:endParaRPr lang="en-US" dirty="0"/>
          </a:p>
        </p:txBody>
      </p:sp>
    </p:spTree>
    <p:extLst>
      <p:ext uri="{BB962C8B-B14F-4D97-AF65-F5344CB8AC3E}">
        <p14:creationId xmlns:p14="http://schemas.microsoft.com/office/powerpoint/2010/main" val="139031528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5C05BC-9012-EC7D-E1AA-9356BE44316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E452777-467F-33DF-FC23-2B099C74E602}"/>
              </a:ext>
            </a:extLst>
          </p:cNvPr>
          <p:cNvSpPr>
            <a:spLocks noGrp="1" noRot="1" noChangeAspect="1"/>
          </p:cNvSpPr>
          <p:nvPr>
            <p:ph type="sldImg"/>
          </p:nvPr>
        </p:nvSpPr>
        <p:spPr>
          <a:xfrm>
            <a:off x="381000" y="311150"/>
            <a:ext cx="6096000" cy="3429000"/>
          </a:xfrm>
        </p:spPr>
      </p:sp>
      <p:sp>
        <p:nvSpPr>
          <p:cNvPr id="3" name="Notes Placeholder 2">
            <a:extLst>
              <a:ext uri="{FF2B5EF4-FFF2-40B4-BE49-F238E27FC236}">
                <a16:creationId xmlns:a16="http://schemas.microsoft.com/office/drawing/2014/main" id="{3DF54D73-951E-EE51-E0AA-6E8A38580CE9}"/>
              </a:ext>
            </a:extLst>
          </p:cNvPr>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lang="en-US" dirty="0">
              <a:ea typeface="Calibri"/>
              <a:cs typeface="Calibri"/>
            </a:endParaRPr>
          </a:p>
        </p:txBody>
      </p:sp>
      <p:sp>
        <p:nvSpPr>
          <p:cNvPr id="4" name="Slide Number Placeholder 3">
            <a:extLst>
              <a:ext uri="{FF2B5EF4-FFF2-40B4-BE49-F238E27FC236}">
                <a16:creationId xmlns:a16="http://schemas.microsoft.com/office/drawing/2014/main" id="{B7501BAF-0D5B-8906-A523-4BCCD7EC2602}"/>
              </a:ext>
            </a:extLst>
          </p:cNvPr>
          <p:cNvSpPr>
            <a:spLocks noGrp="1"/>
          </p:cNvSpPr>
          <p:nvPr>
            <p:ph type="sldNum" sz="quarter" idx="5"/>
          </p:nvPr>
        </p:nvSpPr>
        <p:spPr/>
        <p:txBody>
          <a:bodyPr/>
          <a:lstStyle/>
          <a:p>
            <a:fld id="{B7CF8A19-3A9E-4ABC-B336-2FDDE321C72D}" type="slidenum">
              <a:rPr lang="en-US" smtClean="0"/>
              <a:pPr/>
              <a:t>8</a:t>
            </a:fld>
            <a:endParaRPr lang="en-US" dirty="0"/>
          </a:p>
        </p:txBody>
      </p:sp>
    </p:spTree>
    <p:extLst>
      <p:ext uri="{BB962C8B-B14F-4D97-AF65-F5344CB8AC3E}">
        <p14:creationId xmlns:p14="http://schemas.microsoft.com/office/powerpoint/2010/main" val="11543830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5D5039-E74D-F384-5673-032BB717FEF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C3AFCCB-E267-1287-358F-CD9D64E427C9}"/>
              </a:ext>
            </a:extLst>
          </p:cNvPr>
          <p:cNvSpPr>
            <a:spLocks noGrp="1" noRot="1" noChangeAspect="1"/>
          </p:cNvSpPr>
          <p:nvPr>
            <p:ph type="sldImg"/>
          </p:nvPr>
        </p:nvSpPr>
        <p:spPr>
          <a:xfrm>
            <a:off x="381000" y="311150"/>
            <a:ext cx="6096000" cy="3429000"/>
          </a:xfrm>
        </p:spPr>
      </p:sp>
      <p:sp>
        <p:nvSpPr>
          <p:cNvPr id="3" name="Notes Placeholder 2">
            <a:extLst>
              <a:ext uri="{FF2B5EF4-FFF2-40B4-BE49-F238E27FC236}">
                <a16:creationId xmlns:a16="http://schemas.microsoft.com/office/drawing/2014/main" id="{E9B6E75A-22ED-02D7-9192-AF4901DF2F41}"/>
              </a:ext>
            </a:extLst>
          </p:cNvPr>
          <p:cNvSpPr>
            <a:spLocks noGrp="1"/>
          </p:cNvSpPr>
          <p:nvPr>
            <p:ph type="body" idx="1"/>
          </p:nvPr>
        </p:nvSpPr>
        <p:spPr/>
        <p:txBody>
          <a:bodyPr/>
          <a:lstStyle/>
          <a:p>
            <a:pPr>
              <a:defRPr/>
            </a:pPr>
            <a:r>
              <a:rPr lang="en-US" dirty="0">
                <a:ea typeface="Calibri"/>
                <a:cs typeface="Calibri"/>
              </a:rPr>
              <a:t>Instructors should inform </a:t>
            </a:r>
            <a:r>
              <a:rPr lang="en-US" dirty="0"/>
              <a:t>learners that the Power User group only exists today for legacy account configurations; Windows 10/11 assigns the same permissions as the standard Users group.</a:t>
            </a:r>
            <a:endParaRPr lang="en-US" dirty="0">
              <a:ea typeface="Calibri"/>
              <a:cs typeface="Calibri"/>
            </a:endParaRPr>
          </a:p>
        </p:txBody>
      </p:sp>
      <p:sp>
        <p:nvSpPr>
          <p:cNvPr id="4" name="Slide Number Placeholder 3">
            <a:extLst>
              <a:ext uri="{FF2B5EF4-FFF2-40B4-BE49-F238E27FC236}">
                <a16:creationId xmlns:a16="http://schemas.microsoft.com/office/drawing/2014/main" id="{455DB894-84D3-6C3B-7223-B024C768ABE0}"/>
              </a:ext>
            </a:extLst>
          </p:cNvPr>
          <p:cNvSpPr>
            <a:spLocks noGrp="1"/>
          </p:cNvSpPr>
          <p:nvPr>
            <p:ph type="sldNum" sz="quarter" idx="5"/>
          </p:nvPr>
        </p:nvSpPr>
        <p:spPr/>
        <p:txBody>
          <a:bodyPr/>
          <a:lstStyle/>
          <a:p>
            <a:fld id="{B7CF8A19-3A9E-4ABC-B336-2FDDE321C72D}" type="slidenum">
              <a:rPr lang="en-US" smtClean="0"/>
              <a:pPr/>
              <a:t>9</a:t>
            </a:fld>
            <a:endParaRPr lang="en-US" dirty="0"/>
          </a:p>
        </p:txBody>
      </p:sp>
    </p:spTree>
    <p:extLst>
      <p:ext uri="{BB962C8B-B14F-4D97-AF65-F5344CB8AC3E}">
        <p14:creationId xmlns:p14="http://schemas.microsoft.com/office/powerpoint/2010/main" val="189950513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98B814-26E9-0B6F-9189-8BFD68A931B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69842E9-69B1-852E-669E-EDE99904036B}"/>
              </a:ext>
            </a:extLst>
          </p:cNvPr>
          <p:cNvSpPr>
            <a:spLocks noGrp="1" noRot="1" noChangeAspect="1"/>
          </p:cNvSpPr>
          <p:nvPr>
            <p:ph type="sldImg"/>
          </p:nvPr>
        </p:nvSpPr>
        <p:spPr>
          <a:xfrm>
            <a:off x="381000" y="311150"/>
            <a:ext cx="6096000" cy="3429000"/>
          </a:xfrm>
        </p:spPr>
      </p:sp>
      <p:sp>
        <p:nvSpPr>
          <p:cNvPr id="3" name="Notes Placeholder 2">
            <a:extLst>
              <a:ext uri="{FF2B5EF4-FFF2-40B4-BE49-F238E27FC236}">
                <a16:creationId xmlns:a16="http://schemas.microsoft.com/office/drawing/2014/main" id="{6736B6BD-3F77-6B5A-22D7-7865FCE8EF64}"/>
              </a:ext>
            </a:extLst>
          </p:cNvPr>
          <p:cNvSpPr>
            <a:spLocks noGrp="1"/>
          </p:cNvSpPr>
          <p:nvPr>
            <p:ph type="body" idx="1"/>
          </p:nvPr>
        </p:nvSpPr>
        <p:spPr/>
        <p:txBody>
          <a:bodyPr/>
          <a:lstStyle/>
          <a:p>
            <a:pPr>
              <a:defRPr/>
            </a:pPr>
            <a:r>
              <a:rPr lang="en-US" dirty="0">
                <a:ea typeface="Calibri"/>
                <a:cs typeface="Calibri"/>
              </a:rPr>
              <a:t>Learners should practice with the </a:t>
            </a:r>
            <a:r>
              <a:rPr lang="en-US" i="1" dirty="0">
                <a:ea typeface="Calibri"/>
                <a:cs typeface="Calibri"/>
              </a:rPr>
              <a:t>net user</a:t>
            </a:r>
            <a:r>
              <a:rPr lang="en-US" dirty="0">
                <a:ea typeface="Calibri"/>
                <a:cs typeface="Calibri"/>
              </a:rPr>
              <a:t> command.</a:t>
            </a:r>
          </a:p>
        </p:txBody>
      </p:sp>
      <p:sp>
        <p:nvSpPr>
          <p:cNvPr id="4" name="Slide Number Placeholder 3">
            <a:extLst>
              <a:ext uri="{FF2B5EF4-FFF2-40B4-BE49-F238E27FC236}">
                <a16:creationId xmlns:a16="http://schemas.microsoft.com/office/drawing/2014/main" id="{9164C467-DA3C-ED42-E47D-74C83FBC2AB3}"/>
              </a:ext>
            </a:extLst>
          </p:cNvPr>
          <p:cNvSpPr>
            <a:spLocks noGrp="1"/>
          </p:cNvSpPr>
          <p:nvPr>
            <p:ph type="sldNum" sz="quarter" idx="5"/>
          </p:nvPr>
        </p:nvSpPr>
        <p:spPr/>
        <p:txBody>
          <a:bodyPr/>
          <a:lstStyle/>
          <a:p>
            <a:fld id="{B7CF8A19-3A9E-4ABC-B336-2FDDE321C72D}" type="slidenum">
              <a:rPr lang="en-US" smtClean="0"/>
              <a:pPr/>
              <a:t>10</a:t>
            </a:fld>
            <a:endParaRPr lang="en-US" dirty="0"/>
          </a:p>
        </p:txBody>
      </p:sp>
    </p:spTree>
    <p:extLst>
      <p:ext uri="{BB962C8B-B14F-4D97-AF65-F5344CB8AC3E}">
        <p14:creationId xmlns:p14="http://schemas.microsoft.com/office/powerpoint/2010/main" val="298491767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122627-DAE7-AE7A-C052-A33DE50B36F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931782C-288F-7742-83C2-363A80428F33}"/>
              </a:ext>
            </a:extLst>
          </p:cNvPr>
          <p:cNvSpPr>
            <a:spLocks noGrp="1" noRot="1" noChangeAspect="1"/>
          </p:cNvSpPr>
          <p:nvPr>
            <p:ph type="sldImg"/>
          </p:nvPr>
        </p:nvSpPr>
        <p:spPr>
          <a:xfrm>
            <a:off x="381000" y="311150"/>
            <a:ext cx="6096000" cy="3429000"/>
          </a:xfrm>
        </p:spPr>
      </p:sp>
      <p:sp>
        <p:nvSpPr>
          <p:cNvPr id="3" name="Notes Placeholder 2">
            <a:extLst>
              <a:ext uri="{FF2B5EF4-FFF2-40B4-BE49-F238E27FC236}">
                <a16:creationId xmlns:a16="http://schemas.microsoft.com/office/drawing/2014/main" id="{FEAF4E2A-8B75-0F46-462A-9C31EA016D58}"/>
              </a:ext>
            </a:extLst>
          </p:cNvPr>
          <p:cNvSpPr>
            <a:spLocks noGrp="1"/>
          </p:cNvSpPr>
          <p:nvPr>
            <p:ph type="body" idx="1"/>
          </p:nvPr>
        </p:nvSpPr>
        <p:spPr/>
        <p:txBody>
          <a:bodyPr/>
          <a:lstStyle/>
          <a:p>
            <a:pPr>
              <a:defRPr/>
            </a:pPr>
            <a:r>
              <a:rPr lang="en-US" dirty="0">
                <a:ea typeface="Calibri"/>
                <a:cs typeface="Calibri"/>
              </a:rPr>
              <a:t>Learners should be made aware that the built-in Administrator user account for Windows has UAC disabled.</a:t>
            </a:r>
          </a:p>
        </p:txBody>
      </p:sp>
      <p:sp>
        <p:nvSpPr>
          <p:cNvPr id="4" name="Slide Number Placeholder 3">
            <a:extLst>
              <a:ext uri="{FF2B5EF4-FFF2-40B4-BE49-F238E27FC236}">
                <a16:creationId xmlns:a16="http://schemas.microsoft.com/office/drawing/2014/main" id="{417D10C3-35A5-7185-4DE2-C7791D1D941C}"/>
              </a:ext>
            </a:extLst>
          </p:cNvPr>
          <p:cNvSpPr>
            <a:spLocks noGrp="1"/>
          </p:cNvSpPr>
          <p:nvPr>
            <p:ph type="sldNum" sz="quarter" idx="5"/>
          </p:nvPr>
        </p:nvSpPr>
        <p:spPr/>
        <p:txBody>
          <a:bodyPr/>
          <a:lstStyle/>
          <a:p>
            <a:fld id="{B7CF8A19-3A9E-4ABC-B336-2FDDE321C72D}" type="slidenum">
              <a:rPr lang="en-US" smtClean="0"/>
              <a:pPr/>
              <a:t>11</a:t>
            </a:fld>
            <a:endParaRPr lang="en-US" dirty="0"/>
          </a:p>
        </p:txBody>
      </p:sp>
    </p:spTree>
    <p:extLst>
      <p:ext uri="{BB962C8B-B14F-4D97-AF65-F5344CB8AC3E}">
        <p14:creationId xmlns:p14="http://schemas.microsoft.com/office/powerpoint/2010/main" val="284661784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311150"/>
            <a:ext cx="6096000" cy="3429000"/>
          </a:xfrm>
        </p:spPr>
      </p:sp>
      <p:sp>
        <p:nvSpPr>
          <p:cNvPr id="3" name="Notes Placeholder 2"/>
          <p:cNvSpPr>
            <a:spLocks noGrp="1"/>
          </p:cNvSpPr>
          <p:nvPr>
            <p:ph type="body" idx="1"/>
          </p:nvPr>
        </p:nvSpPr>
        <p:spPr/>
        <p:txBody>
          <a:bodyPr/>
          <a:lstStyle/>
          <a:p>
            <a:r>
              <a:rPr lang="en-US" dirty="0"/>
              <a:t>UAC requires confirmation of the use of administrator privileges.</a:t>
            </a:r>
          </a:p>
        </p:txBody>
      </p:sp>
      <p:sp>
        <p:nvSpPr>
          <p:cNvPr id="4" name="Slide Number Placeholder 3"/>
          <p:cNvSpPr>
            <a:spLocks noGrp="1"/>
          </p:cNvSpPr>
          <p:nvPr>
            <p:ph type="sldNum" sz="quarter" idx="5"/>
          </p:nvPr>
        </p:nvSpPr>
        <p:spPr/>
        <p:txBody>
          <a:bodyPr/>
          <a:lstStyle/>
          <a:p>
            <a:fld id="{B7CF8A19-3A9E-4ABC-B336-2FDDE321C72D}" type="slidenum">
              <a:rPr lang="en-US" smtClean="0"/>
              <a:pPr/>
              <a:t>12</a:t>
            </a:fld>
            <a:endParaRPr lang="en-US" dirty="0"/>
          </a:p>
        </p:txBody>
      </p:sp>
    </p:spTree>
    <p:extLst>
      <p:ext uri="{BB962C8B-B14F-4D97-AF65-F5344CB8AC3E}">
        <p14:creationId xmlns:p14="http://schemas.microsoft.com/office/powerpoint/2010/main" val="116438656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F1E0A0-21D9-1A1B-4DB9-D3EA81F8C5E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B74AD7C-8802-D2AC-CEFE-0EF4BE6E489B}"/>
              </a:ext>
            </a:extLst>
          </p:cNvPr>
          <p:cNvSpPr>
            <a:spLocks noGrp="1" noRot="1" noChangeAspect="1"/>
          </p:cNvSpPr>
          <p:nvPr>
            <p:ph type="sldImg"/>
          </p:nvPr>
        </p:nvSpPr>
        <p:spPr>
          <a:xfrm>
            <a:off x="381000" y="311150"/>
            <a:ext cx="6096000" cy="3429000"/>
          </a:xfrm>
        </p:spPr>
      </p:sp>
      <p:sp>
        <p:nvSpPr>
          <p:cNvPr id="3" name="Notes Placeholder 2">
            <a:extLst>
              <a:ext uri="{FF2B5EF4-FFF2-40B4-BE49-F238E27FC236}">
                <a16:creationId xmlns:a16="http://schemas.microsoft.com/office/drawing/2014/main" id="{92F48CA3-A2BA-D900-D4E3-A9D52A693DB0}"/>
              </a:ext>
            </a:extLst>
          </p:cNvPr>
          <p:cNvSpPr>
            <a:spLocks noGrp="1"/>
          </p:cNvSpPr>
          <p:nvPr>
            <p:ph type="body" idx="1"/>
          </p:nvPr>
        </p:nvSpPr>
        <p:spPr/>
        <p:txBody>
          <a:bodyPr/>
          <a:lstStyle/>
          <a:p>
            <a:r>
              <a:rPr lang="en-US" dirty="0"/>
              <a:t>Configuring UAC notifications</a:t>
            </a:r>
          </a:p>
        </p:txBody>
      </p:sp>
      <p:sp>
        <p:nvSpPr>
          <p:cNvPr id="4" name="Slide Number Placeholder 3">
            <a:extLst>
              <a:ext uri="{FF2B5EF4-FFF2-40B4-BE49-F238E27FC236}">
                <a16:creationId xmlns:a16="http://schemas.microsoft.com/office/drawing/2014/main" id="{3981BED8-B147-86ED-A24C-1CF298BD51AA}"/>
              </a:ext>
            </a:extLst>
          </p:cNvPr>
          <p:cNvSpPr>
            <a:spLocks noGrp="1"/>
          </p:cNvSpPr>
          <p:nvPr>
            <p:ph type="sldNum" sz="quarter" idx="5"/>
          </p:nvPr>
        </p:nvSpPr>
        <p:spPr/>
        <p:txBody>
          <a:bodyPr/>
          <a:lstStyle/>
          <a:p>
            <a:fld id="{B7CF8A19-3A9E-4ABC-B336-2FDDE321C72D}" type="slidenum">
              <a:rPr lang="en-US" smtClean="0"/>
              <a:pPr/>
              <a:t>13</a:t>
            </a:fld>
            <a:endParaRPr lang="en-US" dirty="0"/>
          </a:p>
        </p:txBody>
      </p:sp>
    </p:spTree>
    <p:extLst>
      <p:ext uri="{BB962C8B-B14F-4D97-AF65-F5344CB8AC3E}">
        <p14:creationId xmlns:p14="http://schemas.microsoft.com/office/powerpoint/2010/main" val="216033095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552474-64E7-5242-858E-9A146F16455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D2E11D6-9351-D0D2-DA71-32D62CB48006}"/>
              </a:ext>
            </a:extLst>
          </p:cNvPr>
          <p:cNvSpPr>
            <a:spLocks noGrp="1" noRot="1" noChangeAspect="1"/>
          </p:cNvSpPr>
          <p:nvPr>
            <p:ph type="sldImg"/>
          </p:nvPr>
        </p:nvSpPr>
        <p:spPr>
          <a:xfrm>
            <a:off x="381000" y="311150"/>
            <a:ext cx="6096000" cy="3429000"/>
          </a:xfrm>
        </p:spPr>
      </p:sp>
      <p:sp>
        <p:nvSpPr>
          <p:cNvPr id="3" name="Notes Placeholder 2">
            <a:extLst>
              <a:ext uri="{FF2B5EF4-FFF2-40B4-BE49-F238E27FC236}">
                <a16:creationId xmlns:a16="http://schemas.microsoft.com/office/drawing/2014/main" id="{B48E517B-DFBB-1F1F-8A6A-DFB54C1AA52B}"/>
              </a:ext>
            </a:extLst>
          </p:cNvPr>
          <p:cNvSpPr>
            <a:spLocks noGrp="1"/>
          </p:cNvSpPr>
          <p:nvPr>
            <p:ph type="body" idx="1"/>
          </p:nvPr>
        </p:nvSpPr>
        <p:spPr/>
        <p:txBody>
          <a:bodyPr/>
          <a:lstStyle/>
          <a:p>
            <a:pPr>
              <a:defRPr/>
            </a:pPr>
            <a:r>
              <a:rPr lang="en-US" dirty="0">
                <a:ea typeface="Calibri"/>
                <a:cs typeface="Calibri"/>
              </a:rPr>
              <a:t>Instructors should provide examples of each authentication factor type. Consider showing learners the Authentication video to reinforce these concepts.</a:t>
            </a:r>
          </a:p>
        </p:txBody>
      </p:sp>
      <p:sp>
        <p:nvSpPr>
          <p:cNvPr id="4" name="Slide Number Placeholder 3">
            <a:extLst>
              <a:ext uri="{FF2B5EF4-FFF2-40B4-BE49-F238E27FC236}">
                <a16:creationId xmlns:a16="http://schemas.microsoft.com/office/drawing/2014/main" id="{5B5728BE-F453-2959-D096-4ED9A80571BF}"/>
              </a:ext>
            </a:extLst>
          </p:cNvPr>
          <p:cNvSpPr>
            <a:spLocks noGrp="1"/>
          </p:cNvSpPr>
          <p:nvPr>
            <p:ph type="sldNum" sz="quarter" idx="5"/>
          </p:nvPr>
        </p:nvSpPr>
        <p:spPr/>
        <p:txBody>
          <a:bodyPr/>
          <a:lstStyle/>
          <a:p>
            <a:fld id="{B7CF8A19-3A9E-4ABC-B336-2FDDE321C72D}" type="slidenum">
              <a:rPr lang="en-US" smtClean="0"/>
              <a:pPr/>
              <a:t>14</a:t>
            </a:fld>
            <a:endParaRPr lang="en-US" dirty="0"/>
          </a:p>
        </p:txBody>
      </p:sp>
    </p:spTree>
    <p:extLst>
      <p:ext uri="{BB962C8B-B14F-4D97-AF65-F5344CB8AC3E}">
        <p14:creationId xmlns:p14="http://schemas.microsoft.com/office/powerpoint/2010/main" val="386229861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311150"/>
            <a:ext cx="6096000" cy="3429000"/>
          </a:xfrm>
        </p:spPr>
      </p:sp>
      <p:sp>
        <p:nvSpPr>
          <p:cNvPr id="3" name="Notes Placeholder 2"/>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dirty="0"/>
              <a:t>Take some time at the end of each topic to answer questions. You can use the Lesson Review questions for discussion in class or set them for learners to complete individually during or after class.</a:t>
            </a:r>
          </a:p>
        </p:txBody>
      </p:sp>
      <p:sp>
        <p:nvSpPr>
          <p:cNvPr id="4" name="Slide Number Placeholder 3"/>
          <p:cNvSpPr>
            <a:spLocks noGrp="1"/>
          </p:cNvSpPr>
          <p:nvPr>
            <p:ph type="sldNum" sz="quarter" idx="5"/>
          </p:nvPr>
        </p:nvSpPr>
        <p:spPr/>
        <p:txBody>
          <a:bodyPr/>
          <a:lstStyle/>
          <a:p>
            <a:fld id="{B7CF8A19-3A9E-4ABC-B336-2FDDE321C72D}" type="slidenum">
              <a:rPr lang="en-US" smtClean="0"/>
              <a:pPr/>
              <a:t>16</a:t>
            </a:fld>
            <a:endParaRPr lang="en-US" dirty="0"/>
          </a:p>
        </p:txBody>
      </p:sp>
    </p:spTree>
    <p:extLst>
      <p:ext uri="{BB962C8B-B14F-4D97-AF65-F5344CB8AC3E}">
        <p14:creationId xmlns:p14="http://schemas.microsoft.com/office/powerpoint/2010/main" val="86282708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1D919F-A6D9-4169-751F-6F247476B34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8A88F3F-5702-FFBA-C741-CDA5258AA5C9}"/>
              </a:ext>
            </a:extLst>
          </p:cNvPr>
          <p:cNvSpPr>
            <a:spLocks noGrp="1" noRot="1" noChangeAspect="1"/>
          </p:cNvSpPr>
          <p:nvPr>
            <p:ph type="sldImg"/>
          </p:nvPr>
        </p:nvSpPr>
        <p:spPr>
          <a:xfrm>
            <a:off x="381000" y="311150"/>
            <a:ext cx="6096000" cy="3429000"/>
          </a:xfrm>
        </p:spPr>
      </p:sp>
      <p:sp>
        <p:nvSpPr>
          <p:cNvPr id="3" name="Notes Placeholder 2">
            <a:extLst>
              <a:ext uri="{FF2B5EF4-FFF2-40B4-BE49-F238E27FC236}">
                <a16:creationId xmlns:a16="http://schemas.microsoft.com/office/drawing/2014/main" id="{3ADF51A8-3EA7-8623-5DEA-A064FFB0DA45}"/>
              </a:ext>
            </a:extLst>
          </p:cNvPr>
          <p:cNvSpPr>
            <a:spLocks noGrp="1"/>
          </p:cNvSpPr>
          <p:nvPr>
            <p:ph type="body" idx="1"/>
          </p:nvPr>
        </p:nvSpPr>
        <p:spPr/>
        <p:txBody>
          <a:bodyPr/>
          <a:lstStyle/>
          <a:p>
            <a:r>
              <a:rPr lang="en-US" dirty="0">
                <a:latin typeface="+mn-lt"/>
              </a:rPr>
              <a:t>Core 2 Exam Objectives</a:t>
            </a:r>
          </a:p>
          <a:p>
            <a:pPr marL="171450" indent="-171450" algn="l">
              <a:buFont typeface="Arial" panose="020B0604020202020204" pitchFamily="34" charset="0"/>
              <a:buChar char="•"/>
            </a:pPr>
            <a:r>
              <a:rPr lang="en-US" b="0" i="0" dirty="0">
                <a:solidFill>
                  <a:srgbClr val="191D1F"/>
                </a:solidFill>
                <a:effectLst/>
                <a:latin typeface="+mn-lt"/>
              </a:rPr>
              <a:t>1.5 Given a scenario, use the appropriate Microsoft command-line tool.</a:t>
            </a:r>
          </a:p>
          <a:p>
            <a:pPr marL="171450" indent="-171450" algn="l">
              <a:buFont typeface="Arial" panose="020B0604020202020204" pitchFamily="34" charset="0"/>
              <a:buChar char="•"/>
            </a:pPr>
            <a:r>
              <a:rPr lang="en-US" b="0" i="0" dirty="0">
                <a:solidFill>
                  <a:srgbClr val="191D1F"/>
                </a:solidFill>
                <a:effectLst/>
                <a:latin typeface="+mn-lt"/>
              </a:rPr>
              <a:t>2.1 Summarize various security measures and their purposes.</a:t>
            </a:r>
          </a:p>
          <a:p>
            <a:pPr marL="171450" indent="-171450" algn="l">
              <a:buFont typeface="Arial" panose="020B0604020202020204" pitchFamily="34" charset="0"/>
              <a:buChar char="•"/>
            </a:pPr>
            <a:r>
              <a:rPr lang="en-US" b="0" i="0" dirty="0">
                <a:solidFill>
                  <a:srgbClr val="191D1F"/>
                </a:solidFill>
                <a:effectLst/>
                <a:latin typeface="+mn-lt"/>
              </a:rPr>
              <a:t>2.2 Given a scenario, configure and apply basic Microsoft Windows OS security settings.</a:t>
            </a:r>
          </a:p>
          <a:p>
            <a:pPr marL="0" indent="0">
              <a:buFont typeface="Arial" panose="020B0604020202020204" pitchFamily="34" charset="0"/>
              <a:buNone/>
            </a:pPr>
            <a:endParaRPr lang="en-US" dirty="0">
              <a:latin typeface="+mn-lt"/>
            </a:endParaRPr>
          </a:p>
          <a:p>
            <a:r>
              <a:rPr lang="en-US" dirty="0">
                <a:latin typeface="+mn-lt"/>
              </a:rPr>
              <a:t>Learning Outcomes</a:t>
            </a:r>
          </a:p>
          <a:p>
            <a:pPr marL="171450" indent="-171450" algn="l">
              <a:buFont typeface="Arial" panose="020B0604020202020204" pitchFamily="34" charset="0"/>
              <a:buChar char="•"/>
            </a:pPr>
            <a:r>
              <a:rPr lang="en-US" b="0" i="0" dirty="0">
                <a:solidFill>
                  <a:srgbClr val="191D1F"/>
                </a:solidFill>
                <a:effectLst/>
                <a:latin typeface="+mn-lt"/>
              </a:rPr>
              <a:t>What is the principle that states that a user should be granted the minimum possible rights necessary to perform the job?</a:t>
            </a:r>
          </a:p>
          <a:p>
            <a:pPr marL="171450" indent="-171450" algn="l">
              <a:buFont typeface="Arial" panose="020B0604020202020204" pitchFamily="34" charset="0"/>
              <a:buChar char="•"/>
            </a:pPr>
            <a:r>
              <a:rPr lang="en-US" b="0" i="0" dirty="0">
                <a:solidFill>
                  <a:srgbClr val="191D1F"/>
                </a:solidFill>
                <a:effectLst/>
                <a:latin typeface="+mn-lt"/>
              </a:rPr>
              <a:t>When are security groups typically used?</a:t>
            </a:r>
          </a:p>
          <a:p>
            <a:pPr marL="171450" indent="-171450" algn="l">
              <a:buFont typeface="Arial" panose="020B0604020202020204" pitchFamily="34" charset="0"/>
              <a:buChar char="•"/>
            </a:pPr>
            <a:r>
              <a:rPr lang="en-US" b="0" i="0" dirty="0">
                <a:solidFill>
                  <a:srgbClr val="191D1F"/>
                </a:solidFill>
                <a:effectLst/>
                <a:latin typeface="+mn-lt"/>
              </a:rPr>
              <a:t>What command would be used to add a new user account and force the user to choose a new password at first login?</a:t>
            </a:r>
          </a:p>
          <a:p>
            <a:pPr marL="171450" indent="-171450" algn="l">
              <a:buFont typeface="Arial" panose="020B0604020202020204" pitchFamily="34" charset="0"/>
              <a:buChar char="•"/>
            </a:pPr>
            <a:r>
              <a:rPr lang="en-US" b="0" i="0" dirty="0">
                <a:solidFill>
                  <a:srgbClr val="191D1F"/>
                </a:solidFill>
                <a:effectLst/>
                <a:latin typeface="+mn-lt"/>
              </a:rPr>
              <a:t>What are the types of authentication factors?</a:t>
            </a:r>
          </a:p>
          <a:p>
            <a:pPr marL="171450" indent="-171450" algn="l">
              <a:buFont typeface="Arial" panose="020B0604020202020204" pitchFamily="34" charset="0"/>
              <a:buChar char="•"/>
            </a:pPr>
            <a:r>
              <a:rPr lang="en-US" b="0" i="0" dirty="0">
                <a:solidFill>
                  <a:srgbClr val="191D1F"/>
                </a:solidFill>
                <a:effectLst/>
                <a:latin typeface="+mn-lt"/>
              </a:rPr>
              <a:t>Which Windows login option uses either a PIN, biometrics, or a security key?</a:t>
            </a:r>
          </a:p>
          <a:p>
            <a:pPr marL="171450" indent="-171450" algn="l">
              <a:buFont typeface="Arial" panose="020B0604020202020204" pitchFamily="34" charset="0"/>
              <a:buChar char="•"/>
            </a:pPr>
            <a:r>
              <a:rPr lang="en-US" b="0" i="0" dirty="0">
                <a:solidFill>
                  <a:srgbClr val="191D1F"/>
                </a:solidFill>
                <a:effectLst/>
                <a:latin typeface="+mn-lt"/>
              </a:rPr>
              <a:t>What type of software is designed to apply security policies to the use of mobile devices in the enterprise?</a:t>
            </a:r>
          </a:p>
          <a:p>
            <a:endParaRPr lang="en-US" dirty="0"/>
          </a:p>
        </p:txBody>
      </p:sp>
      <p:sp>
        <p:nvSpPr>
          <p:cNvPr id="4" name="Slide Number Placeholder 3">
            <a:extLst>
              <a:ext uri="{FF2B5EF4-FFF2-40B4-BE49-F238E27FC236}">
                <a16:creationId xmlns:a16="http://schemas.microsoft.com/office/drawing/2014/main" id="{66760CDF-3BCC-60D7-7E27-A691915A1EDE}"/>
              </a:ext>
            </a:extLst>
          </p:cNvPr>
          <p:cNvSpPr>
            <a:spLocks noGrp="1"/>
          </p:cNvSpPr>
          <p:nvPr>
            <p:ph type="sldNum" sz="quarter" idx="5"/>
          </p:nvPr>
        </p:nvSpPr>
        <p:spPr/>
        <p:txBody>
          <a:bodyPr/>
          <a:lstStyle/>
          <a:p>
            <a:fld id="{B7CF8A19-3A9E-4ABC-B336-2FDDE321C72D}" type="slidenum">
              <a:rPr lang="en-US" smtClean="0"/>
              <a:pPr/>
              <a:t>17</a:t>
            </a:fld>
            <a:endParaRPr lang="en-US" dirty="0"/>
          </a:p>
        </p:txBody>
      </p:sp>
    </p:spTree>
    <p:extLst>
      <p:ext uri="{BB962C8B-B14F-4D97-AF65-F5344CB8AC3E}">
        <p14:creationId xmlns:p14="http://schemas.microsoft.com/office/powerpoint/2010/main" val="258233033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BB4531-807F-F0D3-1AC3-6F410360C98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479B92F-83FF-43F3-F461-B7206502FC2D}"/>
              </a:ext>
            </a:extLst>
          </p:cNvPr>
          <p:cNvSpPr>
            <a:spLocks noGrp="1" noRot="1" noChangeAspect="1"/>
          </p:cNvSpPr>
          <p:nvPr>
            <p:ph type="sldImg"/>
          </p:nvPr>
        </p:nvSpPr>
        <p:spPr>
          <a:xfrm>
            <a:off x="381000" y="311150"/>
            <a:ext cx="6096000" cy="3429000"/>
          </a:xfrm>
        </p:spPr>
      </p:sp>
      <p:sp>
        <p:nvSpPr>
          <p:cNvPr id="3" name="Notes Placeholder 2">
            <a:extLst>
              <a:ext uri="{FF2B5EF4-FFF2-40B4-BE49-F238E27FC236}">
                <a16:creationId xmlns:a16="http://schemas.microsoft.com/office/drawing/2014/main" id="{DD146D52-9E09-2923-DC11-CC590D31B734}"/>
              </a:ext>
            </a:extLst>
          </p:cNvPr>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lang="en-US" dirty="0">
              <a:ea typeface="Calibri"/>
              <a:cs typeface="Calibri"/>
            </a:endParaRPr>
          </a:p>
        </p:txBody>
      </p:sp>
      <p:sp>
        <p:nvSpPr>
          <p:cNvPr id="4" name="Slide Number Placeholder 3">
            <a:extLst>
              <a:ext uri="{FF2B5EF4-FFF2-40B4-BE49-F238E27FC236}">
                <a16:creationId xmlns:a16="http://schemas.microsoft.com/office/drawing/2014/main" id="{CCE67785-D33B-EEB9-6C7D-796BE3BFC393}"/>
              </a:ext>
            </a:extLst>
          </p:cNvPr>
          <p:cNvSpPr>
            <a:spLocks noGrp="1"/>
          </p:cNvSpPr>
          <p:nvPr>
            <p:ph type="sldNum" sz="quarter" idx="5"/>
          </p:nvPr>
        </p:nvSpPr>
        <p:spPr/>
        <p:txBody>
          <a:bodyPr/>
          <a:lstStyle/>
          <a:p>
            <a:fld id="{B7CF8A19-3A9E-4ABC-B336-2FDDE321C72D}" type="slidenum">
              <a:rPr lang="en-US" smtClean="0"/>
              <a:pPr/>
              <a:t>18</a:t>
            </a:fld>
            <a:endParaRPr lang="en-US" dirty="0"/>
          </a:p>
        </p:txBody>
      </p:sp>
    </p:spTree>
    <p:extLst>
      <p:ext uri="{BB962C8B-B14F-4D97-AF65-F5344CB8AC3E}">
        <p14:creationId xmlns:p14="http://schemas.microsoft.com/office/powerpoint/2010/main" val="83084688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37B7C1-3444-E849-69FB-C132F79D08C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5F451B8-F0BA-16FA-5916-D1B373FCC696}"/>
              </a:ext>
            </a:extLst>
          </p:cNvPr>
          <p:cNvSpPr>
            <a:spLocks noGrp="1" noRot="1" noChangeAspect="1"/>
          </p:cNvSpPr>
          <p:nvPr>
            <p:ph type="sldImg"/>
          </p:nvPr>
        </p:nvSpPr>
        <p:spPr>
          <a:xfrm>
            <a:off x="381000" y="311150"/>
            <a:ext cx="6096000" cy="3429000"/>
          </a:xfrm>
        </p:spPr>
      </p:sp>
      <p:sp>
        <p:nvSpPr>
          <p:cNvPr id="3" name="Notes Placeholder 2">
            <a:extLst>
              <a:ext uri="{FF2B5EF4-FFF2-40B4-BE49-F238E27FC236}">
                <a16:creationId xmlns:a16="http://schemas.microsoft.com/office/drawing/2014/main" id="{C6033672-CF74-AB8A-496F-183BB1353FCD}"/>
              </a:ext>
            </a:extLst>
          </p:cNvPr>
          <p:cNvSpPr>
            <a:spLocks noGrp="1"/>
          </p:cNvSpPr>
          <p:nvPr>
            <p:ph type="body" idx="1"/>
          </p:nvPr>
        </p:nvSpPr>
        <p:spPr/>
        <p:txBody>
          <a:bodyPr/>
          <a:lstStyle/>
          <a:p>
            <a:r>
              <a:rPr lang="en-US" dirty="0"/>
              <a:t>Configuring Windows Hello sign-in options</a:t>
            </a:r>
          </a:p>
        </p:txBody>
      </p:sp>
      <p:sp>
        <p:nvSpPr>
          <p:cNvPr id="4" name="Slide Number Placeholder 3">
            <a:extLst>
              <a:ext uri="{FF2B5EF4-FFF2-40B4-BE49-F238E27FC236}">
                <a16:creationId xmlns:a16="http://schemas.microsoft.com/office/drawing/2014/main" id="{BC46C72C-CB15-8BBB-3199-A65476B3197C}"/>
              </a:ext>
            </a:extLst>
          </p:cNvPr>
          <p:cNvSpPr>
            <a:spLocks noGrp="1"/>
          </p:cNvSpPr>
          <p:nvPr>
            <p:ph type="sldNum" sz="quarter" idx="5"/>
          </p:nvPr>
        </p:nvSpPr>
        <p:spPr/>
        <p:txBody>
          <a:bodyPr/>
          <a:lstStyle/>
          <a:p>
            <a:fld id="{B7CF8A19-3A9E-4ABC-B336-2FDDE321C72D}" type="slidenum">
              <a:rPr lang="en-US" smtClean="0"/>
              <a:pPr/>
              <a:t>19</a:t>
            </a:fld>
            <a:endParaRPr lang="en-US" dirty="0"/>
          </a:p>
        </p:txBody>
      </p:sp>
    </p:spTree>
    <p:extLst>
      <p:ext uri="{BB962C8B-B14F-4D97-AF65-F5344CB8AC3E}">
        <p14:creationId xmlns:p14="http://schemas.microsoft.com/office/powerpoint/2010/main" val="295309011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07EF92-BAE0-8C8B-30B9-E641FB989F1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975DE34-F223-8369-E7EE-60083E707094}"/>
              </a:ext>
            </a:extLst>
          </p:cNvPr>
          <p:cNvSpPr>
            <a:spLocks noGrp="1" noRot="1" noChangeAspect="1"/>
          </p:cNvSpPr>
          <p:nvPr>
            <p:ph type="sldImg"/>
          </p:nvPr>
        </p:nvSpPr>
        <p:spPr>
          <a:xfrm>
            <a:off x="381000" y="311150"/>
            <a:ext cx="6096000" cy="3429000"/>
          </a:xfrm>
        </p:spPr>
      </p:sp>
      <p:sp>
        <p:nvSpPr>
          <p:cNvPr id="3" name="Notes Placeholder 2">
            <a:extLst>
              <a:ext uri="{FF2B5EF4-FFF2-40B4-BE49-F238E27FC236}">
                <a16:creationId xmlns:a16="http://schemas.microsoft.com/office/drawing/2014/main" id="{1B69AB15-FCBF-0BAC-FEFF-83815DF218E7}"/>
              </a:ext>
            </a:extLst>
          </p:cNvPr>
          <p:cNvSpPr>
            <a:spLocks noGrp="1"/>
          </p:cNvSpPr>
          <p:nvPr>
            <p:ph type="body" idx="1"/>
          </p:nvPr>
        </p:nvSpPr>
        <p:spPr/>
        <p:txBody>
          <a:bodyPr/>
          <a:lstStyle/>
          <a:p>
            <a:pPr>
              <a:defRPr/>
            </a:pPr>
            <a:r>
              <a:rPr lang="en-US" dirty="0">
                <a:ea typeface="Calibri"/>
                <a:cs typeface="Calibri"/>
              </a:rPr>
              <a:t>Learners should be directed to the Lab: Create OUs to practice with Active Directory environments. Consider showing learners the video Managing People and Security at Company Scale to reinforce these concepts.</a:t>
            </a:r>
          </a:p>
        </p:txBody>
      </p:sp>
      <p:sp>
        <p:nvSpPr>
          <p:cNvPr id="4" name="Slide Number Placeholder 3">
            <a:extLst>
              <a:ext uri="{FF2B5EF4-FFF2-40B4-BE49-F238E27FC236}">
                <a16:creationId xmlns:a16="http://schemas.microsoft.com/office/drawing/2014/main" id="{FADC43FB-5710-F30C-B5F6-122345D04C3A}"/>
              </a:ext>
            </a:extLst>
          </p:cNvPr>
          <p:cNvSpPr>
            <a:spLocks noGrp="1"/>
          </p:cNvSpPr>
          <p:nvPr>
            <p:ph type="sldNum" sz="quarter" idx="5"/>
          </p:nvPr>
        </p:nvSpPr>
        <p:spPr/>
        <p:txBody>
          <a:bodyPr/>
          <a:lstStyle/>
          <a:p>
            <a:fld id="{B7CF8A19-3A9E-4ABC-B336-2FDDE321C72D}" type="slidenum">
              <a:rPr lang="en-US" smtClean="0"/>
              <a:pPr/>
              <a:t>20</a:t>
            </a:fld>
            <a:endParaRPr lang="en-US" dirty="0"/>
          </a:p>
        </p:txBody>
      </p:sp>
    </p:spTree>
    <p:extLst>
      <p:ext uri="{BB962C8B-B14F-4D97-AF65-F5344CB8AC3E}">
        <p14:creationId xmlns:p14="http://schemas.microsoft.com/office/powerpoint/2010/main" val="223739609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3FB108-5B08-A94B-0490-6C3B1C6B0C3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DD0DEC8-49B2-1A2E-5FFC-DB607F49CEC6}"/>
              </a:ext>
            </a:extLst>
          </p:cNvPr>
          <p:cNvSpPr>
            <a:spLocks noGrp="1" noRot="1" noChangeAspect="1"/>
          </p:cNvSpPr>
          <p:nvPr>
            <p:ph type="sldImg"/>
          </p:nvPr>
        </p:nvSpPr>
        <p:spPr>
          <a:xfrm>
            <a:off x="381000" y="311150"/>
            <a:ext cx="6096000" cy="3429000"/>
          </a:xfrm>
        </p:spPr>
      </p:sp>
      <p:sp>
        <p:nvSpPr>
          <p:cNvPr id="3" name="Notes Placeholder 2">
            <a:extLst>
              <a:ext uri="{FF2B5EF4-FFF2-40B4-BE49-F238E27FC236}">
                <a16:creationId xmlns:a16="http://schemas.microsoft.com/office/drawing/2014/main" id="{C5CD35FE-BC5F-D2B6-E4B3-DFC6601FD42E}"/>
              </a:ext>
            </a:extLst>
          </p:cNvPr>
          <p:cNvSpPr>
            <a:spLocks noGrp="1"/>
          </p:cNvSpPr>
          <p:nvPr>
            <p:ph type="body" idx="1"/>
          </p:nvPr>
        </p:nvSpPr>
        <p:spPr/>
        <p:txBody>
          <a:bodyPr/>
          <a:lstStyle/>
          <a:p>
            <a:r>
              <a:rPr lang="en-US" dirty="0"/>
              <a:t>Security groups in Active Directory</a:t>
            </a:r>
          </a:p>
        </p:txBody>
      </p:sp>
      <p:sp>
        <p:nvSpPr>
          <p:cNvPr id="4" name="Slide Number Placeholder 3">
            <a:extLst>
              <a:ext uri="{FF2B5EF4-FFF2-40B4-BE49-F238E27FC236}">
                <a16:creationId xmlns:a16="http://schemas.microsoft.com/office/drawing/2014/main" id="{6B4FA712-774D-597B-2FB3-E65C7005CB98}"/>
              </a:ext>
            </a:extLst>
          </p:cNvPr>
          <p:cNvSpPr>
            <a:spLocks noGrp="1"/>
          </p:cNvSpPr>
          <p:nvPr>
            <p:ph type="sldNum" sz="quarter" idx="5"/>
          </p:nvPr>
        </p:nvSpPr>
        <p:spPr/>
        <p:txBody>
          <a:bodyPr/>
          <a:lstStyle/>
          <a:p>
            <a:fld id="{B7CF8A19-3A9E-4ABC-B336-2FDDE321C72D}" type="slidenum">
              <a:rPr lang="en-US" smtClean="0"/>
              <a:pPr/>
              <a:t>21</a:t>
            </a:fld>
            <a:endParaRPr lang="en-US" dirty="0"/>
          </a:p>
        </p:txBody>
      </p:sp>
    </p:spTree>
    <p:extLst>
      <p:ext uri="{BB962C8B-B14F-4D97-AF65-F5344CB8AC3E}">
        <p14:creationId xmlns:p14="http://schemas.microsoft.com/office/powerpoint/2010/main" val="3955912044"/>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483F62-A2BC-AB2B-072F-1969B443457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C274221-F017-A4D1-2D30-5DDDC52E2ACB}"/>
              </a:ext>
            </a:extLst>
          </p:cNvPr>
          <p:cNvSpPr>
            <a:spLocks noGrp="1" noRot="1" noChangeAspect="1"/>
          </p:cNvSpPr>
          <p:nvPr>
            <p:ph type="sldImg"/>
          </p:nvPr>
        </p:nvSpPr>
        <p:spPr>
          <a:xfrm>
            <a:off x="381000" y="311150"/>
            <a:ext cx="6096000" cy="3429000"/>
          </a:xfrm>
        </p:spPr>
      </p:sp>
      <p:sp>
        <p:nvSpPr>
          <p:cNvPr id="3" name="Notes Placeholder 2">
            <a:extLst>
              <a:ext uri="{FF2B5EF4-FFF2-40B4-BE49-F238E27FC236}">
                <a16:creationId xmlns:a16="http://schemas.microsoft.com/office/drawing/2014/main" id="{D9B82832-91AB-7F3C-D068-D9E414041965}"/>
              </a:ext>
            </a:extLst>
          </p:cNvPr>
          <p:cNvSpPr>
            <a:spLocks noGrp="1"/>
          </p:cNvSpPr>
          <p:nvPr>
            <p:ph type="body" idx="1"/>
          </p:nvPr>
        </p:nvSpPr>
        <p:spPr/>
        <p:txBody>
          <a:bodyPr/>
          <a:lstStyle/>
          <a:p>
            <a:pPr>
              <a:defRPr/>
            </a:pPr>
            <a:r>
              <a:rPr lang="en-US" dirty="0">
                <a:ea typeface="Calibri"/>
                <a:cs typeface="Calibri"/>
              </a:rPr>
              <a:t>Learners should be directed to the Lab: Use System Commands</a:t>
            </a:r>
          </a:p>
        </p:txBody>
      </p:sp>
      <p:sp>
        <p:nvSpPr>
          <p:cNvPr id="4" name="Slide Number Placeholder 3">
            <a:extLst>
              <a:ext uri="{FF2B5EF4-FFF2-40B4-BE49-F238E27FC236}">
                <a16:creationId xmlns:a16="http://schemas.microsoft.com/office/drawing/2014/main" id="{E08C83D0-4693-67AB-C352-72FA48AEEF0D}"/>
              </a:ext>
            </a:extLst>
          </p:cNvPr>
          <p:cNvSpPr>
            <a:spLocks noGrp="1"/>
          </p:cNvSpPr>
          <p:nvPr>
            <p:ph type="sldNum" sz="quarter" idx="5"/>
          </p:nvPr>
        </p:nvSpPr>
        <p:spPr/>
        <p:txBody>
          <a:bodyPr/>
          <a:lstStyle/>
          <a:p>
            <a:fld id="{B7CF8A19-3A9E-4ABC-B336-2FDDE321C72D}" type="slidenum">
              <a:rPr lang="en-US" smtClean="0"/>
              <a:pPr/>
              <a:t>22</a:t>
            </a:fld>
            <a:endParaRPr lang="en-US" dirty="0"/>
          </a:p>
        </p:txBody>
      </p:sp>
    </p:spTree>
    <p:extLst>
      <p:ext uri="{BB962C8B-B14F-4D97-AF65-F5344CB8AC3E}">
        <p14:creationId xmlns:p14="http://schemas.microsoft.com/office/powerpoint/2010/main" val="1442168484"/>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EF0448-1753-3686-1D49-252F16106D6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86932B7-9AEA-CBCA-E74C-98E185ECCAA5}"/>
              </a:ext>
            </a:extLst>
          </p:cNvPr>
          <p:cNvSpPr>
            <a:spLocks noGrp="1" noRot="1" noChangeAspect="1"/>
          </p:cNvSpPr>
          <p:nvPr>
            <p:ph type="sldImg"/>
          </p:nvPr>
        </p:nvSpPr>
        <p:spPr>
          <a:xfrm>
            <a:off x="381000" y="311150"/>
            <a:ext cx="6096000" cy="3429000"/>
          </a:xfrm>
        </p:spPr>
      </p:sp>
      <p:sp>
        <p:nvSpPr>
          <p:cNvPr id="3" name="Notes Placeholder 2">
            <a:extLst>
              <a:ext uri="{FF2B5EF4-FFF2-40B4-BE49-F238E27FC236}">
                <a16:creationId xmlns:a16="http://schemas.microsoft.com/office/drawing/2014/main" id="{16523F06-7E21-B5EA-F319-F7CA2892F6E6}"/>
              </a:ext>
            </a:extLst>
          </p:cNvPr>
          <p:cNvSpPr>
            <a:spLocks noGrp="1"/>
          </p:cNvSpPr>
          <p:nvPr>
            <p:ph type="body" idx="1"/>
          </p:nvPr>
        </p:nvSpPr>
        <p:spPr/>
        <p:txBody>
          <a:bodyPr/>
          <a:lstStyle/>
          <a:p>
            <a:r>
              <a:rPr lang="en-US" dirty="0"/>
              <a:t>Group Policy Management</a:t>
            </a:r>
          </a:p>
        </p:txBody>
      </p:sp>
      <p:sp>
        <p:nvSpPr>
          <p:cNvPr id="4" name="Slide Number Placeholder 3">
            <a:extLst>
              <a:ext uri="{FF2B5EF4-FFF2-40B4-BE49-F238E27FC236}">
                <a16:creationId xmlns:a16="http://schemas.microsoft.com/office/drawing/2014/main" id="{1DEA1232-CFDC-88DB-D9ED-50E133344406}"/>
              </a:ext>
            </a:extLst>
          </p:cNvPr>
          <p:cNvSpPr>
            <a:spLocks noGrp="1"/>
          </p:cNvSpPr>
          <p:nvPr>
            <p:ph type="sldNum" sz="quarter" idx="5"/>
          </p:nvPr>
        </p:nvSpPr>
        <p:spPr/>
        <p:txBody>
          <a:bodyPr/>
          <a:lstStyle/>
          <a:p>
            <a:fld id="{B7CF8A19-3A9E-4ABC-B336-2FDDE321C72D}" type="slidenum">
              <a:rPr lang="en-US" smtClean="0"/>
              <a:pPr/>
              <a:t>23</a:t>
            </a:fld>
            <a:endParaRPr lang="en-US" dirty="0"/>
          </a:p>
        </p:txBody>
      </p:sp>
    </p:spTree>
    <p:extLst>
      <p:ext uri="{BB962C8B-B14F-4D97-AF65-F5344CB8AC3E}">
        <p14:creationId xmlns:p14="http://schemas.microsoft.com/office/powerpoint/2010/main" val="3267688264"/>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47BADF-0175-89DF-98EB-5BE8F00E6E7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F25B301-C364-CE47-8988-2AAF14679C22}"/>
              </a:ext>
            </a:extLst>
          </p:cNvPr>
          <p:cNvSpPr>
            <a:spLocks noGrp="1" noRot="1" noChangeAspect="1"/>
          </p:cNvSpPr>
          <p:nvPr>
            <p:ph type="sldImg"/>
          </p:nvPr>
        </p:nvSpPr>
        <p:spPr>
          <a:xfrm>
            <a:off x="381000" y="311150"/>
            <a:ext cx="6096000" cy="3429000"/>
          </a:xfrm>
        </p:spPr>
      </p:sp>
      <p:sp>
        <p:nvSpPr>
          <p:cNvPr id="3" name="Notes Placeholder 2">
            <a:extLst>
              <a:ext uri="{FF2B5EF4-FFF2-40B4-BE49-F238E27FC236}">
                <a16:creationId xmlns:a16="http://schemas.microsoft.com/office/drawing/2014/main" id="{4D7EB1CC-F69E-D506-948B-49D41E67D295}"/>
              </a:ext>
            </a:extLst>
          </p:cNvPr>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dirty="0"/>
              <a:t>Take some time at the end of each topic to answer questions. You can use the Lesson Review questions for discussion in class or set them for learners to complete individually during or after class.</a:t>
            </a:r>
          </a:p>
        </p:txBody>
      </p:sp>
      <p:sp>
        <p:nvSpPr>
          <p:cNvPr id="4" name="Slide Number Placeholder 3">
            <a:extLst>
              <a:ext uri="{FF2B5EF4-FFF2-40B4-BE49-F238E27FC236}">
                <a16:creationId xmlns:a16="http://schemas.microsoft.com/office/drawing/2014/main" id="{E3E2EAFF-035A-EBF1-B9A2-E31CCB9BED62}"/>
              </a:ext>
            </a:extLst>
          </p:cNvPr>
          <p:cNvSpPr>
            <a:spLocks noGrp="1"/>
          </p:cNvSpPr>
          <p:nvPr>
            <p:ph type="sldNum" sz="quarter" idx="5"/>
          </p:nvPr>
        </p:nvSpPr>
        <p:spPr/>
        <p:txBody>
          <a:bodyPr/>
          <a:lstStyle/>
          <a:p>
            <a:fld id="{B7CF8A19-3A9E-4ABC-B336-2FDDE321C72D}" type="slidenum">
              <a:rPr lang="en-US" smtClean="0"/>
              <a:pPr/>
              <a:t>25</a:t>
            </a:fld>
            <a:endParaRPr lang="en-US" dirty="0"/>
          </a:p>
        </p:txBody>
      </p:sp>
    </p:spTree>
    <p:extLst>
      <p:ext uri="{BB962C8B-B14F-4D97-AF65-F5344CB8AC3E}">
        <p14:creationId xmlns:p14="http://schemas.microsoft.com/office/powerpoint/2010/main" val="4101367550"/>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689D60-AB46-447A-D6A6-5C5409C0397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D2D5CB4-3A51-6302-2CC0-5CDDFD832E1F}"/>
              </a:ext>
            </a:extLst>
          </p:cNvPr>
          <p:cNvSpPr>
            <a:spLocks noGrp="1" noRot="1" noChangeAspect="1"/>
          </p:cNvSpPr>
          <p:nvPr>
            <p:ph type="sldImg"/>
          </p:nvPr>
        </p:nvSpPr>
        <p:spPr>
          <a:xfrm>
            <a:off x="381000" y="311150"/>
            <a:ext cx="6096000" cy="3429000"/>
          </a:xfrm>
        </p:spPr>
      </p:sp>
      <p:sp>
        <p:nvSpPr>
          <p:cNvPr id="3" name="Notes Placeholder 2">
            <a:extLst>
              <a:ext uri="{FF2B5EF4-FFF2-40B4-BE49-F238E27FC236}">
                <a16:creationId xmlns:a16="http://schemas.microsoft.com/office/drawing/2014/main" id="{E90F7F92-4B0A-F7DF-AC90-7ACACE72B058}"/>
              </a:ext>
            </a:extLst>
          </p:cNvPr>
          <p:cNvSpPr>
            <a:spLocks noGrp="1"/>
          </p:cNvSpPr>
          <p:nvPr>
            <p:ph type="body" idx="1"/>
          </p:nvPr>
        </p:nvSpPr>
        <p:spPr/>
        <p:txBody>
          <a:bodyPr/>
          <a:lstStyle/>
          <a:p>
            <a:r>
              <a:rPr lang="en-US" dirty="0">
                <a:latin typeface="+mn-lt"/>
              </a:rPr>
              <a:t>Core 2 Exam Objectives</a:t>
            </a:r>
          </a:p>
          <a:p>
            <a:pPr marL="171450" indent="-171450" algn="l">
              <a:buFont typeface="Arial" panose="020B0604020202020204" pitchFamily="34" charset="0"/>
              <a:buChar char="•"/>
            </a:pPr>
            <a:r>
              <a:rPr lang="en-US" b="0" i="0" dirty="0">
                <a:solidFill>
                  <a:srgbClr val="191D1F"/>
                </a:solidFill>
                <a:effectLst/>
                <a:latin typeface="+mn-lt"/>
              </a:rPr>
              <a:t>1.5 Given a scenario, use the appropriate Microsoft command-line tools.</a:t>
            </a:r>
          </a:p>
          <a:p>
            <a:pPr marL="171450" indent="-171450" algn="l">
              <a:buFont typeface="Arial" panose="020B0604020202020204" pitchFamily="34" charset="0"/>
              <a:buChar char="•"/>
            </a:pPr>
            <a:r>
              <a:rPr lang="en-US" b="0" i="0" dirty="0">
                <a:solidFill>
                  <a:srgbClr val="191D1F"/>
                </a:solidFill>
                <a:effectLst/>
                <a:latin typeface="+mn-lt"/>
              </a:rPr>
              <a:t>1.7 Given a scenario, configure Microsoft Windows networking features on a client/desktop.</a:t>
            </a:r>
          </a:p>
          <a:p>
            <a:pPr marL="171450" indent="-171450" algn="l">
              <a:buFont typeface="Arial" panose="020B0604020202020204" pitchFamily="34" charset="0"/>
              <a:buChar char="•"/>
            </a:pPr>
            <a:r>
              <a:rPr lang="en-US" b="0" i="0" dirty="0">
                <a:solidFill>
                  <a:srgbClr val="191D1F"/>
                </a:solidFill>
                <a:effectLst/>
                <a:latin typeface="+mn-lt"/>
              </a:rPr>
              <a:t>2.2 Given a scenario, configure and apply basic Microsoft Windows OS security settings.</a:t>
            </a:r>
          </a:p>
          <a:p>
            <a:pPr marL="0" indent="0">
              <a:buFont typeface="Arial" panose="020B0604020202020204" pitchFamily="34" charset="0"/>
              <a:buNone/>
            </a:pPr>
            <a:endParaRPr lang="en-US" dirty="0">
              <a:latin typeface="+mn-lt"/>
            </a:endParaRPr>
          </a:p>
          <a:p>
            <a:r>
              <a:rPr lang="en-US" dirty="0">
                <a:latin typeface="+mn-lt"/>
              </a:rPr>
              <a:t>Learning Outcomes</a:t>
            </a:r>
          </a:p>
          <a:p>
            <a:pPr marL="171450" indent="-171450" algn="l">
              <a:buFont typeface="Arial" panose="020B0604020202020204" pitchFamily="34" charset="0"/>
              <a:buChar char="•"/>
            </a:pPr>
            <a:r>
              <a:rPr lang="en-US" b="0" i="0" dirty="0">
                <a:solidFill>
                  <a:srgbClr val="191D1F"/>
                </a:solidFill>
                <a:effectLst/>
                <a:latin typeface="+mn-lt"/>
              </a:rPr>
              <a:t>What network type must be selected to make the computer discoverable and allow sharing?</a:t>
            </a:r>
          </a:p>
          <a:p>
            <a:pPr marL="171450" indent="-171450" algn="l">
              <a:buFont typeface="Arial" panose="020B0604020202020204" pitchFamily="34" charset="0"/>
              <a:buChar char="•"/>
            </a:pPr>
            <a:r>
              <a:rPr lang="en-US" b="0" i="0" dirty="0">
                <a:solidFill>
                  <a:srgbClr val="191D1F"/>
                </a:solidFill>
                <a:effectLst/>
                <a:latin typeface="+mn-lt"/>
              </a:rPr>
              <a:t>What tab in the folder's Properties dialog can be used to customize permissions, change the share name, and limit the number of simultaneous connections?</a:t>
            </a:r>
          </a:p>
          <a:p>
            <a:pPr marL="171450" indent="-171450" algn="l">
              <a:buFont typeface="Arial" panose="020B0604020202020204" pitchFamily="34" charset="0"/>
              <a:buChar char="•"/>
            </a:pPr>
            <a:r>
              <a:rPr lang="en-US" b="0" i="0" dirty="0">
                <a:solidFill>
                  <a:srgbClr val="191D1F"/>
                </a:solidFill>
                <a:effectLst/>
                <a:latin typeface="+mn-lt"/>
              </a:rPr>
              <a:t>What is the process to map a network drive?</a:t>
            </a:r>
          </a:p>
          <a:p>
            <a:pPr marL="171450" indent="-171450" algn="l">
              <a:buFont typeface="Arial" panose="020B0604020202020204" pitchFamily="34" charset="0"/>
              <a:buChar char="•"/>
            </a:pPr>
            <a:r>
              <a:rPr lang="en-US" b="0" i="0" dirty="0">
                <a:solidFill>
                  <a:srgbClr val="191D1F"/>
                </a:solidFill>
                <a:effectLst/>
                <a:latin typeface="+mn-lt"/>
              </a:rPr>
              <a:t>Which permission would take precedence - Explicit Deny or Explicit Allow?</a:t>
            </a:r>
          </a:p>
          <a:p>
            <a:pPr marL="171450" indent="-171450" algn="l">
              <a:buFont typeface="Arial" panose="020B0604020202020204" pitchFamily="34" charset="0"/>
              <a:buChar char="•"/>
            </a:pPr>
            <a:r>
              <a:rPr lang="en-US" b="0" i="0" dirty="0">
                <a:solidFill>
                  <a:srgbClr val="191D1F"/>
                </a:solidFill>
                <a:effectLst/>
                <a:latin typeface="+mn-lt"/>
              </a:rPr>
              <a:t>What is a home folder?</a:t>
            </a:r>
          </a:p>
          <a:p>
            <a:endParaRPr lang="en-US" dirty="0"/>
          </a:p>
        </p:txBody>
      </p:sp>
      <p:sp>
        <p:nvSpPr>
          <p:cNvPr id="4" name="Slide Number Placeholder 3">
            <a:extLst>
              <a:ext uri="{FF2B5EF4-FFF2-40B4-BE49-F238E27FC236}">
                <a16:creationId xmlns:a16="http://schemas.microsoft.com/office/drawing/2014/main" id="{E503613D-70BB-75DA-C349-9F5F66739A67}"/>
              </a:ext>
            </a:extLst>
          </p:cNvPr>
          <p:cNvSpPr>
            <a:spLocks noGrp="1"/>
          </p:cNvSpPr>
          <p:nvPr>
            <p:ph type="sldNum" sz="quarter" idx="5"/>
          </p:nvPr>
        </p:nvSpPr>
        <p:spPr/>
        <p:txBody>
          <a:bodyPr/>
          <a:lstStyle/>
          <a:p>
            <a:fld id="{B7CF8A19-3A9E-4ABC-B336-2FDDE321C72D}" type="slidenum">
              <a:rPr lang="en-US" smtClean="0"/>
              <a:pPr/>
              <a:t>26</a:t>
            </a:fld>
            <a:endParaRPr lang="en-US" dirty="0"/>
          </a:p>
        </p:txBody>
      </p:sp>
    </p:spTree>
    <p:extLst>
      <p:ext uri="{BB962C8B-B14F-4D97-AF65-F5344CB8AC3E}">
        <p14:creationId xmlns:p14="http://schemas.microsoft.com/office/powerpoint/2010/main" val="2394898206"/>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069767-620E-845A-C190-659BB347E7F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875C154-2A60-1DE3-E21F-0ADFD0846890}"/>
              </a:ext>
            </a:extLst>
          </p:cNvPr>
          <p:cNvSpPr>
            <a:spLocks noGrp="1" noRot="1" noChangeAspect="1"/>
          </p:cNvSpPr>
          <p:nvPr>
            <p:ph type="sldImg"/>
          </p:nvPr>
        </p:nvSpPr>
        <p:spPr>
          <a:xfrm>
            <a:off x="381000" y="311150"/>
            <a:ext cx="6096000" cy="3429000"/>
          </a:xfrm>
        </p:spPr>
      </p:sp>
      <p:sp>
        <p:nvSpPr>
          <p:cNvPr id="3" name="Notes Placeholder 2">
            <a:extLst>
              <a:ext uri="{FF2B5EF4-FFF2-40B4-BE49-F238E27FC236}">
                <a16:creationId xmlns:a16="http://schemas.microsoft.com/office/drawing/2014/main" id="{DCC54546-D77D-0F48-5C08-6470B5A58E54}"/>
              </a:ext>
            </a:extLst>
          </p:cNvPr>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lang="en-US" dirty="0">
              <a:ea typeface="Calibri"/>
              <a:cs typeface="Calibri"/>
            </a:endParaRPr>
          </a:p>
        </p:txBody>
      </p:sp>
      <p:sp>
        <p:nvSpPr>
          <p:cNvPr id="4" name="Slide Number Placeholder 3">
            <a:extLst>
              <a:ext uri="{FF2B5EF4-FFF2-40B4-BE49-F238E27FC236}">
                <a16:creationId xmlns:a16="http://schemas.microsoft.com/office/drawing/2014/main" id="{E7876692-BB16-BFDF-6126-412FF59E85B7}"/>
              </a:ext>
            </a:extLst>
          </p:cNvPr>
          <p:cNvSpPr>
            <a:spLocks noGrp="1"/>
          </p:cNvSpPr>
          <p:nvPr>
            <p:ph type="sldNum" sz="quarter" idx="5"/>
          </p:nvPr>
        </p:nvSpPr>
        <p:spPr/>
        <p:txBody>
          <a:bodyPr/>
          <a:lstStyle/>
          <a:p>
            <a:fld id="{B7CF8A19-3A9E-4ABC-B336-2FDDE321C72D}" type="slidenum">
              <a:rPr lang="en-US" smtClean="0"/>
              <a:pPr/>
              <a:t>27</a:t>
            </a:fld>
            <a:endParaRPr lang="en-US" dirty="0"/>
          </a:p>
        </p:txBody>
      </p:sp>
    </p:spTree>
    <p:extLst>
      <p:ext uri="{BB962C8B-B14F-4D97-AF65-F5344CB8AC3E}">
        <p14:creationId xmlns:p14="http://schemas.microsoft.com/office/powerpoint/2010/main" val="1107769144"/>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006E69-3758-7A60-D445-43FA1B63040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A0626F0-7F43-5689-FD7E-05819268AAF2}"/>
              </a:ext>
            </a:extLst>
          </p:cNvPr>
          <p:cNvSpPr>
            <a:spLocks noGrp="1" noRot="1" noChangeAspect="1"/>
          </p:cNvSpPr>
          <p:nvPr>
            <p:ph type="sldImg"/>
          </p:nvPr>
        </p:nvSpPr>
        <p:spPr>
          <a:xfrm>
            <a:off x="381000" y="311150"/>
            <a:ext cx="6096000" cy="3429000"/>
          </a:xfrm>
        </p:spPr>
      </p:sp>
      <p:sp>
        <p:nvSpPr>
          <p:cNvPr id="3" name="Notes Placeholder 2">
            <a:extLst>
              <a:ext uri="{FF2B5EF4-FFF2-40B4-BE49-F238E27FC236}">
                <a16:creationId xmlns:a16="http://schemas.microsoft.com/office/drawing/2014/main" id="{95B388AB-0A78-0E1F-6EBE-049F66DEA7CE}"/>
              </a:ext>
            </a:extLst>
          </p:cNvPr>
          <p:cNvSpPr>
            <a:spLocks noGrp="1"/>
          </p:cNvSpPr>
          <p:nvPr>
            <p:ph type="body" idx="1"/>
          </p:nvPr>
        </p:nvSpPr>
        <p:spPr/>
        <p:txBody>
          <a:bodyPr/>
          <a:lstStyle/>
          <a:p>
            <a:r>
              <a:rPr lang="en-US" dirty="0"/>
              <a:t>Advanced sharing settings</a:t>
            </a:r>
          </a:p>
          <a:p>
            <a:endParaRPr lang="en-US" dirty="0">
              <a:ea typeface="Calibri"/>
              <a:cs typeface="Calibri"/>
            </a:endParaRPr>
          </a:p>
        </p:txBody>
      </p:sp>
      <p:sp>
        <p:nvSpPr>
          <p:cNvPr id="4" name="Slide Number Placeholder 3">
            <a:extLst>
              <a:ext uri="{FF2B5EF4-FFF2-40B4-BE49-F238E27FC236}">
                <a16:creationId xmlns:a16="http://schemas.microsoft.com/office/drawing/2014/main" id="{DD58010F-1C3F-0DB7-1262-D3465F19EF86}"/>
              </a:ext>
            </a:extLst>
          </p:cNvPr>
          <p:cNvSpPr>
            <a:spLocks noGrp="1"/>
          </p:cNvSpPr>
          <p:nvPr>
            <p:ph type="sldNum" sz="quarter" idx="5"/>
          </p:nvPr>
        </p:nvSpPr>
        <p:spPr/>
        <p:txBody>
          <a:bodyPr/>
          <a:lstStyle/>
          <a:p>
            <a:fld id="{B7CF8A19-3A9E-4ABC-B336-2FDDE321C72D}" type="slidenum">
              <a:rPr lang="en-US" smtClean="0"/>
              <a:pPr/>
              <a:t>28</a:t>
            </a:fld>
            <a:endParaRPr lang="en-US" dirty="0"/>
          </a:p>
        </p:txBody>
      </p:sp>
    </p:spTree>
    <p:extLst>
      <p:ext uri="{BB962C8B-B14F-4D97-AF65-F5344CB8AC3E}">
        <p14:creationId xmlns:p14="http://schemas.microsoft.com/office/powerpoint/2010/main" val="3319664944"/>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25EB92-ED49-1E23-EC37-0AB628FB826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D1B21A1-B06C-1118-AE07-64833EAD0428}"/>
              </a:ext>
            </a:extLst>
          </p:cNvPr>
          <p:cNvSpPr>
            <a:spLocks noGrp="1" noRot="1" noChangeAspect="1"/>
          </p:cNvSpPr>
          <p:nvPr>
            <p:ph type="sldImg"/>
          </p:nvPr>
        </p:nvSpPr>
        <p:spPr>
          <a:xfrm>
            <a:off x="381000" y="311150"/>
            <a:ext cx="6096000" cy="3429000"/>
          </a:xfrm>
        </p:spPr>
      </p:sp>
      <p:sp>
        <p:nvSpPr>
          <p:cNvPr id="3" name="Notes Placeholder 2">
            <a:extLst>
              <a:ext uri="{FF2B5EF4-FFF2-40B4-BE49-F238E27FC236}">
                <a16:creationId xmlns:a16="http://schemas.microsoft.com/office/drawing/2014/main" id="{1BF94D28-82E7-C68C-8278-DF30C30AF9C5}"/>
              </a:ext>
            </a:extLst>
          </p:cNvPr>
          <p:cNvSpPr>
            <a:spLocks noGrp="1"/>
          </p:cNvSpPr>
          <p:nvPr>
            <p:ph type="body" idx="1"/>
          </p:nvPr>
        </p:nvSpPr>
        <p:spPr/>
        <p:txBody>
          <a:bodyPr/>
          <a:lstStyle/>
          <a:p>
            <a:pPr>
              <a:defRPr/>
            </a:pPr>
            <a:r>
              <a:rPr lang="en-US" dirty="0">
                <a:ea typeface="Calibri"/>
                <a:cs typeface="Calibri"/>
              </a:rPr>
              <a:t>Instructors should demonstrate the process to grant permissions.</a:t>
            </a:r>
          </a:p>
        </p:txBody>
      </p:sp>
      <p:sp>
        <p:nvSpPr>
          <p:cNvPr id="4" name="Slide Number Placeholder 3">
            <a:extLst>
              <a:ext uri="{FF2B5EF4-FFF2-40B4-BE49-F238E27FC236}">
                <a16:creationId xmlns:a16="http://schemas.microsoft.com/office/drawing/2014/main" id="{D5709EEF-0E1A-67A2-5FF2-6EFD19871ED1}"/>
              </a:ext>
            </a:extLst>
          </p:cNvPr>
          <p:cNvSpPr>
            <a:spLocks noGrp="1"/>
          </p:cNvSpPr>
          <p:nvPr>
            <p:ph type="sldNum" sz="quarter" idx="5"/>
          </p:nvPr>
        </p:nvSpPr>
        <p:spPr/>
        <p:txBody>
          <a:bodyPr/>
          <a:lstStyle/>
          <a:p>
            <a:fld id="{B7CF8A19-3A9E-4ABC-B336-2FDDE321C72D}" type="slidenum">
              <a:rPr lang="en-US" smtClean="0"/>
              <a:pPr/>
              <a:t>29</a:t>
            </a:fld>
            <a:endParaRPr lang="en-US" dirty="0"/>
          </a:p>
        </p:txBody>
      </p:sp>
    </p:spTree>
    <p:extLst>
      <p:ext uri="{BB962C8B-B14F-4D97-AF65-F5344CB8AC3E}">
        <p14:creationId xmlns:p14="http://schemas.microsoft.com/office/powerpoint/2010/main" val="415112674"/>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C47820-6E1C-D80D-D795-50554655016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54FBB3F-10C6-F179-B80F-327E379E4589}"/>
              </a:ext>
            </a:extLst>
          </p:cNvPr>
          <p:cNvSpPr>
            <a:spLocks noGrp="1" noRot="1" noChangeAspect="1"/>
          </p:cNvSpPr>
          <p:nvPr>
            <p:ph type="sldImg"/>
          </p:nvPr>
        </p:nvSpPr>
        <p:spPr>
          <a:xfrm>
            <a:off x="381000" y="311150"/>
            <a:ext cx="6096000" cy="3429000"/>
          </a:xfrm>
        </p:spPr>
      </p:sp>
      <p:sp>
        <p:nvSpPr>
          <p:cNvPr id="3" name="Notes Placeholder 2">
            <a:extLst>
              <a:ext uri="{FF2B5EF4-FFF2-40B4-BE49-F238E27FC236}">
                <a16:creationId xmlns:a16="http://schemas.microsoft.com/office/drawing/2014/main" id="{83C06206-6708-72B0-166B-A6C621F3343E}"/>
              </a:ext>
            </a:extLst>
          </p:cNvPr>
          <p:cNvSpPr>
            <a:spLocks noGrp="1"/>
          </p:cNvSpPr>
          <p:nvPr>
            <p:ph type="body" idx="1"/>
          </p:nvPr>
        </p:nvSpPr>
        <p:spPr/>
        <p:txBody>
          <a:bodyPr/>
          <a:lstStyle/>
          <a:p>
            <a:r>
              <a:rPr lang="en-US" dirty="0"/>
              <a:t>Configuring a file share</a:t>
            </a:r>
          </a:p>
        </p:txBody>
      </p:sp>
      <p:sp>
        <p:nvSpPr>
          <p:cNvPr id="4" name="Slide Number Placeholder 3">
            <a:extLst>
              <a:ext uri="{FF2B5EF4-FFF2-40B4-BE49-F238E27FC236}">
                <a16:creationId xmlns:a16="http://schemas.microsoft.com/office/drawing/2014/main" id="{0E916923-4AE9-4F7F-29EE-D9B281E5C6AB}"/>
              </a:ext>
            </a:extLst>
          </p:cNvPr>
          <p:cNvSpPr>
            <a:spLocks noGrp="1"/>
          </p:cNvSpPr>
          <p:nvPr>
            <p:ph type="sldNum" sz="quarter" idx="5"/>
          </p:nvPr>
        </p:nvSpPr>
        <p:spPr/>
        <p:txBody>
          <a:bodyPr/>
          <a:lstStyle/>
          <a:p>
            <a:fld id="{B7CF8A19-3A9E-4ABC-B336-2FDDE321C72D}" type="slidenum">
              <a:rPr lang="en-US" smtClean="0"/>
              <a:pPr/>
              <a:t>30</a:t>
            </a:fld>
            <a:endParaRPr lang="en-US" dirty="0"/>
          </a:p>
        </p:txBody>
      </p:sp>
    </p:spTree>
    <p:extLst>
      <p:ext uri="{BB962C8B-B14F-4D97-AF65-F5344CB8AC3E}">
        <p14:creationId xmlns:p14="http://schemas.microsoft.com/office/powerpoint/2010/main" val="3470692457"/>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1FE655-3F5D-02B2-234F-C82088F5702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8E2F6CE-6977-6022-CFBA-67898C553A0C}"/>
              </a:ext>
            </a:extLst>
          </p:cNvPr>
          <p:cNvSpPr>
            <a:spLocks noGrp="1" noRot="1" noChangeAspect="1"/>
          </p:cNvSpPr>
          <p:nvPr>
            <p:ph type="sldImg"/>
          </p:nvPr>
        </p:nvSpPr>
        <p:spPr>
          <a:xfrm>
            <a:off x="381000" y="311150"/>
            <a:ext cx="6096000" cy="3429000"/>
          </a:xfrm>
        </p:spPr>
      </p:sp>
      <p:sp>
        <p:nvSpPr>
          <p:cNvPr id="3" name="Notes Placeholder 2">
            <a:extLst>
              <a:ext uri="{FF2B5EF4-FFF2-40B4-BE49-F238E27FC236}">
                <a16:creationId xmlns:a16="http://schemas.microsoft.com/office/drawing/2014/main" id="{D3CCD8A5-ACCE-2BAC-29D9-C2B8A11AAFE0}"/>
              </a:ext>
            </a:extLst>
          </p:cNvPr>
          <p:cNvSpPr>
            <a:spLocks noGrp="1"/>
          </p:cNvSpPr>
          <p:nvPr>
            <p:ph type="body" idx="1"/>
          </p:nvPr>
        </p:nvSpPr>
        <p:spPr/>
        <p:txBody>
          <a:bodyPr/>
          <a:lstStyle/>
          <a:p>
            <a:pPr>
              <a:defRPr/>
            </a:pPr>
            <a:r>
              <a:rPr lang="en-US" dirty="0">
                <a:ea typeface="Calibri"/>
                <a:cs typeface="Calibri"/>
              </a:rPr>
              <a:t>Instructors should demonstrate the net view and net use commands.</a:t>
            </a:r>
          </a:p>
        </p:txBody>
      </p:sp>
      <p:sp>
        <p:nvSpPr>
          <p:cNvPr id="4" name="Slide Number Placeholder 3">
            <a:extLst>
              <a:ext uri="{FF2B5EF4-FFF2-40B4-BE49-F238E27FC236}">
                <a16:creationId xmlns:a16="http://schemas.microsoft.com/office/drawing/2014/main" id="{34E5FDA1-3630-AE5E-15A0-8F091C19D244}"/>
              </a:ext>
            </a:extLst>
          </p:cNvPr>
          <p:cNvSpPr>
            <a:spLocks noGrp="1"/>
          </p:cNvSpPr>
          <p:nvPr>
            <p:ph type="sldNum" sz="quarter" idx="5"/>
          </p:nvPr>
        </p:nvSpPr>
        <p:spPr/>
        <p:txBody>
          <a:bodyPr/>
          <a:lstStyle/>
          <a:p>
            <a:fld id="{B7CF8A19-3A9E-4ABC-B336-2FDDE321C72D}" type="slidenum">
              <a:rPr lang="en-US" smtClean="0"/>
              <a:pPr/>
              <a:t>31</a:t>
            </a:fld>
            <a:endParaRPr lang="en-US" dirty="0"/>
          </a:p>
        </p:txBody>
      </p:sp>
    </p:spTree>
    <p:extLst>
      <p:ext uri="{BB962C8B-B14F-4D97-AF65-F5344CB8AC3E}">
        <p14:creationId xmlns:p14="http://schemas.microsoft.com/office/powerpoint/2010/main" val="484036262"/>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9AF050-2F2B-4FC6-642E-A00865908D8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91DC5C3-A327-7067-0681-ED528ABDCE97}"/>
              </a:ext>
            </a:extLst>
          </p:cNvPr>
          <p:cNvSpPr>
            <a:spLocks noGrp="1" noRot="1" noChangeAspect="1"/>
          </p:cNvSpPr>
          <p:nvPr>
            <p:ph type="sldImg"/>
          </p:nvPr>
        </p:nvSpPr>
        <p:spPr>
          <a:xfrm>
            <a:off x="381000" y="311150"/>
            <a:ext cx="6096000" cy="3429000"/>
          </a:xfrm>
        </p:spPr>
      </p:sp>
      <p:sp>
        <p:nvSpPr>
          <p:cNvPr id="3" name="Notes Placeholder 2">
            <a:extLst>
              <a:ext uri="{FF2B5EF4-FFF2-40B4-BE49-F238E27FC236}">
                <a16:creationId xmlns:a16="http://schemas.microsoft.com/office/drawing/2014/main" id="{BA8704F5-FE4F-E05C-248F-620CEEA4BE86}"/>
              </a:ext>
            </a:extLst>
          </p:cNvPr>
          <p:cNvSpPr>
            <a:spLocks noGrp="1"/>
          </p:cNvSpPr>
          <p:nvPr>
            <p:ph type="body" idx="1"/>
          </p:nvPr>
        </p:nvSpPr>
        <p:spPr/>
        <p:txBody>
          <a:bodyPr/>
          <a:lstStyle/>
          <a:p>
            <a:r>
              <a:rPr lang="en-US" dirty="0"/>
              <a:t>Viewing devices in a workgroup network</a:t>
            </a:r>
          </a:p>
        </p:txBody>
      </p:sp>
      <p:sp>
        <p:nvSpPr>
          <p:cNvPr id="4" name="Slide Number Placeholder 3">
            <a:extLst>
              <a:ext uri="{FF2B5EF4-FFF2-40B4-BE49-F238E27FC236}">
                <a16:creationId xmlns:a16="http://schemas.microsoft.com/office/drawing/2014/main" id="{1D99BC4B-433B-EC98-386B-41F7F8D82F6C}"/>
              </a:ext>
            </a:extLst>
          </p:cNvPr>
          <p:cNvSpPr>
            <a:spLocks noGrp="1"/>
          </p:cNvSpPr>
          <p:nvPr>
            <p:ph type="sldNum" sz="quarter" idx="5"/>
          </p:nvPr>
        </p:nvSpPr>
        <p:spPr/>
        <p:txBody>
          <a:bodyPr/>
          <a:lstStyle/>
          <a:p>
            <a:fld id="{B7CF8A19-3A9E-4ABC-B336-2FDDE321C72D}" type="slidenum">
              <a:rPr lang="en-US" smtClean="0"/>
              <a:pPr/>
              <a:t>32</a:t>
            </a:fld>
            <a:endParaRPr lang="en-US" dirty="0"/>
          </a:p>
        </p:txBody>
      </p:sp>
    </p:spTree>
    <p:extLst>
      <p:ext uri="{BB962C8B-B14F-4D97-AF65-F5344CB8AC3E}">
        <p14:creationId xmlns:p14="http://schemas.microsoft.com/office/powerpoint/2010/main" val="4132512833"/>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A5E003-1A6E-ECB8-7C0D-CB27CC9EE3B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33C6D49-3134-E572-5CA8-ABB6898A40F4}"/>
              </a:ext>
            </a:extLst>
          </p:cNvPr>
          <p:cNvSpPr>
            <a:spLocks noGrp="1" noRot="1" noChangeAspect="1"/>
          </p:cNvSpPr>
          <p:nvPr>
            <p:ph type="sldImg"/>
          </p:nvPr>
        </p:nvSpPr>
        <p:spPr>
          <a:xfrm>
            <a:off x="381000" y="311150"/>
            <a:ext cx="6096000" cy="3429000"/>
          </a:xfrm>
        </p:spPr>
      </p:sp>
      <p:sp>
        <p:nvSpPr>
          <p:cNvPr id="3" name="Notes Placeholder 2">
            <a:extLst>
              <a:ext uri="{FF2B5EF4-FFF2-40B4-BE49-F238E27FC236}">
                <a16:creationId xmlns:a16="http://schemas.microsoft.com/office/drawing/2014/main" id="{B1F855C4-5976-1A15-548D-CBF74DD2C850}"/>
              </a:ext>
            </a:extLst>
          </p:cNvPr>
          <p:cNvSpPr>
            <a:spLocks noGrp="1"/>
          </p:cNvSpPr>
          <p:nvPr>
            <p:ph type="body" idx="1"/>
          </p:nvPr>
        </p:nvSpPr>
        <p:spPr/>
        <p:txBody>
          <a:bodyPr/>
          <a:lstStyle/>
          <a:p>
            <a:r>
              <a:rPr lang="en-US" dirty="0"/>
              <a:t>Mapping a network drive to a LABFILES share hosted on COMPTIA (\\COMPTIA\labfiles)</a:t>
            </a:r>
          </a:p>
        </p:txBody>
      </p:sp>
      <p:sp>
        <p:nvSpPr>
          <p:cNvPr id="4" name="Slide Number Placeholder 3">
            <a:extLst>
              <a:ext uri="{FF2B5EF4-FFF2-40B4-BE49-F238E27FC236}">
                <a16:creationId xmlns:a16="http://schemas.microsoft.com/office/drawing/2014/main" id="{F5E5ACD1-A0BC-6645-42A0-C1355DEBEF3A}"/>
              </a:ext>
            </a:extLst>
          </p:cNvPr>
          <p:cNvSpPr>
            <a:spLocks noGrp="1"/>
          </p:cNvSpPr>
          <p:nvPr>
            <p:ph type="sldNum" sz="quarter" idx="5"/>
          </p:nvPr>
        </p:nvSpPr>
        <p:spPr/>
        <p:txBody>
          <a:bodyPr/>
          <a:lstStyle/>
          <a:p>
            <a:fld id="{B7CF8A19-3A9E-4ABC-B336-2FDDE321C72D}" type="slidenum">
              <a:rPr lang="en-US" smtClean="0"/>
              <a:pPr/>
              <a:t>33</a:t>
            </a:fld>
            <a:endParaRPr lang="en-US" dirty="0"/>
          </a:p>
        </p:txBody>
      </p:sp>
    </p:spTree>
    <p:extLst>
      <p:ext uri="{BB962C8B-B14F-4D97-AF65-F5344CB8AC3E}">
        <p14:creationId xmlns:p14="http://schemas.microsoft.com/office/powerpoint/2010/main" val="298253255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25C431-A0DA-5338-7D3C-D6A9933EB37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85496E4-DB8C-50EF-7B96-2599693CC006}"/>
              </a:ext>
            </a:extLst>
          </p:cNvPr>
          <p:cNvSpPr>
            <a:spLocks noGrp="1" noRot="1" noChangeAspect="1"/>
          </p:cNvSpPr>
          <p:nvPr>
            <p:ph type="sldImg"/>
          </p:nvPr>
        </p:nvSpPr>
        <p:spPr>
          <a:xfrm>
            <a:off x="381000" y="311150"/>
            <a:ext cx="6096000" cy="3429000"/>
          </a:xfrm>
        </p:spPr>
      </p:sp>
      <p:sp>
        <p:nvSpPr>
          <p:cNvPr id="3" name="Notes Placeholder 2">
            <a:extLst>
              <a:ext uri="{FF2B5EF4-FFF2-40B4-BE49-F238E27FC236}">
                <a16:creationId xmlns:a16="http://schemas.microsoft.com/office/drawing/2014/main" id="{927C5351-3F0A-F4F7-4112-615E1DB29D29}"/>
              </a:ext>
            </a:extLst>
          </p:cNvPr>
          <p:cNvSpPr>
            <a:spLocks noGrp="1"/>
          </p:cNvSpPr>
          <p:nvPr>
            <p:ph type="body" idx="1"/>
          </p:nvPr>
        </p:nvSpPr>
        <p:spPr/>
        <p:txBody>
          <a:bodyPr/>
          <a:lstStyle/>
          <a:p>
            <a:pPr>
              <a:defRPr/>
            </a:pPr>
            <a:r>
              <a:rPr lang="en-US" dirty="0">
                <a:ea typeface="Calibri"/>
                <a:cs typeface="Calibri"/>
              </a:rPr>
              <a:t>Image of </a:t>
            </a:r>
            <a:r>
              <a:rPr lang="en-US" dirty="0"/>
              <a:t>connecting to a printer shared via the COMPTIA PC</a:t>
            </a:r>
            <a:endParaRPr lang="en-US" dirty="0">
              <a:ea typeface="Calibri"/>
              <a:cs typeface="Calibri"/>
            </a:endParaRPr>
          </a:p>
        </p:txBody>
      </p:sp>
      <p:sp>
        <p:nvSpPr>
          <p:cNvPr id="4" name="Slide Number Placeholder 3">
            <a:extLst>
              <a:ext uri="{FF2B5EF4-FFF2-40B4-BE49-F238E27FC236}">
                <a16:creationId xmlns:a16="http://schemas.microsoft.com/office/drawing/2014/main" id="{4384D6E7-95FC-6224-9851-07F076073C3E}"/>
              </a:ext>
            </a:extLst>
          </p:cNvPr>
          <p:cNvSpPr>
            <a:spLocks noGrp="1"/>
          </p:cNvSpPr>
          <p:nvPr>
            <p:ph type="sldNum" sz="quarter" idx="5"/>
          </p:nvPr>
        </p:nvSpPr>
        <p:spPr/>
        <p:txBody>
          <a:bodyPr/>
          <a:lstStyle/>
          <a:p>
            <a:fld id="{B7CF8A19-3A9E-4ABC-B336-2FDDE321C72D}" type="slidenum">
              <a:rPr lang="en-US" smtClean="0"/>
              <a:pPr/>
              <a:t>34</a:t>
            </a:fld>
            <a:endParaRPr lang="en-US" dirty="0"/>
          </a:p>
        </p:txBody>
      </p:sp>
    </p:spTree>
    <p:extLst>
      <p:ext uri="{BB962C8B-B14F-4D97-AF65-F5344CB8AC3E}">
        <p14:creationId xmlns:p14="http://schemas.microsoft.com/office/powerpoint/2010/main" val="1260399508"/>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4A2666-8CBC-ACDA-C983-873A195E2E0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4775A0B-10D7-405B-1714-F283EA2C7F8E}"/>
              </a:ext>
            </a:extLst>
          </p:cNvPr>
          <p:cNvSpPr>
            <a:spLocks noGrp="1" noRot="1" noChangeAspect="1"/>
          </p:cNvSpPr>
          <p:nvPr>
            <p:ph type="sldImg"/>
          </p:nvPr>
        </p:nvSpPr>
        <p:spPr>
          <a:xfrm>
            <a:off x="381000" y="311150"/>
            <a:ext cx="6096000" cy="3429000"/>
          </a:xfrm>
        </p:spPr>
      </p:sp>
      <p:sp>
        <p:nvSpPr>
          <p:cNvPr id="3" name="Notes Placeholder 2">
            <a:extLst>
              <a:ext uri="{FF2B5EF4-FFF2-40B4-BE49-F238E27FC236}">
                <a16:creationId xmlns:a16="http://schemas.microsoft.com/office/drawing/2014/main" id="{E99992E9-C82B-E6B7-D0AD-CAB5EF8587BD}"/>
              </a:ext>
            </a:extLst>
          </p:cNvPr>
          <p:cNvSpPr>
            <a:spLocks noGrp="1"/>
          </p:cNvSpPr>
          <p:nvPr>
            <p:ph type="body" idx="1"/>
          </p:nvPr>
        </p:nvSpPr>
        <p:spPr/>
        <p:txBody>
          <a:bodyPr/>
          <a:lstStyle/>
          <a:p>
            <a:pPr>
              <a:defRPr/>
            </a:pPr>
            <a:r>
              <a:rPr lang="en-US" dirty="0">
                <a:ea typeface="Calibri"/>
                <a:cs typeface="Calibri"/>
              </a:rPr>
              <a:t>Learners can be directed to the Lab: Permissions Inheritance.</a:t>
            </a:r>
          </a:p>
        </p:txBody>
      </p:sp>
      <p:sp>
        <p:nvSpPr>
          <p:cNvPr id="4" name="Slide Number Placeholder 3">
            <a:extLst>
              <a:ext uri="{FF2B5EF4-FFF2-40B4-BE49-F238E27FC236}">
                <a16:creationId xmlns:a16="http://schemas.microsoft.com/office/drawing/2014/main" id="{071D8486-D906-FD7C-B1AF-392C1FE2226B}"/>
              </a:ext>
            </a:extLst>
          </p:cNvPr>
          <p:cNvSpPr>
            <a:spLocks noGrp="1"/>
          </p:cNvSpPr>
          <p:nvPr>
            <p:ph type="sldNum" sz="quarter" idx="5"/>
          </p:nvPr>
        </p:nvSpPr>
        <p:spPr/>
        <p:txBody>
          <a:bodyPr/>
          <a:lstStyle/>
          <a:p>
            <a:fld id="{B7CF8A19-3A9E-4ABC-B336-2FDDE321C72D}" type="slidenum">
              <a:rPr lang="en-US" smtClean="0"/>
              <a:pPr/>
              <a:t>35</a:t>
            </a:fld>
            <a:endParaRPr lang="en-US" dirty="0"/>
          </a:p>
        </p:txBody>
      </p:sp>
    </p:spTree>
    <p:extLst>
      <p:ext uri="{BB962C8B-B14F-4D97-AF65-F5344CB8AC3E}">
        <p14:creationId xmlns:p14="http://schemas.microsoft.com/office/powerpoint/2010/main" val="214300448"/>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B9B223-3B20-5A31-183C-53528788ED9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4EF02A8-9740-43C6-DA80-2AD009204EFC}"/>
              </a:ext>
            </a:extLst>
          </p:cNvPr>
          <p:cNvSpPr>
            <a:spLocks noGrp="1" noRot="1" noChangeAspect="1"/>
          </p:cNvSpPr>
          <p:nvPr>
            <p:ph type="sldImg"/>
          </p:nvPr>
        </p:nvSpPr>
        <p:spPr>
          <a:xfrm>
            <a:off x="381000" y="311150"/>
            <a:ext cx="6096000" cy="3429000"/>
          </a:xfrm>
        </p:spPr>
      </p:sp>
      <p:sp>
        <p:nvSpPr>
          <p:cNvPr id="3" name="Notes Placeholder 2">
            <a:extLst>
              <a:ext uri="{FF2B5EF4-FFF2-40B4-BE49-F238E27FC236}">
                <a16:creationId xmlns:a16="http://schemas.microsoft.com/office/drawing/2014/main" id="{BB516A2A-30B6-D217-E661-E12F6CB15902}"/>
              </a:ext>
            </a:extLst>
          </p:cNvPr>
          <p:cNvSpPr>
            <a:spLocks noGrp="1"/>
          </p:cNvSpPr>
          <p:nvPr>
            <p:ph type="body" idx="1"/>
          </p:nvPr>
        </p:nvSpPr>
        <p:spPr/>
        <p:txBody>
          <a:bodyPr/>
          <a:lstStyle/>
          <a:p>
            <a:r>
              <a:rPr lang="en-US" dirty="0"/>
              <a:t>Configuring NTFS permissions via the Security tab for a folder</a:t>
            </a:r>
          </a:p>
        </p:txBody>
      </p:sp>
      <p:sp>
        <p:nvSpPr>
          <p:cNvPr id="4" name="Slide Number Placeholder 3">
            <a:extLst>
              <a:ext uri="{FF2B5EF4-FFF2-40B4-BE49-F238E27FC236}">
                <a16:creationId xmlns:a16="http://schemas.microsoft.com/office/drawing/2014/main" id="{5A1A93BC-5EE6-B118-CD76-95252859B3C5}"/>
              </a:ext>
            </a:extLst>
          </p:cNvPr>
          <p:cNvSpPr>
            <a:spLocks noGrp="1"/>
          </p:cNvSpPr>
          <p:nvPr>
            <p:ph type="sldNum" sz="quarter" idx="5"/>
          </p:nvPr>
        </p:nvSpPr>
        <p:spPr/>
        <p:txBody>
          <a:bodyPr/>
          <a:lstStyle/>
          <a:p>
            <a:fld id="{B7CF8A19-3A9E-4ABC-B336-2FDDE321C72D}" type="slidenum">
              <a:rPr lang="en-US" smtClean="0"/>
              <a:pPr/>
              <a:t>36</a:t>
            </a:fld>
            <a:endParaRPr lang="en-US" dirty="0"/>
          </a:p>
        </p:txBody>
      </p:sp>
    </p:spTree>
    <p:extLst>
      <p:ext uri="{BB962C8B-B14F-4D97-AF65-F5344CB8AC3E}">
        <p14:creationId xmlns:p14="http://schemas.microsoft.com/office/powerpoint/2010/main" val="2419793419"/>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3F8B59-9162-D023-8A64-B3E5D0E1F64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4059C20-85A6-081A-A24A-8D5446D94598}"/>
              </a:ext>
            </a:extLst>
          </p:cNvPr>
          <p:cNvSpPr>
            <a:spLocks noGrp="1" noRot="1" noChangeAspect="1"/>
          </p:cNvSpPr>
          <p:nvPr>
            <p:ph type="sldImg"/>
          </p:nvPr>
        </p:nvSpPr>
        <p:spPr>
          <a:xfrm>
            <a:off x="381000" y="311150"/>
            <a:ext cx="6096000" cy="3429000"/>
          </a:xfrm>
        </p:spPr>
      </p:sp>
      <p:sp>
        <p:nvSpPr>
          <p:cNvPr id="3" name="Notes Placeholder 2">
            <a:extLst>
              <a:ext uri="{FF2B5EF4-FFF2-40B4-BE49-F238E27FC236}">
                <a16:creationId xmlns:a16="http://schemas.microsoft.com/office/drawing/2014/main" id="{B9E4AE0F-E4A1-D737-B841-B345FD5E91BB}"/>
              </a:ext>
            </a:extLst>
          </p:cNvPr>
          <p:cNvSpPr>
            <a:spLocks noGrp="1"/>
          </p:cNvSpPr>
          <p:nvPr>
            <p:ph type="body" idx="1"/>
          </p:nvPr>
        </p:nvSpPr>
        <p:spPr/>
        <p:txBody>
          <a:bodyPr/>
          <a:lstStyle/>
          <a:p>
            <a:pPr>
              <a:defRPr/>
            </a:pPr>
            <a:r>
              <a:rPr lang="en-US" dirty="0">
                <a:ea typeface="Calibri"/>
                <a:cs typeface="Calibri"/>
              </a:rPr>
              <a:t>Instructors should ensure learners understand that inheritance is on by default but can be disabled under the security permission settings of the item.</a:t>
            </a:r>
          </a:p>
        </p:txBody>
      </p:sp>
      <p:sp>
        <p:nvSpPr>
          <p:cNvPr id="4" name="Slide Number Placeholder 3">
            <a:extLst>
              <a:ext uri="{FF2B5EF4-FFF2-40B4-BE49-F238E27FC236}">
                <a16:creationId xmlns:a16="http://schemas.microsoft.com/office/drawing/2014/main" id="{358F0A49-8375-7B3C-74FE-B37F2A321848}"/>
              </a:ext>
            </a:extLst>
          </p:cNvPr>
          <p:cNvSpPr>
            <a:spLocks noGrp="1"/>
          </p:cNvSpPr>
          <p:nvPr>
            <p:ph type="sldNum" sz="quarter" idx="5"/>
          </p:nvPr>
        </p:nvSpPr>
        <p:spPr/>
        <p:txBody>
          <a:bodyPr/>
          <a:lstStyle/>
          <a:p>
            <a:fld id="{B7CF8A19-3A9E-4ABC-B336-2FDDE321C72D}" type="slidenum">
              <a:rPr lang="en-US" smtClean="0"/>
              <a:pPr/>
              <a:t>37</a:t>
            </a:fld>
            <a:endParaRPr lang="en-US" dirty="0"/>
          </a:p>
        </p:txBody>
      </p:sp>
    </p:spTree>
    <p:extLst>
      <p:ext uri="{BB962C8B-B14F-4D97-AF65-F5344CB8AC3E}">
        <p14:creationId xmlns:p14="http://schemas.microsoft.com/office/powerpoint/2010/main" val="4248124515"/>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0B27D0-75F3-C147-E34F-041A5BDB8B6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458D4EB-7CEF-4AED-1070-BD3179C9CE79}"/>
              </a:ext>
            </a:extLst>
          </p:cNvPr>
          <p:cNvSpPr>
            <a:spLocks noGrp="1" noRot="1" noChangeAspect="1"/>
          </p:cNvSpPr>
          <p:nvPr>
            <p:ph type="sldImg"/>
          </p:nvPr>
        </p:nvSpPr>
        <p:spPr>
          <a:xfrm>
            <a:off x="381000" y="311150"/>
            <a:ext cx="6096000" cy="3429000"/>
          </a:xfrm>
        </p:spPr>
      </p:sp>
      <p:sp>
        <p:nvSpPr>
          <p:cNvPr id="3" name="Notes Placeholder 2">
            <a:extLst>
              <a:ext uri="{FF2B5EF4-FFF2-40B4-BE49-F238E27FC236}">
                <a16:creationId xmlns:a16="http://schemas.microsoft.com/office/drawing/2014/main" id="{9F005C45-3D71-52DC-E8FC-2F2907145DE2}"/>
              </a:ext>
            </a:extLst>
          </p:cNvPr>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lang="en-US" dirty="0">
              <a:ea typeface="Calibri"/>
              <a:cs typeface="Calibri"/>
            </a:endParaRPr>
          </a:p>
        </p:txBody>
      </p:sp>
      <p:sp>
        <p:nvSpPr>
          <p:cNvPr id="4" name="Slide Number Placeholder 3">
            <a:extLst>
              <a:ext uri="{FF2B5EF4-FFF2-40B4-BE49-F238E27FC236}">
                <a16:creationId xmlns:a16="http://schemas.microsoft.com/office/drawing/2014/main" id="{78C16F1D-84B2-B884-0B8B-D0AEEBD98D65}"/>
              </a:ext>
            </a:extLst>
          </p:cNvPr>
          <p:cNvSpPr>
            <a:spLocks noGrp="1"/>
          </p:cNvSpPr>
          <p:nvPr>
            <p:ph type="sldNum" sz="quarter" idx="5"/>
          </p:nvPr>
        </p:nvSpPr>
        <p:spPr/>
        <p:txBody>
          <a:bodyPr/>
          <a:lstStyle/>
          <a:p>
            <a:fld id="{B7CF8A19-3A9E-4ABC-B336-2FDDE321C72D}" type="slidenum">
              <a:rPr lang="en-US" smtClean="0"/>
              <a:pPr/>
              <a:t>38</a:t>
            </a:fld>
            <a:endParaRPr lang="en-US" dirty="0"/>
          </a:p>
        </p:txBody>
      </p:sp>
    </p:spTree>
    <p:extLst>
      <p:ext uri="{BB962C8B-B14F-4D97-AF65-F5344CB8AC3E}">
        <p14:creationId xmlns:p14="http://schemas.microsoft.com/office/powerpoint/2010/main" val="1257193887"/>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710332-F90F-CF13-16EC-07A9B30CD73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3B6AD94-90C3-E41C-962A-981FF4C5480A}"/>
              </a:ext>
            </a:extLst>
          </p:cNvPr>
          <p:cNvSpPr>
            <a:spLocks noGrp="1" noRot="1" noChangeAspect="1"/>
          </p:cNvSpPr>
          <p:nvPr>
            <p:ph type="sldImg"/>
          </p:nvPr>
        </p:nvSpPr>
        <p:spPr>
          <a:xfrm>
            <a:off x="381000" y="311150"/>
            <a:ext cx="6096000" cy="3429000"/>
          </a:xfrm>
        </p:spPr>
      </p:sp>
      <p:sp>
        <p:nvSpPr>
          <p:cNvPr id="3" name="Notes Placeholder 2">
            <a:extLst>
              <a:ext uri="{FF2B5EF4-FFF2-40B4-BE49-F238E27FC236}">
                <a16:creationId xmlns:a16="http://schemas.microsoft.com/office/drawing/2014/main" id="{6853EC4A-AEEC-6B69-F296-911A07851C15}"/>
              </a:ext>
            </a:extLst>
          </p:cNvPr>
          <p:cNvSpPr>
            <a:spLocks noGrp="1"/>
          </p:cNvSpPr>
          <p:nvPr>
            <p:ph type="body" idx="1"/>
          </p:nvPr>
        </p:nvSpPr>
        <p:spPr/>
        <p:txBody>
          <a:bodyPr/>
          <a:lstStyle/>
          <a:p>
            <a:r>
              <a:rPr lang="en-US" dirty="0"/>
              <a:t>Joining a domain using the Settings app</a:t>
            </a:r>
          </a:p>
        </p:txBody>
      </p:sp>
      <p:sp>
        <p:nvSpPr>
          <p:cNvPr id="4" name="Slide Number Placeholder 3">
            <a:extLst>
              <a:ext uri="{FF2B5EF4-FFF2-40B4-BE49-F238E27FC236}">
                <a16:creationId xmlns:a16="http://schemas.microsoft.com/office/drawing/2014/main" id="{ADD76AFC-6E53-078D-0E11-383B6E83962A}"/>
              </a:ext>
            </a:extLst>
          </p:cNvPr>
          <p:cNvSpPr>
            <a:spLocks noGrp="1"/>
          </p:cNvSpPr>
          <p:nvPr>
            <p:ph type="sldNum" sz="quarter" idx="5"/>
          </p:nvPr>
        </p:nvSpPr>
        <p:spPr/>
        <p:txBody>
          <a:bodyPr/>
          <a:lstStyle/>
          <a:p>
            <a:fld id="{B7CF8A19-3A9E-4ABC-B336-2FDDE321C72D}" type="slidenum">
              <a:rPr lang="en-US" smtClean="0"/>
              <a:pPr/>
              <a:t>39</a:t>
            </a:fld>
            <a:endParaRPr lang="en-US" dirty="0"/>
          </a:p>
        </p:txBody>
      </p:sp>
    </p:spTree>
    <p:extLst>
      <p:ext uri="{BB962C8B-B14F-4D97-AF65-F5344CB8AC3E}">
        <p14:creationId xmlns:p14="http://schemas.microsoft.com/office/powerpoint/2010/main" val="2764532665"/>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B98EC85-37D9-CB3E-C80F-09FB7926791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B63C667-76C4-FB61-0754-D85091AA4D03}"/>
              </a:ext>
            </a:extLst>
          </p:cNvPr>
          <p:cNvSpPr>
            <a:spLocks noGrp="1" noRot="1" noChangeAspect="1"/>
          </p:cNvSpPr>
          <p:nvPr>
            <p:ph type="sldImg"/>
          </p:nvPr>
        </p:nvSpPr>
        <p:spPr>
          <a:xfrm>
            <a:off x="381000" y="311150"/>
            <a:ext cx="6096000" cy="3429000"/>
          </a:xfrm>
        </p:spPr>
      </p:sp>
      <p:sp>
        <p:nvSpPr>
          <p:cNvPr id="3" name="Notes Placeholder 2">
            <a:extLst>
              <a:ext uri="{FF2B5EF4-FFF2-40B4-BE49-F238E27FC236}">
                <a16:creationId xmlns:a16="http://schemas.microsoft.com/office/drawing/2014/main" id="{3C156DB4-147F-4A74-8449-74A51AFD8919}"/>
              </a:ext>
            </a:extLst>
          </p:cNvPr>
          <p:cNvSpPr>
            <a:spLocks noGrp="1"/>
          </p:cNvSpPr>
          <p:nvPr>
            <p:ph type="body" idx="1"/>
          </p:nvPr>
        </p:nvSpPr>
        <p:spPr/>
        <p:txBody>
          <a:bodyPr/>
          <a:lstStyle/>
          <a:p>
            <a:r>
              <a:rPr lang="en-US" dirty="0"/>
              <a:t>Signing in to a domain</a:t>
            </a:r>
          </a:p>
        </p:txBody>
      </p:sp>
      <p:sp>
        <p:nvSpPr>
          <p:cNvPr id="4" name="Slide Number Placeholder 3">
            <a:extLst>
              <a:ext uri="{FF2B5EF4-FFF2-40B4-BE49-F238E27FC236}">
                <a16:creationId xmlns:a16="http://schemas.microsoft.com/office/drawing/2014/main" id="{30F79823-1B57-0094-3FF1-8D5372549222}"/>
              </a:ext>
            </a:extLst>
          </p:cNvPr>
          <p:cNvSpPr>
            <a:spLocks noGrp="1"/>
          </p:cNvSpPr>
          <p:nvPr>
            <p:ph type="sldNum" sz="quarter" idx="5"/>
          </p:nvPr>
        </p:nvSpPr>
        <p:spPr/>
        <p:txBody>
          <a:bodyPr/>
          <a:lstStyle/>
          <a:p>
            <a:fld id="{B7CF8A19-3A9E-4ABC-B336-2FDDE321C72D}" type="slidenum">
              <a:rPr lang="en-US" smtClean="0"/>
              <a:pPr/>
              <a:t>40</a:t>
            </a:fld>
            <a:endParaRPr lang="en-US" dirty="0"/>
          </a:p>
        </p:txBody>
      </p:sp>
    </p:spTree>
    <p:extLst>
      <p:ext uri="{BB962C8B-B14F-4D97-AF65-F5344CB8AC3E}">
        <p14:creationId xmlns:p14="http://schemas.microsoft.com/office/powerpoint/2010/main" val="1676415129"/>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9B0AE7-14B1-C7DB-E41B-D050682BCCD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DE0211E-9896-142F-E4FE-5BFF7FBD6BE1}"/>
              </a:ext>
            </a:extLst>
          </p:cNvPr>
          <p:cNvSpPr>
            <a:spLocks noGrp="1" noRot="1" noChangeAspect="1"/>
          </p:cNvSpPr>
          <p:nvPr>
            <p:ph type="sldImg"/>
          </p:nvPr>
        </p:nvSpPr>
        <p:spPr>
          <a:xfrm>
            <a:off x="381000" y="311150"/>
            <a:ext cx="6096000" cy="3429000"/>
          </a:xfrm>
        </p:spPr>
      </p:sp>
      <p:sp>
        <p:nvSpPr>
          <p:cNvPr id="3" name="Notes Placeholder 2">
            <a:extLst>
              <a:ext uri="{FF2B5EF4-FFF2-40B4-BE49-F238E27FC236}">
                <a16:creationId xmlns:a16="http://schemas.microsoft.com/office/drawing/2014/main" id="{7CAC24BB-9B24-8DB1-26DA-A223FF9A0EDD}"/>
              </a:ext>
            </a:extLst>
          </p:cNvPr>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lang="en-US" dirty="0">
              <a:ea typeface="Calibri"/>
              <a:cs typeface="Calibri"/>
            </a:endParaRPr>
          </a:p>
        </p:txBody>
      </p:sp>
      <p:sp>
        <p:nvSpPr>
          <p:cNvPr id="4" name="Slide Number Placeholder 3">
            <a:extLst>
              <a:ext uri="{FF2B5EF4-FFF2-40B4-BE49-F238E27FC236}">
                <a16:creationId xmlns:a16="http://schemas.microsoft.com/office/drawing/2014/main" id="{D01662F5-3408-4686-69F3-42A57818FF97}"/>
              </a:ext>
            </a:extLst>
          </p:cNvPr>
          <p:cNvSpPr>
            <a:spLocks noGrp="1"/>
          </p:cNvSpPr>
          <p:nvPr>
            <p:ph type="sldNum" sz="quarter" idx="5"/>
          </p:nvPr>
        </p:nvSpPr>
        <p:spPr/>
        <p:txBody>
          <a:bodyPr/>
          <a:lstStyle/>
          <a:p>
            <a:fld id="{B7CF8A19-3A9E-4ABC-B336-2FDDE321C72D}" type="slidenum">
              <a:rPr lang="en-US" smtClean="0"/>
              <a:pPr/>
              <a:t>41</a:t>
            </a:fld>
            <a:endParaRPr lang="en-US" dirty="0"/>
          </a:p>
        </p:txBody>
      </p:sp>
    </p:spTree>
    <p:extLst>
      <p:ext uri="{BB962C8B-B14F-4D97-AF65-F5344CB8AC3E}">
        <p14:creationId xmlns:p14="http://schemas.microsoft.com/office/powerpoint/2010/main" val="899665049"/>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19A958-6809-8C83-352E-43E1E87A036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BD67AFB-0F3C-B1B7-4078-4FF185F2DE38}"/>
              </a:ext>
            </a:extLst>
          </p:cNvPr>
          <p:cNvSpPr>
            <a:spLocks noGrp="1" noRot="1" noChangeAspect="1"/>
          </p:cNvSpPr>
          <p:nvPr>
            <p:ph type="sldImg"/>
          </p:nvPr>
        </p:nvSpPr>
        <p:spPr>
          <a:xfrm>
            <a:off x="381000" y="311150"/>
            <a:ext cx="6096000" cy="3429000"/>
          </a:xfrm>
        </p:spPr>
      </p:sp>
      <p:sp>
        <p:nvSpPr>
          <p:cNvPr id="3" name="Notes Placeholder 2">
            <a:extLst>
              <a:ext uri="{FF2B5EF4-FFF2-40B4-BE49-F238E27FC236}">
                <a16:creationId xmlns:a16="http://schemas.microsoft.com/office/drawing/2014/main" id="{EE2576D2-30CC-4E00-0177-4C1EF0D888EB}"/>
              </a:ext>
            </a:extLst>
          </p:cNvPr>
          <p:cNvSpPr>
            <a:spLocks noGrp="1"/>
          </p:cNvSpPr>
          <p:nvPr>
            <p:ph type="body" idx="1"/>
          </p:nvPr>
        </p:nvSpPr>
        <p:spPr/>
        <p:txBody>
          <a:bodyPr/>
          <a:lstStyle/>
          <a:p>
            <a:r>
              <a:rPr lang="en-US" dirty="0"/>
              <a:t>When the user signs in, the home folder appears under This PC with the allocated drive letter.</a:t>
            </a:r>
          </a:p>
        </p:txBody>
      </p:sp>
      <p:sp>
        <p:nvSpPr>
          <p:cNvPr id="4" name="Slide Number Placeholder 3">
            <a:extLst>
              <a:ext uri="{FF2B5EF4-FFF2-40B4-BE49-F238E27FC236}">
                <a16:creationId xmlns:a16="http://schemas.microsoft.com/office/drawing/2014/main" id="{1E3C0086-0304-75A6-4911-E6747ED2388C}"/>
              </a:ext>
            </a:extLst>
          </p:cNvPr>
          <p:cNvSpPr>
            <a:spLocks noGrp="1"/>
          </p:cNvSpPr>
          <p:nvPr>
            <p:ph type="sldNum" sz="quarter" idx="5"/>
          </p:nvPr>
        </p:nvSpPr>
        <p:spPr/>
        <p:txBody>
          <a:bodyPr/>
          <a:lstStyle/>
          <a:p>
            <a:fld id="{B7CF8A19-3A9E-4ABC-B336-2FDDE321C72D}" type="slidenum">
              <a:rPr lang="en-US" smtClean="0"/>
              <a:pPr/>
              <a:t>42</a:t>
            </a:fld>
            <a:endParaRPr lang="en-US" dirty="0"/>
          </a:p>
        </p:txBody>
      </p:sp>
    </p:spTree>
    <p:extLst>
      <p:ext uri="{BB962C8B-B14F-4D97-AF65-F5344CB8AC3E}">
        <p14:creationId xmlns:p14="http://schemas.microsoft.com/office/powerpoint/2010/main" val="4053624904"/>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3C671A-F0DD-861A-110D-E53C6C53035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A718CD8-E6D3-DF9F-8636-D1BEC713FE04}"/>
              </a:ext>
            </a:extLst>
          </p:cNvPr>
          <p:cNvSpPr>
            <a:spLocks noGrp="1" noRot="1" noChangeAspect="1"/>
          </p:cNvSpPr>
          <p:nvPr>
            <p:ph type="sldImg"/>
          </p:nvPr>
        </p:nvSpPr>
        <p:spPr>
          <a:xfrm>
            <a:off x="381000" y="311150"/>
            <a:ext cx="6096000" cy="3429000"/>
          </a:xfrm>
        </p:spPr>
      </p:sp>
      <p:sp>
        <p:nvSpPr>
          <p:cNvPr id="3" name="Notes Placeholder 2">
            <a:extLst>
              <a:ext uri="{FF2B5EF4-FFF2-40B4-BE49-F238E27FC236}">
                <a16:creationId xmlns:a16="http://schemas.microsoft.com/office/drawing/2014/main" id="{9198B01D-DAEB-EA22-F7D4-741CD8F662E4}"/>
              </a:ext>
            </a:extLst>
          </p:cNvPr>
          <p:cNvSpPr>
            <a:spLocks noGrp="1"/>
          </p:cNvSpPr>
          <p:nvPr>
            <p:ph type="body" idx="1"/>
          </p:nvPr>
        </p:nvSpPr>
        <p:spPr/>
        <p:txBody>
          <a:bodyPr/>
          <a:lstStyle/>
          <a:p>
            <a:r>
              <a:rPr lang="en-US" dirty="0"/>
              <a:t>Using the home folder location to save a file</a:t>
            </a:r>
          </a:p>
        </p:txBody>
      </p:sp>
      <p:sp>
        <p:nvSpPr>
          <p:cNvPr id="4" name="Slide Number Placeholder 3">
            <a:extLst>
              <a:ext uri="{FF2B5EF4-FFF2-40B4-BE49-F238E27FC236}">
                <a16:creationId xmlns:a16="http://schemas.microsoft.com/office/drawing/2014/main" id="{35385E70-8DA7-1539-FFCE-36F13776AEB7}"/>
              </a:ext>
            </a:extLst>
          </p:cNvPr>
          <p:cNvSpPr>
            <a:spLocks noGrp="1"/>
          </p:cNvSpPr>
          <p:nvPr>
            <p:ph type="sldNum" sz="quarter" idx="5"/>
          </p:nvPr>
        </p:nvSpPr>
        <p:spPr/>
        <p:txBody>
          <a:bodyPr/>
          <a:lstStyle/>
          <a:p>
            <a:fld id="{B7CF8A19-3A9E-4ABC-B336-2FDDE321C72D}" type="slidenum">
              <a:rPr lang="en-US" smtClean="0"/>
              <a:pPr/>
              <a:t>43</a:t>
            </a:fld>
            <a:endParaRPr lang="en-US" dirty="0"/>
          </a:p>
        </p:txBody>
      </p:sp>
    </p:spTree>
    <p:extLst>
      <p:ext uri="{BB962C8B-B14F-4D97-AF65-F5344CB8AC3E}">
        <p14:creationId xmlns:p14="http://schemas.microsoft.com/office/powerpoint/2010/main" val="3506343530"/>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D59B27-9253-23D2-001F-12D470218FC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90382E9-F23F-BE5E-33EF-13CFA94481E6}"/>
              </a:ext>
            </a:extLst>
          </p:cNvPr>
          <p:cNvSpPr>
            <a:spLocks noGrp="1" noRot="1" noChangeAspect="1"/>
          </p:cNvSpPr>
          <p:nvPr>
            <p:ph type="sldImg"/>
          </p:nvPr>
        </p:nvSpPr>
        <p:spPr>
          <a:xfrm>
            <a:off x="381000" y="311150"/>
            <a:ext cx="6096000" cy="3429000"/>
          </a:xfrm>
        </p:spPr>
      </p:sp>
      <p:sp>
        <p:nvSpPr>
          <p:cNvPr id="3" name="Notes Placeholder 2">
            <a:extLst>
              <a:ext uri="{FF2B5EF4-FFF2-40B4-BE49-F238E27FC236}">
                <a16:creationId xmlns:a16="http://schemas.microsoft.com/office/drawing/2014/main" id="{E3F3CFC4-06EC-6AD0-FCC8-17CB7EF9BD73}"/>
              </a:ext>
            </a:extLst>
          </p:cNvPr>
          <p:cNvSpPr>
            <a:spLocks noGrp="1"/>
          </p:cNvSpPr>
          <p:nvPr>
            <p:ph type="body" idx="1"/>
          </p:nvPr>
        </p:nvSpPr>
        <p:spPr/>
        <p:txBody>
          <a:bodyPr/>
          <a:lstStyle/>
          <a:p>
            <a:pPr>
              <a:defRPr/>
            </a:pPr>
            <a:endParaRPr lang="en-US" dirty="0">
              <a:ea typeface="Calibri"/>
              <a:cs typeface="Calibri"/>
            </a:endParaRPr>
          </a:p>
        </p:txBody>
      </p:sp>
      <p:sp>
        <p:nvSpPr>
          <p:cNvPr id="4" name="Slide Number Placeholder 3">
            <a:extLst>
              <a:ext uri="{FF2B5EF4-FFF2-40B4-BE49-F238E27FC236}">
                <a16:creationId xmlns:a16="http://schemas.microsoft.com/office/drawing/2014/main" id="{C11E9DB5-EFA2-23B6-F1BE-8801664F3EE9}"/>
              </a:ext>
            </a:extLst>
          </p:cNvPr>
          <p:cNvSpPr>
            <a:spLocks noGrp="1"/>
          </p:cNvSpPr>
          <p:nvPr>
            <p:ph type="sldNum" sz="quarter" idx="5"/>
          </p:nvPr>
        </p:nvSpPr>
        <p:spPr/>
        <p:txBody>
          <a:bodyPr/>
          <a:lstStyle/>
          <a:p>
            <a:fld id="{B7CF8A19-3A9E-4ABC-B336-2FDDE321C72D}" type="slidenum">
              <a:rPr lang="en-US" smtClean="0"/>
              <a:pPr/>
              <a:t>44</a:t>
            </a:fld>
            <a:endParaRPr lang="en-US" dirty="0"/>
          </a:p>
        </p:txBody>
      </p:sp>
    </p:spTree>
    <p:extLst>
      <p:ext uri="{BB962C8B-B14F-4D97-AF65-F5344CB8AC3E}">
        <p14:creationId xmlns:p14="http://schemas.microsoft.com/office/powerpoint/2010/main" val="817197873"/>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8A0A5F-F664-EF87-04E6-466152BE218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7DF7C26-377B-CB48-7EBA-24D9D1C52BBE}"/>
              </a:ext>
            </a:extLst>
          </p:cNvPr>
          <p:cNvSpPr>
            <a:spLocks noGrp="1" noRot="1" noChangeAspect="1"/>
          </p:cNvSpPr>
          <p:nvPr>
            <p:ph type="sldImg"/>
          </p:nvPr>
        </p:nvSpPr>
        <p:spPr>
          <a:xfrm>
            <a:off x="381000" y="311150"/>
            <a:ext cx="6096000" cy="3429000"/>
          </a:xfrm>
        </p:spPr>
      </p:sp>
      <p:sp>
        <p:nvSpPr>
          <p:cNvPr id="3" name="Notes Placeholder 2">
            <a:extLst>
              <a:ext uri="{FF2B5EF4-FFF2-40B4-BE49-F238E27FC236}">
                <a16:creationId xmlns:a16="http://schemas.microsoft.com/office/drawing/2014/main" id="{A05F0F78-9F97-05FB-40A7-39B0FAA36654}"/>
              </a:ext>
            </a:extLst>
          </p:cNvPr>
          <p:cNvSpPr>
            <a:spLocks noGrp="1"/>
          </p:cNvSpPr>
          <p:nvPr>
            <p:ph type="body" idx="1"/>
          </p:nvPr>
        </p:nvSpPr>
        <p:spPr/>
        <p:txBody>
          <a:bodyPr/>
          <a:lstStyle/>
          <a:p>
            <a:r>
              <a:rPr lang="en-US" dirty="0"/>
              <a:t>Using GPO to redirect the Nonadmins OU Download folder to a network file server</a:t>
            </a:r>
          </a:p>
        </p:txBody>
      </p:sp>
      <p:sp>
        <p:nvSpPr>
          <p:cNvPr id="4" name="Slide Number Placeholder 3">
            <a:extLst>
              <a:ext uri="{FF2B5EF4-FFF2-40B4-BE49-F238E27FC236}">
                <a16:creationId xmlns:a16="http://schemas.microsoft.com/office/drawing/2014/main" id="{1702B447-75FF-4818-53C8-FCB952EF5651}"/>
              </a:ext>
            </a:extLst>
          </p:cNvPr>
          <p:cNvSpPr>
            <a:spLocks noGrp="1"/>
          </p:cNvSpPr>
          <p:nvPr>
            <p:ph type="sldNum" sz="quarter" idx="5"/>
          </p:nvPr>
        </p:nvSpPr>
        <p:spPr/>
        <p:txBody>
          <a:bodyPr/>
          <a:lstStyle/>
          <a:p>
            <a:fld id="{B7CF8A19-3A9E-4ABC-B336-2FDDE321C72D}" type="slidenum">
              <a:rPr lang="en-US" smtClean="0"/>
              <a:pPr/>
              <a:t>45</a:t>
            </a:fld>
            <a:endParaRPr lang="en-US" dirty="0"/>
          </a:p>
        </p:txBody>
      </p:sp>
    </p:spTree>
    <p:extLst>
      <p:ext uri="{BB962C8B-B14F-4D97-AF65-F5344CB8AC3E}">
        <p14:creationId xmlns:p14="http://schemas.microsoft.com/office/powerpoint/2010/main" val="2341587476"/>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062809-3AB3-6C64-D345-968A05F844F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AE1D2A4-9A37-E882-D7C0-FF56B947BDEF}"/>
              </a:ext>
            </a:extLst>
          </p:cNvPr>
          <p:cNvSpPr>
            <a:spLocks noGrp="1" noRot="1" noChangeAspect="1"/>
          </p:cNvSpPr>
          <p:nvPr>
            <p:ph type="sldImg"/>
          </p:nvPr>
        </p:nvSpPr>
        <p:spPr>
          <a:xfrm>
            <a:off x="381000" y="311150"/>
            <a:ext cx="6096000" cy="3429000"/>
          </a:xfrm>
        </p:spPr>
      </p:sp>
      <p:sp>
        <p:nvSpPr>
          <p:cNvPr id="3" name="Notes Placeholder 2">
            <a:extLst>
              <a:ext uri="{FF2B5EF4-FFF2-40B4-BE49-F238E27FC236}">
                <a16:creationId xmlns:a16="http://schemas.microsoft.com/office/drawing/2014/main" id="{2C31A4C7-24EE-BF9B-B91D-9C720B97937D}"/>
              </a:ext>
            </a:extLst>
          </p:cNvPr>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dirty="0"/>
              <a:t>Take some time at the end of each topic to answer questions. You can use the Lesson Review questions for discussion in class or set them for learners to complete individually during or after class.</a:t>
            </a:r>
          </a:p>
        </p:txBody>
      </p:sp>
      <p:sp>
        <p:nvSpPr>
          <p:cNvPr id="4" name="Slide Number Placeholder 3">
            <a:extLst>
              <a:ext uri="{FF2B5EF4-FFF2-40B4-BE49-F238E27FC236}">
                <a16:creationId xmlns:a16="http://schemas.microsoft.com/office/drawing/2014/main" id="{37E3532A-C05B-A0BA-36D7-79BB349BBCA3}"/>
              </a:ext>
            </a:extLst>
          </p:cNvPr>
          <p:cNvSpPr>
            <a:spLocks noGrp="1"/>
          </p:cNvSpPr>
          <p:nvPr>
            <p:ph type="sldNum" sz="quarter" idx="5"/>
          </p:nvPr>
        </p:nvSpPr>
        <p:spPr/>
        <p:txBody>
          <a:bodyPr/>
          <a:lstStyle/>
          <a:p>
            <a:fld id="{B7CF8A19-3A9E-4ABC-B336-2FDDE321C72D}" type="slidenum">
              <a:rPr lang="en-US" smtClean="0"/>
              <a:pPr/>
              <a:t>47</a:t>
            </a:fld>
            <a:endParaRPr lang="en-US" dirty="0"/>
          </a:p>
        </p:txBody>
      </p:sp>
    </p:spTree>
    <p:extLst>
      <p:ext uri="{BB962C8B-B14F-4D97-AF65-F5344CB8AC3E}">
        <p14:creationId xmlns:p14="http://schemas.microsoft.com/office/powerpoint/2010/main" val="2089536891"/>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slideMaster" Target="../slideMasters/slideMaster1.xml"/><Relationship Id="rId1" Type="http://schemas.openxmlformats.org/officeDocument/2006/relationships/tags" Target="../tags/tag3.xml"/><Relationship Id="rId6" Type="http://schemas.openxmlformats.org/officeDocument/2006/relationships/image" Target="../media/image4.svg"/><Relationship Id="rId5" Type="http://schemas.openxmlformats.org/officeDocument/2006/relationships/image" Target="../media/image3.png"/><Relationship Id="rId4" Type="http://schemas.openxmlformats.org/officeDocument/2006/relationships/image" Target="../media/image2.pn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8.svg"/><Relationship Id="rId2" Type="http://schemas.openxmlformats.org/officeDocument/2006/relationships/slideMaster" Target="../slideMasters/slideMaster1.xml"/><Relationship Id="rId1" Type="http://schemas.openxmlformats.org/officeDocument/2006/relationships/tags" Target="../tags/tag4.xml"/><Relationship Id="rId6" Type="http://schemas.openxmlformats.org/officeDocument/2006/relationships/image" Target="../media/image7.png"/><Relationship Id="rId5" Type="http://schemas.openxmlformats.org/officeDocument/2006/relationships/image" Target="../media/image6.svg"/><Relationship Id="rId4" Type="http://schemas.openxmlformats.org/officeDocument/2006/relationships/image" Target="../media/image5.png"/></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8.svg"/><Relationship Id="rId2" Type="http://schemas.openxmlformats.org/officeDocument/2006/relationships/slideMaster" Target="../slideMasters/slideMaster1.xml"/><Relationship Id="rId1" Type="http://schemas.openxmlformats.org/officeDocument/2006/relationships/tags" Target="../tags/tag5.xml"/><Relationship Id="rId6" Type="http://schemas.openxmlformats.org/officeDocument/2006/relationships/image" Target="../media/image7.png"/><Relationship Id="rId5" Type="http://schemas.openxmlformats.org/officeDocument/2006/relationships/image" Target="../media/image6.svg"/><Relationship Id="rId4" Type="http://schemas.openxmlformats.org/officeDocument/2006/relationships/image" Target="../media/image5.png"/></Relationships>
</file>

<file path=ppt/slideLayouts/_rels/slideLayout4.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6.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slideMaster" Target="../slideMasters/slideMaster1.xml"/><Relationship Id="rId1" Type="http://schemas.openxmlformats.org/officeDocument/2006/relationships/tags" Target="../tags/tag7.xml"/></Relationships>
</file>

<file path=ppt/slideLayouts/_rels/slideLayout6.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8.xml"/></Relationships>
</file>

<file path=ppt/slideLayouts/_rels/slideLayout7.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9.xml"/></Relationships>
</file>

<file path=ppt/slideLayouts/_rels/slideLayout8.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10.xml"/></Relationships>
</file>

<file path=ppt/slideLayouts/_rels/slideLayout9.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11.xml"/></Relationships>
</file>

<file path=ppt/slideLayouts/_rels/slideLayout10.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12.xml"/></Relationships>
</file>

<file path=ppt/slideLayouts/_rels/slideLayout11.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13.xml"/></Relationships>
</file>

<file path=ppt/slideLayouts/_rels/slideLayout12.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14.xml"/></Relationships>
</file>

<file path=ppt/slideLayouts/_rels/slideLayout13.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15.xml"/></Relationships>
</file>

<file path=ppt/slideLayouts/_rels/slideLayout14.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16.xml"/></Relationships>
</file>

<file path=ppt/slideLayouts/_rels/slideLayout15.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17.xml"/></Relationships>
</file>

<file path=ppt/slideLayouts/_rels/slideLayout16.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18.xml"/></Relationships>
</file>

<file path=ppt/slideLayouts/_rels/slideLayout17.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19.xml"/></Relationships>
</file>

<file path=ppt/slideLayouts/_rels/slideLayout18.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20.xml"/></Relationships>
</file>

<file path=ppt/slideLayouts/_rels/slideLayout19.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21.xml"/></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slideMaster" Target="../slideMasters/slideMaster1.xml"/><Relationship Id="rId1" Type="http://schemas.openxmlformats.org/officeDocument/2006/relationships/tags" Target="../tags/tag22.xml"/><Relationship Id="rId4" Type="http://schemas.openxmlformats.org/officeDocument/2006/relationships/image" Target="../media/image10.svg"/></Relationships>
</file>

<file path=ppt/slideLayouts/_rels/slideLayout2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slideMaster" Target="../slideMasters/slideMaster1.xml"/><Relationship Id="rId1" Type="http://schemas.openxmlformats.org/officeDocument/2006/relationships/tags" Target="../tags/tag23.xml"/><Relationship Id="rId4" Type="http://schemas.openxmlformats.org/officeDocument/2006/relationships/image" Target="../media/image12.svg"/></Relationships>
</file>

<file path=ppt/slideLayouts/_rels/slideLayout22.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24.xml"/></Relationships>
</file>

<file path=ppt/slideLayouts/_rels/slideLayout23.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8.svg"/><Relationship Id="rId2" Type="http://schemas.openxmlformats.org/officeDocument/2006/relationships/slideMaster" Target="../slideMasters/slideMaster1.xml"/><Relationship Id="rId1" Type="http://schemas.openxmlformats.org/officeDocument/2006/relationships/tags" Target="../tags/tag25.xml"/><Relationship Id="rId6" Type="http://schemas.openxmlformats.org/officeDocument/2006/relationships/image" Target="../media/image7.png"/><Relationship Id="rId5" Type="http://schemas.openxmlformats.org/officeDocument/2006/relationships/image" Target="../media/image6.svg"/><Relationship Id="rId4" Type="http://schemas.openxmlformats.org/officeDocument/2006/relationships/image" Target="../media/image5.png"/></Relationships>
</file>

<file path=ppt/slideLayouts/_rels/slideLayout24.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8.svg"/><Relationship Id="rId2" Type="http://schemas.openxmlformats.org/officeDocument/2006/relationships/slideMaster" Target="../slideMasters/slideMaster1.xml"/><Relationship Id="rId1" Type="http://schemas.openxmlformats.org/officeDocument/2006/relationships/tags" Target="../tags/tag26.xml"/><Relationship Id="rId6" Type="http://schemas.openxmlformats.org/officeDocument/2006/relationships/image" Target="../media/image7.png"/><Relationship Id="rId5" Type="http://schemas.openxmlformats.org/officeDocument/2006/relationships/image" Target="../media/image6.svg"/><Relationship Id="rId4" Type="http://schemas.openxmlformats.org/officeDocument/2006/relationships/image" Target="../media/image5.png"/></Relationships>
</file>

<file path=ppt/slideLayouts/_rels/slideLayout25.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27.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Cover">
    <p:bg>
      <p:bgPr>
        <a:solidFill>
          <a:srgbClr val="CF9FDE">
            <a:alpha val="25000"/>
          </a:srgbClr>
        </a:solidFill>
        <a:effectLst/>
      </p:bgPr>
    </p:bg>
    <p:spTree>
      <p:nvGrpSpPr>
        <p:cNvPr id="1" name=""/>
        <p:cNvGrpSpPr/>
        <p:nvPr/>
      </p:nvGrpSpPr>
      <p:grpSpPr>
        <a:xfrm>
          <a:off x="0" y="0"/>
          <a:ext cx="0" cy="0"/>
          <a:chOff x="0" y="0"/>
          <a:chExt cx="0" cy="0"/>
        </a:xfrm>
      </p:grpSpPr>
      <p:sp>
        <p:nvSpPr>
          <p:cNvPr id="10" name="Rectangle: Top Corners Rounded 9">
            <a:extLst>
              <a:ext uri="{FF2B5EF4-FFF2-40B4-BE49-F238E27FC236}">
                <a16:creationId xmlns:a16="http://schemas.microsoft.com/office/drawing/2014/main" id="{88E2E271-D3C7-4808-9665-C6E27FB5A775}"/>
              </a:ext>
            </a:extLst>
          </p:cNvPr>
          <p:cNvSpPr/>
          <p:nvPr userDrawn="1"/>
        </p:nvSpPr>
        <p:spPr>
          <a:xfrm>
            <a:off x="0" y="4549536"/>
            <a:ext cx="9144000" cy="594017"/>
          </a:xfrm>
          <a:prstGeom prst="round2SameRect">
            <a:avLst>
              <a:gd name="adj1" fmla="val 29495"/>
              <a:gd name="adj2" fmla="val 0"/>
            </a:avLst>
          </a:prstGeom>
          <a:solidFill>
            <a:srgbClr val="25374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Calibri" panose="020F0502020204030204" pitchFamily="34" charset="0"/>
            </a:endParaRPr>
          </a:p>
        </p:txBody>
      </p:sp>
      <p:sp>
        <p:nvSpPr>
          <p:cNvPr id="11" name="Title 1">
            <a:extLst>
              <a:ext uri="{FF2B5EF4-FFF2-40B4-BE49-F238E27FC236}">
                <a16:creationId xmlns:a16="http://schemas.microsoft.com/office/drawing/2014/main" id="{7711F5D9-3DD6-474B-AB29-EB60551B8787}"/>
              </a:ext>
            </a:extLst>
          </p:cNvPr>
          <p:cNvSpPr>
            <a:spLocks noGrp="1"/>
          </p:cNvSpPr>
          <p:nvPr>
            <p:ph type="ctrTitle" hasCustomPrompt="1"/>
          </p:nvPr>
        </p:nvSpPr>
        <p:spPr>
          <a:xfrm>
            <a:off x="650366" y="2148385"/>
            <a:ext cx="7981244" cy="1080000"/>
          </a:xfrm>
          <a:prstGeom prst="rect">
            <a:avLst/>
          </a:prstGeom>
          <a:noFill/>
        </p:spPr>
        <p:txBody>
          <a:bodyPr lIns="0" rIns="0" anchor="t" anchorCtr="0">
            <a:noAutofit/>
          </a:bodyPr>
          <a:lstStyle>
            <a:lvl1pPr marL="0" algn="l">
              <a:spcBef>
                <a:spcPts val="0"/>
              </a:spcBef>
              <a:defRPr sz="4000" b="0">
                <a:solidFill>
                  <a:schemeClr val="tx1"/>
                </a:solidFill>
                <a:latin typeface="Calibri" panose="020F0502020204030204" pitchFamily="34" charset="0"/>
                <a:cs typeface="Calibri" panose="020F0502020204030204" pitchFamily="34" charset="0"/>
              </a:defRPr>
            </a:lvl1pPr>
          </a:lstStyle>
          <a:p>
            <a:r>
              <a:rPr lang="en-US"/>
              <a:t>Exam #00-XYZ</a:t>
            </a:r>
          </a:p>
        </p:txBody>
      </p:sp>
      <p:sp>
        <p:nvSpPr>
          <p:cNvPr id="12" name="Subtitle 2">
            <a:extLst>
              <a:ext uri="{FF2B5EF4-FFF2-40B4-BE49-F238E27FC236}">
                <a16:creationId xmlns:a16="http://schemas.microsoft.com/office/drawing/2014/main" id="{FD74DCED-5B72-479F-BD98-2FB51162CA0F}"/>
              </a:ext>
            </a:extLst>
          </p:cNvPr>
          <p:cNvSpPr>
            <a:spLocks noGrp="1"/>
          </p:cNvSpPr>
          <p:nvPr>
            <p:ph type="subTitle" idx="1" hasCustomPrompt="1"/>
          </p:nvPr>
        </p:nvSpPr>
        <p:spPr>
          <a:xfrm>
            <a:off x="650366" y="1051276"/>
            <a:ext cx="7981244" cy="1080000"/>
          </a:xfrm>
          <a:prstGeom prst="rect">
            <a:avLst/>
          </a:prstGeom>
        </p:spPr>
        <p:txBody>
          <a:bodyPr lIns="0" rIns="0">
            <a:noAutofit/>
          </a:bodyPr>
          <a:lstStyle>
            <a:lvl1pPr marL="0" indent="0" algn="l">
              <a:spcBef>
                <a:spcPts val="0"/>
              </a:spcBef>
              <a:buNone/>
              <a:defRPr sz="6000" b="1">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Exam Title</a:t>
            </a:r>
          </a:p>
        </p:txBody>
      </p:sp>
      <p:pic>
        <p:nvPicPr>
          <p:cNvPr id="13" name="Picture 12" descr="CompTIA Logo">
            <a:extLst>
              <a:ext uri="{FF2B5EF4-FFF2-40B4-BE49-F238E27FC236}">
                <a16:creationId xmlns:a16="http://schemas.microsoft.com/office/drawing/2014/main" id="{15D452AB-95A2-430D-91F0-E0D3B1A953CF}"/>
              </a:ext>
            </a:extLst>
          </p:cNvPr>
          <p:cNvPicPr>
            <a:picLocks noChangeAspect="1"/>
          </p:cNvPicPr>
          <p:nvPr userDrawn="1"/>
        </p:nvPicPr>
        <p:blipFill>
          <a:blip r:embed="rId3" cstate="email">
            <a:biLevel thresh="25000"/>
            <a:extLst>
              <a:ext uri="{28A0092B-C50C-407E-A947-70E740481C1C}">
                <a14:useLocalDpi xmlns:a14="http://schemas.microsoft.com/office/drawing/2010/main"/>
              </a:ext>
            </a:extLst>
          </a:blip>
          <a:stretch>
            <a:fillRect/>
          </a:stretch>
        </p:blipFill>
        <p:spPr>
          <a:xfrm>
            <a:off x="255281" y="4743141"/>
            <a:ext cx="1200865" cy="256814"/>
          </a:xfrm>
          <a:prstGeom prst="rect">
            <a:avLst/>
          </a:prstGeom>
        </p:spPr>
      </p:pic>
      <p:sp>
        <p:nvSpPr>
          <p:cNvPr id="14" name="Footer Placeholder 13">
            <a:extLst>
              <a:ext uri="{FF2B5EF4-FFF2-40B4-BE49-F238E27FC236}">
                <a16:creationId xmlns:a16="http://schemas.microsoft.com/office/drawing/2014/main" id="{DC95779D-C23F-4838-A4E9-42CBBB5D9F56}"/>
              </a:ext>
            </a:extLst>
          </p:cNvPr>
          <p:cNvSpPr txBox="1">
            <a:spLocks/>
          </p:cNvSpPr>
          <p:nvPr userDrawn="1"/>
        </p:nvSpPr>
        <p:spPr>
          <a:xfrm>
            <a:off x="1461500" y="4768747"/>
            <a:ext cx="6195600" cy="155489"/>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rgbClr val="253746"/>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GB" dirty="0">
                <a:solidFill>
                  <a:schemeClr val="bg1"/>
                </a:solidFill>
                <a:latin typeface="Calibri" panose="020F0502020204030204" pitchFamily="34" charset="0"/>
                <a:cs typeface="Calibri" panose="020F0502020204030204" pitchFamily="34" charset="0"/>
              </a:rPr>
              <a:t>Copyright © 2025 CompTIA, Inc. All Rights Reserved.  |  CompTIA.org</a:t>
            </a:r>
            <a:endParaRPr lang="en-US" dirty="0">
              <a:solidFill>
                <a:schemeClr val="bg1"/>
              </a:solidFill>
              <a:latin typeface="Calibri" panose="020F0502020204030204" pitchFamily="34" charset="0"/>
              <a:cs typeface="Calibri" panose="020F0502020204030204" pitchFamily="34" charset="0"/>
            </a:endParaRPr>
          </a:p>
        </p:txBody>
      </p:sp>
      <p:pic>
        <p:nvPicPr>
          <p:cNvPr id="16" name="Picture 15" descr="CompTIA Logo">
            <a:extLst>
              <a:ext uri="{FF2B5EF4-FFF2-40B4-BE49-F238E27FC236}">
                <a16:creationId xmlns:a16="http://schemas.microsoft.com/office/drawing/2014/main" id="{B1854F63-33E4-4083-8910-1D3D34F99D39}"/>
              </a:ext>
            </a:extLst>
          </p:cNvPr>
          <p:cNvPicPr>
            <a:picLocks noChangeAspect="1"/>
          </p:cNvPicPr>
          <p:nvPr userDrawn="1"/>
        </p:nvPicPr>
        <p:blipFill>
          <a:blip r:embed="rId4" cstate="email">
            <a:extLst>
              <a:ext uri="{28A0092B-C50C-407E-A947-70E740481C1C}">
                <a14:useLocalDpi xmlns:a14="http://schemas.microsoft.com/office/drawing/2010/main"/>
              </a:ext>
            </a:extLst>
          </a:blip>
          <a:stretch>
            <a:fillRect/>
          </a:stretch>
        </p:blipFill>
        <p:spPr>
          <a:xfrm>
            <a:off x="650366" y="683160"/>
            <a:ext cx="1428149" cy="305420"/>
          </a:xfrm>
          <a:prstGeom prst="rect">
            <a:avLst/>
          </a:prstGeom>
        </p:spPr>
      </p:pic>
      <p:sp>
        <p:nvSpPr>
          <p:cNvPr id="2" name="Slide Number Placeholder 1">
            <a:extLst>
              <a:ext uri="{FF2B5EF4-FFF2-40B4-BE49-F238E27FC236}">
                <a16:creationId xmlns:a16="http://schemas.microsoft.com/office/drawing/2014/main" id="{69C7CFDF-8D56-4B0F-986D-0966674CEF87}"/>
              </a:ext>
            </a:extLst>
          </p:cNvPr>
          <p:cNvSpPr>
            <a:spLocks noGrp="1"/>
          </p:cNvSpPr>
          <p:nvPr>
            <p:ph type="sldNum" sz="quarter" idx="10"/>
          </p:nvPr>
        </p:nvSpPr>
        <p:spPr/>
        <p:txBody>
          <a:bodyPr/>
          <a:lstStyle>
            <a:lvl1pPr>
              <a:defRPr>
                <a:solidFill>
                  <a:schemeClr val="bg1"/>
                </a:solidFill>
              </a:defRPr>
            </a:lvl1pPr>
          </a:lstStyle>
          <a:p>
            <a:fld id="{B7CF8A19-3A9E-4ABC-B336-2FDDE321C72D}" type="slidenum">
              <a:rPr lang="en-US" smtClean="0"/>
              <a:pPr/>
              <a:t>‹#›</a:t>
            </a:fld>
            <a:endParaRPr lang="en-US" dirty="0"/>
          </a:p>
        </p:txBody>
      </p:sp>
      <p:pic>
        <p:nvPicPr>
          <p:cNvPr id="15" name="Graphic 14">
            <a:extLst>
              <a:ext uri="{FF2B5EF4-FFF2-40B4-BE49-F238E27FC236}">
                <a16:creationId xmlns:a16="http://schemas.microsoft.com/office/drawing/2014/main" id="{9530A88E-A109-4643-8F63-12F087E152CD}"/>
              </a:ext>
              <a:ext uri="{C183D7F6-B498-43B3-948B-1728B52AA6E4}">
                <adec:decorative xmlns:adec="http://schemas.microsoft.com/office/drawing/2017/decorative" val="1"/>
              </a:ext>
            </a:extLst>
          </p:cNvPr>
          <p:cNvPicPr>
            <a:picLocks noChangeAspect="1"/>
          </p:cNvPicPr>
          <p:nvPr userDrawn="1"/>
        </p:nvPicPr>
        <p:blipFill>
          <a:blip r:embed="rId5">
            <a:extLst>
              <a:ext uri="{96DAC541-7B7A-43D3-8B79-37D633B846F1}">
                <asvg:svgBlip xmlns:asvg="http://schemas.microsoft.com/office/drawing/2016/SVG/main" r:embed="rId6"/>
              </a:ext>
            </a:extLst>
          </a:blip>
          <a:stretch>
            <a:fillRect/>
          </a:stretch>
        </p:blipFill>
        <p:spPr>
          <a:xfrm>
            <a:off x="1753870" y="2156005"/>
            <a:ext cx="2657475" cy="715620"/>
          </a:xfrm>
          <a:prstGeom prst="rect">
            <a:avLst/>
          </a:prstGeom>
        </p:spPr>
      </p:pic>
    </p:spTree>
    <p:custDataLst>
      <p:tags r:id="rId1"/>
    </p:custDataLst>
    <p:extLst>
      <p:ext uri="{BB962C8B-B14F-4D97-AF65-F5344CB8AC3E}">
        <p14:creationId xmlns:p14="http://schemas.microsoft.com/office/powerpoint/2010/main" val="200196865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Slide Module">
    <p:bg>
      <p:bgPr>
        <a:solidFill>
          <a:srgbClr val="CF9FDE">
            <a:alpha val="25000"/>
          </a:srgbClr>
        </a:solidFill>
        <a:effectLst/>
      </p:bgPr>
    </p:bg>
    <p:spTree>
      <p:nvGrpSpPr>
        <p:cNvPr id="1" name=""/>
        <p:cNvGrpSpPr/>
        <p:nvPr/>
      </p:nvGrpSpPr>
      <p:grpSpPr>
        <a:xfrm>
          <a:off x="0" y="0"/>
          <a:ext cx="0" cy="0"/>
          <a:chOff x="0" y="0"/>
          <a:chExt cx="0" cy="0"/>
        </a:xfrm>
      </p:grpSpPr>
      <p:sp>
        <p:nvSpPr>
          <p:cNvPr id="10" name="Rectangle: Top Corners Rounded 9">
            <a:extLst>
              <a:ext uri="{FF2B5EF4-FFF2-40B4-BE49-F238E27FC236}">
                <a16:creationId xmlns:a16="http://schemas.microsoft.com/office/drawing/2014/main" id="{88E2E271-D3C7-4808-9665-C6E27FB5A775}"/>
              </a:ext>
            </a:extLst>
          </p:cNvPr>
          <p:cNvSpPr/>
          <p:nvPr userDrawn="1"/>
        </p:nvSpPr>
        <p:spPr>
          <a:xfrm>
            <a:off x="0" y="4549536"/>
            <a:ext cx="9144000" cy="594017"/>
          </a:xfrm>
          <a:prstGeom prst="round2SameRect">
            <a:avLst>
              <a:gd name="adj1" fmla="val 29495"/>
              <a:gd name="adj2" fmla="val 0"/>
            </a:avLst>
          </a:prstGeom>
          <a:solidFill>
            <a:srgbClr val="25374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Calibri" panose="020F0502020204030204" pitchFamily="34" charset="0"/>
            </a:endParaRPr>
          </a:p>
        </p:txBody>
      </p:sp>
      <p:sp>
        <p:nvSpPr>
          <p:cNvPr id="11" name="Title 1">
            <a:extLst>
              <a:ext uri="{FF2B5EF4-FFF2-40B4-BE49-F238E27FC236}">
                <a16:creationId xmlns:a16="http://schemas.microsoft.com/office/drawing/2014/main" id="{7711F5D9-3DD6-474B-AB29-EB60551B8787}"/>
              </a:ext>
            </a:extLst>
          </p:cNvPr>
          <p:cNvSpPr>
            <a:spLocks noGrp="1"/>
          </p:cNvSpPr>
          <p:nvPr>
            <p:ph type="ctrTitle" hasCustomPrompt="1"/>
          </p:nvPr>
        </p:nvSpPr>
        <p:spPr>
          <a:xfrm>
            <a:off x="650366" y="2166824"/>
            <a:ext cx="7981244" cy="1080000"/>
          </a:xfrm>
          <a:prstGeom prst="rect">
            <a:avLst/>
          </a:prstGeom>
          <a:noFill/>
        </p:spPr>
        <p:txBody>
          <a:bodyPr lIns="0" rIns="0" anchor="t" anchorCtr="0">
            <a:noAutofit/>
          </a:bodyPr>
          <a:lstStyle>
            <a:lvl1pPr marL="0" algn="l">
              <a:spcBef>
                <a:spcPts val="0"/>
              </a:spcBef>
              <a:defRPr sz="4000" b="0">
                <a:solidFill>
                  <a:schemeClr val="tx1"/>
                </a:solidFill>
                <a:latin typeface="Calibri" panose="020F0502020204030204" pitchFamily="34" charset="0"/>
                <a:cs typeface="Calibri" panose="020F0502020204030204" pitchFamily="34" charset="0"/>
              </a:defRPr>
            </a:lvl1pPr>
          </a:lstStyle>
          <a:p>
            <a:r>
              <a:rPr lang="en-US"/>
              <a:t>Module Title</a:t>
            </a:r>
          </a:p>
        </p:txBody>
      </p:sp>
      <p:sp>
        <p:nvSpPr>
          <p:cNvPr id="12" name="Subtitle 2">
            <a:extLst>
              <a:ext uri="{FF2B5EF4-FFF2-40B4-BE49-F238E27FC236}">
                <a16:creationId xmlns:a16="http://schemas.microsoft.com/office/drawing/2014/main" id="{FD74DCED-5B72-479F-BD98-2FB51162CA0F}"/>
              </a:ext>
            </a:extLst>
          </p:cNvPr>
          <p:cNvSpPr>
            <a:spLocks noGrp="1"/>
          </p:cNvSpPr>
          <p:nvPr>
            <p:ph type="subTitle" idx="1" hasCustomPrompt="1"/>
          </p:nvPr>
        </p:nvSpPr>
        <p:spPr>
          <a:xfrm>
            <a:off x="650366" y="1066518"/>
            <a:ext cx="7981244" cy="1080000"/>
          </a:xfrm>
          <a:prstGeom prst="rect">
            <a:avLst/>
          </a:prstGeom>
        </p:spPr>
        <p:txBody>
          <a:bodyPr lIns="0" rIns="0">
            <a:noAutofit/>
          </a:bodyPr>
          <a:lstStyle>
            <a:lvl1pPr marL="0" indent="0" algn="l">
              <a:spcBef>
                <a:spcPts val="0"/>
              </a:spcBef>
              <a:buNone/>
              <a:defRPr sz="6000" b="1">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Module #</a:t>
            </a:r>
          </a:p>
        </p:txBody>
      </p:sp>
      <p:pic>
        <p:nvPicPr>
          <p:cNvPr id="13" name="Picture 12" descr="CompTIA Logo">
            <a:extLst>
              <a:ext uri="{FF2B5EF4-FFF2-40B4-BE49-F238E27FC236}">
                <a16:creationId xmlns:a16="http://schemas.microsoft.com/office/drawing/2014/main" id="{15D452AB-95A2-430D-91F0-E0D3B1A953CF}"/>
              </a:ext>
            </a:extLst>
          </p:cNvPr>
          <p:cNvPicPr>
            <a:picLocks noChangeAspect="1"/>
          </p:cNvPicPr>
          <p:nvPr userDrawn="1"/>
        </p:nvPicPr>
        <p:blipFill>
          <a:blip r:embed="rId3" cstate="email">
            <a:biLevel thresh="25000"/>
            <a:extLst>
              <a:ext uri="{28A0092B-C50C-407E-A947-70E740481C1C}">
                <a14:useLocalDpi xmlns:a14="http://schemas.microsoft.com/office/drawing/2010/main"/>
              </a:ext>
            </a:extLst>
          </a:blip>
          <a:stretch>
            <a:fillRect/>
          </a:stretch>
        </p:blipFill>
        <p:spPr>
          <a:xfrm>
            <a:off x="255281" y="4743141"/>
            <a:ext cx="1200865" cy="256814"/>
          </a:xfrm>
          <a:prstGeom prst="rect">
            <a:avLst/>
          </a:prstGeom>
        </p:spPr>
      </p:pic>
      <p:sp>
        <p:nvSpPr>
          <p:cNvPr id="14" name="Footer Placeholder 13">
            <a:extLst>
              <a:ext uri="{FF2B5EF4-FFF2-40B4-BE49-F238E27FC236}">
                <a16:creationId xmlns:a16="http://schemas.microsoft.com/office/drawing/2014/main" id="{DC95779D-C23F-4838-A4E9-42CBBB5D9F56}"/>
              </a:ext>
            </a:extLst>
          </p:cNvPr>
          <p:cNvSpPr txBox="1">
            <a:spLocks/>
          </p:cNvSpPr>
          <p:nvPr userDrawn="1"/>
        </p:nvSpPr>
        <p:spPr>
          <a:xfrm>
            <a:off x="1461500" y="4768747"/>
            <a:ext cx="6195600" cy="155489"/>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rgbClr val="253746"/>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GB" dirty="0">
                <a:solidFill>
                  <a:schemeClr val="bg1"/>
                </a:solidFill>
                <a:latin typeface="Calibri" panose="020F0502020204030204" pitchFamily="34" charset="0"/>
                <a:cs typeface="Calibri" panose="020F0502020204030204" pitchFamily="34" charset="0"/>
              </a:rPr>
              <a:t>Copyright © 2025 CompTIA, Inc. All Rights Reserved.  |  CompTIA.org</a:t>
            </a:r>
            <a:endParaRPr lang="en-US" dirty="0">
              <a:solidFill>
                <a:schemeClr val="bg1"/>
              </a:solidFill>
              <a:latin typeface="Calibri" panose="020F0502020204030204" pitchFamily="34" charset="0"/>
              <a:cs typeface="Calibri" panose="020F0502020204030204" pitchFamily="34" charset="0"/>
            </a:endParaRPr>
          </a:p>
        </p:txBody>
      </p:sp>
      <p:sp>
        <p:nvSpPr>
          <p:cNvPr id="15" name="Text Placeholder 8">
            <a:extLst>
              <a:ext uri="{FF2B5EF4-FFF2-40B4-BE49-F238E27FC236}">
                <a16:creationId xmlns:a16="http://schemas.microsoft.com/office/drawing/2014/main" id="{80B78B27-C21A-4DCF-B14E-69446ED67F32}"/>
              </a:ext>
            </a:extLst>
          </p:cNvPr>
          <p:cNvSpPr>
            <a:spLocks noGrp="1"/>
          </p:cNvSpPr>
          <p:nvPr>
            <p:ph type="body" sz="quarter" idx="12" hasCustomPrompt="1"/>
          </p:nvPr>
        </p:nvSpPr>
        <p:spPr>
          <a:xfrm>
            <a:off x="650366" y="561622"/>
            <a:ext cx="7981244" cy="489656"/>
          </a:xfrm>
          <a:prstGeom prst="rect">
            <a:avLst/>
          </a:prstGeom>
        </p:spPr>
        <p:txBody>
          <a:bodyPr lIns="0" rIns="0"/>
          <a:lstStyle>
            <a:lvl1pPr marL="0" indent="0">
              <a:buNone/>
              <a:defRPr/>
            </a:lvl1pPr>
            <a:lvl5pPr>
              <a:defRPr/>
            </a:lvl5pPr>
          </a:lstStyle>
          <a:p>
            <a:pPr lvl="0"/>
            <a:r>
              <a:rPr lang="en-US"/>
              <a:t>Exam Title and Version </a:t>
            </a:r>
            <a:endParaRPr lang="en-GB"/>
          </a:p>
        </p:txBody>
      </p:sp>
      <p:pic>
        <p:nvPicPr>
          <p:cNvPr id="17" name="Graphic 16">
            <a:extLst>
              <a:ext uri="{FF2B5EF4-FFF2-40B4-BE49-F238E27FC236}">
                <a16:creationId xmlns:a16="http://schemas.microsoft.com/office/drawing/2014/main" id="{FE1C3AA0-5C65-4C78-B921-73872785DC99}"/>
              </a:ext>
              <a:ext uri="{C183D7F6-B498-43B3-948B-1728B52AA6E4}">
                <adec:decorative xmlns:adec="http://schemas.microsoft.com/office/drawing/2017/decorative" val="1"/>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a:off x="546557" y="1908432"/>
            <a:ext cx="2428875" cy="190500"/>
          </a:xfrm>
          <a:prstGeom prst="rect">
            <a:avLst/>
          </a:prstGeom>
        </p:spPr>
      </p:pic>
      <p:pic>
        <p:nvPicPr>
          <p:cNvPr id="18" name="Graphic 17">
            <a:extLst>
              <a:ext uri="{FF2B5EF4-FFF2-40B4-BE49-F238E27FC236}">
                <a16:creationId xmlns:a16="http://schemas.microsoft.com/office/drawing/2014/main" id="{E69A297E-3486-4729-A525-7D33AFFB3804}"/>
              </a:ext>
              <a:ext uri="{C183D7F6-B498-43B3-948B-1728B52AA6E4}">
                <adec:decorative xmlns:adec="http://schemas.microsoft.com/office/drawing/2017/decorative" val="1"/>
              </a:ext>
            </a:extLst>
          </p:cNvPr>
          <p:cNvPicPr>
            <a:picLocks noChangeAspect="1"/>
          </p:cNvPicPr>
          <p:nvPr userDrawn="1"/>
        </p:nvPicPr>
        <p:blipFill>
          <a:blip r:embed="rId6">
            <a:extLst>
              <a:ext uri="{96DAC541-7B7A-43D3-8B79-37D633B846F1}">
                <asvg:svgBlip xmlns:asvg="http://schemas.microsoft.com/office/drawing/2016/SVG/main" r:embed="rId7"/>
              </a:ext>
            </a:extLst>
          </a:blip>
          <a:stretch>
            <a:fillRect/>
          </a:stretch>
        </p:blipFill>
        <p:spPr>
          <a:xfrm flipH="1">
            <a:off x="3772424" y="1318606"/>
            <a:ext cx="2508635" cy="625047"/>
          </a:xfrm>
          <a:prstGeom prst="rect">
            <a:avLst/>
          </a:prstGeom>
        </p:spPr>
      </p:pic>
      <p:sp>
        <p:nvSpPr>
          <p:cNvPr id="16" name="Slide Number Placeholder 1">
            <a:extLst>
              <a:ext uri="{FF2B5EF4-FFF2-40B4-BE49-F238E27FC236}">
                <a16:creationId xmlns:a16="http://schemas.microsoft.com/office/drawing/2014/main" id="{C64FEEA5-A281-4DED-AF15-42F817D19D97}"/>
              </a:ext>
            </a:extLst>
          </p:cNvPr>
          <p:cNvSpPr>
            <a:spLocks noGrp="1"/>
          </p:cNvSpPr>
          <p:nvPr>
            <p:ph type="sldNum" sz="quarter" idx="10"/>
          </p:nvPr>
        </p:nvSpPr>
        <p:spPr>
          <a:xfrm>
            <a:off x="8537816" y="4885690"/>
            <a:ext cx="479184" cy="198675"/>
          </a:xfrm>
        </p:spPr>
        <p:txBody>
          <a:bodyPr/>
          <a:lstStyle>
            <a:lvl1pPr>
              <a:defRPr>
                <a:solidFill>
                  <a:schemeClr val="bg1"/>
                </a:solidFill>
              </a:defRPr>
            </a:lvl1pPr>
          </a:lstStyle>
          <a:p>
            <a:fld id="{B7CF8A19-3A9E-4ABC-B336-2FDDE321C72D}" type="slidenum">
              <a:rPr lang="en-US" smtClean="0"/>
              <a:pPr/>
              <a:t>‹#›</a:t>
            </a:fld>
            <a:endParaRPr lang="en-US" dirty="0"/>
          </a:p>
        </p:txBody>
      </p:sp>
    </p:spTree>
    <p:custDataLst>
      <p:tags r:id="rId1"/>
    </p:custDataLst>
    <p:extLst>
      <p:ext uri="{BB962C8B-B14F-4D97-AF65-F5344CB8AC3E}">
        <p14:creationId xmlns:p14="http://schemas.microsoft.com/office/powerpoint/2010/main" val="197432130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Slide Module_double digit">
    <p:bg>
      <p:bgPr>
        <a:solidFill>
          <a:srgbClr val="CF9FDE">
            <a:alpha val="25000"/>
          </a:srgbClr>
        </a:solidFill>
        <a:effectLst/>
      </p:bgPr>
    </p:bg>
    <p:spTree>
      <p:nvGrpSpPr>
        <p:cNvPr id="1" name=""/>
        <p:cNvGrpSpPr/>
        <p:nvPr/>
      </p:nvGrpSpPr>
      <p:grpSpPr>
        <a:xfrm>
          <a:off x="0" y="0"/>
          <a:ext cx="0" cy="0"/>
          <a:chOff x="0" y="0"/>
          <a:chExt cx="0" cy="0"/>
        </a:xfrm>
      </p:grpSpPr>
      <p:sp>
        <p:nvSpPr>
          <p:cNvPr id="10" name="Rectangle: Top Corners Rounded 9">
            <a:extLst>
              <a:ext uri="{FF2B5EF4-FFF2-40B4-BE49-F238E27FC236}">
                <a16:creationId xmlns:a16="http://schemas.microsoft.com/office/drawing/2014/main" id="{88E2E271-D3C7-4808-9665-C6E27FB5A775}"/>
              </a:ext>
            </a:extLst>
          </p:cNvPr>
          <p:cNvSpPr/>
          <p:nvPr userDrawn="1"/>
        </p:nvSpPr>
        <p:spPr>
          <a:xfrm>
            <a:off x="0" y="4549536"/>
            <a:ext cx="9144000" cy="594017"/>
          </a:xfrm>
          <a:prstGeom prst="round2SameRect">
            <a:avLst>
              <a:gd name="adj1" fmla="val 29495"/>
              <a:gd name="adj2" fmla="val 0"/>
            </a:avLst>
          </a:prstGeom>
          <a:solidFill>
            <a:srgbClr val="25374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Calibri" panose="020F0502020204030204" pitchFamily="34" charset="0"/>
            </a:endParaRPr>
          </a:p>
        </p:txBody>
      </p:sp>
      <p:sp>
        <p:nvSpPr>
          <p:cNvPr id="11" name="Title 1">
            <a:extLst>
              <a:ext uri="{FF2B5EF4-FFF2-40B4-BE49-F238E27FC236}">
                <a16:creationId xmlns:a16="http://schemas.microsoft.com/office/drawing/2014/main" id="{7711F5D9-3DD6-474B-AB29-EB60551B8787}"/>
              </a:ext>
            </a:extLst>
          </p:cNvPr>
          <p:cNvSpPr>
            <a:spLocks noGrp="1"/>
          </p:cNvSpPr>
          <p:nvPr>
            <p:ph type="ctrTitle" hasCustomPrompt="1"/>
          </p:nvPr>
        </p:nvSpPr>
        <p:spPr>
          <a:xfrm>
            <a:off x="650366" y="2166824"/>
            <a:ext cx="7981244" cy="1080000"/>
          </a:xfrm>
          <a:prstGeom prst="rect">
            <a:avLst/>
          </a:prstGeom>
          <a:noFill/>
        </p:spPr>
        <p:txBody>
          <a:bodyPr lIns="0" rIns="0" anchor="t" anchorCtr="0">
            <a:noAutofit/>
          </a:bodyPr>
          <a:lstStyle>
            <a:lvl1pPr marL="0" algn="l">
              <a:spcBef>
                <a:spcPts val="0"/>
              </a:spcBef>
              <a:defRPr sz="4000" b="0">
                <a:solidFill>
                  <a:schemeClr val="tx1"/>
                </a:solidFill>
                <a:latin typeface="Calibri" panose="020F0502020204030204" pitchFamily="34" charset="0"/>
                <a:cs typeface="Calibri" panose="020F0502020204030204" pitchFamily="34" charset="0"/>
              </a:defRPr>
            </a:lvl1pPr>
          </a:lstStyle>
          <a:p>
            <a:r>
              <a:rPr lang="en-US"/>
              <a:t>Module Title</a:t>
            </a:r>
          </a:p>
        </p:txBody>
      </p:sp>
      <p:sp>
        <p:nvSpPr>
          <p:cNvPr id="12" name="Subtitle 2">
            <a:extLst>
              <a:ext uri="{FF2B5EF4-FFF2-40B4-BE49-F238E27FC236}">
                <a16:creationId xmlns:a16="http://schemas.microsoft.com/office/drawing/2014/main" id="{FD74DCED-5B72-479F-BD98-2FB51162CA0F}"/>
              </a:ext>
            </a:extLst>
          </p:cNvPr>
          <p:cNvSpPr>
            <a:spLocks noGrp="1"/>
          </p:cNvSpPr>
          <p:nvPr>
            <p:ph type="subTitle" idx="1" hasCustomPrompt="1"/>
          </p:nvPr>
        </p:nvSpPr>
        <p:spPr>
          <a:xfrm>
            <a:off x="650366" y="1066518"/>
            <a:ext cx="7981244" cy="1080000"/>
          </a:xfrm>
          <a:prstGeom prst="rect">
            <a:avLst/>
          </a:prstGeom>
        </p:spPr>
        <p:txBody>
          <a:bodyPr lIns="0" rIns="0">
            <a:noAutofit/>
          </a:bodyPr>
          <a:lstStyle>
            <a:lvl1pPr marL="0" indent="0" algn="l">
              <a:spcBef>
                <a:spcPts val="0"/>
              </a:spcBef>
              <a:buNone/>
              <a:defRPr sz="6000" b="1">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Module ##</a:t>
            </a:r>
          </a:p>
        </p:txBody>
      </p:sp>
      <p:pic>
        <p:nvPicPr>
          <p:cNvPr id="13" name="Picture 12" descr="CompTIA Logo">
            <a:extLst>
              <a:ext uri="{FF2B5EF4-FFF2-40B4-BE49-F238E27FC236}">
                <a16:creationId xmlns:a16="http://schemas.microsoft.com/office/drawing/2014/main" id="{15D452AB-95A2-430D-91F0-E0D3B1A953CF}"/>
              </a:ext>
            </a:extLst>
          </p:cNvPr>
          <p:cNvPicPr>
            <a:picLocks noChangeAspect="1"/>
          </p:cNvPicPr>
          <p:nvPr userDrawn="1"/>
        </p:nvPicPr>
        <p:blipFill>
          <a:blip r:embed="rId3" cstate="email">
            <a:biLevel thresh="25000"/>
            <a:extLst>
              <a:ext uri="{28A0092B-C50C-407E-A947-70E740481C1C}">
                <a14:useLocalDpi xmlns:a14="http://schemas.microsoft.com/office/drawing/2010/main"/>
              </a:ext>
            </a:extLst>
          </a:blip>
          <a:stretch>
            <a:fillRect/>
          </a:stretch>
        </p:blipFill>
        <p:spPr>
          <a:xfrm>
            <a:off x="255281" y="4743141"/>
            <a:ext cx="1200865" cy="256814"/>
          </a:xfrm>
          <a:prstGeom prst="rect">
            <a:avLst/>
          </a:prstGeom>
        </p:spPr>
      </p:pic>
      <p:sp>
        <p:nvSpPr>
          <p:cNvPr id="14" name="Footer Placeholder 13">
            <a:extLst>
              <a:ext uri="{FF2B5EF4-FFF2-40B4-BE49-F238E27FC236}">
                <a16:creationId xmlns:a16="http://schemas.microsoft.com/office/drawing/2014/main" id="{DC95779D-C23F-4838-A4E9-42CBBB5D9F56}"/>
              </a:ext>
            </a:extLst>
          </p:cNvPr>
          <p:cNvSpPr txBox="1">
            <a:spLocks/>
          </p:cNvSpPr>
          <p:nvPr userDrawn="1"/>
        </p:nvSpPr>
        <p:spPr>
          <a:xfrm>
            <a:off x="1461500" y="4768747"/>
            <a:ext cx="6195600" cy="155489"/>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rgbClr val="253746"/>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GB" dirty="0">
                <a:solidFill>
                  <a:schemeClr val="bg1"/>
                </a:solidFill>
                <a:latin typeface="Calibri" panose="020F0502020204030204" pitchFamily="34" charset="0"/>
                <a:cs typeface="Calibri" panose="020F0502020204030204" pitchFamily="34" charset="0"/>
              </a:rPr>
              <a:t>Copyright © 2025 CompTIA, Inc. All Rights Reserved.  |  CompTIA.org</a:t>
            </a:r>
            <a:endParaRPr lang="en-US" dirty="0">
              <a:solidFill>
                <a:schemeClr val="bg1"/>
              </a:solidFill>
              <a:latin typeface="Calibri" panose="020F0502020204030204" pitchFamily="34" charset="0"/>
              <a:cs typeface="Calibri" panose="020F0502020204030204" pitchFamily="34" charset="0"/>
            </a:endParaRPr>
          </a:p>
        </p:txBody>
      </p:sp>
      <p:sp>
        <p:nvSpPr>
          <p:cNvPr id="15" name="Text Placeholder 8">
            <a:extLst>
              <a:ext uri="{FF2B5EF4-FFF2-40B4-BE49-F238E27FC236}">
                <a16:creationId xmlns:a16="http://schemas.microsoft.com/office/drawing/2014/main" id="{80B78B27-C21A-4DCF-B14E-69446ED67F32}"/>
              </a:ext>
            </a:extLst>
          </p:cNvPr>
          <p:cNvSpPr>
            <a:spLocks noGrp="1"/>
          </p:cNvSpPr>
          <p:nvPr>
            <p:ph type="body" sz="quarter" idx="12" hasCustomPrompt="1"/>
          </p:nvPr>
        </p:nvSpPr>
        <p:spPr>
          <a:xfrm>
            <a:off x="650366" y="561622"/>
            <a:ext cx="7981244" cy="489656"/>
          </a:xfrm>
          <a:prstGeom prst="rect">
            <a:avLst/>
          </a:prstGeom>
        </p:spPr>
        <p:txBody>
          <a:bodyPr lIns="0" rIns="0"/>
          <a:lstStyle>
            <a:lvl1pPr marL="0" indent="0">
              <a:buNone/>
              <a:defRPr/>
            </a:lvl1pPr>
            <a:lvl5pPr>
              <a:defRPr/>
            </a:lvl5pPr>
          </a:lstStyle>
          <a:p>
            <a:pPr lvl="0"/>
            <a:r>
              <a:rPr lang="en-US"/>
              <a:t>Exam Title and Version </a:t>
            </a:r>
            <a:endParaRPr lang="en-GB"/>
          </a:p>
        </p:txBody>
      </p:sp>
      <p:pic>
        <p:nvPicPr>
          <p:cNvPr id="17" name="Graphic 16">
            <a:extLst>
              <a:ext uri="{FF2B5EF4-FFF2-40B4-BE49-F238E27FC236}">
                <a16:creationId xmlns:a16="http://schemas.microsoft.com/office/drawing/2014/main" id="{FE1C3AA0-5C65-4C78-B921-73872785DC99}"/>
              </a:ext>
              <a:ext uri="{C183D7F6-B498-43B3-948B-1728B52AA6E4}">
                <adec:decorative xmlns:adec="http://schemas.microsoft.com/office/drawing/2017/decorative" val="1"/>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a:off x="546557" y="1908432"/>
            <a:ext cx="2428875" cy="190500"/>
          </a:xfrm>
          <a:prstGeom prst="rect">
            <a:avLst/>
          </a:prstGeom>
        </p:spPr>
      </p:pic>
      <p:pic>
        <p:nvPicPr>
          <p:cNvPr id="18" name="Graphic 17">
            <a:extLst>
              <a:ext uri="{FF2B5EF4-FFF2-40B4-BE49-F238E27FC236}">
                <a16:creationId xmlns:a16="http://schemas.microsoft.com/office/drawing/2014/main" id="{E69A297E-3486-4729-A525-7D33AFFB3804}"/>
              </a:ext>
              <a:ext uri="{C183D7F6-B498-43B3-948B-1728B52AA6E4}">
                <adec:decorative xmlns:adec="http://schemas.microsoft.com/office/drawing/2017/decorative" val="1"/>
              </a:ext>
            </a:extLst>
          </p:cNvPr>
          <p:cNvPicPr>
            <a:picLocks noChangeAspect="1"/>
          </p:cNvPicPr>
          <p:nvPr userDrawn="1"/>
        </p:nvPicPr>
        <p:blipFill>
          <a:blip r:embed="rId6">
            <a:extLst>
              <a:ext uri="{96DAC541-7B7A-43D3-8B79-37D633B846F1}">
                <asvg:svgBlip xmlns:asvg="http://schemas.microsoft.com/office/drawing/2016/SVG/main" r:embed="rId7"/>
              </a:ext>
            </a:extLst>
          </a:blip>
          <a:stretch>
            <a:fillRect/>
          </a:stretch>
        </p:blipFill>
        <p:spPr>
          <a:xfrm flipH="1">
            <a:off x="4142226" y="1318606"/>
            <a:ext cx="2508635" cy="625047"/>
          </a:xfrm>
          <a:prstGeom prst="rect">
            <a:avLst/>
          </a:prstGeom>
        </p:spPr>
      </p:pic>
      <p:sp>
        <p:nvSpPr>
          <p:cNvPr id="16" name="Slide Number Placeholder 1">
            <a:extLst>
              <a:ext uri="{FF2B5EF4-FFF2-40B4-BE49-F238E27FC236}">
                <a16:creationId xmlns:a16="http://schemas.microsoft.com/office/drawing/2014/main" id="{C64FEEA5-A281-4DED-AF15-42F817D19D97}"/>
              </a:ext>
            </a:extLst>
          </p:cNvPr>
          <p:cNvSpPr>
            <a:spLocks noGrp="1"/>
          </p:cNvSpPr>
          <p:nvPr>
            <p:ph type="sldNum" sz="quarter" idx="10"/>
          </p:nvPr>
        </p:nvSpPr>
        <p:spPr>
          <a:xfrm>
            <a:off x="8537816" y="4885690"/>
            <a:ext cx="479184" cy="198675"/>
          </a:xfrm>
        </p:spPr>
        <p:txBody>
          <a:bodyPr/>
          <a:lstStyle>
            <a:lvl1pPr>
              <a:defRPr>
                <a:solidFill>
                  <a:schemeClr val="bg1"/>
                </a:solidFill>
              </a:defRPr>
            </a:lvl1pPr>
          </a:lstStyle>
          <a:p>
            <a:fld id="{B7CF8A19-3A9E-4ABC-B336-2FDDE321C72D}" type="slidenum">
              <a:rPr lang="en-US" smtClean="0"/>
              <a:pPr/>
              <a:t>‹#›</a:t>
            </a:fld>
            <a:endParaRPr lang="en-US" dirty="0"/>
          </a:p>
        </p:txBody>
      </p:sp>
    </p:spTree>
    <p:custDataLst>
      <p:tags r:id="rId1"/>
    </p:custDataLst>
    <p:extLst>
      <p:ext uri="{BB962C8B-B14F-4D97-AF65-F5344CB8AC3E}">
        <p14:creationId xmlns:p14="http://schemas.microsoft.com/office/powerpoint/2010/main" val="279008363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Learning Outcome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EC7DB1-AF77-4C23-97D2-AB7420353204}"/>
              </a:ext>
            </a:extLst>
          </p:cNvPr>
          <p:cNvSpPr>
            <a:spLocks noGrp="1"/>
          </p:cNvSpPr>
          <p:nvPr>
            <p:ph type="title" hasCustomPrompt="1"/>
          </p:nvPr>
        </p:nvSpPr>
        <p:spPr>
          <a:xfrm>
            <a:off x="0" y="0"/>
            <a:ext cx="9143999" cy="603250"/>
          </a:xfrm>
          <a:prstGeom prst="rect">
            <a:avLst/>
          </a:prstGeom>
        </p:spPr>
        <p:txBody>
          <a:bodyPr/>
          <a:lstStyle>
            <a:lvl1pPr>
              <a:defRPr/>
            </a:lvl1pPr>
          </a:lstStyle>
          <a:p>
            <a:r>
              <a:rPr lang="en-US"/>
              <a:t>Learning Outcomes</a:t>
            </a:r>
            <a:endParaRPr lang="en-GB"/>
          </a:p>
        </p:txBody>
      </p:sp>
      <p:sp>
        <p:nvSpPr>
          <p:cNvPr id="10" name="Text Placeholder 10">
            <a:extLst>
              <a:ext uri="{FF2B5EF4-FFF2-40B4-BE49-F238E27FC236}">
                <a16:creationId xmlns:a16="http://schemas.microsoft.com/office/drawing/2014/main" id="{9133DACF-FEBA-45AC-9EB7-694DBCD1BE0F}"/>
              </a:ext>
            </a:extLst>
          </p:cNvPr>
          <p:cNvSpPr>
            <a:spLocks noGrp="1"/>
          </p:cNvSpPr>
          <p:nvPr>
            <p:ph idx="1"/>
          </p:nvPr>
        </p:nvSpPr>
        <p:spPr>
          <a:xfrm>
            <a:off x="146050" y="746760"/>
            <a:ext cx="8870950" cy="4046220"/>
          </a:xfrm>
          <a:prstGeom prst="rect">
            <a:avLst/>
          </a:prstGeom>
        </p:spPr>
        <p:txBody>
          <a:bodyPr vert="horz" lIns="91440" tIns="45720" rIns="91440" bIns="45720" rtlCol="0">
            <a:normAutofit/>
          </a:bodyPr>
          <a:lstStyle/>
          <a:p>
            <a:pPr lvl="0"/>
            <a:r>
              <a:rPr lang="en-US"/>
              <a:t>Click to edit Master text styles</a:t>
            </a:r>
          </a:p>
        </p:txBody>
      </p:sp>
      <p:sp>
        <p:nvSpPr>
          <p:cNvPr id="3" name="Slide Number Placeholder 2">
            <a:extLst>
              <a:ext uri="{FF2B5EF4-FFF2-40B4-BE49-F238E27FC236}">
                <a16:creationId xmlns:a16="http://schemas.microsoft.com/office/drawing/2014/main" id="{997C70C8-90CB-4519-B236-5C8D99A8D6CC}"/>
              </a:ext>
            </a:extLst>
          </p:cNvPr>
          <p:cNvSpPr>
            <a:spLocks noGrp="1"/>
          </p:cNvSpPr>
          <p:nvPr>
            <p:ph type="sldNum" sz="quarter" idx="10"/>
          </p:nvPr>
        </p:nvSpPr>
        <p:spPr/>
        <p:txBody>
          <a:bodyPr/>
          <a:lstStyle/>
          <a:p>
            <a:fld id="{B7CF8A19-3A9E-4ABC-B336-2FDDE321C72D}" type="slidenum">
              <a:rPr lang="en-US" smtClean="0"/>
              <a:pPr/>
              <a:t>‹#›</a:t>
            </a:fld>
            <a:endParaRPr lang="en-US" dirty="0"/>
          </a:p>
        </p:txBody>
      </p:sp>
    </p:spTree>
    <p:custDataLst>
      <p:tags r:id="rId1"/>
    </p:custDataLst>
    <p:extLst>
      <p:ext uri="{BB962C8B-B14F-4D97-AF65-F5344CB8AC3E}">
        <p14:creationId xmlns:p14="http://schemas.microsoft.com/office/powerpoint/2010/main" val="405262146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userDrawn="1">
  <p:cSld name="Title Slide Lesson">
    <p:bg>
      <p:bgPr>
        <a:solidFill>
          <a:srgbClr val="7FC8DD">
            <a:alpha val="25098"/>
          </a:srgbClr>
        </a:solidFill>
        <a:effectLst/>
      </p:bgPr>
    </p:bg>
    <p:spTree>
      <p:nvGrpSpPr>
        <p:cNvPr id="1" name=""/>
        <p:cNvGrpSpPr/>
        <p:nvPr/>
      </p:nvGrpSpPr>
      <p:grpSpPr>
        <a:xfrm>
          <a:off x="0" y="0"/>
          <a:ext cx="0" cy="0"/>
          <a:chOff x="0" y="0"/>
          <a:chExt cx="0" cy="0"/>
        </a:xfrm>
      </p:grpSpPr>
      <p:sp>
        <p:nvSpPr>
          <p:cNvPr id="6" name="Rectangle: Top Corners Rounded 5">
            <a:extLst>
              <a:ext uri="{FF2B5EF4-FFF2-40B4-BE49-F238E27FC236}">
                <a16:creationId xmlns:a16="http://schemas.microsoft.com/office/drawing/2014/main" id="{40A8FE34-9096-4567-9789-B242DD11EA46}"/>
              </a:ext>
              <a:ext uri="{C183D7F6-B498-43B3-948B-1728B52AA6E4}">
                <adec:decorative xmlns:adec="http://schemas.microsoft.com/office/drawing/2017/decorative" val="1"/>
              </a:ext>
            </a:extLst>
          </p:cNvPr>
          <p:cNvSpPr/>
          <p:nvPr userDrawn="1"/>
        </p:nvSpPr>
        <p:spPr>
          <a:xfrm>
            <a:off x="0" y="4549536"/>
            <a:ext cx="9144000" cy="594017"/>
          </a:xfrm>
          <a:prstGeom prst="round2SameRect">
            <a:avLst>
              <a:gd name="adj1" fmla="val 29495"/>
              <a:gd name="adj2" fmla="val 0"/>
            </a:avLst>
          </a:prstGeom>
          <a:solidFill>
            <a:srgbClr val="25374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Calibri" panose="020F0502020204030204" pitchFamily="34" charset="0"/>
            </a:endParaRPr>
          </a:p>
        </p:txBody>
      </p:sp>
      <p:sp>
        <p:nvSpPr>
          <p:cNvPr id="13" name="Title 1">
            <a:extLst>
              <a:ext uri="{FF2B5EF4-FFF2-40B4-BE49-F238E27FC236}">
                <a16:creationId xmlns:a16="http://schemas.microsoft.com/office/drawing/2014/main" id="{B2FEEEDD-0751-854A-9852-93F3EA02290E}"/>
              </a:ext>
            </a:extLst>
          </p:cNvPr>
          <p:cNvSpPr>
            <a:spLocks noGrp="1"/>
          </p:cNvSpPr>
          <p:nvPr>
            <p:ph type="ctrTitle" hasCustomPrompt="1"/>
          </p:nvPr>
        </p:nvSpPr>
        <p:spPr>
          <a:xfrm>
            <a:off x="650366" y="2148385"/>
            <a:ext cx="7981244" cy="1080000"/>
          </a:xfrm>
          <a:prstGeom prst="rect">
            <a:avLst/>
          </a:prstGeom>
          <a:noFill/>
        </p:spPr>
        <p:txBody>
          <a:bodyPr lIns="0" rIns="0" anchor="t" anchorCtr="0">
            <a:noAutofit/>
          </a:bodyPr>
          <a:lstStyle>
            <a:lvl1pPr marL="0" algn="l">
              <a:spcBef>
                <a:spcPts val="0"/>
              </a:spcBef>
              <a:defRPr sz="4000" b="0">
                <a:solidFill>
                  <a:schemeClr val="tx1"/>
                </a:solidFill>
                <a:latin typeface="Calibri" panose="020F0502020204030204" pitchFamily="34" charset="0"/>
                <a:cs typeface="Calibri" panose="020F0502020204030204" pitchFamily="34" charset="0"/>
              </a:defRPr>
            </a:lvl1pPr>
          </a:lstStyle>
          <a:p>
            <a:r>
              <a:rPr lang="en-US"/>
              <a:t>Lesson Title</a:t>
            </a:r>
          </a:p>
        </p:txBody>
      </p:sp>
      <p:sp>
        <p:nvSpPr>
          <p:cNvPr id="14" name="Subtitle 2">
            <a:extLst>
              <a:ext uri="{FF2B5EF4-FFF2-40B4-BE49-F238E27FC236}">
                <a16:creationId xmlns:a16="http://schemas.microsoft.com/office/drawing/2014/main" id="{658038CC-5DF0-1545-A424-EA63B177F16F}"/>
              </a:ext>
            </a:extLst>
          </p:cNvPr>
          <p:cNvSpPr>
            <a:spLocks noGrp="1"/>
          </p:cNvSpPr>
          <p:nvPr>
            <p:ph type="subTitle" idx="1" hasCustomPrompt="1"/>
          </p:nvPr>
        </p:nvSpPr>
        <p:spPr>
          <a:xfrm>
            <a:off x="650366" y="1051277"/>
            <a:ext cx="7981244" cy="1080000"/>
          </a:xfrm>
          <a:prstGeom prst="rect">
            <a:avLst/>
          </a:prstGeom>
        </p:spPr>
        <p:txBody>
          <a:bodyPr lIns="0" rIns="0">
            <a:noAutofit/>
          </a:bodyPr>
          <a:lstStyle>
            <a:lvl1pPr marL="0" indent="0" algn="l">
              <a:spcBef>
                <a:spcPts val="0"/>
              </a:spcBef>
              <a:buNone/>
              <a:defRPr sz="6000" b="1">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Lesson #Y </a:t>
            </a:r>
          </a:p>
        </p:txBody>
      </p:sp>
      <p:pic>
        <p:nvPicPr>
          <p:cNvPr id="7" name="Picture 6" descr="CompTIA Logo">
            <a:extLst>
              <a:ext uri="{FF2B5EF4-FFF2-40B4-BE49-F238E27FC236}">
                <a16:creationId xmlns:a16="http://schemas.microsoft.com/office/drawing/2014/main" id="{3FA6866F-0447-494E-8F3B-C28CBFC1255C}"/>
              </a:ext>
            </a:extLst>
          </p:cNvPr>
          <p:cNvPicPr>
            <a:picLocks noChangeAspect="1"/>
          </p:cNvPicPr>
          <p:nvPr userDrawn="1"/>
        </p:nvPicPr>
        <p:blipFill>
          <a:blip r:embed="rId3" cstate="email">
            <a:biLevel thresh="25000"/>
            <a:extLst>
              <a:ext uri="{28A0092B-C50C-407E-A947-70E740481C1C}">
                <a14:useLocalDpi xmlns:a14="http://schemas.microsoft.com/office/drawing/2010/main"/>
              </a:ext>
            </a:extLst>
          </a:blip>
          <a:stretch>
            <a:fillRect/>
          </a:stretch>
        </p:blipFill>
        <p:spPr>
          <a:xfrm>
            <a:off x="255281" y="4743141"/>
            <a:ext cx="1200865" cy="256814"/>
          </a:xfrm>
          <a:prstGeom prst="rect">
            <a:avLst/>
          </a:prstGeom>
        </p:spPr>
      </p:pic>
      <p:sp>
        <p:nvSpPr>
          <p:cNvPr id="8" name="Footer Placeholder 13">
            <a:extLst>
              <a:ext uri="{FF2B5EF4-FFF2-40B4-BE49-F238E27FC236}">
                <a16:creationId xmlns:a16="http://schemas.microsoft.com/office/drawing/2014/main" id="{85CB60B9-005C-47AF-9FB6-D41274CD49DC}"/>
              </a:ext>
            </a:extLst>
          </p:cNvPr>
          <p:cNvSpPr txBox="1">
            <a:spLocks/>
          </p:cNvSpPr>
          <p:nvPr userDrawn="1"/>
        </p:nvSpPr>
        <p:spPr>
          <a:xfrm>
            <a:off x="1461500" y="4768747"/>
            <a:ext cx="6195600" cy="155489"/>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rgbClr val="253746"/>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GB" dirty="0">
                <a:solidFill>
                  <a:schemeClr val="bg1"/>
                </a:solidFill>
                <a:latin typeface="Calibri" panose="020F0502020204030204" pitchFamily="34" charset="0"/>
                <a:cs typeface="Calibri" panose="020F0502020204030204" pitchFamily="34" charset="0"/>
              </a:rPr>
              <a:t>Copyright © 2025 CompTIA, Inc. All Rights Reserved.  |  CompTIA.org</a:t>
            </a:r>
            <a:endParaRPr lang="en-US" dirty="0">
              <a:solidFill>
                <a:schemeClr val="bg1"/>
              </a:solidFill>
              <a:latin typeface="Calibri" panose="020F0502020204030204" pitchFamily="34" charset="0"/>
              <a:cs typeface="Calibri" panose="020F0502020204030204" pitchFamily="34" charset="0"/>
            </a:endParaRPr>
          </a:p>
        </p:txBody>
      </p:sp>
      <p:sp>
        <p:nvSpPr>
          <p:cNvPr id="10" name="Slide Number Placeholder 1">
            <a:extLst>
              <a:ext uri="{FF2B5EF4-FFF2-40B4-BE49-F238E27FC236}">
                <a16:creationId xmlns:a16="http://schemas.microsoft.com/office/drawing/2014/main" id="{67AE811F-4593-4B5E-B7DC-3D290CB8E9FD}"/>
              </a:ext>
            </a:extLst>
          </p:cNvPr>
          <p:cNvSpPr>
            <a:spLocks noGrp="1"/>
          </p:cNvSpPr>
          <p:nvPr>
            <p:ph type="sldNum" sz="quarter" idx="10"/>
          </p:nvPr>
        </p:nvSpPr>
        <p:spPr>
          <a:xfrm>
            <a:off x="8537816" y="4885690"/>
            <a:ext cx="479184" cy="198675"/>
          </a:xfrm>
        </p:spPr>
        <p:txBody>
          <a:bodyPr/>
          <a:lstStyle>
            <a:lvl1pPr>
              <a:defRPr>
                <a:solidFill>
                  <a:schemeClr val="bg1"/>
                </a:solidFill>
              </a:defRPr>
            </a:lvl1pPr>
          </a:lstStyle>
          <a:p>
            <a:fld id="{B7CF8A19-3A9E-4ABC-B336-2FDDE321C72D}" type="slidenum">
              <a:rPr lang="en-US" smtClean="0"/>
              <a:pPr/>
              <a:t>‹#›</a:t>
            </a:fld>
            <a:endParaRPr lang="en-US" dirty="0"/>
          </a:p>
        </p:txBody>
      </p:sp>
    </p:spTree>
    <p:custDataLst>
      <p:tags r:id="rId1"/>
    </p:custDataLst>
    <p:extLst>
      <p:ext uri="{BB962C8B-B14F-4D97-AF65-F5344CB8AC3E}">
        <p14:creationId xmlns:p14="http://schemas.microsoft.com/office/powerpoint/2010/main" val="408480921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EC7DB1-AF77-4C23-97D2-AB7420353204}"/>
              </a:ext>
            </a:extLst>
          </p:cNvPr>
          <p:cNvSpPr>
            <a:spLocks noGrp="1"/>
          </p:cNvSpPr>
          <p:nvPr>
            <p:ph type="title" hasCustomPrompt="1"/>
          </p:nvPr>
        </p:nvSpPr>
        <p:spPr>
          <a:xfrm>
            <a:off x="0" y="0"/>
            <a:ext cx="9143999" cy="603250"/>
          </a:xfrm>
          <a:prstGeom prst="rect">
            <a:avLst/>
          </a:prstGeom>
        </p:spPr>
        <p:txBody>
          <a:bodyPr/>
          <a:lstStyle>
            <a:lvl1pPr>
              <a:defRPr/>
            </a:lvl1pPr>
          </a:lstStyle>
          <a:p>
            <a:r>
              <a:rPr lang="en-US"/>
              <a:t>Topic Title</a:t>
            </a:r>
            <a:endParaRPr lang="en-GB"/>
          </a:p>
        </p:txBody>
      </p:sp>
      <p:sp>
        <p:nvSpPr>
          <p:cNvPr id="10" name="Text Placeholder 10">
            <a:extLst>
              <a:ext uri="{FF2B5EF4-FFF2-40B4-BE49-F238E27FC236}">
                <a16:creationId xmlns:a16="http://schemas.microsoft.com/office/drawing/2014/main" id="{9133DACF-FEBA-45AC-9EB7-694DBCD1BE0F}"/>
              </a:ext>
            </a:extLst>
          </p:cNvPr>
          <p:cNvSpPr>
            <a:spLocks noGrp="1"/>
          </p:cNvSpPr>
          <p:nvPr>
            <p:ph idx="1"/>
          </p:nvPr>
        </p:nvSpPr>
        <p:spPr>
          <a:xfrm>
            <a:off x="146050" y="746760"/>
            <a:ext cx="8870950" cy="404622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Slide Number Placeholder 2">
            <a:extLst>
              <a:ext uri="{FF2B5EF4-FFF2-40B4-BE49-F238E27FC236}">
                <a16:creationId xmlns:a16="http://schemas.microsoft.com/office/drawing/2014/main" id="{997C70C8-90CB-4519-B236-5C8D99A8D6CC}"/>
              </a:ext>
            </a:extLst>
          </p:cNvPr>
          <p:cNvSpPr>
            <a:spLocks noGrp="1"/>
          </p:cNvSpPr>
          <p:nvPr>
            <p:ph type="sldNum" sz="quarter" idx="10"/>
          </p:nvPr>
        </p:nvSpPr>
        <p:spPr/>
        <p:txBody>
          <a:bodyPr/>
          <a:lstStyle/>
          <a:p>
            <a:fld id="{B7CF8A19-3A9E-4ABC-B336-2FDDE321C72D}" type="slidenum">
              <a:rPr lang="en-US" smtClean="0"/>
              <a:pPr/>
              <a:t>‹#›</a:t>
            </a:fld>
            <a:endParaRPr lang="en-US" dirty="0"/>
          </a:p>
        </p:txBody>
      </p:sp>
    </p:spTree>
    <p:custDataLst>
      <p:tags r:id="rId1"/>
    </p:custDataLst>
    <p:extLst>
      <p:ext uri="{BB962C8B-B14F-4D97-AF65-F5344CB8AC3E}">
        <p14:creationId xmlns:p14="http://schemas.microsoft.com/office/powerpoint/2010/main" val="13777321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Content w/ Long Titl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EC7DB1-AF77-4C23-97D2-AB7420353204}"/>
              </a:ext>
            </a:extLst>
          </p:cNvPr>
          <p:cNvSpPr>
            <a:spLocks noGrp="1"/>
          </p:cNvSpPr>
          <p:nvPr>
            <p:ph type="title" hasCustomPrompt="1"/>
          </p:nvPr>
        </p:nvSpPr>
        <p:spPr>
          <a:xfrm>
            <a:off x="0" y="0"/>
            <a:ext cx="9143999" cy="603250"/>
          </a:xfrm>
          <a:prstGeom prst="rect">
            <a:avLst/>
          </a:prstGeom>
        </p:spPr>
        <p:txBody>
          <a:bodyPr/>
          <a:lstStyle>
            <a:lvl1pPr>
              <a:defRPr sz="2000"/>
            </a:lvl1pPr>
          </a:lstStyle>
          <a:p>
            <a:r>
              <a:rPr lang="en-US"/>
              <a:t>Long Topic Title that Requires a Smaller Font Size to Fit in the Title Box</a:t>
            </a:r>
            <a:endParaRPr lang="en-GB"/>
          </a:p>
        </p:txBody>
      </p:sp>
      <p:sp>
        <p:nvSpPr>
          <p:cNvPr id="10" name="Text Placeholder 10">
            <a:extLst>
              <a:ext uri="{FF2B5EF4-FFF2-40B4-BE49-F238E27FC236}">
                <a16:creationId xmlns:a16="http://schemas.microsoft.com/office/drawing/2014/main" id="{9133DACF-FEBA-45AC-9EB7-694DBCD1BE0F}"/>
              </a:ext>
            </a:extLst>
          </p:cNvPr>
          <p:cNvSpPr>
            <a:spLocks noGrp="1"/>
          </p:cNvSpPr>
          <p:nvPr>
            <p:ph idx="1"/>
          </p:nvPr>
        </p:nvSpPr>
        <p:spPr>
          <a:xfrm>
            <a:off x="146050" y="746760"/>
            <a:ext cx="8870950" cy="404622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Slide Number Placeholder 2">
            <a:extLst>
              <a:ext uri="{FF2B5EF4-FFF2-40B4-BE49-F238E27FC236}">
                <a16:creationId xmlns:a16="http://schemas.microsoft.com/office/drawing/2014/main" id="{997C70C8-90CB-4519-B236-5C8D99A8D6CC}"/>
              </a:ext>
            </a:extLst>
          </p:cNvPr>
          <p:cNvSpPr>
            <a:spLocks noGrp="1"/>
          </p:cNvSpPr>
          <p:nvPr>
            <p:ph type="sldNum" sz="quarter" idx="10"/>
          </p:nvPr>
        </p:nvSpPr>
        <p:spPr/>
        <p:txBody>
          <a:bodyPr/>
          <a:lstStyle/>
          <a:p>
            <a:fld id="{B7CF8A19-3A9E-4ABC-B336-2FDDE321C72D}" type="slidenum">
              <a:rPr lang="en-US" smtClean="0"/>
              <a:pPr/>
              <a:t>‹#›</a:t>
            </a:fld>
            <a:endParaRPr lang="en-US" dirty="0"/>
          </a:p>
        </p:txBody>
      </p:sp>
    </p:spTree>
    <p:custDataLst>
      <p:tags r:id="rId1"/>
    </p:custDataLst>
    <p:extLst>
      <p:ext uri="{BB962C8B-B14F-4D97-AF65-F5344CB8AC3E}">
        <p14:creationId xmlns:p14="http://schemas.microsoft.com/office/powerpoint/2010/main" val="298591421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Image and Attribu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EC7DB1-AF77-4C23-97D2-AB7420353204}"/>
              </a:ext>
            </a:extLst>
          </p:cNvPr>
          <p:cNvSpPr>
            <a:spLocks noGrp="1"/>
          </p:cNvSpPr>
          <p:nvPr>
            <p:ph type="title" hasCustomPrompt="1"/>
          </p:nvPr>
        </p:nvSpPr>
        <p:spPr>
          <a:xfrm>
            <a:off x="0" y="0"/>
            <a:ext cx="9143999" cy="603250"/>
          </a:xfrm>
          <a:prstGeom prst="rect">
            <a:avLst/>
          </a:prstGeom>
        </p:spPr>
        <p:txBody>
          <a:bodyPr/>
          <a:lstStyle>
            <a:lvl1pPr>
              <a:defRPr/>
            </a:lvl1pPr>
          </a:lstStyle>
          <a:p>
            <a:r>
              <a:rPr lang="en-US"/>
              <a:t>Topic Title</a:t>
            </a:r>
            <a:endParaRPr lang="en-GB"/>
          </a:p>
        </p:txBody>
      </p:sp>
      <p:sp>
        <p:nvSpPr>
          <p:cNvPr id="3" name="Slide Number Placeholder 2">
            <a:extLst>
              <a:ext uri="{FF2B5EF4-FFF2-40B4-BE49-F238E27FC236}">
                <a16:creationId xmlns:a16="http://schemas.microsoft.com/office/drawing/2014/main" id="{997C70C8-90CB-4519-B236-5C8D99A8D6CC}"/>
              </a:ext>
            </a:extLst>
          </p:cNvPr>
          <p:cNvSpPr>
            <a:spLocks noGrp="1"/>
          </p:cNvSpPr>
          <p:nvPr>
            <p:ph type="sldNum" sz="quarter" idx="10"/>
          </p:nvPr>
        </p:nvSpPr>
        <p:spPr/>
        <p:txBody>
          <a:bodyPr/>
          <a:lstStyle/>
          <a:p>
            <a:fld id="{B7CF8A19-3A9E-4ABC-B336-2FDDE321C72D}" type="slidenum">
              <a:rPr lang="en-US" smtClean="0"/>
              <a:pPr/>
              <a:t>‹#›</a:t>
            </a:fld>
            <a:endParaRPr lang="en-US" dirty="0"/>
          </a:p>
        </p:txBody>
      </p:sp>
      <p:sp>
        <p:nvSpPr>
          <p:cNvPr id="4" name="Text Placeholder 10">
            <a:extLst>
              <a:ext uri="{FF2B5EF4-FFF2-40B4-BE49-F238E27FC236}">
                <a16:creationId xmlns:a16="http://schemas.microsoft.com/office/drawing/2014/main" id="{14133404-1EF1-C64B-A104-2BC02D120C37}"/>
              </a:ext>
            </a:extLst>
          </p:cNvPr>
          <p:cNvSpPr>
            <a:spLocks noGrp="1"/>
          </p:cNvSpPr>
          <p:nvPr>
            <p:ph idx="11" hasCustomPrompt="1"/>
          </p:nvPr>
        </p:nvSpPr>
        <p:spPr>
          <a:xfrm>
            <a:off x="146049" y="4518212"/>
            <a:ext cx="8870950" cy="274768"/>
          </a:xfrm>
          <a:prstGeom prst="rect">
            <a:avLst/>
          </a:prstGeom>
        </p:spPr>
        <p:txBody>
          <a:bodyPr vert="horz" lIns="91440" tIns="45720" rIns="91440" bIns="45720" rtlCol="0">
            <a:normAutofit/>
          </a:bodyPr>
          <a:lstStyle>
            <a:lvl1pPr marL="0" indent="0" algn="ctr">
              <a:buNone/>
              <a:defRPr sz="900" i="1"/>
            </a:lvl1pPr>
          </a:lstStyle>
          <a:p>
            <a:pPr lvl="0"/>
            <a:r>
              <a:rPr lang="en-US"/>
              <a:t>Image Attribution</a:t>
            </a:r>
          </a:p>
        </p:txBody>
      </p:sp>
      <p:sp>
        <p:nvSpPr>
          <p:cNvPr id="6" name="Picture Placeholder 5">
            <a:extLst>
              <a:ext uri="{FF2B5EF4-FFF2-40B4-BE49-F238E27FC236}">
                <a16:creationId xmlns:a16="http://schemas.microsoft.com/office/drawing/2014/main" id="{B60091C6-A4E2-7816-56F7-8B21A97E0C14}"/>
              </a:ext>
            </a:extLst>
          </p:cNvPr>
          <p:cNvSpPr>
            <a:spLocks noGrp="1"/>
          </p:cNvSpPr>
          <p:nvPr>
            <p:ph type="pic" sz="quarter" idx="12"/>
          </p:nvPr>
        </p:nvSpPr>
        <p:spPr>
          <a:xfrm>
            <a:off x="127000" y="725488"/>
            <a:ext cx="8890000" cy="3700462"/>
          </a:xfrm>
        </p:spPr>
        <p:txBody>
          <a:bodyPr/>
          <a:lstStyle/>
          <a:p>
            <a:endParaRPr lang="en-US" dirty="0"/>
          </a:p>
        </p:txBody>
      </p:sp>
    </p:spTree>
    <p:custDataLst>
      <p:tags r:id="rId1"/>
    </p:custDataLst>
    <p:extLst>
      <p:ext uri="{BB962C8B-B14F-4D97-AF65-F5344CB8AC3E}">
        <p14:creationId xmlns:p14="http://schemas.microsoft.com/office/powerpoint/2010/main" val="92713079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Image and Attribution w/ Long Titl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EC7DB1-AF77-4C23-97D2-AB7420353204}"/>
              </a:ext>
            </a:extLst>
          </p:cNvPr>
          <p:cNvSpPr>
            <a:spLocks noGrp="1"/>
          </p:cNvSpPr>
          <p:nvPr>
            <p:ph type="title" hasCustomPrompt="1"/>
          </p:nvPr>
        </p:nvSpPr>
        <p:spPr>
          <a:xfrm>
            <a:off x="0" y="0"/>
            <a:ext cx="9143999" cy="603250"/>
          </a:xfrm>
          <a:prstGeom prst="rect">
            <a:avLst/>
          </a:prstGeom>
        </p:spPr>
        <p:txBody>
          <a:bodyPr/>
          <a:lstStyle>
            <a:lvl1pPr>
              <a:defRPr sz="2000"/>
            </a:lvl1pPr>
          </a:lstStyle>
          <a:p>
            <a:r>
              <a:rPr lang="en-US"/>
              <a:t>Long Topic Title that Requires a Smaller Font Size to Fit in the Title Box</a:t>
            </a:r>
            <a:endParaRPr lang="en-GB"/>
          </a:p>
        </p:txBody>
      </p:sp>
      <p:sp>
        <p:nvSpPr>
          <p:cNvPr id="3" name="Slide Number Placeholder 2">
            <a:extLst>
              <a:ext uri="{FF2B5EF4-FFF2-40B4-BE49-F238E27FC236}">
                <a16:creationId xmlns:a16="http://schemas.microsoft.com/office/drawing/2014/main" id="{997C70C8-90CB-4519-B236-5C8D99A8D6CC}"/>
              </a:ext>
            </a:extLst>
          </p:cNvPr>
          <p:cNvSpPr>
            <a:spLocks noGrp="1"/>
          </p:cNvSpPr>
          <p:nvPr>
            <p:ph type="sldNum" sz="quarter" idx="10"/>
          </p:nvPr>
        </p:nvSpPr>
        <p:spPr/>
        <p:txBody>
          <a:bodyPr/>
          <a:lstStyle/>
          <a:p>
            <a:fld id="{B7CF8A19-3A9E-4ABC-B336-2FDDE321C72D}" type="slidenum">
              <a:rPr lang="en-US" smtClean="0"/>
              <a:pPr/>
              <a:t>‹#›</a:t>
            </a:fld>
            <a:endParaRPr lang="en-US" dirty="0"/>
          </a:p>
        </p:txBody>
      </p:sp>
      <p:sp>
        <p:nvSpPr>
          <p:cNvPr id="4" name="Text Placeholder 10">
            <a:extLst>
              <a:ext uri="{FF2B5EF4-FFF2-40B4-BE49-F238E27FC236}">
                <a16:creationId xmlns:a16="http://schemas.microsoft.com/office/drawing/2014/main" id="{14133404-1EF1-C64B-A104-2BC02D120C37}"/>
              </a:ext>
            </a:extLst>
          </p:cNvPr>
          <p:cNvSpPr>
            <a:spLocks noGrp="1"/>
          </p:cNvSpPr>
          <p:nvPr>
            <p:ph idx="11" hasCustomPrompt="1"/>
          </p:nvPr>
        </p:nvSpPr>
        <p:spPr>
          <a:xfrm>
            <a:off x="146049" y="4518212"/>
            <a:ext cx="8870950" cy="274768"/>
          </a:xfrm>
          <a:prstGeom prst="rect">
            <a:avLst/>
          </a:prstGeom>
        </p:spPr>
        <p:txBody>
          <a:bodyPr vert="horz" lIns="91440" tIns="45720" rIns="91440" bIns="45720" rtlCol="0">
            <a:normAutofit/>
          </a:bodyPr>
          <a:lstStyle>
            <a:lvl1pPr marL="0" indent="0" algn="ctr">
              <a:buNone/>
              <a:defRPr sz="900" i="1"/>
            </a:lvl1pPr>
          </a:lstStyle>
          <a:p>
            <a:pPr lvl="0"/>
            <a:r>
              <a:rPr lang="en-US"/>
              <a:t>Image Attribution</a:t>
            </a:r>
          </a:p>
        </p:txBody>
      </p:sp>
      <p:sp>
        <p:nvSpPr>
          <p:cNvPr id="6" name="Picture Placeholder 5">
            <a:extLst>
              <a:ext uri="{FF2B5EF4-FFF2-40B4-BE49-F238E27FC236}">
                <a16:creationId xmlns:a16="http://schemas.microsoft.com/office/drawing/2014/main" id="{B60091C6-A4E2-7816-56F7-8B21A97E0C14}"/>
              </a:ext>
            </a:extLst>
          </p:cNvPr>
          <p:cNvSpPr>
            <a:spLocks noGrp="1"/>
          </p:cNvSpPr>
          <p:nvPr>
            <p:ph type="pic" sz="quarter" idx="12"/>
          </p:nvPr>
        </p:nvSpPr>
        <p:spPr>
          <a:xfrm>
            <a:off x="127000" y="725488"/>
            <a:ext cx="8890000" cy="3700462"/>
          </a:xfrm>
        </p:spPr>
        <p:txBody>
          <a:bodyPr/>
          <a:lstStyle/>
          <a:p>
            <a:endParaRPr lang="en-US" dirty="0"/>
          </a:p>
        </p:txBody>
      </p:sp>
    </p:spTree>
    <p:custDataLst>
      <p:tags r:id="rId1"/>
    </p:custDataLst>
    <p:extLst>
      <p:ext uri="{BB962C8B-B14F-4D97-AF65-F5344CB8AC3E}">
        <p14:creationId xmlns:p14="http://schemas.microsoft.com/office/powerpoint/2010/main" val="401888913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FC333B3E-5BEA-4514-BC19-7601420AECFA}"/>
              </a:ext>
            </a:extLst>
          </p:cNvPr>
          <p:cNvSpPr>
            <a:spLocks noGrp="1"/>
          </p:cNvSpPr>
          <p:nvPr>
            <p:ph type="title" hasCustomPrompt="1"/>
          </p:nvPr>
        </p:nvSpPr>
        <p:spPr>
          <a:xfrm>
            <a:off x="0" y="0"/>
            <a:ext cx="9143999" cy="603250"/>
          </a:xfrm>
          <a:prstGeom prst="rect">
            <a:avLst/>
          </a:prstGeom>
        </p:spPr>
        <p:txBody>
          <a:bodyPr/>
          <a:lstStyle>
            <a:lvl1pPr>
              <a:defRPr/>
            </a:lvl1pPr>
          </a:lstStyle>
          <a:p>
            <a:r>
              <a:rPr lang="en-US"/>
              <a:t>Topic Title</a:t>
            </a:r>
          </a:p>
        </p:txBody>
      </p:sp>
      <p:sp>
        <p:nvSpPr>
          <p:cNvPr id="11" name="Text Placeholder 10">
            <a:extLst>
              <a:ext uri="{FF2B5EF4-FFF2-40B4-BE49-F238E27FC236}">
                <a16:creationId xmlns:a16="http://schemas.microsoft.com/office/drawing/2014/main" id="{5E22AB62-0F44-4520-87A4-B6F4E29936B4}"/>
              </a:ext>
            </a:extLst>
          </p:cNvPr>
          <p:cNvSpPr>
            <a:spLocks noGrp="1"/>
          </p:cNvSpPr>
          <p:nvPr>
            <p:ph idx="1"/>
          </p:nvPr>
        </p:nvSpPr>
        <p:spPr>
          <a:xfrm>
            <a:off x="146049" y="746760"/>
            <a:ext cx="4353949" cy="404622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Text Placeholder 10">
            <a:extLst>
              <a:ext uri="{FF2B5EF4-FFF2-40B4-BE49-F238E27FC236}">
                <a16:creationId xmlns:a16="http://schemas.microsoft.com/office/drawing/2014/main" id="{0FCEDE76-6906-4DE3-843C-BBB6CA5A2170}"/>
              </a:ext>
            </a:extLst>
          </p:cNvPr>
          <p:cNvSpPr>
            <a:spLocks noGrp="1"/>
          </p:cNvSpPr>
          <p:nvPr>
            <p:ph idx="12"/>
          </p:nvPr>
        </p:nvSpPr>
        <p:spPr>
          <a:xfrm>
            <a:off x="4636383" y="746760"/>
            <a:ext cx="4380617" cy="404622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Slide Number Placeholder 1">
            <a:extLst>
              <a:ext uri="{FF2B5EF4-FFF2-40B4-BE49-F238E27FC236}">
                <a16:creationId xmlns:a16="http://schemas.microsoft.com/office/drawing/2014/main" id="{56B2E2FA-09DF-4717-B99F-F1A240733DAC}"/>
              </a:ext>
            </a:extLst>
          </p:cNvPr>
          <p:cNvSpPr>
            <a:spLocks noGrp="1"/>
          </p:cNvSpPr>
          <p:nvPr>
            <p:ph type="sldNum" sz="quarter" idx="13"/>
          </p:nvPr>
        </p:nvSpPr>
        <p:spPr/>
        <p:txBody>
          <a:bodyPr/>
          <a:lstStyle/>
          <a:p>
            <a:fld id="{B7CF8A19-3A9E-4ABC-B336-2FDDE321C72D}" type="slidenum">
              <a:rPr lang="en-US" smtClean="0"/>
              <a:pPr/>
              <a:t>‹#›</a:t>
            </a:fld>
            <a:endParaRPr lang="en-US" dirty="0"/>
          </a:p>
        </p:txBody>
      </p:sp>
    </p:spTree>
    <p:custDataLst>
      <p:tags r:id="rId1"/>
    </p:custDataLst>
    <p:extLst>
      <p:ext uri="{BB962C8B-B14F-4D97-AF65-F5344CB8AC3E}">
        <p14:creationId xmlns:p14="http://schemas.microsoft.com/office/powerpoint/2010/main" val="385396122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wo Content w/ Long Title">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FC333B3E-5BEA-4514-BC19-7601420AECFA}"/>
              </a:ext>
            </a:extLst>
          </p:cNvPr>
          <p:cNvSpPr>
            <a:spLocks noGrp="1"/>
          </p:cNvSpPr>
          <p:nvPr>
            <p:ph type="title" hasCustomPrompt="1"/>
          </p:nvPr>
        </p:nvSpPr>
        <p:spPr>
          <a:xfrm>
            <a:off x="0" y="0"/>
            <a:ext cx="9143999" cy="603250"/>
          </a:xfrm>
          <a:prstGeom prst="rect">
            <a:avLst/>
          </a:prstGeom>
        </p:spPr>
        <p:txBody>
          <a:bodyPr/>
          <a:lstStyle>
            <a:lvl1pPr>
              <a:defRPr sz="2000"/>
            </a:lvl1pPr>
          </a:lstStyle>
          <a:p>
            <a:r>
              <a:rPr lang="en-US"/>
              <a:t>Long Topic Title that Requires a Smaller Font Size to Fit in the Title Box</a:t>
            </a:r>
          </a:p>
        </p:txBody>
      </p:sp>
      <p:sp>
        <p:nvSpPr>
          <p:cNvPr id="11" name="Text Placeholder 10">
            <a:extLst>
              <a:ext uri="{FF2B5EF4-FFF2-40B4-BE49-F238E27FC236}">
                <a16:creationId xmlns:a16="http://schemas.microsoft.com/office/drawing/2014/main" id="{5E22AB62-0F44-4520-87A4-B6F4E29936B4}"/>
              </a:ext>
            </a:extLst>
          </p:cNvPr>
          <p:cNvSpPr>
            <a:spLocks noGrp="1"/>
          </p:cNvSpPr>
          <p:nvPr>
            <p:ph idx="1"/>
          </p:nvPr>
        </p:nvSpPr>
        <p:spPr>
          <a:xfrm>
            <a:off x="146049" y="746760"/>
            <a:ext cx="4353949" cy="404622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Text Placeholder 10">
            <a:extLst>
              <a:ext uri="{FF2B5EF4-FFF2-40B4-BE49-F238E27FC236}">
                <a16:creationId xmlns:a16="http://schemas.microsoft.com/office/drawing/2014/main" id="{0FCEDE76-6906-4DE3-843C-BBB6CA5A2170}"/>
              </a:ext>
            </a:extLst>
          </p:cNvPr>
          <p:cNvSpPr>
            <a:spLocks noGrp="1"/>
          </p:cNvSpPr>
          <p:nvPr>
            <p:ph idx="12"/>
          </p:nvPr>
        </p:nvSpPr>
        <p:spPr>
          <a:xfrm>
            <a:off x="4636383" y="746760"/>
            <a:ext cx="4380617" cy="404622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Slide Number Placeholder 1">
            <a:extLst>
              <a:ext uri="{FF2B5EF4-FFF2-40B4-BE49-F238E27FC236}">
                <a16:creationId xmlns:a16="http://schemas.microsoft.com/office/drawing/2014/main" id="{56B2E2FA-09DF-4717-B99F-F1A240733DAC}"/>
              </a:ext>
            </a:extLst>
          </p:cNvPr>
          <p:cNvSpPr>
            <a:spLocks noGrp="1"/>
          </p:cNvSpPr>
          <p:nvPr>
            <p:ph type="sldNum" sz="quarter" idx="13"/>
          </p:nvPr>
        </p:nvSpPr>
        <p:spPr/>
        <p:txBody>
          <a:bodyPr/>
          <a:lstStyle/>
          <a:p>
            <a:fld id="{B7CF8A19-3A9E-4ABC-B336-2FDDE321C72D}" type="slidenum">
              <a:rPr lang="en-US" smtClean="0"/>
              <a:pPr/>
              <a:t>‹#›</a:t>
            </a:fld>
            <a:endParaRPr lang="en-US" dirty="0"/>
          </a:p>
        </p:txBody>
      </p:sp>
    </p:spTree>
    <p:custDataLst>
      <p:tags r:id="rId1"/>
    </p:custDataLst>
    <p:extLst>
      <p:ext uri="{BB962C8B-B14F-4D97-AF65-F5344CB8AC3E}">
        <p14:creationId xmlns:p14="http://schemas.microsoft.com/office/powerpoint/2010/main" val="151709064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Image, Attribution, and Content">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FC333B3E-5BEA-4514-BC19-7601420AECFA}"/>
              </a:ext>
            </a:extLst>
          </p:cNvPr>
          <p:cNvSpPr>
            <a:spLocks noGrp="1"/>
          </p:cNvSpPr>
          <p:nvPr>
            <p:ph type="title" hasCustomPrompt="1"/>
          </p:nvPr>
        </p:nvSpPr>
        <p:spPr>
          <a:xfrm>
            <a:off x="0" y="0"/>
            <a:ext cx="9143999" cy="603250"/>
          </a:xfrm>
          <a:prstGeom prst="rect">
            <a:avLst/>
          </a:prstGeom>
        </p:spPr>
        <p:txBody>
          <a:bodyPr/>
          <a:lstStyle>
            <a:lvl1pPr>
              <a:defRPr sz="2800"/>
            </a:lvl1pPr>
          </a:lstStyle>
          <a:p>
            <a:r>
              <a:rPr lang="en-US"/>
              <a:t>Topic Title</a:t>
            </a:r>
          </a:p>
        </p:txBody>
      </p:sp>
      <p:sp>
        <p:nvSpPr>
          <p:cNvPr id="11" name="Text Placeholder 10">
            <a:extLst>
              <a:ext uri="{FF2B5EF4-FFF2-40B4-BE49-F238E27FC236}">
                <a16:creationId xmlns:a16="http://schemas.microsoft.com/office/drawing/2014/main" id="{5E22AB62-0F44-4520-87A4-B6F4E29936B4}"/>
              </a:ext>
            </a:extLst>
          </p:cNvPr>
          <p:cNvSpPr>
            <a:spLocks noGrp="1"/>
          </p:cNvSpPr>
          <p:nvPr>
            <p:ph idx="1" hasCustomPrompt="1"/>
          </p:nvPr>
        </p:nvSpPr>
        <p:spPr>
          <a:xfrm>
            <a:off x="146049" y="4518212"/>
            <a:ext cx="4353949" cy="274768"/>
          </a:xfrm>
          <a:prstGeom prst="rect">
            <a:avLst/>
          </a:prstGeom>
        </p:spPr>
        <p:txBody>
          <a:bodyPr vert="horz" lIns="91440" tIns="45720" rIns="91440" bIns="45720" rtlCol="0">
            <a:normAutofit/>
          </a:bodyPr>
          <a:lstStyle>
            <a:lvl1pPr marL="0" indent="0" algn="ctr">
              <a:buNone/>
              <a:defRPr sz="900" i="1"/>
            </a:lvl1pPr>
          </a:lstStyle>
          <a:p>
            <a:pPr lvl="0"/>
            <a:r>
              <a:rPr lang="en-US"/>
              <a:t>Image Attribution</a:t>
            </a:r>
          </a:p>
        </p:txBody>
      </p:sp>
      <p:sp>
        <p:nvSpPr>
          <p:cNvPr id="13" name="Text Placeholder 10">
            <a:extLst>
              <a:ext uri="{FF2B5EF4-FFF2-40B4-BE49-F238E27FC236}">
                <a16:creationId xmlns:a16="http://schemas.microsoft.com/office/drawing/2014/main" id="{0FCEDE76-6906-4DE3-843C-BBB6CA5A2170}"/>
              </a:ext>
            </a:extLst>
          </p:cNvPr>
          <p:cNvSpPr>
            <a:spLocks noGrp="1"/>
          </p:cNvSpPr>
          <p:nvPr>
            <p:ph idx="12"/>
          </p:nvPr>
        </p:nvSpPr>
        <p:spPr>
          <a:xfrm>
            <a:off x="4636383" y="746760"/>
            <a:ext cx="4380617" cy="404622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Slide Number Placeholder 1">
            <a:extLst>
              <a:ext uri="{FF2B5EF4-FFF2-40B4-BE49-F238E27FC236}">
                <a16:creationId xmlns:a16="http://schemas.microsoft.com/office/drawing/2014/main" id="{56B2E2FA-09DF-4717-B99F-F1A240733DAC}"/>
              </a:ext>
            </a:extLst>
          </p:cNvPr>
          <p:cNvSpPr>
            <a:spLocks noGrp="1"/>
          </p:cNvSpPr>
          <p:nvPr>
            <p:ph type="sldNum" sz="quarter" idx="13"/>
          </p:nvPr>
        </p:nvSpPr>
        <p:spPr/>
        <p:txBody>
          <a:bodyPr/>
          <a:lstStyle/>
          <a:p>
            <a:fld id="{B7CF8A19-3A9E-4ABC-B336-2FDDE321C72D}" type="slidenum">
              <a:rPr lang="en-US" smtClean="0"/>
              <a:pPr/>
              <a:t>‹#›</a:t>
            </a:fld>
            <a:endParaRPr lang="en-US" dirty="0"/>
          </a:p>
        </p:txBody>
      </p:sp>
      <p:sp>
        <p:nvSpPr>
          <p:cNvPr id="4" name="Picture Placeholder 3">
            <a:extLst>
              <a:ext uri="{FF2B5EF4-FFF2-40B4-BE49-F238E27FC236}">
                <a16:creationId xmlns:a16="http://schemas.microsoft.com/office/drawing/2014/main" id="{EC59B256-B3DA-F502-7D0F-6BD97C0C8446}"/>
              </a:ext>
            </a:extLst>
          </p:cNvPr>
          <p:cNvSpPr>
            <a:spLocks noGrp="1"/>
          </p:cNvSpPr>
          <p:nvPr>
            <p:ph type="pic" sz="quarter" idx="14"/>
          </p:nvPr>
        </p:nvSpPr>
        <p:spPr>
          <a:xfrm>
            <a:off x="155074" y="746760"/>
            <a:ext cx="4352544" cy="3675888"/>
          </a:xfrm>
        </p:spPr>
        <p:txBody>
          <a:bodyPr/>
          <a:lstStyle/>
          <a:p>
            <a:endParaRPr lang="en-US" dirty="0"/>
          </a:p>
        </p:txBody>
      </p:sp>
    </p:spTree>
    <p:custDataLst>
      <p:tags r:id="rId1"/>
    </p:custDataLst>
    <p:extLst>
      <p:ext uri="{BB962C8B-B14F-4D97-AF65-F5344CB8AC3E}">
        <p14:creationId xmlns:p14="http://schemas.microsoft.com/office/powerpoint/2010/main" val="95696791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Image, Attribution, and Content w/ Long Title">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FC333B3E-5BEA-4514-BC19-7601420AECFA}"/>
              </a:ext>
            </a:extLst>
          </p:cNvPr>
          <p:cNvSpPr>
            <a:spLocks noGrp="1"/>
          </p:cNvSpPr>
          <p:nvPr>
            <p:ph type="title" hasCustomPrompt="1"/>
          </p:nvPr>
        </p:nvSpPr>
        <p:spPr>
          <a:xfrm>
            <a:off x="0" y="0"/>
            <a:ext cx="9143999" cy="603250"/>
          </a:xfrm>
          <a:prstGeom prst="rect">
            <a:avLst/>
          </a:prstGeom>
        </p:spPr>
        <p:txBody>
          <a:bodyPr/>
          <a:lstStyle>
            <a:lvl1pPr>
              <a:defRPr sz="2000"/>
            </a:lvl1pPr>
          </a:lstStyle>
          <a:p>
            <a:r>
              <a:rPr lang="en-US"/>
              <a:t>Long Topic Title that Requires a Smaller Font Size to Fit in the Title Box</a:t>
            </a:r>
          </a:p>
        </p:txBody>
      </p:sp>
      <p:sp>
        <p:nvSpPr>
          <p:cNvPr id="11" name="Text Placeholder 10">
            <a:extLst>
              <a:ext uri="{FF2B5EF4-FFF2-40B4-BE49-F238E27FC236}">
                <a16:creationId xmlns:a16="http://schemas.microsoft.com/office/drawing/2014/main" id="{5E22AB62-0F44-4520-87A4-B6F4E29936B4}"/>
              </a:ext>
            </a:extLst>
          </p:cNvPr>
          <p:cNvSpPr>
            <a:spLocks noGrp="1"/>
          </p:cNvSpPr>
          <p:nvPr>
            <p:ph idx="1" hasCustomPrompt="1"/>
          </p:nvPr>
        </p:nvSpPr>
        <p:spPr>
          <a:xfrm>
            <a:off x="127000" y="4518212"/>
            <a:ext cx="4379976" cy="274768"/>
          </a:xfrm>
          <a:prstGeom prst="rect">
            <a:avLst/>
          </a:prstGeom>
        </p:spPr>
        <p:txBody>
          <a:bodyPr vert="horz" lIns="91440" tIns="45720" rIns="91440" bIns="45720" rtlCol="0">
            <a:normAutofit/>
          </a:bodyPr>
          <a:lstStyle>
            <a:lvl1pPr marL="0" indent="0" algn="ctr">
              <a:buNone/>
              <a:defRPr sz="900" i="1"/>
            </a:lvl1pPr>
          </a:lstStyle>
          <a:p>
            <a:pPr lvl="0"/>
            <a:r>
              <a:rPr lang="en-US"/>
              <a:t>Image Attribution</a:t>
            </a:r>
          </a:p>
        </p:txBody>
      </p:sp>
      <p:sp>
        <p:nvSpPr>
          <p:cNvPr id="13" name="Text Placeholder 10">
            <a:extLst>
              <a:ext uri="{FF2B5EF4-FFF2-40B4-BE49-F238E27FC236}">
                <a16:creationId xmlns:a16="http://schemas.microsoft.com/office/drawing/2014/main" id="{0FCEDE76-6906-4DE3-843C-BBB6CA5A2170}"/>
              </a:ext>
            </a:extLst>
          </p:cNvPr>
          <p:cNvSpPr>
            <a:spLocks noGrp="1"/>
          </p:cNvSpPr>
          <p:nvPr>
            <p:ph idx="12"/>
          </p:nvPr>
        </p:nvSpPr>
        <p:spPr>
          <a:xfrm>
            <a:off x="4636383" y="746760"/>
            <a:ext cx="4380617" cy="404622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Slide Number Placeholder 1">
            <a:extLst>
              <a:ext uri="{FF2B5EF4-FFF2-40B4-BE49-F238E27FC236}">
                <a16:creationId xmlns:a16="http://schemas.microsoft.com/office/drawing/2014/main" id="{56B2E2FA-09DF-4717-B99F-F1A240733DAC}"/>
              </a:ext>
            </a:extLst>
          </p:cNvPr>
          <p:cNvSpPr>
            <a:spLocks noGrp="1"/>
          </p:cNvSpPr>
          <p:nvPr>
            <p:ph type="sldNum" sz="quarter" idx="13"/>
          </p:nvPr>
        </p:nvSpPr>
        <p:spPr/>
        <p:txBody>
          <a:bodyPr/>
          <a:lstStyle/>
          <a:p>
            <a:fld id="{B7CF8A19-3A9E-4ABC-B336-2FDDE321C72D}" type="slidenum">
              <a:rPr lang="en-US" smtClean="0"/>
              <a:pPr/>
              <a:t>‹#›</a:t>
            </a:fld>
            <a:endParaRPr lang="en-US" dirty="0"/>
          </a:p>
        </p:txBody>
      </p:sp>
      <p:sp>
        <p:nvSpPr>
          <p:cNvPr id="4" name="Picture Placeholder 3">
            <a:extLst>
              <a:ext uri="{FF2B5EF4-FFF2-40B4-BE49-F238E27FC236}">
                <a16:creationId xmlns:a16="http://schemas.microsoft.com/office/drawing/2014/main" id="{EC59B256-B3DA-F502-7D0F-6BD97C0C8446}"/>
              </a:ext>
            </a:extLst>
          </p:cNvPr>
          <p:cNvSpPr>
            <a:spLocks noGrp="1"/>
          </p:cNvSpPr>
          <p:nvPr>
            <p:ph type="pic" sz="quarter" idx="14"/>
          </p:nvPr>
        </p:nvSpPr>
        <p:spPr>
          <a:xfrm>
            <a:off x="127000" y="746760"/>
            <a:ext cx="4379976" cy="3677322"/>
          </a:xfrm>
        </p:spPr>
        <p:txBody>
          <a:bodyPr/>
          <a:lstStyle/>
          <a:p>
            <a:endParaRPr lang="en-US" dirty="0"/>
          </a:p>
        </p:txBody>
      </p:sp>
    </p:spTree>
    <p:custDataLst>
      <p:tags r:id="rId1"/>
    </p:custDataLst>
    <p:extLst>
      <p:ext uri="{BB962C8B-B14F-4D97-AF65-F5344CB8AC3E}">
        <p14:creationId xmlns:p14="http://schemas.microsoft.com/office/powerpoint/2010/main" val="167327980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Content, Image, and Attribution ">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FC333B3E-5BEA-4514-BC19-7601420AECFA}"/>
              </a:ext>
            </a:extLst>
          </p:cNvPr>
          <p:cNvSpPr>
            <a:spLocks noGrp="1"/>
          </p:cNvSpPr>
          <p:nvPr>
            <p:ph type="title" hasCustomPrompt="1"/>
          </p:nvPr>
        </p:nvSpPr>
        <p:spPr>
          <a:xfrm>
            <a:off x="0" y="0"/>
            <a:ext cx="9143999" cy="603250"/>
          </a:xfrm>
          <a:prstGeom prst="rect">
            <a:avLst/>
          </a:prstGeom>
        </p:spPr>
        <p:txBody>
          <a:bodyPr/>
          <a:lstStyle>
            <a:lvl1pPr>
              <a:defRPr sz="2800"/>
            </a:lvl1pPr>
          </a:lstStyle>
          <a:p>
            <a:r>
              <a:rPr lang="en-US"/>
              <a:t>Topic Title</a:t>
            </a:r>
          </a:p>
        </p:txBody>
      </p:sp>
      <p:sp>
        <p:nvSpPr>
          <p:cNvPr id="11" name="Text Placeholder 10">
            <a:extLst>
              <a:ext uri="{FF2B5EF4-FFF2-40B4-BE49-F238E27FC236}">
                <a16:creationId xmlns:a16="http://schemas.microsoft.com/office/drawing/2014/main" id="{5E22AB62-0F44-4520-87A4-B6F4E29936B4}"/>
              </a:ext>
            </a:extLst>
          </p:cNvPr>
          <p:cNvSpPr>
            <a:spLocks noGrp="1"/>
          </p:cNvSpPr>
          <p:nvPr>
            <p:ph idx="1" hasCustomPrompt="1"/>
          </p:nvPr>
        </p:nvSpPr>
        <p:spPr>
          <a:xfrm>
            <a:off x="4663051" y="4518212"/>
            <a:ext cx="4353949" cy="274768"/>
          </a:xfrm>
          <a:prstGeom prst="rect">
            <a:avLst/>
          </a:prstGeom>
        </p:spPr>
        <p:txBody>
          <a:bodyPr vert="horz" lIns="91440" tIns="45720" rIns="91440" bIns="45720" rtlCol="0">
            <a:normAutofit/>
          </a:bodyPr>
          <a:lstStyle>
            <a:lvl1pPr marL="0" indent="0" algn="ctr">
              <a:buNone/>
              <a:defRPr sz="900" i="1"/>
            </a:lvl1pPr>
          </a:lstStyle>
          <a:p>
            <a:pPr lvl="0"/>
            <a:r>
              <a:rPr lang="en-US"/>
              <a:t>Image Attribution</a:t>
            </a:r>
          </a:p>
        </p:txBody>
      </p:sp>
      <p:sp>
        <p:nvSpPr>
          <p:cNvPr id="13" name="Text Placeholder 10">
            <a:extLst>
              <a:ext uri="{FF2B5EF4-FFF2-40B4-BE49-F238E27FC236}">
                <a16:creationId xmlns:a16="http://schemas.microsoft.com/office/drawing/2014/main" id="{0FCEDE76-6906-4DE3-843C-BBB6CA5A2170}"/>
              </a:ext>
            </a:extLst>
          </p:cNvPr>
          <p:cNvSpPr>
            <a:spLocks noGrp="1"/>
          </p:cNvSpPr>
          <p:nvPr>
            <p:ph idx="12"/>
          </p:nvPr>
        </p:nvSpPr>
        <p:spPr>
          <a:xfrm>
            <a:off x="127000" y="746760"/>
            <a:ext cx="4380617" cy="404622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Slide Number Placeholder 1">
            <a:extLst>
              <a:ext uri="{FF2B5EF4-FFF2-40B4-BE49-F238E27FC236}">
                <a16:creationId xmlns:a16="http://schemas.microsoft.com/office/drawing/2014/main" id="{56B2E2FA-09DF-4717-B99F-F1A240733DAC}"/>
              </a:ext>
            </a:extLst>
          </p:cNvPr>
          <p:cNvSpPr>
            <a:spLocks noGrp="1"/>
          </p:cNvSpPr>
          <p:nvPr>
            <p:ph type="sldNum" sz="quarter" idx="13"/>
          </p:nvPr>
        </p:nvSpPr>
        <p:spPr/>
        <p:txBody>
          <a:bodyPr/>
          <a:lstStyle/>
          <a:p>
            <a:fld id="{B7CF8A19-3A9E-4ABC-B336-2FDDE321C72D}" type="slidenum">
              <a:rPr lang="en-US" smtClean="0"/>
              <a:pPr/>
              <a:t>‹#›</a:t>
            </a:fld>
            <a:endParaRPr lang="en-US" dirty="0"/>
          </a:p>
        </p:txBody>
      </p:sp>
      <p:sp>
        <p:nvSpPr>
          <p:cNvPr id="4" name="Picture Placeholder 3">
            <a:extLst>
              <a:ext uri="{FF2B5EF4-FFF2-40B4-BE49-F238E27FC236}">
                <a16:creationId xmlns:a16="http://schemas.microsoft.com/office/drawing/2014/main" id="{EC59B256-B3DA-F502-7D0F-6BD97C0C8446}"/>
              </a:ext>
            </a:extLst>
          </p:cNvPr>
          <p:cNvSpPr>
            <a:spLocks noGrp="1"/>
          </p:cNvSpPr>
          <p:nvPr>
            <p:ph type="pic" sz="quarter" idx="14"/>
          </p:nvPr>
        </p:nvSpPr>
        <p:spPr>
          <a:xfrm>
            <a:off x="4663051" y="746760"/>
            <a:ext cx="4379976" cy="3675888"/>
          </a:xfrm>
        </p:spPr>
        <p:txBody>
          <a:bodyPr/>
          <a:lstStyle/>
          <a:p>
            <a:endParaRPr lang="en-US" dirty="0"/>
          </a:p>
        </p:txBody>
      </p:sp>
    </p:spTree>
    <p:custDataLst>
      <p:tags r:id="rId1"/>
    </p:custDataLst>
    <p:extLst>
      <p:ext uri="{BB962C8B-B14F-4D97-AF65-F5344CB8AC3E}">
        <p14:creationId xmlns:p14="http://schemas.microsoft.com/office/powerpoint/2010/main" val="62313279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1_Content, Image, and Attribution w/ Long Title ">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FC333B3E-5BEA-4514-BC19-7601420AECFA}"/>
              </a:ext>
            </a:extLst>
          </p:cNvPr>
          <p:cNvSpPr>
            <a:spLocks noGrp="1"/>
          </p:cNvSpPr>
          <p:nvPr>
            <p:ph type="title" hasCustomPrompt="1"/>
          </p:nvPr>
        </p:nvSpPr>
        <p:spPr>
          <a:xfrm>
            <a:off x="0" y="0"/>
            <a:ext cx="9143999" cy="603250"/>
          </a:xfrm>
          <a:prstGeom prst="rect">
            <a:avLst/>
          </a:prstGeom>
        </p:spPr>
        <p:txBody>
          <a:bodyPr/>
          <a:lstStyle>
            <a:lvl1pPr>
              <a:defRPr sz="2000"/>
            </a:lvl1pPr>
          </a:lstStyle>
          <a:p>
            <a:r>
              <a:rPr lang="en-US"/>
              <a:t>Long Topic Title that Requires a Smaller Font Size to Fit in the Title Box</a:t>
            </a:r>
          </a:p>
        </p:txBody>
      </p:sp>
      <p:sp>
        <p:nvSpPr>
          <p:cNvPr id="11" name="Text Placeholder 10">
            <a:extLst>
              <a:ext uri="{FF2B5EF4-FFF2-40B4-BE49-F238E27FC236}">
                <a16:creationId xmlns:a16="http://schemas.microsoft.com/office/drawing/2014/main" id="{5E22AB62-0F44-4520-87A4-B6F4E29936B4}"/>
              </a:ext>
            </a:extLst>
          </p:cNvPr>
          <p:cNvSpPr>
            <a:spLocks noGrp="1"/>
          </p:cNvSpPr>
          <p:nvPr>
            <p:ph idx="1" hasCustomPrompt="1"/>
          </p:nvPr>
        </p:nvSpPr>
        <p:spPr>
          <a:xfrm>
            <a:off x="4663051" y="4518212"/>
            <a:ext cx="4353949" cy="274768"/>
          </a:xfrm>
          <a:prstGeom prst="rect">
            <a:avLst/>
          </a:prstGeom>
        </p:spPr>
        <p:txBody>
          <a:bodyPr vert="horz" lIns="91440" tIns="45720" rIns="91440" bIns="45720" rtlCol="0">
            <a:normAutofit/>
          </a:bodyPr>
          <a:lstStyle>
            <a:lvl1pPr marL="0" indent="0" algn="ctr">
              <a:buNone/>
              <a:defRPr sz="900" i="1"/>
            </a:lvl1pPr>
          </a:lstStyle>
          <a:p>
            <a:pPr lvl="0"/>
            <a:r>
              <a:rPr lang="en-US"/>
              <a:t>Image Attribution</a:t>
            </a:r>
          </a:p>
        </p:txBody>
      </p:sp>
      <p:sp>
        <p:nvSpPr>
          <p:cNvPr id="13" name="Text Placeholder 10">
            <a:extLst>
              <a:ext uri="{FF2B5EF4-FFF2-40B4-BE49-F238E27FC236}">
                <a16:creationId xmlns:a16="http://schemas.microsoft.com/office/drawing/2014/main" id="{0FCEDE76-6906-4DE3-843C-BBB6CA5A2170}"/>
              </a:ext>
            </a:extLst>
          </p:cNvPr>
          <p:cNvSpPr>
            <a:spLocks noGrp="1"/>
          </p:cNvSpPr>
          <p:nvPr>
            <p:ph idx="12"/>
          </p:nvPr>
        </p:nvSpPr>
        <p:spPr>
          <a:xfrm>
            <a:off x="127000" y="746760"/>
            <a:ext cx="4380617" cy="404622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Slide Number Placeholder 1">
            <a:extLst>
              <a:ext uri="{FF2B5EF4-FFF2-40B4-BE49-F238E27FC236}">
                <a16:creationId xmlns:a16="http://schemas.microsoft.com/office/drawing/2014/main" id="{56B2E2FA-09DF-4717-B99F-F1A240733DAC}"/>
              </a:ext>
            </a:extLst>
          </p:cNvPr>
          <p:cNvSpPr>
            <a:spLocks noGrp="1"/>
          </p:cNvSpPr>
          <p:nvPr>
            <p:ph type="sldNum" sz="quarter" idx="13"/>
          </p:nvPr>
        </p:nvSpPr>
        <p:spPr/>
        <p:txBody>
          <a:bodyPr/>
          <a:lstStyle/>
          <a:p>
            <a:fld id="{B7CF8A19-3A9E-4ABC-B336-2FDDE321C72D}" type="slidenum">
              <a:rPr lang="en-US" smtClean="0"/>
              <a:pPr/>
              <a:t>‹#›</a:t>
            </a:fld>
            <a:endParaRPr lang="en-US" dirty="0"/>
          </a:p>
        </p:txBody>
      </p:sp>
      <p:sp>
        <p:nvSpPr>
          <p:cNvPr id="4" name="Picture Placeholder 3">
            <a:extLst>
              <a:ext uri="{FF2B5EF4-FFF2-40B4-BE49-F238E27FC236}">
                <a16:creationId xmlns:a16="http://schemas.microsoft.com/office/drawing/2014/main" id="{EC59B256-B3DA-F502-7D0F-6BD97C0C8446}"/>
              </a:ext>
            </a:extLst>
          </p:cNvPr>
          <p:cNvSpPr>
            <a:spLocks noGrp="1"/>
          </p:cNvSpPr>
          <p:nvPr>
            <p:ph type="pic" sz="quarter" idx="14"/>
          </p:nvPr>
        </p:nvSpPr>
        <p:spPr>
          <a:xfrm>
            <a:off x="4663051" y="746760"/>
            <a:ext cx="4379976" cy="3675888"/>
          </a:xfrm>
        </p:spPr>
        <p:txBody>
          <a:bodyPr/>
          <a:lstStyle/>
          <a:p>
            <a:endParaRPr lang="en-US" dirty="0"/>
          </a:p>
        </p:txBody>
      </p:sp>
    </p:spTree>
    <p:custDataLst>
      <p:tags r:id="rId1"/>
    </p:custDataLst>
    <p:extLst>
      <p:ext uri="{BB962C8B-B14F-4D97-AF65-F5344CB8AC3E}">
        <p14:creationId xmlns:p14="http://schemas.microsoft.com/office/powerpoint/2010/main" val="191592691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146050" y="745483"/>
            <a:ext cx="4353948" cy="479822"/>
          </a:xfrm>
          <a:prstGeom prst="rect">
            <a:avLst/>
          </a:prstGeom>
        </p:spPr>
        <p:txBody>
          <a:bodyPr anchor="b">
            <a:noAutofit/>
          </a:bodyPr>
          <a:lstStyle>
            <a:lvl1pPr marL="0" indent="0" algn="l">
              <a:buNone/>
              <a:defRPr sz="2400" b="1">
                <a:solidFill>
                  <a:schemeClr val="tx2"/>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2" name="Title 1">
            <a:extLst>
              <a:ext uri="{FF2B5EF4-FFF2-40B4-BE49-F238E27FC236}">
                <a16:creationId xmlns:a16="http://schemas.microsoft.com/office/drawing/2014/main" id="{CBD8AA6A-10F2-4CA6-8925-E15CCE24451A}"/>
              </a:ext>
            </a:extLst>
          </p:cNvPr>
          <p:cNvSpPr>
            <a:spLocks noGrp="1"/>
          </p:cNvSpPr>
          <p:nvPr>
            <p:ph type="title" hasCustomPrompt="1"/>
          </p:nvPr>
        </p:nvSpPr>
        <p:spPr>
          <a:xfrm>
            <a:off x="0" y="0"/>
            <a:ext cx="9143999" cy="603250"/>
          </a:xfrm>
          <a:prstGeom prst="rect">
            <a:avLst/>
          </a:prstGeom>
        </p:spPr>
        <p:txBody>
          <a:bodyPr/>
          <a:lstStyle>
            <a:lvl1pPr>
              <a:defRPr/>
            </a:lvl1pPr>
          </a:lstStyle>
          <a:p>
            <a:r>
              <a:rPr lang="en-US"/>
              <a:t>Topic Title</a:t>
            </a:r>
          </a:p>
        </p:txBody>
      </p:sp>
      <p:sp>
        <p:nvSpPr>
          <p:cNvPr id="11" name="Text Placeholder 10">
            <a:extLst>
              <a:ext uri="{FF2B5EF4-FFF2-40B4-BE49-F238E27FC236}">
                <a16:creationId xmlns:a16="http://schemas.microsoft.com/office/drawing/2014/main" id="{5DEE39E2-5B69-4AB7-BDDE-B92E1D3BC1B2}"/>
              </a:ext>
            </a:extLst>
          </p:cNvPr>
          <p:cNvSpPr>
            <a:spLocks noGrp="1"/>
          </p:cNvSpPr>
          <p:nvPr>
            <p:ph idx="15"/>
          </p:nvPr>
        </p:nvSpPr>
        <p:spPr>
          <a:xfrm>
            <a:off x="146050" y="1367538"/>
            <a:ext cx="4353948" cy="3425442"/>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Text Placeholder 10">
            <a:extLst>
              <a:ext uri="{FF2B5EF4-FFF2-40B4-BE49-F238E27FC236}">
                <a16:creationId xmlns:a16="http://schemas.microsoft.com/office/drawing/2014/main" id="{6648BDE9-7085-42C7-97A5-A2C2D27A09D7}"/>
              </a:ext>
            </a:extLst>
          </p:cNvPr>
          <p:cNvSpPr>
            <a:spLocks noGrp="1"/>
          </p:cNvSpPr>
          <p:nvPr>
            <p:ph idx="16"/>
          </p:nvPr>
        </p:nvSpPr>
        <p:spPr>
          <a:xfrm>
            <a:off x="4645493" y="1378716"/>
            <a:ext cx="4371507" cy="3425442"/>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Text Placeholder 2">
            <a:extLst>
              <a:ext uri="{FF2B5EF4-FFF2-40B4-BE49-F238E27FC236}">
                <a16:creationId xmlns:a16="http://schemas.microsoft.com/office/drawing/2014/main" id="{0E6423E8-A4C5-4145-A588-A28F9760C15A}"/>
              </a:ext>
            </a:extLst>
          </p:cNvPr>
          <p:cNvSpPr>
            <a:spLocks noGrp="1"/>
          </p:cNvSpPr>
          <p:nvPr>
            <p:ph type="body" idx="17"/>
          </p:nvPr>
        </p:nvSpPr>
        <p:spPr>
          <a:xfrm>
            <a:off x="4645493" y="745483"/>
            <a:ext cx="4371507" cy="479822"/>
          </a:xfrm>
          <a:prstGeom prst="rect">
            <a:avLst/>
          </a:prstGeom>
        </p:spPr>
        <p:txBody>
          <a:bodyPr anchor="b">
            <a:noAutofit/>
          </a:bodyPr>
          <a:lstStyle>
            <a:lvl1pPr marL="0" indent="0" algn="l">
              <a:buNone/>
              <a:defRPr sz="2400" b="1">
                <a:solidFill>
                  <a:schemeClr val="tx2"/>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Slide Number Placeholder 3">
            <a:extLst>
              <a:ext uri="{FF2B5EF4-FFF2-40B4-BE49-F238E27FC236}">
                <a16:creationId xmlns:a16="http://schemas.microsoft.com/office/drawing/2014/main" id="{0B6B9160-8550-49A0-BE34-C267E3A48D50}"/>
              </a:ext>
            </a:extLst>
          </p:cNvPr>
          <p:cNvSpPr>
            <a:spLocks noGrp="1"/>
          </p:cNvSpPr>
          <p:nvPr>
            <p:ph type="sldNum" sz="quarter" idx="18"/>
          </p:nvPr>
        </p:nvSpPr>
        <p:spPr/>
        <p:txBody>
          <a:bodyPr/>
          <a:lstStyle/>
          <a:p>
            <a:fld id="{B7CF8A19-3A9E-4ABC-B336-2FDDE321C72D}" type="slidenum">
              <a:rPr lang="en-US" smtClean="0"/>
              <a:pPr/>
              <a:t>‹#›</a:t>
            </a:fld>
            <a:endParaRPr lang="en-US" dirty="0"/>
          </a:p>
        </p:txBody>
      </p:sp>
    </p:spTree>
    <p:custDataLst>
      <p:tags r:id="rId1"/>
    </p:custDataLst>
    <p:extLst>
      <p:ext uri="{BB962C8B-B14F-4D97-AF65-F5344CB8AC3E}">
        <p14:creationId xmlns:p14="http://schemas.microsoft.com/office/powerpoint/2010/main" val="410361785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Comparison w/ Long Title">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146050" y="745483"/>
            <a:ext cx="4353948" cy="479822"/>
          </a:xfrm>
          <a:prstGeom prst="rect">
            <a:avLst/>
          </a:prstGeom>
        </p:spPr>
        <p:txBody>
          <a:bodyPr anchor="b">
            <a:noAutofit/>
          </a:bodyPr>
          <a:lstStyle>
            <a:lvl1pPr marL="0" indent="0" algn="l">
              <a:buNone/>
              <a:defRPr sz="2400" b="1">
                <a:solidFill>
                  <a:schemeClr val="tx2"/>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2" name="Title 1">
            <a:extLst>
              <a:ext uri="{FF2B5EF4-FFF2-40B4-BE49-F238E27FC236}">
                <a16:creationId xmlns:a16="http://schemas.microsoft.com/office/drawing/2014/main" id="{CBD8AA6A-10F2-4CA6-8925-E15CCE24451A}"/>
              </a:ext>
            </a:extLst>
          </p:cNvPr>
          <p:cNvSpPr>
            <a:spLocks noGrp="1"/>
          </p:cNvSpPr>
          <p:nvPr>
            <p:ph type="title" hasCustomPrompt="1"/>
          </p:nvPr>
        </p:nvSpPr>
        <p:spPr>
          <a:xfrm>
            <a:off x="0" y="0"/>
            <a:ext cx="9143999" cy="603250"/>
          </a:xfrm>
          <a:prstGeom prst="rect">
            <a:avLst/>
          </a:prstGeom>
        </p:spPr>
        <p:txBody>
          <a:bodyPr/>
          <a:lstStyle>
            <a:lvl1pPr>
              <a:defRPr sz="2000"/>
            </a:lvl1pPr>
          </a:lstStyle>
          <a:p>
            <a:r>
              <a:rPr lang="en-US"/>
              <a:t>Long Topic Title that Requires a Smaller Font Size to Fit in the Title Box</a:t>
            </a:r>
          </a:p>
        </p:txBody>
      </p:sp>
      <p:sp>
        <p:nvSpPr>
          <p:cNvPr id="11" name="Text Placeholder 10">
            <a:extLst>
              <a:ext uri="{FF2B5EF4-FFF2-40B4-BE49-F238E27FC236}">
                <a16:creationId xmlns:a16="http://schemas.microsoft.com/office/drawing/2014/main" id="{5DEE39E2-5B69-4AB7-BDDE-B92E1D3BC1B2}"/>
              </a:ext>
            </a:extLst>
          </p:cNvPr>
          <p:cNvSpPr>
            <a:spLocks noGrp="1"/>
          </p:cNvSpPr>
          <p:nvPr>
            <p:ph idx="15"/>
          </p:nvPr>
        </p:nvSpPr>
        <p:spPr>
          <a:xfrm>
            <a:off x="146050" y="1367538"/>
            <a:ext cx="4353948" cy="3425442"/>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Text Placeholder 10">
            <a:extLst>
              <a:ext uri="{FF2B5EF4-FFF2-40B4-BE49-F238E27FC236}">
                <a16:creationId xmlns:a16="http://schemas.microsoft.com/office/drawing/2014/main" id="{6648BDE9-7085-42C7-97A5-A2C2D27A09D7}"/>
              </a:ext>
            </a:extLst>
          </p:cNvPr>
          <p:cNvSpPr>
            <a:spLocks noGrp="1"/>
          </p:cNvSpPr>
          <p:nvPr>
            <p:ph idx="16"/>
          </p:nvPr>
        </p:nvSpPr>
        <p:spPr>
          <a:xfrm>
            <a:off x="4645493" y="1378716"/>
            <a:ext cx="4371507" cy="3425442"/>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Text Placeholder 2">
            <a:extLst>
              <a:ext uri="{FF2B5EF4-FFF2-40B4-BE49-F238E27FC236}">
                <a16:creationId xmlns:a16="http://schemas.microsoft.com/office/drawing/2014/main" id="{0E6423E8-A4C5-4145-A588-A28F9760C15A}"/>
              </a:ext>
            </a:extLst>
          </p:cNvPr>
          <p:cNvSpPr>
            <a:spLocks noGrp="1"/>
          </p:cNvSpPr>
          <p:nvPr>
            <p:ph type="body" idx="17"/>
          </p:nvPr>
        </p:nvSpPr>
        <p:spPr>
          <a:xfrm>
            <a:off x="4645493" y="745483"/>
            <a:ext cx="4371507" cy="479822"/>
          </a:xfrm>
          <a:prstGeom prst="rect">
            <a:avLst/>
          </a:prstGeom>
        </p:spPr>
        <p:txBody>
          <a:bodyPr anchor="b">
            <a:noAutofit/>
          </a:bodyPr>
          <a:lstStyle>
            <a:lvl1pPr marL="0" indent="0" algn="l">
              <a:buNone/>
              <a:defRPr sz="2400" b="1">
                <a:solidFill>
                  <a:schemeClr val="tx2"/>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Slide Number Placeholder 3">
            <a:extLst>
              <a:ext uri="{FF2B5EF4-FFF2-40B4-BE49-F238E27FC236}">
                <a16:creationId xmlns:a16="http://schemas.microsoft.com/office/drawing/2014/main" id="{0B6B9160-8550-49A0-BE34-C267E3A48D50}"/>
              </a:ext>
            </a:extLst>
          </p:cNvPr>
          <p:cNvSpPr>
            <a:spLocks noGrp="1"/>
          </p:cNvSpPr>
          <p:nvPr>
            <p:ph type="sldNum" sz="quarter" idx="18"/>
          </p:nvPr>
        </p:nvSpPr>
        <p:spPr/>
        <p:txBody>
          <a:bodyPr/>
          <a:lstStyle/>
          <a:p>
            <a:fld id="{B7CF8A19-3A9E-4ABC-B336-2FDDE321C72D}" type="slidenum">
              <a:rPr lang="en-US" smtClean="0"/>
              <a:pPr/>
              <a:t>‹#›</a:t>
            </a:fld>
            <a:endParaRPr lang="en-US" dirty="0"/>
          </a:p>
        </p:txBody>
      </p:sp>
    </p:spTree>
    <p:custDataLst>
      <p:tags r:id="rId1"/>
    </p:custDataLst>
    <p:extLst>
      <p:ext uri="{BB962C8B-B14F-4D97-AF65-F5344CB8AC3E}">
        <p14:creationId xmlns:p14="http://schemas.microsoft.com/office/powerpoint/2010/main" val="583458851"/>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Image and Attribution Comparison">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146050" y="745483"/>
            <a:ext cx="4353948" cy="479822"/>
          </a:xfrm>
          <a:prstGeom prst="rect">
            <a:avLst/>
          </a:prstGeom>
        </p:spPr>
        <p:txBody>
          <a:bodyPr anchor="b">
            <a:noAutofit/>
          </a:bodyPr>
          <a:lstStyle>
            <a:lvl1pPr marL="0" indent="0" algn="l">
              <a:buNone/>
              <a:defRPr sz="2400" b="1">
                <a:solidFill>
                  <a:schemeClr val="tx2"/>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2" name="Title 1">
            <a:extLst>
              <a:ext uri="{FF2B5EF4-FFF2-40B4-BE49-F238E27FC236}">
                <a16:creationId xmlns:a16="http://schemas.microsoft.com/office/drawing/2014/main" id="{CBD8AA6A-10F2-4CA6-8925-E15CCE24451A}"/>
              </a:ext>
            </a:extLst>
          </p:cNvPr>
          <p:cNvSpPr>
            <a:spLocks noGrp="1"/>
          </p:cNvSpPr>
          <p:nvPr>
            <p:ph type="title" hasCustomPrompt="1"/>
          </p:nvPr>
        </p:nvSpPr>
        <p:spPr>
          <a:xfrm>
            <a:off x="0" y="0"/>
            <a:ext cx="9143999" cy="603250"/>
          </a:xfrm>
          <a:prstGeom prst="rect">
            <a:avLst/>
          </a:prstGeom>
        </p:spPr>
        <p:txBody>
          <a:bodyPr/>
          <a:lstStyle>
            <a:lvl1pPr>
              <a:defRPr/>
            </a:lvl1pPr>
          </a:lstStyle>
          <a:p>
            <a:r>
              <a:rPr lang="en-US"/>
              <a:t>Topic Title</a:t>
            </a:r>
          </a:p>
        </p:txBody>
      </p:sp>
      <p:sp>
        <p:nvSpPr>
          <p:cNvPr id="13" name="Text Placeholder 2">
            <a:extLst>
              <a:ext uri="{FF2B5EF4-FFF2-40B4-BE49-F238E27FC236}">
                <a16:creationId xmlns:a16="http://schemas.microsoft.com/office/drawing/2014/main" id="{0E6423E8-A4C5-4145-A588-A28F9760C15A}"/>
              </a:ext>
            </a:extLst>
          </p:cNvPr>
          <p:cNvSpPr>
            <a:spLocks noGrp="1"/>
          </p:cNvSpPr>
          <p:nvPr>
            <p:ph type="body" idx="17"/>
          </p:nvPr>
        </p:nvSpPr>
        <p:spPr>
          <a:xfrm>
            <a:off x="4645493" y="745483"/>
            <a:ext cx="4371507" cy="479822"/>
          </a:xfrm>
          <a:prstGeom prst="rect">
            <a:avLst/>
          </a:prstGeom>
        </p:spPr>
        <p:txBody>
          <a:bodyPr anchor="b">
            <a:noAutofit/>
          </a:bodyPr>
          <a:lstStyle>
            <a:lvl1pPr marL="0" indent="0" algn="l">
              <a:buNone/>
              <a:defRPr sz="2400" b="1">
                <a:solidFill>
                  <a:schemeClr val="tx2"/>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Slide Number Placeholder 3">
            <a:extLst>
              <a:ext uri="{FF2B5EF4-FFF2-40B4-BE49-F238E27FC236}">
                <a16:creationId xmlns:a16="http://schemas.microsoft.com/office/drawing/2014/main" id="{0B6B9160-8550-49A0-BE34-C267E3A48D50}"/>
              </a:ext>
            </a:extLst>
          </p:cNvPr>
          <p:cNvSpPr>
            <a:spLocks noGrp="1"/>
          </p:cNvSpPr>
          <p:nvPr>
            <p:ph type="sldNum" sz="quarter" idx="18"/>
          </p:nvPr>
        </p:nvSpPr>
        <p:spPr/>
        <p:txBody>
          <a:bodyPr/>
          <a:lstStyle/>
          <a:p>
            <a:fld id="{B7CF8A19-3A9E-4ABC-B336-2FDDE321C72D}" type="slidenum">
              <a:rPr lang="en-US" smtClean="0"/>
              <a:pPr/>
              <a:t>‹#›</a:t>
            </a:fld>
            <a:endParaRPr lang="en-US" dirty="0"/>
          </a:p>
        </p:txBody>
      </p:sp>
      <p:sp>
        <p:nvSpPr>
          <p:cNvPr id="5" name="Text Placeholder 10">
            <a:extLst>
              <a:ext uri="{FF2B5EF4-FFF2-40B4-BE49-F238E27FC236}">
                <a16:creationId xmlns:a16="http://schemas.microsoft.com/office/drawing/2014/main" id="{6C8108A7-CF6A-E45E-3271-AD5F0CCCBD35}"/>
              </a:ext>
            </a:extLst>
          </p:cNvPr>
          <p:cNvSpPr>
            <a:spLocks noGrp="1"/>
          </p:cNvSpPr>
          <p:nvPr>
            <p:ph idx="19" hasCustomPrompt="1"/>
          </p:nvPr>
        </p:nvSpPr>
        <p:spPr>
          <a:xfrm>
            <a:off x="146049" y="4518212"/>
            <a:ext cx="4353949" cy="274768"/>
          </a:xfrm>
          <a:prstGeom prst="rect">
            <a:avLst/>
          </a:prstGeom>
        </p:spPr>
        <p:txBody>
          <a:bodyPr vert="horz" lIns="91440" tIns="45720" rIns="91440" bIns="45720" rtlCol="0">
            <a:normAutofit/>
          </a:bodyPr>
          <a:lstStyle>
            <a:lvl1pPr marL="0" indent="0" algn="ctr">
              <a:buNone/>
              <a:defRPr sz="900" i="1"/>
            </a:lvl1pPr>
          </a:lstStyle>
          <a:p>
            <a:pPr lvl="0"/>
            <a:r>
              <a:rPr lang="en-US"/>
              <a:t>Image Attribution</a:t>
            </a:r>
          </a:p>
        </p:txBody>
      </p:sp>
      <p:sp>
        <p:nvSpPr>
          <p:cNvPr id="6" name="Text Placeholder 10">
            <a:extLst>
              <a:ext uri="{FF2B5EF4-FFF2-40B4-BE49-F238E27FC236}">
                <a16:creationId xmlns:a16="http://schemas.microsoft.com/office/drawing/2014/main" id="{37ECB071-96AD-8795-C8D4-9A81241975C8}"/>
              </a:ext>
            </a:extLst>
          </p:cNvPr>
          <p:cNvSpPr>
            <a:spLocks noGrp="1"/>
          </p:cNvSpPr>
          <p:nvPr>
            <p:ph idx="20" hasCustomPrompt="1"/>
          </p:nvPr>
        </p:nvSpPr>
        <p:spPr>
          <a:xfrm>
            <a:off x="4644002" y="4529390"/>
            <a:ext cx="4353949" cy="274768"/>
          </a:xfrm>
          <a:prstGeom prst="rect">
            <a:avLst/>
          </a:prstGeom>
        </p:spPr>
        <p:txBody>
          <a:bodyPr vert="horz" lIns="91440" tIns="45720" rIns="91440" bIns="45720" rtlCol="0">
            <a:normAutofit/>
          </a:bodyPr>
          <a:lstStyle>
            <a:lvl1pPr marL="0" indent="0" algn="ctr">
              <a:buNone/>
              <a:defRPr sz="900" i="1"/>
            </a:lvl1pPr>
          </a:lstStyle>
          <a:p>
            <a:pPr lvl="0"/>
            <a:r>
              <a:rPr lang="en-US"/>
              <a:t>Image Attribution</a:t>
            </a:r>
          </a:p>
        </p:txBody>
      </p:sp>
      <p:sp>
        <p:nvSpPr>
          <p:cNvPr id="8" name="Picture Placeholder 7">
            <a:extLst>
              <a:ext uri="{FF2B5EF4-FFF2-40B4-BE49-F238E27FC236}">
                <a16:creationId xmlns:a16="http://schemas.microsoft.com/office/drawing/2014/main" id="{DE1A393B-AED2-4359-5564-F91E33B7D820}"/>
              </a:ext>
            </a:extLst>
          </p:cNvPr>
          <p:cNvSpPr>
            <a:spLocks noGrp="1"/>
          </p:cNvSpPr>
          <p:nvPr>
            <p:ph type="pic" sz="quarter" idx="21"/>
          </p:nvPr>
        </p:nvSpPr>
        <p:spPr>
          <a:xfrm>
            <a:off x="146049" y="1378716"/>
            <a:ext cx="4354513" cy="3030537"/>
          </a:xfrm>
        </p:spPr>
        <p:txBody>
          <a:bodyPr/>
          <a:lstStyle/>
          <a:p>
            <a:endParaRPr lang="en-US" dirty="0"/>
          </a:p>
        </p:txBody>
      </p:sp>
      <p:sp>
        <p:nvSpPr>
          <p:cNvPr id="9" name="Picture Placeholder 7">
            <a:extLst>
              <a:ext uri="{FF2B5EF4-FFF2-40B4-BE49-F238E27FC236}">
                <a16:creationId xmlns:a16="http://schemas.microsoft.com/office/drawing/2014/main" id="{207D2617-5664-6F18-3225-0FCA4E33CFC3}"/>
              </a:ext>
            </a:extLst>
          </p:cNvPr>
          <p:cNvSpPr>
            <a:spLocks noGrp="1"/>
          </p:cNvSpPr>
          <p:nvPr>
            <p:ph type="pic" sz="quarter" idx="22"/>
          </p:nvPr>
        </p:nvSpPr>
        <p:spPr>
          <a:xfrm>
            <a:off x="4643438" y="1378715"/>
            <a:ext cx="4354513" cy="3030537"/>
          </a:xfrm>
        </p:spPr>
        <p:txBody>
          <a:bodyPr/>
          <a:lstStyle/>
          <a:p>
            <a:endParaRPr lang="en-US" dirty="0"/>
          </a:p>
        </p:txBody>
      </p:sp>
    </p:spTree>
    <p:custDataLst>
      <p:tags r:id="rId1"/>
    </p:custDataLst>
    <p:extLst>
      <p:ext uri="{BB962C8B-B14F-4D97-AF65-F5344CB8AC3E}">
        <p14:creationId xmlns:p14="http://schemas.microsoft.com/office/powerpoint/2010/main" val="242110922"/>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Image and Attribution Comparison w/ Long Title">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146050" y="745483"/>
            <a:ext cx="4353948" cy="479822"/>
          </a:xfrm>
          <a:prstGeom prst="rect">
            <a:avLst/>
          </a:prstGeom>
        </p:spPr>
        <p:txBody>
          <a:bodyPr anchor="b">
            <a:noAutofit/>
          </a:bodyPr>
          <a:lstStyle>
            <a:lvl1pPr marL="0" indent="0" algn="l">
              <a:buNone/>
              <a:defRPr sz="2400" b="1">
                <a:solidFill>
                  <a:schemeClr val="tx2"/>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2" name="Title 1">
            <a:extLst>
              <a:ext uri="{FF2B5EF4-FFF2-40B4-BE49-F238E27FC236}">
                <a16:creationId xmlns:a16="http://schemas.microsoft.com/office/drawing/2014/main" id="{CBD8AA6A-10F2-4CA6-8925-E15CCE24451A}"/>
              </a:ext>
            </a:extLst>
          </p:cNvPr>
          <p:cNvSpPr>
            <a:spLocks noGrp="1"/>
          </p:cNvSpPr>
          <p:nvPr>
            <p:ph type="title" hasCustomPrompt="1"/>
          </p:nvPr>
        </p:nvSpPr>
        <p:spPr>
          <a:xfrm>
            <a:off x="0" y="0"/>
            <a:ext cx="9143999" cy="603250"/>
          </a:xfrm>
          <a:prstGeom prst="rect">
            <a:avLst/>
          </a:prstGeom>
        </p:spPr>
        <p:txBody>
          <a:bodyPr/>
          <a:lstStyle>
            <a:lvl1pPr>
              <a:defRPr sz="2000"/>
            </a:lvl1pPr>
          </a:lstStyle>
          <a:p>
            <a:r>
              <a:rPr lang="en-US"/>
              <a:t>Long Topic Title that Requires a Smaller Font Size to Fit in the Title Box</a:t>
            </a:r>
          </a:p>
        </p:txBody>
      </p:sp>
      <p:sp>
        <p:nvSpPr>
          <p:cNvPr id="13" name="Text Placeholder 2">
            <a:extLst>
              <a:ext uri="{FF2B5EF4-FFF2-40B4-BE49-F238E27FC236}">
                <a16:creationId xmlns:a16="http://schemas.microsoft.com/office/drawing/2014/main" id="{0E6423E8-A4C5-4145-A588-A28F9760C15A}"/>
              </a:ext>
            </a:extLst>
          </p:cNvPr>
          <p:cNvSpPr>
            <a:spLocks noGrp="1"/>
          </p:cNvSpPr>
          <p:nvPr>
            <p:ph type="body" idx="17"/>
          </p:nvPr>
        </p:nvSpPr>
        <p:spPr>
          <a:xfrm>
            <a:off x="4645493" y="745483"/>
            <a:ext cx="4371507" cy="479822"/>
          </a:xfrm>
          <a:prstGeom prst="rect">
            <a:avLst/>
          </a:prstGeom>
        </p:spPr>
        <p:txBody>
          <a:bodyPr anchor="b">
            <a:noAutofit/>
          </a:bodyPr>
          <a:lstStyle>
            <a:lvl1pPr marL="0" indent="0" algn="l">
              <a:buNone/>
              <a:defRPr sz="2400" b="1">
                <a:solidFill>
                  <a:schemeClr val="tx2"/>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Slide Number Placeholder 3">
            <a:extLst>
              <a:ext uri="{FF2B5EF4-FFF2-40B4-BE49-F238E27FC236}">
                <a16:creationId xmlns:a16="http://schemas.microsoft.com/office/drawing/2014/main" id="{0B6B9160-8550-49A0-BE34-C267E3A48D50}"/>
              </a:ext>
            </a:extLst>
          </p:cNvPr>
          <p:cNvSpPr>
            <a:spLocks noGrp="1"/>
          </p:cNvSpPr>
          <p:nvPr>
            <p:ph type="sldNum" sz="quarter" idx="18"/>
          </p:nvPr>
        </p:nvSpPr>
        <p:spPr/>
        <p:txBody>
          <a:bodyPr/>
          <a:lstStyle/>
          <a:p>
            <a:fld id="{B7CF8A19-3A9E-4ABC-B336-2FDDE321C72D}" type="slidenum">
              <a:rPr lang="en-US" smtClean="0"/>
              <a:pPr/>
              <a:t>‹#›</a:t>
            </a:fld>
            <a:endParaRPr lang="en-US" dirty="0"/>
          </a:p>
        </p:txBody>
      </p:sp>
      <p:sp>
        <p:nvSpPr>
          <p:cNvPr id="5" name="Text Placeholder 10">
            <a:extLst>
              <a:ext uri="{FF2B5EF4-FFF2-40B4-BE49-F238E27FC236}">
                <a16:creationId xmlns:a16="http://schemas.microsoft.com/office/drawing/2014/main" id="{6C8108A7-CF6A-E45E-3271-AD5F0CCCBD35}"/>
              </a:ext>
            </a:extLst>
          </p:cNvPr>
          <p:cNvSpPr>
            <a:spLocks noGrp="1"/>
          </p:cNvSpPr>
          <p:nvPr>
            <p:ph idx="19" hasCustomPrompt="1"/>
          </p:nvPr>
        </p:nvSpPr>
        <p:spPr>
          <a:xfrm>
            <a:off x="146049" y="4518212"/>
            <a:ext cx="4353949" cy="274768"/>
          </a:xfrm>
          <a:prstGeom prst="rect">
            <a:avLst/>
          </a:prstGeom>
        </p:spPr>
        <p:txBody>
          <a:bodyPr vert="horz" lIns="91440" tIns="45720" rIns="91440" bIns="45720" rtlCol="0">
            <a:normAutofit/>
          </a:bodyPr>
          <a:lstStyle>
            <a:lvl1pPr marL="0" indent="0" algn="ctr">
              <a:buNone/>
              <a:defRPr sz="900" i="1"/>
            </a:lvl1pPr>
          </a:lstStyle>
          <a:p>
            <a:pPr lvl="0"/>
            <a:r>
              <a:rPr lang="en-US"/>
              <a:t>Image Attribution</a:t>
            </a:r>
          </a:p>
        </p:txBody>
      </p:sp>
      <p:sp>
        <p:nvSpPr>
          <p:cNvPr id="6" name="Text Placeholder 10">
            <a:extLst>
              <a:ext uri="{FF2B5EF4-FFF2-40B4-BE49-F238E27FC236}">
                <a16:creationId xmlns:a16="http://schemas.microsoft.com/office/drawing/2014/main" id="{37ECB071-96AD-8795-C8D4-9A81241975C8}"/>
              </a:ext>
            </a:extLst>
          </p:cNvPr>
          <p:cNvSpPr>
            <a:spLocks noGrp="1"/>
          </p:cNvSpPr>
          <p:nvPr>
            <p:ph idx="20" hasCustomPrompt="1"/>
          </p:nvPr>
        </p:nvSpPr>
        <p:spPr>
          <a:xfrm>
            <a:off x="4644002" y="4529390"/>
            <a:ext cx="4353949" cy="274768"/>
          </a:xfrm>
          <a:prstGeom prst="rect">
            <a:avLst/>
          </a:prstGeom>
        </p:spPr>
        <p:txBody>
          <a:bodyPr vert="horz" lIns="91440" tIns="45720" rIns="91440" bIns="45720" rtlCol="0">
            <a:normAutofit/>
          </a:bodyPr>
          <a:lstStyle>
            <a:lvl1pPr marL="0" indent="0" algn="ctr">
              <a:buNone/>
              <a:defRPr sz="900" i="1"/>
            </a:lvl1pPr>
          </a:lstStyle>
          <a:p>
            <a:pPr lvl="0"/>
            <a:r>
              <a:rPr lang="en-US"/>
              <a:t>Image Attribution</a:t>
            </a:r>
          </a:p>
        </p:txBody>
      </p:sp>
      <p:sp>
        <p:nvSpPr>
          <p:cNvPr id="8" name="Picture Placeholder 7">
            <a:extLst>
              <a:ext uri="{FF2B5EF4-FFF2-40B4-BE49-F238E27FC236}">
                <a16:creationId xmlns:a16="http://schemas.microsoft.com/office/drawing/2014/main" id="{DE1A393B-AED2-4359-5564-F91E33B7D820}"/>
              </a:ext>
            </a:extLst>
          </p:cNvPr>
          <p:cNvSpPr>
            <a:spLocks noGrp="1"/>
          </p:cNvSpPr>
          <p:nvPr>
            <p:ph type="pic" sz="quarter" idx="21"/>
          </p:nvPr>
        </p:nvSpPr>
        <p:spPr>
          <a:xfrm>
            <a:off x="146049" y="1378716"/>
            <a:ext cx="4354513" cy="3030537"/>
          </a:xfrm>
        </p:spPr>
        <p:txBody>
          <a:bodyPr/>
          <a:lstStyle/>
          <a:p>
            <a:endParaRPr lang="en-US" dirty="0"/>
          </a:p>
        </p:txBody>
      </p:sp>
      <p:sp>
        <p:nvSpPr>
          <p:cNvPr id="9" name="Picture Placeholder 7">
            <a:extLst>
              <a:ext uri="{FF2B5EF4-FFF2-40B4-BE49-F238E27FC236}">
                <a16:creationId xmlns:a16="http://schemas.microsoft.com/office/drawing/2014/main" id="{207D2617-5664-6F18-3225-0FCA4E33CFC3}"/>
              </a:ext>
            </a:extLst>
          </p:cNvPr>
          <p:cNvSpPr>
            <a:spLocks noGrp="1"/>
          </p:cNvSpPr>
          <p:nvPr>
            <p:ph type="pic" sz="quarter" idx="22"/>
          </p:nvPr>
        </p:nvSpPr>
        <p:spPr>
          <a:xfrm>
            <a:off x="4643438" y="1378715"/>
            <a:ext cx="4354513" cy="3030537"/>
          </a:xfrm>
        </p:spPr>
        <p:txBody>
          <a:bodyPr/>
          <a:lstStyle/>
          <a:p>
            <a:endParaRPr lang="en-US" dirty="0"/>
          </a:p>
        </p:txBody>
      </p:sp>
    </p:spTree>
    <p:custDataLst>
      <p:tags r:id="rId1"/>
    </p:custDataLst>
    <p:extLst>
      <p:ext uri="{BB962C8B-B14F-4D97-AF65-F5344CB8AC3E}">
        <p14:creationId xmlns:p14="http://schemas.microsoft.com/office/powerpoint/2010/main" val="1064194118"/>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Review">
    <p:spTree>
      <p:nvGrpSpPr>
        <p:cNvPr id="1" name=""/>
        <p:cNvGrpSpPr/>
        <p:nvPr/>
      </p:nvGrpSpPr>
      <p:grpSpPr>
        <a:xfrm>
          <a:off x="0" y="0"/>
          <a:ext cx="0" cy="0"/>
          <a:chOff x="0" y="0"/>
          <a:chExt cx="0" cy="0"/>
        </a:xfrm>
      </p:grpSpPr>
      <p:sp>
        <p:nvSpPr>
          <p:cNvPr id="7" name="Content Placeholder 6">
            <a:extLst>
              <a:ext uri="{FF2B5EF4-FFF2-40B4-BE49-F238E27FC236}">
                <a16:creationId xmlns:a16="http://schemas.microsoft.com/office/drawing/2014/main" id="{C20DDD6C-AB38-440E-A2B7-E3AD1F167ED5}"/>
              </a:ext>
            </a:extLst>
          </p:cNvPr>
          <p:cNvSpPr>
            <a:spLocks noGrp="1"/>
          </p:cNvSpPr>
          <p:nvPr>
            <p:ph sz="quarter" idx="11"/>
          </p:nvPr>
        </p:nvSpPr>
        <p:spPr>
          <a:xfrm>
            <a:off x="146050" y="748623"/>
            <a:ext cx="8870950" cy="4044357"/>
          </a:xfrm>
          <a:prstGeom prst="rect">
            <a:avLst/>
          </a:prstGeom>
        </p:spPr>
        <p:txBody>
          <a:bodyPr/>
          <a:lstStyle/>
          <a:p>
            <a:pPr lvl="0"/>
            <a:r>
              <a:rPr lang="en-US"/>
              <a:t>Click to edit Master text styles</a:t>
            </a:r>
          </a:p>
        </p:txBody>
      </p:sp>
      <p:sp>
        <p:nvSpPr>
          <p:cNvPr id="3" name="Title 2">
            <a:extLst>
              <a:ext uri="{FF2B5EF4-FFF2-40B4-BE49-F238E27FC236}">
                <a16:creationId xmlns:a16="http://schemas.microsoft.com/office/drawing/2014/main" id="{755610DE-03A3-4171-87CD-CB837BA3D0EB}"/>
              </a:ext>
            </a:extLst>
          </p:cNvPr>
          <p:cNvSpPr>
            <a:spLocks noGrp="1"/>
          </p:cNvSpPr>
          <p:nvPr>
            <p:ph type="title" hasCustomPrompt="1"/>
          </p:nvPr>
        </p:nvSpPr>
        <p:spPr>
          <a:xfrm>
            <a:off x="3032760" y="0"/>
            <a:ext cx="6111239" cy="603250"/>
          </a:xfrm>
          <a:prstGeom prst="rect">
            <a:avLst/>
          </a:prstGeom>
          <a:solidFill>
            <a:srgbClr val="FEAE62">
              <a:alpha val="24706"/>
            </a:srgbClr>
          </a:solidFill>
        </p:spPr>
        <p:txBody>
          <a:bodyPr lIns="0"/>
          <a:lstStyle>
            <a:lvl1pPr marL="0">
              <a:defRPr/>
            </a:lvl1pPr>
          </a:lstStyle>
          <a:p>
            <a:r>
              <a:rPr lang="en-US"/>
              <a:t>Lesson Title</a:t>
            </a:r>
            <a:endParaRPr lang="en-GB"/>
          </a:p>
        </p:txBody>
      </p:sp>
      <p:sp>
        <p:nvSpPr>
          <p:cNvPr id="4" name="Rectangle 3">
            <a:extLst>
              <a:ext uri="{FF2B5EF4-FFF2-40B4-BE49-F238E27FC236}">
                <a16:creationId xmlns:a16="http://schemas.microsoft.com/office/drawing/2014/main" id="{48DA206A-2516-457B-9C8F-9BDD445DD373}"/>
              </a:ext>
            </a:extLst>
          </p:cNvPr>
          <p:cNvSpPr/>
          <p:nvPr userDrawn="1"/>
        </p:nvSpPr>
        <p:spPr>
          <a:xfrm>
            <a:off x="0" y="0"/>
            <a:ext cx="3032760" cy="603248"/>
          </a:xfrm>
          <a:prstGeom prst="rect">
            <a:avLst/>
          </a:prstGeom>
          <a:solidFill>
            <a:srgbClr val="FEAE62">
              <a:alpha val="24706"/>
            </a:srgbClr>
          </a:solidFill>
        </p:spPr>
        <p:txBody>
          <a:bodyPr vert="horz" lIns="91440" tIns="45720" rIns="91440" bIns="45720" rtlCol="0" anchor="ctr">
            <a:noAutofit/>
          </a:bodyPr>
          <a:lstStyle/>
          <a:p>
            <a:pPr marL="36000" lvl="0" algn="r" defTabSz="342900">
              <a:spcBef>
                <a:spcPct val="0"/>
              </a:spcBef>
              <a:buNone/>
            </a:pPr>
            <a:r>
              <a:rPr lang="en-GB" sz="2800" b="1" dirty="0">
                <a:latin typeface="Calibri" panose="020F0502020204030204" pitchFamily="34" charset="0"/>
                <a:ea typeface="+mj-ea"/>
                <a:cs typeface="Calibri" panose="020F0502020204030204" pitchFamily="34" charset="0"/>
              </a:rPr>
              <a:t>Lesson Review:</a:t>
            </a:r>
          </a:p>
        </p:txBody>
      </p:sp>
      <p:pic>
        <p:nvPicPr>
          <p:cNvPr id="13" name="Graphic 12">
            <a:extLst>
              <a:ext uri="{FF2B5EF4-FFF2-40B4-BE49-F238E27FC236}">
                <a16:creationId xmlns:a16="http://schemas.microsoft.com/office/drawing/2014/main" id="{1ADA4BA0-CFFC-47F9-BAF1-81434EEDEEAA}"/>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174201" y="145375"/>
            <a:ext cx="347558" cy="312498"/>
          </a:xfrm>
          <a:prstGeom prst="rect">
            <a:avLst/>
          </a:prstGeom>
        </p:spPr>
      </p:pic>
      <p:sp>
        <p:nvSpPr>
          <p:cNvPr id="2" name="Slide Number Placeholder 1">
            <a:extLst>
              <a:ext uri="{FF2B5EF4-FFF2-40B4-BE49-F238E27FC236}">
                <a16:creationId xmlns:a16="http://schemas.microsoft.com/office/drawing/2014/main" id="{6C3B5A26-D33C-4103-B845-8B79BE44B65C}"/>
              </a:ext>
            </a:extLst>
          </p:cNvPr>
          <p:cNvSpPr>
            <a:spLocks noGrp="1"/>
          </p:cNvSpPr>
          <p:nvPr>
            <p:ph type="sldNum" sz="quarter" idx="12"/>
          </p:nvPr>
        </p:nvSpPr>
        <p:spPr/>
        <p:txBody>
          <a:bodyPr/>
          <a:lstStyle/>
          <a:p>
            <a:fld id="{B7CF8A19-3A9E-4ABC-B336-2FDDE321C72D}" type="slidenum">
              <a:rPr lang="en-US" smtClean="0"/>
              <a:pPr/>
              <a:t>‹#›</a:t>
            </a:fld>
            <a:endParaRPr lang="en-US" dirty="0"/>
          </a:p>
        </p:txBody>
      </p:sp>
    </p:spTree>
    <p:custDataLst>
      <p:tags r:id="rId1"/>
    </p:custDataLst>
    <p:extLst>
      <p:ext uri="{BB962C8B-B14F-4D97-AF65-F5344CB8AC3E}">
        <p14:creationId xmlns:p14="http://schemas.microsoft.com/office/powerpoint/2010/main" val="3198385692"/>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Lab">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46FD5A98-A124-4EB7-BACC-FCD20E2A7A9D}"/>
              </a:ext>
            </a:extLst>
          </p:cNvPr>
          <p:cNvSpPr/>
          <p:nvPr userDrawn="1"/>
        </p:nvSpPr>
        <p:spPr>
          <a:xfrm>
            <a:off x="0" y="0"/>
            <a:ext cx="9144000" cy="603248"/>
          </a:xfrm>
          <a:prstGeom prst="rect">
            <a:avLst/>
          </a:prstGeom>
          <a:solidFill>
            <a:srgbClr val="FEAE62">
              <a:alpha val="24706"/>
            </a:srgbClr>
          </a:solidFill>
        </p:spPr>
        <p:txBody>
          <a:bodyPr vert="horz" lIns="91440" tIns="45720" rIns="91440" bIns="45720" rtlCol="0" anchor="ctr">
            <a:noAutofit/>
          </a:bodyPr>
          <a:lstStyle/>
          <a:p>
            <a:pPr lvl="0" algn="l" defTabSz="342900">
              <a:spcBef>
                <a:spcPct val="0"/>
              </a:spcBef>
              <a:buNone/>
            </a:pPr>
            <a:r>
              <a:rPr lang="en-GB" sz="2800" b="1" dirty="0">
                <a:latin typeface="Calibri" panose="020F0502020204030204" pitchFamily="34" charset="0"/>
                <a:ea typeface="+mj-ea"/>
                <a:cs typeface="Calibri" panose="020F0502020204030204" pitchFamily="34" charset="0"/>
              </a:rPr>
              <a:t>     Lab Activity</a:t>
            </a:r>
          </a:p>
        </p:txBody>
      </p:sp>
      <p:pic>
        <p:nvPicPr>
          <p:cNvPr id="13" name="Graphic 12">
            <a:extLst>
              <a:ext uri="{FF2B5EF4-FFF2-40B4-BE49-F238E27FC236}">
                <a16:creationId xmlns:a16="http://schemas.microsoft.com/office/drawing/2014/main" id="{E7A60DE0-FD9C-4F2F-8B9C-B132BBC175FF}"/>
              </a:ext>
            </a:extLst>
          </p:cNvPr>
          <p:cNvPicPr>
            <a:picLocks noChangeAspect="1"/>
          </p:cNvPicPr>
          <p:nvPr userDrawn="1"/>
        </p:nvPicPr>
        <p:blipFill>
          <a:blip r:embed="rId3" cstate="screen">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135816" y="125902"/>
            <a:ext cx="288567" cy="324638"/>
          </a:xfrm>
          <a:prstGeom prst="rect">
            <a:avLst/>
          </a:prstGeom>
        </p:spPr>
      </p:pic>
      <p:sp>
        <p:nvSpPr>
          <p:cNvPr id="2" name="Slide Number Placeholder 1">
            <a:extLst>
              <a:ext uri="{FF2B5EF4-FFF2-40B4-BE49-F238E27FC236}">
                <a16:creationId xmlns:a16="http://schemas.microsoft.com/office/drawing/2014/main" id="{07AE4D56-1580-4D91-812A-FB8A378319AE}"/>
              </a:ext>
            </a:extLst>
          </p:cNvPr>
          <p:cNvSpPr>
            <a:spLocks noGrp="1"/>
          </p:cNvSpPr>
          <p:nvPr>
            <p:ph type="sldNum" sz="quarter" idx="13"/>
          </p:nvPr>
        </p:nvSpPr>
        <p:spPr/>
        <p:txBody>
          <a:bodyPr/>
          <a:lstStyle/>
          <a:p>
            <a:fld id="{B7CF8A19-3A9E-4ABC-B336-2FDDE321C72D}" type="slidenum">
              <a:rPr lang="en-US" smtClean="0"/>
              <a:pPr/>
              <a:t>‹#›</a:t>
            </a:fld>
            <a:endParaRPr lang="en-US" dirty="0"/>
          </a:p>
        </p:txBody>
      </p:sp>
      <p:sp>
        <p:nvSpPr>
          <p:cNvPr id="4" name="Content Placeholder 3">
            <a:extLst>
              <a:ext uri="{FF2B5EF4-FFF2-40B4-BE49-F238E27FC236}">
                <a16:creationId xmlns:a16="http://schemas.microsoft.com/office/drawing/2014/main" id="{F14BCB8D-8BA4-4A40-81CF-DAD00077BF4C}"/>
              </a:ext>
            </a:extLst>
          </p:cNvPr>
          <p:cNvSpPr>
            <a:spLocks noGrp="1"/>
          </p:cNvSpPr>
          <p:nvPr>
            <p:ph sz="quarter" idx="14" hasCustomPrompt="1"/>
          </p:nvPr>
        </p:nvSpPr>
        <p:spPr>
          <a:xfrm>
            <a:off x="146049" y="748621"/>
            <a:ext cx="8870950" cy="4044357"/>
          </a:xfrm>
        </p:spPr>
        <p:txBody>
          <a:bodyPr/>
          <a:lstStyle>
            <a:lvl1pPr marL="342900" indent="-342900">
              <a:buFont typeface="Arial" panose="020B0604020202020204" pitchFamily="34" charset="0"/>
              <a:buChar char="•"/>
              <a:defRPr lang="en-US" sz="2400" kern="1200" dirty="0" smtClean="0">
                <a:solidFill>
                  <a:schemeClr val="tx1"/>
                </a:solidFill>
                <a:latin typeface="Calibri" panose="020F0502020204030204" pitchFamily="34" charset="0"/>
                <a:ea typeface="+mn-ea"/>
                <a:cs typeface="Calibri" panose="020F0502020204030204" pitchFamily="34" charset="0"/>
              </a:defRPr>
            </a:lvl1pPr>
          </a:lstStyle>
          <a:p>
            <a:pPr marL="257175" marR="0" lvl="0" indent="-257175" algn="l" defTabSz="342900" rtl="0" eaLnBrk="1" fontAlgn="auto" latinLnBrk="0" hangingPunct="1">
              <a:lnSpc>
                <a:spcPct val="100000"/>
              </a:lnSpc>
              <a:spcBef>
                <a:spcPts val="1000"/>
              </a:spcBef>
              <a:spcAft>
                <a:spcPts val="600"/>
              </a:spcAft>
              <a:buClrTx/>
              <a:buSzTx/>
              <a:buFont typeface="Arial" panose="020B0604020202020204" pitchFamily="34" charset="0"/>
              <a:buChar char="•"/>
              <a:tabLst/>
              <a:defRPr/>
            </a:pPr>
            <a:r>
              <a:rPr lang="en-US"/>
              <a:t>Lab Title (available in CertMaster Perform / CertMaster Perform Labs/ CertMaster Perform Learn)</a:t>
            </a:r>
          </a:p>
          <a:p>
            <a:pPr marL="257175" marR="0" lvl="0" indent="-257175" algn="l" defTabSz="342900" rtl="0" eaLnBrk="1" fontAlgn="auto" latinLnBrk="0" hangingPunct="1">
              <a:lnSpc>
                <a:spcPct val="100000"/>
              </a:lnSpc>
              <a:spcBef>
                <a:spcPts val="1000"/>
              </a:spcBef>
              <a:spcAft>
                <a:spcPts val="600"/>
              </a:spcAft>
              <a:buClrTx/>
              <a:buSzTx/>
              <a:buFont typeface="Arial" panose="020B0604020202020204" pitchFamily="34" charset="0"/>
              <a:buChar char="•"/>
              <a:tabLst/>
              <a:defRPr/>
            </a:pPr>
            <a:r>
              <a:rPr lang="en-US"/>
              <a:t>Lab Title (available in CertMaster Perform / CertMaster Perform Labs/ CertMaster Perform Learn)</a:t>
            </a:r>
          </a:p>
        </p:txBody>
      </p:sp>
    </p:spTree>
    <p:custDataLst>
      <p:tags r:id="rId1"/>
    </p:custDataLst>
    <p:extLst>
      <p:ext uri="{BB962C8B-B14F-4D97-AF65-F5344CB8AC3E}">
        <p14:creationId xmlns:p14="http://schemas.microsoft.com/office/powerpoint/2010/main" val="3241009506"/>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BA0B0FC9-797C-41B3-B100-1CC26F987B18}"/>
              </a:ext>
            </a:extLst>
          </p:cNvPr>
          <p:cNvSpPr>
            <a:spLocks noGrp="1"/>
          </p:cNvSpPr>
          <p:nvPr>
            <p:ph type="title"/>
          </p:nvPr>
        </p:nvSpPr>
        <p:spPr>
          <a:xfrm>
            <a:off x="0" y="0"/>
            <a:ext cx="9143999" cy="603250"/>
          </a:xfrm>
          <a:prstGeom prst="rect">
            <a:avLst/>
          </a:prstGeom>
        </p:spPr>
        <p:txBody>
          <a:bodyPr/>
          <a:lstStyle/>
          <a:p>
            <a:r>
              <a:rPr lang="en-US"/>
              <a:t>Click to edit Master title style</a:t>
            </a:r>
          </a:p>
        </p:txBody>
      </p:sp>
      <p:sp>
        <p:nvSpPr>
          <p:cNvPr id="2" name="Slide Number Placeholder 1">
            <a:extLst>
              <a:ext uri="{FF2B5EF4-FFF2-40B4-BE49-F238E27FC236}">
                <a16:creationId xmlns:a16="http://schemas.microsoft.com/office/drawing/2014/main" id="{279425E2-0764-4FEE-ABEB-4675187E4346}"/>
              </a:ext>
            </a:extLst>
          </p:cNvPr>
          <p:cNvSpPr>
            <a:spLocks noGrp="1"/>
          </p:cNvSpPr>
          <p:nvPr>
            <p:ph type="sldNum" sz="quarter" idx="10"/>
          </p:nvPr>
        </p:nvSpPr>
        <p:spPr/>
        <p:txBody>
          <a:bodyPr/>
          <a:lstStyle/>
          <a:p>
            <a:fld id="{B7CF8A19-3A9E-4ABC-B336-2FDDE321C72D}" type="slidenum">
              <a:rPr lang="en-US" smtClean="0"/>
              <a:pPr/>
              <a:t>‹#›</a:t>
            </a:fld>
            <a:endParaRPr lang="en-US" dirty="0"/>
          </a:p>
        </p:txBody>
      </p:sp>
    </p:spTree>
    <p:custDataLst>
      <p:tags r:id="rId1"/>
    </p:custDataLst>
    <p:extLst>
      <p:ext uri="{BB962C8B-B14F-4D97-AF65-F5344CB8AC3E}">
        <p14:creationId xmlns:p14="http://schemas.microsoft.com/office/powerpoint/2010/main" val="360141977"/>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Title Slide Summary">
    <p:bg>
      <p:bgPr>
        <a:solidFill>
          <a:srgbClr val="CF9FDE">
            <a:alpha val="25000"/>
          </a:srgbClr>
        </a:solidFill>
        <a:effectLst/>
      </p:bgPr>
    </p:bg>
    <p:spTree>
      <p:nvGrpSpPr>
        <p:cNvPr id="1" name=""/>
        <p:cNvGrpSpPr/>
        <p:nvPr/>
      </p:nvGrpSpPr>
      <p:grpSpPr>
        <a:xfrm>
          <a:off x="0" y="0"/>
          <a:ext cx="0" cy="0"/>
          <a:chOff x="0" y="0"/>
          <a:chExt cx="0" cy="0"/>
        </a:xfrm>
      </p:grpSpPr>
      <p:sp>
        <p:nvSpPr>
          <p:cNvPr id="9" name="Rectangle: Top Corners Rounded 8">
            <a:extLst>
              <a:ext uri="{FF2B5EF4-FFF2-40B4-BE49-F238E27FC236}">
                <a16:creationId xmlns:a16="http://schemas.microsoft.com/office/drawing/2014/main" id="{C72812BA-B9B1-46F2-B1D3-26CF558EC640}"/>
              </a:ext>
            </a:extLst>
          </p:cNvPr>
          <p:cNvSpPr/>
          <p:nvPr userDrawn="1"/>
        </p:nvSpPr>
        <p:spPr>
          <a:xfrm>
            <a:off x="0" y="4549536"/>
            <a:ext cx="9144000" cy="594017"/>
          </a:xfrm>
          <a:prstGeom prst="round2SameRect">
            <a:avLst>
              <a:gd name="adj1" fmla="val 29495"/>
              <a:gd name="adj2" fmla="val 0"/>
            </a:avLst>
          </a:prstGeom>
          <a:solidFill>
            <a:srgbClr val="25374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Calibri" panose="020F0502020204030204" pitchFamily="34" charset="0"/>
            </a:endParaRPr>
          </a:p>
        </p:txBody>
      </p:sp>
      <p:sp>
        <p:nvSpPr>
          <p:cNvPr id="11" name="Subtitle 2">
            <a:extLst>
              <a:ext uri="{FF2B5EF4-FFF2-40B4-BE49-F238E27FC236}">
                <a16:creationId xmlns:a16="http://schemas.microsoft.com/office/drawing/2014/main" id="{077B2DE0-D1DB-4EE0-B864-29DFD9293408}"/>
              </a:ext>
            </a:extLst>
          </p:cNvPr>
          <p:cNvSpPr>
            <a:spLocks noGrp="1"/>
          </p:cNvSpPr>
          <p:nvPr>
            <p:ph type="subTitle" idx="1" hasCustomPrompt="1"/>
          </p:nvPr>
        </p:nvSpPr>
        <p:spPr>
          <a:xfrm>
            <a:off x="650366" y="1066518"/>
            <a:ext cx="7981244" cy="1080000"/>
          </a:xfrm>
          <a:prstGeom prst="rect">
            <a:avLst/>
          </a:prstGeom>
        </p:spPr>
        <p:txBody>
          <a:bodyPr lIns="0" rIns="0">
            <a:noAutofit/>
          </a:bodyPr>
          <a:lstStyle>
            <a:lvl1pPr marL="0" indent="0" algn="l">
              <a:spcBef>
                <a:spcPts val="0"/>
              </a:spcBef>
              <a:buNone/>
              <a:defRPr sz="6000" b="1">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Module #</a:t>
            </a:r>
          </a:p>
        </p:txBody>
      </p:sp>
      <p:pic>
        <p:nvPicPr>
          <p:cNvPr id="13" name="Picture 12" descr="CompTIA Logo">
            <a:extLst>
              <a:ext uri="{FF2B5EF4-FFF2-40B4-BE49-F238E27FC236}">
                <a16:creationId xmlns:a16="http://schemas.microsoft.com/office/drawing/2014/main" id="{8DB500E6-5CC4-4815-AEE8-41EB81EC7C15}"/>
              </a:ext>
            </a:extLst>
          </p:cNvPr>
          <p:cNvPicPr>
            <a:picLocks noChangeAspect="1"/>
          </p:cNvPicPr>
          <p:nvPr userDrawn="1"/>
        </p:nvPicPr>
        <p:blipFill>
          <a:blip r:embed="rId3" cstate="email">
            <a:biLevel thresh="25000"/>
            <a:extLst>
              <a:ext uri="{28A0092B-C50C-407E-A947-70E740481C1C}">
                <a14:useLocalDpi xmlns:a14="http://schemas.microsoft.com/office/drawing/2010/main"/>
              </a:ext>
            </a:extLst>
          </a:blip>
          <a:stretch>
            <a:fillRect/>
          </a:stretch>
        </p:blipFill>
        <p:spPr>
          <a:xfrm>
            <a:off x="255281" y="4743141"/>
            <a:ext cx="1200865" cy="256814"/>
          </a:xfrm>
          <a:prstGeom prst="rect">
            <a:avLst/>
          </a:prstGeom>
        </p:spPr>
      </p:pic>
      <p:sp>
        <p:nvSpPr>
          <p:cNvPr id="14" name="Footer Placeholder 13">
            <a:extLst>
              <a:ext uri="{FF2B5EF4-FFF2-40B4-BE49-F238E27FC236}">
                <a16:creationId xmlns:a16="http://schemas.microsoft.com/office/drawing/2014/main" id="{A81A1DFC-41A7-4E3E-A038-1E4DC1D675D6}"/>
              </a:ext>
            </a:extLst>
          </p:cNvPr>
          <p:cNvSpPr txBox="1">
            <a:spLocks/>
          </p:cNvSpPr>
          <p:nvPr userDrawn="1"/>
        </p:nvSpPr>
        <p:spPr>
          <a:xfrm>
            <a:off x="1461500" y="4768747"/>
            <a:ext cx="6195600" cy="155489"/>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rgbClr val="253746"/>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GB" dirty="0">
                <a:solidFill>
                  <a:schemeClr val="bg1"/>
                </a:solidFill>
                <a:latin typeface="Calibri" panose="020F0502020204030204" pitchFamily="34" charset="0"/>
                <a:cs typeface="Calibri" panose="020F0502020204030204" pitchFamily="34" charset="0"/>
              </a:rPr>
              <a:t>Copyright © 2025 CompTIA, Inc. All Rights Reserved.  |  CompTIA.org</a:t>
            </a:r>
            <a:endParaRPr lang="en-US" dirty="0">
              <a:solidFill>
                <a:schemeClr val="bg1"/>
              </a:solidFill>
              <a:latin typeface="Calibri" panose="020F0502020204030204" pitchFamily="34" charset="0"/>
              <a:cs typeface="Calibri" panose="020F0502020204030204" pitchFamily="34" charset="0"/>
            </a:endParaRPr>
          </a:p>
        </p:txBody>
      </p:sp>
      <p:sp>
        <p:nvSpPr>
          <p:cNvPr id="15" name="Text Placeholder 8">
            <a:extLst>
              <a:ext uri="{FF2B5EF4-FFF2-40B4-BE49-F238E27FC236}">
                <a16:creationId xmlns:a16="http://schemas.microsoft.com/office/drawing/2014/main" id="{330AC5F2-88D3-4490-90BF-F34E01D17C9B}"/>
              </a:ext>
            </a:extLst>
          </p:cNvPr>
          <p:cNvSpPr>
            <a:spLocks noGrp="1"/>
          </p:cNvSpPr>
          <p:nvPr>
            <p:ph type="body" sz="quarter" idx="12" hasCustomPrompt="1"/>
          </p:nvPr>
        </p:nvSpPr>
        <p:spPr>
          <a:xfrm>
            <a:off x="650366" y="561622"/>
            <a:ext cx="7981244" cy="489656"/>
          </a:xfrm>
          <a:prstGeom prst="rect">
            <a:avLst/>
          </a:prstGeom>
        </p:spPr>
        <p:txBody>
          <a:bodyPr lIns="0" rIns="0"/>
          <a:lstStyle>
            <a:lvl1pPr marL="0" indent="0">
              <a:buNone/>
              <a:defRPr/>
            </a:lvl1pPr>
            <a:lvl5pPr>
              <a:defRPr/>
            </a:lvl5pPr>
          </a:lstStyle>
          <a:p>
            <a:pPr lvl="0"/>
            <a:r>
              <a:rPr lang="en-US"/>
              <a:t>Exam Title and Version </a:t>
            </a:r>
            <a:endParaRPr lang="en-GB"/>
          </a:p>
        </p:txBody>
      </p:sp>
      <p:pic>
        <p:nvPicPr>
          <p:cNvPr id="17" name="Graphic 16">
            <a:extLst>
              <a:ext uri="{FF2B5EF4-FFF2-40B4-BE49-F238E27FC236}">
                <a16:creationId xmlns:a16="http://schemas.microsoft.com/office/drawing/2014/main" id="{2FF3CB60-2CE1-4521-A000-222B91B2BFC9}"/>
              </a:ext>
              <a:ext uri="{C183D7F6-B498-43B3-948B-1728B52AA6E4}">
                <adec:decorative xmlns:adec="http://schemas.microsoft.com/office/drawing/2017/decorative" val="1"/>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a:off x="546557" y="1908432"/>
            <a:ext cx="2428875" cy="190500"/>
          </a:xfrm>
          <a:prstGeom prst="rect">
            <a:avLst/>
          </a:prstGeom>
        </p:spPr>
      </p:pic>
      <p:pic>
        <p:nvPicPr>
          <p:cNvPr id="18" name="Graphic 17">
            <a:extLst>
              <a:ext uri="{FF2B5EF4-FFF2-40B4-BE49-F238E27FC236}">
                <a16:creationId xmlns:a16="http://schemas.microsoft.com/office/drawing/2014/main" id="{7F806275-D0BB-4D90-A9D5-E13362DDB248}"/>
              </a:ext>
              <a:ext uri="{C183D7F6-B498-43B3-948B-1728B52AA6E4}">
                <adec:decorative xmlns:adec="http://schemas.microsoft.com/office/drawing/2017/decorative" val="1"/>
              </a:ext>
            </a:extLst>
          </p:cNvPr>
          <p:cNvPicPr>
            <a:picLocks noChangeAspect="1"/>
          </p:cNvPicPr>
          <p:nvPr userDrawn="1"/>
        </p:nvPicPr>
        <p:blipFill>
          <a:blip r:embed="rId6">
            <a:extLst>
              <a:ext uri="{96DAC541-7B7A-43D3-8B79-37D633B846F1}">
                <asvg:svgBlip xmlns:asvg="http://schemas.microsoft.com/office/drawing/2016/SVG/main" r:embed="rId7"/>
              </a:ext>
            </a:extLst>
          </a:blip>
          <a:stretch>
            <a:fillRect/>
          </a:stretch>
        </p:blipFill>
        <p:spPr>
          <a:xfrm flipH="1">
            <a:off x="3861324" y="1318606"/>
            <a:ext cx="2508635" cy="625047"/>
          </a:xfrm>
          <a:prstGeom prst="rect">
            <a:avLst/>
          </a:prstGeom>
        </p:spPr>
      </p:pic>
      <p:sp>
        <p:nvSpPr>
          <p:cNvPr id="3" name="TextBox 2">
            <a:extLst>
              <a:ext uri="{FF2B5EF4-FFF2-40B4-BE49-F238E27FC236}">
                <a16:creationId xmlns:a16="http://schemas.microsoft.com/office/drawing/2014/main" id="{E69A9EE0-9C3D-4C77-BB60-8191473E1FB2}"/>
              </a:ext>
            </a:extLst>
          </p:cNvPr>
          <p:cNvSpPr txBox="1"/>
          <p:nvPr userDrawn="1"/>
        </p:nvSpPr>
        <p:spPr>
          <a:xfrm>
            <a:off x="650366" y="2170237"/>
            <a:ext cx="2489784" cy="707886"/>
          </a:xfrm>
          <a:prstGeom prst="rect">
            <a:avLst/>
          </a:prstGeom>
          <a:noFill/>
        </p:spPr>
        <p:txBody>
          <a:bodyPr vert="horz" lIns="0" tIns="45720" rIns="0" bIns="45720" rtlCol="0" anchor="t" anchorCtr="0">
            <a:noAutofit/>
          </a:bodyPr>
          <a:lstStyle>
            <a:lvl1pPr defTabSz="342900">
              <a:spcBef>
                <a:spcPts val="0"/>
              </a:spcBef>
              <a:buNone/>
              <a:defRPr lang="en-US" sz="4000" b="0" dirty="0">
                <a:ea typeface="+mj-ea"/>
                <a:cs typeface="Calibri" panose="020F0502020204030204" pitchFamily="34" charset="0"/>
              </a:defRPr>
            </a:lvl1pPr>
          </a:lstStyle>
          <a:p>
            <a:pPr lvl="0"/>
            <a:r>
              <a:rPr lang="en-US" dirty="0">
                <a:latin typeface="Calibri" panose="020F0502020204030204" pitchFamily="34" charset="0"/>
                <a:cs typeface="Calibri" panose="020F0502020204030204" pitchFamily="34" charset="0"/>
              </a:rPr>
              <a:t>Summary</a:t>
            </a:r>
            <a:endParaRPr lang="en-GB" dirty="0">
              <a:latin typeface="Calibri" panose="020F0502020204030204" pitchFamily="34" charset="0"/>
              <a:cs typeface="Calibri" panose="020F0502020204030204" pitchFamily="34" charset="0"/>
            </a:endParaRPr>
          </a:p>
        </p:txBody>
      </p:sp>
      <p:sp>
        <p:nvSpPr>
          <p:cNvPr id="12" name="Slide Number Placeholder 1">
            <a:extLst>
              <a:ext uri="{FF2B5EF4-FFF2-40B4-BE49-F238E27FC236}">
                <a16:creationId xmlns:a16="http://schemas.microsoft.com/office/drawing/2014/main" id="{671E092C-F879-4DF6-A68C-3E9B8C85A6FC}"/>
              </a:ext>
            </a:extLst>
          </p:cNvPr>
          <p:cNvSpPr>
            <a:spLocks noGrp="1"/>
          </p:cNvSpPr>
          <p:nvPr>
            <p:ph type="sldNum" sz="quarter" idx="10"/>
          </p:nvPr>
        </p:nvSpPr>
        <p:spPr>
          <a:xfrm>
            <a:off x="8537816" y="4885690"/>
            <a:ext cx="479184" cy="198675"/>
          </a:xfrm>
        </p:spPr>
        <p:txBody>
          <a:bodyPr/>
          <a:lstStyle>
            <a:lvl1pPr>
              <a:defRPr>
                <a:solidFill>
                  <a:schemeClr val="bg1"/>
                </a:solidFill>
              </a:defRPr>
            </a:lvl1pPr>
          </a:lstStyle>
          <a:p>
            <a:fld id="{B7CF8A19-3A9E-4ABC-B336-2FDDE321C72D}" type="slidenum">
              <a:rPr lang="en-US" smtClean="0"/>
              <a:pPr/>
              <a:t>‹#›</a:t>
            </a:fld>
            <a:endParaRPr lang="en-US" dirty="0"/>
          </a:p>
        </p:txBody>
      </p:sp>
    </p:spTree>
    <p:custDataLst>
      <p:tags r:id="rId1"/>
    </p:custDataLst>
    <p:extLst>
      <p:ext uri="{BB962C8B-B14F-4D97-AF65-F5344CB8AC3E}">
        <p14:creationId xmlns:p14="http://schemas.microsoft.com/office/powerpoint/2010/main" val="4111725238"/>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Title Slide Summary_double digit">
    <p:bg>
      <p:bgPr>
        <a:solidFill>
          <a:srgbClr val="CF9FDE">
            <a:alpha val="25000"/>
          </a:srgbClr>
        </a:solidFill>
        <a:effectLst/>
      </p:bgPr>
    </p:bg>
    <p:spTree>
      <p:nvGrpSpPr>
        <p:cNvPr id="1" name=""/>
        <p:cNvGrpSpPr/>
        <p:nvPr/>
      </p:nvGrpSpPr>
      <p:grpSpPr>
        <a:xfrm>
          <a:off x="0" y="0"/>
          <a:ext cx="0" cy="0"/>
          <a:chOff x="0" y="0"/>
          <a:chExt cx="0" cy="0"/>
        </a:xfrm>
      </p:grpSpPr>
      <p:sp>
        <p:nvSpPr>
          <p:cNvPr id="9" name="Rectangle: Top Corners Rounded 8">
            <a:extLst>
              <a:ext uri="{FF2B5EF4-FFF2-40B4-BE49-F238E27FC236}">
                <a16:creationId xmlns:a16="http://schemas.microsoft.com/office/drawing/2014/main" id="{C72812BA-B9B1-46F2-B1D3-26CF558EC640}"/>
              </a:ext>
            </a:extLst>
          </p:cNvPr>
          <p:cNvSpPr/>
          <p:nvPr userDrawn="1"/>
        </p:nvSpPr>
        <p:spPr>
          <a:xfrm>
            <a:off x="0" y="4549536"/>
            <a:ext cx="9144000" cy="594017"/>
          </a:xfrm>
          <a:prstGeom prst="round2SameRect">
            <a:avLst>
              <a:gd name="adj1" fmla="val 29495"/>
              <a:gd name="adj2" fmla="val 0"/>
            </a:avLst>
          </a:prstGeom>
          <a:solidFill>
            <a:srgbClr val="25374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Calibri" panose="020F0502020204030204" pitchFamily="34" charset="0"/>
            </a:endParaRPr>
          </a:p>
        </p:txBody>
      </p:sp>
      <p:sp>
        <p:nvSpPr>
          <p:cNvPr id="11" name="Subtitle 2">
            <a:extLst>
              <a:ext uri="{FF2B5EF4-FFF2-40B4-BE49-F238E27FC236}">
                <a16:creationId xmlns:a16="http://schemas.microsoft.com/office/drawing/2014/main" id="{077B2DE0-D1DB-4EE0-B864-29DFD9293408}"/>
              </a:ext>
            </a:extLst>
          </p:cNvPr>
          <p:cNvSpPr>
            <a:spLocks noGrp="1"/>
          </p:cNvSpPr>
          <p:nvPr>
            <p:ph type="subTitle" idx="1" hasCustomPrompt="1"/>
          </p:nvPr>
        </p:nvSpPr>
        <p:spPr>
          <a:xfrm>
            <a:off x="650366" y="1066518"/>
            <a:ext cx="7981244" cy="1080000"/>
          </a:xfrm>
          <a:prstGeom prst="rect">
            <a:avLst/>
          </a:prstGeom>
        </p:spPr>
        <p:txBody>
          <a:bodyPr lIns="0" rIns="0">
            <a:noAutofit/>
          </a:bodyPr>
          <a:lstStyle>
            <a:lvl1pPr marL="0" indent="0" algn="l">
              <a:spcBef>
                <a:spcPts val="0"/>
              </a:spcBef>
              <a:buNone/>
              <a:defRPr sz="6000" b="1">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Module ##</a:t>
            </a:r>
          </a:p>
        </p:txBody>
      </p:sp>
      <p:pic>
        <p:nvPicPr>
          <p:cNvPr id="13" name="Picture 12" descr="CompTIA Logo">
            <a:extLst>
              <a:ext uri="{FF2B5EF4-FFF2-40B4-BE49-F238E27FC236}">
                <a16:creationId xmlns:a16="http://schemas.microsoft.com/office/drawing/2014/main" id="{8DB500E6-5CC4-4815-AEE8-41EB81EC7C15}"/>
              </a:ext>
            </a:extLst>
          </p:cNvPr>
          <p:cNvPicPr>
            <a:picLocks noChangeAspect="1"/>
          </p:cNvPicPr>
          <p:nvPr userDrawn="1"/>
        </p:nvPicPr>
        <p:blipFill>
          <a:blip r:embed="rId3" cstate="email">
            <a:biLevel thresh="25000"/>
            <a:extLst>
              <a:ext uri="{28A0092B-C50C-407E-A947-70E740481C1C}">
                <a14:useLocalDpi xmlns:a14="http://schemas.microsoft.com/office/drawing/2010/main"/>
              </a:ext>
            </a:extLst>
          </a:blip>
          <a:stretch>
            <a:fillRect/>
          </a:stretch>
        </p:blipFill>
        <p:spPr>
          <a:xfrm>
            <a:off x="255281" y="4743141"/>
            <a:ext cx="1200865" cy="256814"/>
          </a:xfrm>
          <a:prstGeom prst="rect">
            <a:avLst/>
          </a:prstGeom>
        </p:spPr>
      </p:pic>
      <p:sp>
        <p:nvSpPr>
          <p:cNvPr id="14" name="Footer Placeholder 13">
            <a:extLst>
              <a:ext uri="{FF2B5EF4-FFF2-40B4-BE49-F238E27FC236}">
                <a16:creationId xmlns:a16="http://schemas.microsoft.com/office/drawing/2014/main" id="{A81A1DFC-41A7-4E3E-A038-1E4DC1D675D6}"/>
              </a:ext>
            </a:extLst>
          </p:cNvPr>
          <p:cNvSpPr txBox="1">
            <a:spLocks/>
          </p:cNvSpPr>
          <p:nvPr userDrawn="1"/>
        </p:nvSpPr>
        <p:spPr>
          <a:xfrm>
            <a:off x="1461500" y="4768747"/>
            <a:ext cx="6195600" cy="155489"/>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rgbClr val="253746"/>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GB" dirty="0">
                <a:solidFill>
                  <a:schemeClr val="bg1"/>
                </a:solidFill>
                <a:latin typeface="Calibri" panose="020F0502020204030204" pitchFamily="34" charset="0"/>
                <a:cs typeface="Calibri" panose="020F0502020204030204" pitchFamily="34" charset="0"/>
              </a:rPr>
              <a:t>Copyright © 2025 CompTIA, Inc. All Rights Reserved.  |  CompTIA.org</a:t>
            </a:r>
            <a:endParaRPr lang="en-US" dirty="0">
              <a:solidFill>
                <a:schemeClr val="bg1"/>
              </a:solidFill>
              <a:latin typeface="Calibri" panose="020F0502020204030204" pitchFamily="34" charset="0"/>
              <a:cs typeface="Calibri" panose="020F0502020204030204" pitchFamily="34" charset="0"/>
            </a:endParaRPr>
          </a:p>
        </p:txBody>
      </p:sp>
      <p:sp>
        <p:nvSpPr>
          <p:cNvPr id="15" name="Text Placeholder 8">
            <a:extLst>
              <a:ext uri="{FF2B5EF4-FFF2-40B4-BE49-F238E27FC236}">
                <a16:creationId xmlns:a16="http://schemas.microsoft.com/office/drawing/2014/main" id="{330AC5F2-88D3-4490-90BF-F34E01D17C9B}"/>
              </a:ext>
            </a:extLst>
          </p:cNvPr>
          <p:cNvSpPr>
            <a:spLocks noGrp="1"/>
          </p:cNvSpPr>
          <p:nvPr>
            <p:ph type="body" sz="quarter" idx="12" hasCustomPrompt="1"/>
          </p:nvPr>
        </p:nvSpPr>
        <p:spPr>
          <a:xfrm>
            <a:off x="650366" y="561622"/>
            <a:ext cx="7981244" cy="489656"/>
          </a:xfrm>
          <a:prstGeom prst="rect">
            <a:avLst/>
          </a:prstGeom>
        </p:spPr>
        <p:txBody>
          <a:bodyPr lIns="0" rIns="0"/>
          <a:lstStyle>
            <a:lvl1pPr marL="0" indent="0">
              <a:buNone/>
              <a:defRPr/>
            </a:lvl1pPr>
            <a:lvl5pPr>
              <a:defRPr/>
            </a:lvl5pPr>
          </a:lstStyle>
          <a:p>
            <a:pPr lvl="0"/>
            <a:r>
              <a:rPr lang="en-US"/>
              <a:t>Exam Title and Version </a:t>
            </a:r>
            <a:endParaRPr lang="en-GB"/>
          </a:p>
        </p:txBody>
      </p:sp>
      <p:pic>
        <p:nvPicPr>
          <p:cNvPr id="17" name="Graphic 16">
            <a:extLst>
              <a:ext uri="{FF2B5EF4-FFF2-40B4-BE49-F238E27FC236}">
                <a16:creationId xmlns:a16="http://schemas.microsoft.com/office/drawing/2014/main" id="{2FF3CB60-2CE1-4521-A000-222B91B2BFC9}"/>
              </a:ext>
              <a:ext uri="{C183D7F6-B498-43B3-948B-1728B52AA6E4}">
                <adec:decorative xmlns:adec="http://schemas.microsoft.com/office/drawing/2017/decorative" val="1"/>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a:off x="546557" y="1908432"/>
            <a:ext cx="2428875" cy="190500"/>
          </a:xfrm>
          <a:prstGeom prst="rect">
            <a:avLst/>
          </a:prstGeom>
        </p:spPr>
      </p:pic>
      <p:pic>
        <p:nvPicPr>
          <p:cNvPr id="18" name="Graphic 17">
            <a:extLst>
              <a:ext uri="{FF2B5EF4-FFF2-40B4-BE49-F238E27FC236}">
                <a16:creationId xmlns:a16="http://schemas.microsoft.com/office/drawing/2014/main" id="{7F806275-D0BB-4D90-A9D5-E13362DDB248}"/>
              </a:ext>
              <a:ext uri="{C183D7F6-B498-43B3-948B-1728B52AA6E4}">
                <adec:decorative xmlns:adec="http://schemas.microsoft.com/office/drawing/2017/decorative" val="1"/>
              </a:ext>
            </a:extLst>
          </p:cNvPr>
          <p:cNvPicPr>
            <a:picLocks noChangeAspect="1"/>
          </p:cNvPicPr>
          <p:nvPr userDrawn="1"/>
        </p:nvPicPr>
        <p:blipFill>
          <a:blip r:embed="rId6">
            <a:extLst>
              <a:ext uri="{96DAC541-7B7A-43D3-8B79-37D633B846F1}">
                <asvg:svgBlip xmlns:asvg="http://schemas.microsoft.com/office/drawing/2016/SVG/main" r:embed="rId7"/>
              </a:ext>
            </a:extLst>
          </a:blip>
          <a:stretch>
            <a:fillRect/>
          </a:stretch>
        </p:blipFill>
        <p:spPr>
          <a:xfrm flipH="1">
            <a:off x="4143719" y="1318606"/>
            <a:ext cx="2508635" cy="625047"/>
          </a:xfrm>
          <a:prstGeom prst="rect">
            <a:avLst/>
          </a:prstGeom>
        </p:spPr>
      </p:pic>
      <p:sp>
        <p:nvSpPr>
          <p:cNvPr id="3" name="TextBox 2">
            <a:extLst>
              <a:ext uri="{FF2B5EF4-FFF2-40B4-BE49-F238E27FC236}">
                <a16:creationId xmlns:a16="http://schemas.microsoft.com/office/drawing/2014/main" id="{E69A9EE0-9C3D-4C77-BB60-8191473E1FB2}"/>
              </a:ext>
            </a:extLst>
          </p:cNvPr>
          <p:cNvSpPr txBox="1"/>
          <p:nvPr userDrawn="1"/>
        </p:nvSpPr>
        <p:spPr>
          <a:xfrm>
            <a:off x="650366" y="2170237"/>
            <a:ext cx="2489784" cy="707886"/>
          </a:xfrm>
          <a:prstGeom prst="rect">
            <a:avLst/>
          </a:prstGeom>
          <a:noFill/>
        </p:spPr>
        <p:txBody>
          <a:bodyPr vert="horz" lIns="0" tIns="45720" rIns="0" bIns="45720" rtlCol="0" anchor="t" anchorCtr="0">
            <a:noAutofit/>
          </a:bodyPr>
          <a:lstStyle>
            <a:lvl1pPr defTabSz="342900">
              <a:spcBef>
                <a:spcPts val="0"/>
              </a:spcBef>
              <a:buNone/>
              <a:defRPr lang="en-US" sz="4000" b="0" dirty="0">
                <a:ea typeface="+mj-ea"/>
                <a:cs typeface="Calibri" panose="020F0502020204030204" pitchFamily="34" charset="0"/>
              </a:defRPr>
            </a:lvl1pPr>
          </a:lstStyle>
          <a:p>
            <a:pPr lvl="0"/>
            <a:r>
              <a:rPr lang="en-US" dirty="0">
                <a:latin typeface="Calibri" panose="020F0502020204030204" pitchFamily="34" charset="0"/>
                <a:cs typeface="Calibri" panose="020F0502020204030204" pitchFamily="34" charset="0"/>
              </a:rPr>
              <a:t>Summary</a:t>
            </a:r>
            <a:endParaRPr lang="en-GB" dirty="0">
              <a:latin typeface="Calibri" panose="020F0502020204030204" pitchFamily="34" charset="0"/>
              <a:cs typeface="Calibri" panose="020F0502020204030204" pitchFamily="34" charset="0"/>
            </a:endParaRPr>
          </a:p>
        </p:txBody>
      </p:sp>
      <p:sp>
        <p:nvSpPr>
          <p:cNvPr id="12" name="Slide Number Placeholder 1">
            <a:extLst>
              <a:ext uri="{FF2B5EF4-FFF2-40B4-BE49-F238E27FC236}">
                <a16:creationId xmlns:a16="http://schemas.microsoft.com/office/drawing/2014/main" id="{671E092C-F879-4DF6-A68C-3E9B8C85A6FC}"/>
              </a:ext>
            </a:extLst>
          </p:cNvPr>
          <p:cNvSpPr>
            <a:spLocks noGrp="1"/>
          </p:cNvSpPr>
          <p:nvPr>
            <p:ph type="sldNum" sz="quarter" idx="10"/>
          </p:nvPr>
        </p:nvSpPr>
        <p:spPr>
          <a:xfrm>
            <a:off x="8537816" y="4885690"/>
            <a:ext cx="479184" cy="198675"/>
          </a:xfrm>
        </p:spPr>
        <p:txBody>
          <a:bodyPr/>
          <a:lstStyle>
            <a:lvl1pPr>
              <a:defRPr>
                <a:solidFill>
                  <a:schemeClr val="bg1"/>
                </a:solidFill>
              </a:defRPr>
            </a:lvl1pPr>
          </a:lstStyle>
          <a:p>
            <a:fld id="{B7CF8A19-3A9E-4ABC-B336-2FDDE321C72D}" type="slidenum">
              <a:rPr lang="en-US" smtClean="0"/>
              <a:pPr/>
              <a:t>‹#›</a:t>
            </a:fld>
            <a:endParaRPr lang="en-US" dirty="0"/>
          </a:p>
        </p:txBody>
      </p:sp>
    </p:spTree>
    <p:custDataLst>
      <p:tags r:id="rId1"/>
    </p:custDataLst>
    <p:extLst>
      <p:ext uri="{BB962C8B-B14F-4D97-AF65-F5344CB8AC3E}">
        <p14:creationId xmlns:p14="http://schemas.microsoft.com/office/powerpoint/2010/main" val="2570707714"/>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Tree>
    <p:custDataLst>
      <p:tags r:id="rId1"/>
    </p:custDataLst>
    <p:extLst>
      <p:ext uri="{BB962C8B-B14F-4D97-AF65-F5344CB8AC3E}">
        <p14:creationId xmlns:p14="http://schemas.microsoft.com/office/powerpoint/2010/main" val="155010465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theme" Target="../theme/theme1.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tags" Target="../tags/tag2.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6" name="Title Placeholder 1">
            <a:extLst>
              <a:ext uri="{FF2B5EF4-FFF2-40B4-BE49-F238E27FC236}">
                <a16:creationId xmlns:a16="http://schemas.microsoft.com/office/drawing/2014/main" id="{AFFE8316-6276-444F-8C28-23F8C92989F4}"/>
              </a:ext>
            </a:extLst>
          </p:cNvPr>
          <p:cNvSpPr>
            <a:spLocks noGrp="1"/>
          </p:cNvSpPr>
          <p:nvPr>
            <p:ph type="title"/>
          </p:nvPr>
        </p:nvSpPr>
        <p:spPr>
          <a:xfrm>
            <a:off x="0" y="0"/>
            <a:ext cx="9143999" cy="603250"/>
          </a:xfrm>
          <a:prstGeom prst="rect">
            <a:avLst/>
          </a:prstGeom>
          <a:solidFill>
            <a:srgbClr val="7FC8DD">
              <a:alpha val="25000"/>
            </a:srgbClr>
          </a:solidFill>
        </p:spPr>
        <p:txBody>
          <a:bodyPr vert="horz" lIns="91440" tIns="45720" rIns="91440" bIns="45720" rtlCol="0" anchor="ctr">
            <a:noAutofit/>
          </a:bodyPr>
          <a:lstStyle/>
          <a:p>
            <a:r>
              <a:rPr lang="en-US" noProof="0"/>
              <a:t>Click to edit Master title style</a:t>
            </a:r>
          </a:p>
        </p:txBody>
      </p:sp>
      <p:sp>
        <p:nvSpPr>
          <p:cNvPr id="7" name="Slide Number Placeholder 4">
            <a:extLst>
              <a:ext uri="{FF2B5EF4-FFF2-40B4-BE49-F238E27FC236}">
                <a16:creationId xmlns:a16="http://schemas.microsoft.com/office/drawing/2014/main" id="{6ABFF679-40BB-4275-8271-2872CFC1BDB4}"/>
              </a:ext>
            </a:extLst>
          </p:cNvPr>
          <p:cNvSpPr>
            <a:spLocks noGrp="1"/>
          </p:cNvSpPr>
          <p:nvPr>
            <p:ph type="sldNum" sz="quarter" idx="4"/>
          </p:nvPr>
        </p:nvSpPr>
        <p:spPr>
          <a:xfrm>
            <a:off x="8537816" y="4885690"/>
            <a:ext cx="479184" cy="198675"/>
          </a:xfrm>
          <a:prstGeom prst="rect">
            <a:avLst/>
          </a:prstGeom>
        </p:spPr>
        <p:txBody>
          <a:bodyPr vert="horz" lIns="91440" tIns="45720" rIns="91440" bIns="45720" rtlCol="0" anchor="ctr"/>
          <a:lstStyle>
            <a:lvl1pPr algn="r">
              <a:defRPr sz="1200">
                <a:solidFill>
                  <a:schemeClr val="tx1"/>
                </a:solidFill>
                <a:latin typeface="Calibri" panose="020F0502020204030204" pitchFamily="34" charset="0"/>
                <a:cs typeface="Calibri" panose="020F0502020204030204" pitchFamily="34" charset="0"/>
              </a:defRPr>
            </a:lvl1pPr>
          </a:lstStyle>
          <a:p>
            <a:fld id="{B7CF8A19-3A9E-4ABC-B336-2FDDE321C72D}" type="slidenum">
              <a:rPr lang="en-US" smtClean="0"/>
              <a:pPr/>
              <a:t>‹#›</a:t>
            </a:fld>
            <a:endParaRPr lang="en-US" dirty="0"/>
          </a:p>
        </p:txBody>
      </p:sp>
      <p:sp>
        <p:nvSpPr>
          <p:cNvPr id="8" name="Text Placeholder 10">
            <a:extLst>
              <a:ext uri="{FF2B5EF4-FFF2-40B4-BE49-F238E27FC236}">
                <a16:creationId xmlns:a16="http://schemas.microsoft.com/office/drawing/2014/main" id="{12D1C9D9-BB2F-4CEE-AB77-E7FB81417221}"/>
              </a:ext>
            </a:extLst>
          </p:cNvPr>
          <p:cNvSpPr>
            <a:spLocks noGrp="1"/>
          </p:cNvSpPr>
          <p:nvPr>
            <p:ph type="body" idx="1"/>
          </p:nvPr>
        </p:nvSpPr>
        <p:spPr>
          <a:xfrm>
            <a:off x="146050" y="746760"/>
            <a:ext cx="8870950" cy="4046220"/>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custDataLst>
      <p:tags r:id="rId27"/>
    </p:custDataLst>
    <p:extLst>
      <p:ext uri="{BB962C8B-B14F-4D97-AF65-F5344CB8AC3E}">
        <p14:creationId xmlns:p14="http://schemas.microsoft.com/office/powerpoint/2010/main" val="58932730"/>
      </p:ext>
    </p:extLst>
  </p:cSld>
  <p:clrMap bg1="lt1" tx1="dk1" bg2="lt2" tx2="dk2" accent1="accent1" accent2="accent2" accent3="accent3" accent4="accent4" accent5="accent5" accent6="accent6" hlink="hlink" folHlink="folHlink"/>
  <p:sldLayoutIdLst>
    <p:sldLayoutId id="2147483932" r:id="rId1"/>
    <p:sldLayoutId id="2147483912" r:id="rId2"/>
    <p:sldLayoutId id="2147483933" r:id="rId3"/>
    <p:sldLayoutId id="2147483934" r:id="rId4"/>
    <p:sldLayoutId id="2147483911" r:id="rId5"/>
    <p:sldLayoutId id="2147483914" r:id="rId6"/>
    <p:sldLayoutId id="2147483935" r:id="rId7"/>
    <p:sldLayoutId id="2147483938" r:id="rId8"/>
    <p:sldLayoutId id="2147483941" r:id="rId9"/>
    <p:sldLayoutId id="2147483917" r:id="rId10"/>
    <p:sldLayoutId id="2147483936" r:id="rId11"/>
    <p:sldLayoutId id="2147483940" r:id="rId12"/>
    <p:sldLayoutId id="2147483939" r:id="rId13"/>
    <p:sldLayoutId id="2147483944" r:id="rId14"/>
    <p:sldLayoutId id="2147483945" r:id="rId15"/>
    <p:sldLayoutId id="2147483918" r:id="rId16"/>
    <p:sldLayoutId id="2147483937" r:id="rId17"/>
    <p:sldLayoutId id="2147483942" r:id="rId18"/>
    <p:sldLayoutId id="2147483943" r:id="rId19"/>
    <p:sldLayoutId id="2147483922" r:id="rId20"/>
    <p:sldLayoutId id="2147483924" r:id="rId21"/>
    <p:sldLayoutId id="2147483919" r:id="rId22"/>
    <p:sldLayoutId id="2147483926" r:id="rId23"/>
    <p:sldLayoutId id="2147483946" r:id="rId24"/>
    <p:sldLayoutId id="2147483927" r:id="rId25"/>
  </p:sldLayoutIdLst>
  <p:hf hdr="0" ftr="0" dt="0"/>
  <p:txStyles>
    <p:titleStyle>
      <a:lvl1pPr marL="72000" algn="l" defTabSz="342900" rtl="0" eaLnBrk="1" latinLnBrk="0" hangingPunct="1">
        <a:spcBef>
          <a:spcPct val="0"/>
        </a:spcBef>
        <a:buNone/>
        <a:defRPr lang="en-US" sz="2800" b="1" kern="1200" dirty="0">
          <a:solidFill>
            <a:schemeClr val="tx1"/>
          </a:solidFill>
          <a:latin typeface="Calibri" panose="020F0502020204030204" pitchFamily="34" charset="0"/>
          <a:ea typeface="+mj-ea"/>
          <a:cs typeface="Calibri" panose="020F0502020204030204" pitchFamily="34" charset="0"/>
        </a:defRPr>
      </a:lvl1pPr>
    </p:titleStyle>
    <p:bodyStyle>
      <a:lvl1pPr marL="257175" indent="-257175" algn="l" defTabSz="342900" rtl="0" eaLnBrk="1" latinLnBrk="0" hangingPunct="1">
        <a:spcBef>
          <a:spcPts val="600"/>
        </a:spcBef>
        <a:spcAft>
          <a:spcPts val="0"/>
        </a:spcAft>
        <a:buClrTx/>
        <a:buFont typeface="Arial" panose="020B0604020202020204" pitchFamily="34" charset="0"/>
        <a:buChar char="•"/>
        <a:defRPr sz="2400" kern="1200">
          <a:solidFill>
            <a:schemeClr val="tx1"/>
          </a:solidFill>
          <a:latin typeface="Calibri" panose="020F0502020204030204" pitchFamily="34" charset="0"/>
          <a:ea typeface="+mn-ea"/>
          <a:cs typeface="Calibri" panose="020F0502020204030204" pitchFamily="34" charset="0"/>
        </a:defRPr>
      </a:lvl1pPr>
      <a:lvl2pPr marL="571500" indent="-228600" algn="l" defTabSz="342900" rtl="0" eaLnBrk="1" latinLnBrk="0" hangingPunct="1">
        <a:spcBef>
          <a:spcPts val="600"/>
        </a:spcBef>
        <a:spcAft>
          <a:spcPts val="0"/>
        </a:spcAft>
        <a:buClrTx/>
        <a:buFont typeface="Arial" panose="020B0604020202020204" pitchFamily="34" charset="0"/>
        <a:buChar char="•"/>
        <a:defRPr sz="2000" kern="1200">
          <a:solidFill>
            <a:schemeClr val="tx1"/>
          </a:solidFill>
          <a:latin typeface="Calibri" panose="020F0502020204030204" pitchFamily="34" charset="0"/>
          <a:ea typeface="+mn-ea"/>
          <a:cs typeface="Calibri" panose="020F0502020204030204" pitchFamily="34" charset="0"/>
        </a:defRPr>
      </a:lvl2pPr>
      <a:lvl3pPr marL="857250" indent="-171450" algn="l" defTabSz="342900" rtl="0" eaLnBrk="1" latinLnBrk="0" hangingPunct="1">
        <a:spcBef>
          <a:spcPts val="600"/>
        </a:spcBef>
        <a:spcAft>
          <a:spcPts val="0"/>
        </a:spcAft>
        <a:buClrTx/>
        <a:buSzPct val="100000"/>
        <a:buFont typeface="Arial" panose="020B0604020202020204" pitchFamily="34" charset="0"/>
        <a:buChar char="•"/>
        <a:defRPr sz="1800" kern="1200">
          <a:solidFill>
            <a:schemeClr val="tx1"/>
          </a:solidFill>
          <a:latin typeface="Calibri" panose="020F0502020204030204" pitchFamily="34" charset="0"/>
          <a:ea typeface="+mn-ea"/>
          <a:cs typeface="Calibri" panose="020F0502020204030204" pitchFamily="34" charset="0"/>
        </a:defRPr>
      </a:lvl3pPr>
      <a:lvl4pPr marL="1200150" indent="-171450" algn="l" defTabSz="342900" rtl="0" eaLnBrk="1" latinLnBrk="0" hangingPunct="1">
        <a:spcBef>
          <a:spcPts val="600"/>
        </a:spcBef>
        <a:spcAft>
          <a:spcPts val="0"/>
        </a:spcAft>
        <a:buClrTx/>
        <a:buFont typeface="Arial" panose="020B0604020202020204" pitchFamily="34" charset="0"/>
        <a:buChar char="•"/>
        <a:defRPr sz="1800" kern="1200">
          <a:solidFill>
            <a:schemeClr val="tx1"/>
          </a:solidFill>
          <a:latin typeface="Calibri" panose="020F0502020204030204" pitchFamily="34" charset="0"/>
          <a:ea typeface="+mn-ea"/>
          <a:cs typeface="Calibri" panose="020F0502020204030204" pitchFamily="34" charset="0"/>
        </a:defRPr>
      </a:lvl4pPr>
      <a:lvl5pPr marL="1543050" indent="-171450" algn="l" defTabSz="342900" rtl="0" eaLnBrk="1" latinLnBrk="0" hangingPunct="1">
        <a:spcBef>
          <a:spcPts val="600"/>
        </a:spcBef>
        <a:spcAft>
          <a:spcPts val="0"/>
        </a:spcAft>
        <a:buClrTx/>
        <a:buFont typeface="Arial" panose="020B0604020202020204" pitchFamily="34" charset="0"/>
        <a:buChar char="•"/>
        <a:defRPr sz="1800" kern="1200">
          <a:solidFill>
            <a:schemeClr val="tx1"/>
          </a:solidFill>
          <a:latin typeface="Calibri" panose="020F0502020204030204" pitchFamily="34" charset="0"/>
          <a:ea typeface="+mn-ea"/>
          <a:cs typeface="Calibri" panose="020F0502020204030204" pitchFamily="34" charset="0"/>
        </a:defRPr>
      </a:lvl5pPr>
      <a:lvl6pPr marL="1885950" indent="-171450" algn="l" defTabSz="342900" rtl="0" eaLnBrk="1" latinLnBrk="0" hangingPunct="1">
        <a:spcBef>
          <a:spcPct val="20000"/>
        </a:spcBef>
        <a:buFont typeface="Arial"/>
        <a:buChar char="•"/>
        <a:defRPr sz="1500" kern="1200">
          <a:solidFill>
            <a:schemeClr val="tx1"/>
          </a:solidFill>
          <a:latin typeface="+mn-lt"/>
          <a:ea typeface="+mn-ea"/>
          <a:cs typeface="+mn-cs"/>
        </a:defRPr>
      </a:lvl6pPr>
      <a:lvl7pPr marL="2228850" indent="-171450" algn="l" defTabSz="342900" rtl="0" eaLnBrk="1" latinLnBrk="0" hangingPunct="1">
        <a:spcBef>
          <a:spcPct val="20000"/>
        </a:spcBef>
        <a:buFont typeface="Arial"/>
        <a:buChar char="•"/>
        <a:defRPr sz="1500" kern="1200">
          <a:solidFill>
            <a:schemeClr val="tx1"/>
          </a:solidFill>
          <a:latin typeface="+mn-lt"/>
          <a:ea typeface="+mn-ea"/>
          <a:cs typeface="+mn-cs"/>
        </a:defRPr>
      </a:lvl7pPr>
      <a:lvl8pPr marL="2571750" indent="-171450" algn="l" defTabSz="342900" rtl="0" eaLnBrk="1" latinLnBrk="0" hangingPunct="1">
        <a:spcBef>
          <a:spcPct val="20000"/>
        </a:spcBef>
        <a:buFont typeface="Arial"/>
        <a:buChar char="•"/>
        <a:defRPr sz="1500" kern="1200">
          <a:solidFill>
            <a:schemeClr val="tx1"/>
          </a:solidFill>
          <a:latin typeface="+mn-lt"/>
          <a:ea typeface="+mn-ea"/>
          <a:cs typeface="+mn-cs"/>
        </a:defRPr>
      </a:lvl8pPr>
      <a:lvl9pPr marL="2914650" indent="-171450" algn="l" defTabSz="342900" rtl="0" eaLnBrk="1" latinLnBrk="0" hangingPunct="1">
        <a:spcBef>
          <a:spcPct val="20000"/>
        </a:spcBef>
        <a:buFont typeface="Arial"/>
        <a:buChar char="•"/>
        <a:defRPr sz="1500" kern="1200">
          <a:solidFill>
            <a:schemeClr val="tx1"/>
          </a:solidFill>
          <a:latin typeface="+mn-lt"/>
          <a:ea typeface="+mn-ea"/>
          <a:cs typeface="+mn-cs"/>
        </a:defRPr>
      </a:lvl9pPr>
    </p:bodyStyle>
    <p:otherStyle>
      <a:defPPr>
        <a:defRPr lang="en-US"/>
      </a:defPPr>
      <a:lvl1pPr marL="0" algn="l" defTabSz="342900" rtl="0" eaLnBrk="1" latinLnBrk="0" hangingPunct="1">
        <a:defRPr sz="1350" kern="1200">
          <a:solidFill>
            <a:schemeClr val="tx1"/>
          </a:solidFill>
          <a:latin typeface="+mn-lt"/>
          <a:ea typeface="+mn-ea"/>
          <a:cs typeface="+mn-cs"/>
        </a:defRPr>
      </a:lvl1pPr>
      <a:lvl2pPr marL="342900" algn="l" defTabSz="342900" rtl="0" eaLnBrk="1" latinLnBrk="0" hangingPunct="1">
        <a:defRPr sz="1350" kern="1200">
          <a:solidFill>
            <a:schemeClr val="tx1"/>
          </a:solidFill>
          <a:latin typeface="+mn-lt"/>
          <a:ea typeface="+mn-ea"/>
          <a:cs typeface="+mn-cs"/>
        </a:defRPr>
      </a:lvl2pPr>
      <a:lvl3pPr marL="685800" algn="l" defTabSz="342900" rtl="0" eaLnBrk="1" latinLnBrk="0" hangingPunct="1">
        <a:defRPr sz="1350" kern="1200">
          <a:solidFill>
            <a:schemeClr val="tx1"/>
          </a:solidFill>
          <a:latin typeface="+mn-lt"/>
          <a:ea typeface="+mn-ea"/>
          <a:cs typeface="+mn-cs"/>
        </a:defRPr>
      </a:lvl3pPr>
      <a:lvl4pPr marL="1028700" algn="l" defTabSz="342900" rtl="0" eaLnBrk="1" latinLnBrk="0" hangingPunct="1">
        <a:defRPr sz="1350" kern="1200">
          <a:solidFill>
            <a:schemeClr val="tx1"/>
          </a:solidFill>
          <a:latin typeface="+mn-lt"/>
          <a:ea typeface="+mn-ea"/>
          <a:cs typeface="+mn-cs"/>
        </a:defRPr>
      </a:lvl4pPr>
      <a:lvl5pPr marL="1371600" algn="l" defTabSz="342900" rtl="0" eaLnBrk="1" latinLnBrk="0" hangingPunct="1">
        <a:defRPr sz="1350" kern="1200">
          <a:solidFill>
            <a:schemeClr val="tx1"/>
          </a:solidFill>
          <a:latin typeface="+mn-lt"/>
          <a:ea typeface="+mn-ea"/>
          <a:cs typeface="+mn-cs"/>
        </a:defRPr>
      </a:lvl5pPr>
      <a:lvl6pPr marL="1714500" algn="l" defTabSz="342900" rtl="0" eaLnBrk="1" latinLnBrk="0" hangingPunct="1">
        <a:defRPr sz="1350" kern="1200">
          <a:solidFill>
            <a:schemeClr val="tx1"/>
          </a:solidFill>
          <a:latin typeface="+mn-lt"/>
          <a:ea typeface="+mn-ea"/>
          <a:cs typeface="+mn-cs"/>
        </a:defRPr>
      </a:lvl6pPr>
      <a:lvl7pPr marL="2057400" algn="l" defTabSz="342900" rtl="0" eaLnBrk="1" latinLnBrk="0" hangingPunct="1">
        <a:defRPr sz="1350" kern="1200">
          <a:solidFill>
            <a:schemeClr val="tx1"/>
          </a:solidFill>
          <a:latin typeface="+mn-lt"/>
          <a:ea typeface="+mn-ea"/>
          <a:cs typeface="+mn-cs"/>
        </a:defRPr>
      </a:lvl7pPr>
      <a:lvl8pPr marL="2400300" algn="l" defTabSz="342900" rtl="0" eaLnBrk="1" latinLnBrk="0" hangingPunct="1">
        <a:defRPr sz="1350" kern="1200">
          <a:solidFill>
            <a:schemeClr val="tx1"/>
          </a:solidFill>
          <a:latin typeface="+mn-lt"/>
          <a:ea typeface="+mn-ea"/>
          <a:cs typeface="+mn-cs"/>
        </a:defRPr>
      </a:lvl8pPr>
      <a:lvl9pPr marL="2743200" algn="l" defTabSz="3429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tags" Target="../tags/tag29.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slideLayout" Target="../slideLayouts/slideLayout4.xml"/><Relationship Id="rId1" Type="http://schemas.openxmlformats.org/officeDocument/2006/relationships/tags" Target="../tags/tag30.xml"/></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5.xml"/><Relationship Id="rId1" Type="http://schemas.openxmlformats.org/officeDocument/2006/relationships/tags" Target="../tags/tag31.xml"/></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6.xml"/><Relationship Id="rId1" Type="http://schemas.openxmlformats.org/officeDocument/2006/relationships/tags" Target="../tags/tag32.xml"/></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6.xml"/><Relationship Id="rId1" Type="http://schemas.openxmlformats.org/officeDocument/2006/relationships/tags" Target="../tags/tag33.xml"/><Relationship Id="rId4" Type="http://schemas.openxmlformats.org/officeDocument/2006/relationships/image" Target="../media/image14.png"/></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6.xml"/><Relationship Id="rId1" Type="http://schemas.openxmlformats.org/officeDocument/2006/relationships/tags" Target="../tags/tag34.xml"/></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6.xml"/><Relationship Id="rId1" Type="http://schemas.openxmlformats.org/officeDocument/2006/relationships/tags" Target="../tags/tag35.xml"/></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6.xml"/><Relationship Id="rId1" Type="http://schemas.openxmlformats.org/officeDocument/2006/relationships/tags" Target="../tags/tag36.xml"/></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6.xml"/><Relationship Id="rId1" Type="http://schemas.openxmlformats.org/officeDocument/2006/relationships/tags" Target="../tags/tag37.xml"/><Relationship Id="rId4" Type="http://schemas.openxmlformats.org/officeDocument/2006/relationships/image" Target="../media/image15.png"/></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6.xml"/><Relationship Id="rId1" Type="http://schemas.openxmlformats.org/officeDocument/2006/relationships/tags" Target="../tags/tag38.xml"/></Relationships>
</file>

<file path=ppt/slides/_rels/slide12.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9.xml"/><Relationship Id="rId1" Type="http://schemas.openxmlformats.org/officeDocument/2006/relationships/slideLayout" Target="../slideLayouts/slideLayout8.xml"/></Relationships>
</file>

<file path=ppt/slides/_rels/slide13.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0.xml"/><Relationship Id="rId1" Type="http://schemas.openxmlformats.org/officeDocument/2006/relationships/slideLayout" Target="../slideLayouts/slideLayout8.xml"/></Relationships>
</file>

<file path=ppt/slides/_rels/slide14.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6.xml"/><Relationship Id="rId1" Type="http://schemas.openxmlformats.org/officeDocument/2006/relationships/tags" Target="../tags/tag39.xml"/></Relationships>
</file>

<file path=ppt/slides/_rels/slide15.xml.rels><?xml version="1.0" encoding="UTF-8" standalone="yes"?>
<Relationships xmlns="http://schemas.openxmlformats.org/package/2006/relationships"><Relationship Id="rId2" Type="http://schemas.openxmlformats.org/officeDocument/2006/relationships/slideLayout" Target="../slideLayouts/slideLayout21.xml"/><Relationship Id="rId1" Type="http://schemas.openxmlformats.org/officeDocument/2006/relationships/tags" Target="../tags/tag40.xml"/></Relationships>
</file>

<file path=ppt/slides/_rels/slide16.xml.rels><?xml version="1.0" encoding="UTF-8" standalone="yes"?>
<Relationships xmlns="http://schemas.openxmlformats.org/package/2006/relationships"><Relationship Id="rId3" Type="http://schemas.openxmlformats.org/officeDocument/2006/relationships/notesSlide" Target="../notesSlides/notesSlide12.xml"/><Relationship Id="rId2" Type="http://schemas.openxmlformats.org/officeDocument/2006/relationships/slideLayout" Target="../slideLayouts/slideLayout20.xml"/><Relationship Id="rId1" Type="http://schemas.openxmlformats.org/officeDocument/2006/relationships/tags" Target="../tags/tag41.xml"/></Relationships>
</file>

<file path=ppt/slides/_rels/slide17.xml.rels><?xml version="1.0" encoding="UTF-8" standalone="yes"?>
<Relationships xmlns="http://schemas.openxmlformats.org/package/2006/relationships"><Relationship Id="rId3" Type="http://schemas.openxmlformats.org/officeDocument/2006/relationships/notesSlide" Target="../notesSlides/notesSlide13.xml"/><Relationship Id="rId2" Type="http://schemas.openxmlformats.org/officeDocument/2006/relationships/slideLayout" Target="../slideLayouts/slideLayout5.xml"/><Relationship Id="rId1" Type="http://schemas.openxmlformats.org/officeDocument/2006/relationships/tags" Target="../tags/tag42.xml"/></Relationships>
</file>

<file path=ppt/slides/_rels/slide18.xml.rels><?xml version="1.0" encoding="UTF-8" standalone="yes"?>
<Relationships xmlns="http://schemas.openxmlformats.org/package/2006/relationships"><Relationship Id="rId3" Type="http://schemas.openxmlformats.org/officeDocument/2006/relationships/notesSlide" Target="../notesSlides/notesSlide14.xml"/><Relationship Id="rId2" Type="http://schemas.openxmlformats.org/officeDocument/2006/relationships/slideLayout" Target="../slideLayouts/slideLayout6.xml"/><Relationship Id="rId1" Type="http://schemas.openxmlformats.org/officeDocument/2006/relationships/tags" Target="../tags/tag43.xml"/></Relationships>
</file>

<file path=ppt/slides/_rels/slide19.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5.xml"/><Relationship Id="rId1" Type="http://schemas.openxmlformats.org/officeDocument/2006/relationships/slideLayout" Target="../slideLayouts/slideLayout8.xml"/></Relationships>
</file>

<file path=ppt/slides/_rels/slide20.xml.rels><?xml version="1.0" encoding="UTF-8" standalone="yes"?>
<Relationships xmlns="http://schemas.openxmlformats.org/package/2006/relationships"><Relationship Id="rId3" Type="http://schemas.openxmlformats.org/officeDocument/2006/relationships/notesSlide" Target="../notesSlides/notesSlide16.xml"/><Relationship Id="rId2" Type="http://schemas.openxmlformats.org/officeDocument/2006/relationships/slideLayout" Target="../slideLayouts/slideLayout6.xml"/><Relationship Id="rId1" Type="http://schemas.openxmlformats.org/officeDocument/2006/relationships/tags" Target="../tags/tag44.xml"/></Relationships>
</file>

<file path=ppt/slides/_rels/slide21.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7.xml"/><Relationship Id="rId1" Type="http://schemas.openxmlformats.org/officeDocument/2006/relationships/slideLayout" Target="../slideLayouts/slideLayout8.xml"/></Relationships>
</file>

<file path=ppt/slides/_rels/slide22.xml.rels><?xml version="1.0" encoding="UTF-8" standalone="yes"?>
<Relationships xmlns="http://schemas.openxmlformats.org/package/2006/relationships"><Relationship Id="rId3" Type="http://schemas.openxmlformats.org/officeDocument/2006/relationships/notesSlide" Target="../notesSlides/notesSlide18.xml"/><Relationship Id="rId2" Type="http://schemas.openxmlformats.org/officeDocument/2006/relationships/slideLayout" Target="../slideLayouts/slideLayout6.xml"/><Relationship Id="rId1" Type="http://schemas.openxmlformats.org/officeDocument/2006/relationships/tags" Target="../tags/tag45.xml"/></Relationships>
</file>

<file path=ppt/slides/_rels/slide23.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9.xml"/><Relationship Id="rId1" Type="http://schemas.openxmlformats.org/officeDocument/2006/relationships/slideLayout" Target="../slideLayouts/slideLayout8.xml"/></Relationships>
</file>

<file path=ppt/slides/_rels/slide24.xml.rels><?xml version="1.0" encoding="UTF-8" standalone="yes"?>
<Relationships xmlns="http://schemas.openxmlformats.org/package/2006/relationships"><Relationship Id="rId2" Type="http://schemas.openxmlformats.org/officeDocument/2006/relationships/slideLayout" Target="../slideLayouts/slideLayout21.xml"/><Relationship Id="rId1" Type="http://schemas.openxmlformats.org/officeDocument/2006/relationships/tags" Target="../tags/tag46.xml"/></Relationships>
</file>

<file path=ppt/slides/_rels/slide25.xml.rels><?xml version="1.0" encoding="UTF-8" standalone="yes"?>
<Relationships xmlns="http://schemas.openxmlformats.org/package/2006/relationships"><Relationship Id="rId3" Type="http://schemas.openxmlformats.org/officeDocument/2006/relationships/notesSlide" Target="../notesSlides/notesSlide20.xml"/><Relationship Id="rId2" Type="http://schemas.openxmlformats.org/officeDocument/2006/relationships/slideLayout" Target="../slideLayouts/slideLayout20.xml"/><Relationship Id="rId1" Type="http://schemas.openxmlformats.org/officeDocument/2006/relationships/tags" Target="../tags/tag47.xml"/></Relationships>
</file>

<file path=ppt/slides/_rels/slide26.xml.rels><?xml version="1.0" encoding="UTF-8" standalone="yes"?>
<Relationships xmlns="http://schemas.openxmlformats.org/package/2006/relationships"><Relationship Id="rId3" Type="http://schemas.openxmlformats.org/officeDocument/2006/relationships/notesSlide" Target="../notesSlides/notesSlide21.xml"/><Relationship Id="rId2" Type="http://schemas.openxmlformats.org/officeDocument/2006/relationships/slideLayout" Target="../slideLayouts/slideLayout5.xml"/><Relationship Id="rId1" Type="http://schemas.openxmlformats.org/officeDocument/2006/relationships/tags" Target="../tags/tag48.xml"/></Relationships>
</file>

<file path=ppt/slides/_rels/slide27.xml.rels><?xml version="1.0" encoding="UTF-8" standalone="yes"?>
<Relationships xmlns="http://schemas.openxmlformats.org/package/2006/relationships"><Relationship Id="rId3" Type="http://schemas.openxmlformats.org/officeDocument/2006/relationships/notesSlide" Target="../notesSlides/notesSlide22.xml"/><Relationship Id="rId2" Type="http://schemas.openxmlformats.org/officeDocument/2006/relationships/slideLayout" Target="../slideLayouts/slideLayout6.xml"/><Relationship Id="rId1" Type="http://schemas.openxmlformats.org/officeDocument/2006/relationships/tags" Target="../tags/tag49.xml"/></Relationships>
</file>

<file path=ppt/slides/_rels/slide28.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23.xml"/><Relationship Id="rId1" Type="http://schemas.openxmlformats.org/officeDocument/2006/relationships/slideLayout" Target="../slideLayouts/slideLayout8.xml"/></Relationships>
</file>

<file path=ppt/slides/_rels/slide29.xml.rels><?xml version="1.0" encoding="UTF-8" standalone="yes"?>
<Relationships xmlns="http://schemas.openxmlformats.org/package/2006/relationships"><Relationship Id="rId3" Type="http://schemas.openxmlformats.org/officeDocument/2006/relationships/notesSlide" Target="../notesSlides/notesSlide24.xml"/><Relationship Id="rId2" Type="http://schemas.openxmlformats.org/officeDocument/2006/relationships/slideLayout" Target="../slideLayouts/slideLayout6.xml"/><Relationship Id="rId1" Type="http://schemas.openxmlformats.org/officeDocument/2006/relationships/tags" Target="../tags/tag50.xml"/></Relationships>
</file>

<file path=ppt/slides/_rels/slide30.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25.xml"/><Relationship Id="rId1" Type="http://schemas.openxmlformats.org/officeDocument/2006/relationships/slideLayout" Target="../slideLayouts/slideLayout8.xml"/></Relationships>
</file>

<file path=ppt/slides/_rels/slide31.xml.rels><?xml version="1.0" encoding="UTF-8" standalone="yes"?>
<Relationships xmlns="http://schemas.openxmlformats.org/package/2006/relationships"><Relationship Id="rId3" Type="http://schemas.openxmlformats.org/officeDocument/2006/relationships/notesSlide" Target="../notesSlides/notesSlide26.xml"/><Relationship Id="rId2" Type="http://schemas.openxmlformats.org/officeDocument/2006/relationships/slideLayout" Target="../slideLayouts/slideLayout6.xml"/><Relationship Id="rId1" Type="http://schemas.openxmlformats.org/officeDocument/2006/relationships/tags" Target="../tags/tag51.xml"/></Relationships>
</file>

<file path=ppt/slides/_rels/slide32.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27.xml"/><Relationship Id="rId1" Type="http://schemas.openxmlformats.org/officeDocument/2006/relationships/slideLayout" Target="../slideLayouts/slideLayout8.xml"/></Relationships>
</file>

<file path=ppt/slides/_rels/slide33.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28.xml"/><Relationship Id="rId1" Type="http://schemas.openxmlformats.org/officeDocument/2006/relationships/slideLayout" Target="../slideLayouts/slideLayout8.xml"/></Relationships>
</file>

<file path=ppt/slides/_rels/slide34.xml.rels><?xml version="1.0" encoding="UTF-8" standalone="yes"?>
<Relationships xmlns="http://schemas.openxmlformats.org/package/2006/relationships"><Relationship Id="rId3" Type="http://schemas.openxmlformats.org/officeDocument/2006/relationships/notesSlide" Target="../notesSlides/notesSlide29.xml"/><Relationship Id="rId2" Type="http://schemas.openxmlformats.org/officeDocument/2006/relationships/slideLayout" Target="../slideLayouts/slideLayout12.xml"/><Relationship Id="rId1" Type="http://schemas.openxmlformats.org/officeDocument/2006/relationships/tags" Target="../tags/tag52.xml"/><Relationship Id="rId4" Type="http://schemas.openxmlformats.org/officeDocument/2006/relationships/image" Target="../media/image25.png"/></Relationships>
</file>

<file path=ppt/slides/_rels/slide35.xml.rels><?xml version="1.0" encoding="UTF-8" standalone="yes"?>
<Relationships xmlns="http://schemas.openxmlformats.org/package/2006/relationships"><Relationship Id="rId3" Type="http://schemas.openxmlformats.org/officeDocument/2006/relationships/notesSlide" Target="../notesSlides/notesSlide30.xml"/><Relationship Id="rId2" Type="http://schemas.openxmlformats.org/officeDocument/2006/relationships/slideLayout" Target="../slideLayouts/slideLayout6.xml"/><Relationship Id="rId1" Type="http://schemas.openxmlformats.org/officeDocument/2006/relationships/tags" Target="../tags/tag53.xml"/></Relationships>
</file>

<file path=ppt/slides/_rels/slide36.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31.xml"/><Relationship Id="rId1" Type="http://schemas.openxmlformats.org/officeDocument/2006/relationships/slideLayout" Target="../slideLayouts/slideLayout8.xml"/></Relationships>
</file>

<file path=ppt/slides/_rels/slide37.xml.rels><?xml version="1.0" encoding="UTF-8" standalone="yes"?>
<Relationships xmlns="http://schemas.openxmlformats.org/package/2006/relationships"><Relationship Id="rId3" Type="http://schemas.openxmlformats.org/officeDocument/2006/relationships/notesSlide" Target="../notesSlides/notesSlide32.xml"/><Relationship Id="rId2" Type="http://schemas.openxmlformats.org/officeDocument/2006/relationships/slideLayout" Target="../slideLayouts/slideLayout6.xml"/><Relationship Id="rId1" Type="http://schemas.openxmlformats.org/officeDocument/2006/relationships/tags" Target="../tags/tag54.xml"/><Relationship Id="rId4" Type="http://schemas.openxmlformats.org/officeDocument/2006/relationships/image" Target="../media/image27.png"/></Relationships>
</file>

<file path=ppt/slides/_rels/slide38.xml.rels><?xml version="1.0" encoding="UTF-8" standalone="yes"?>
<Relationships xmlns="http://schemas.openxmlformats.org/package/2006/relationships"><Relationship Id="rId3" Type="http://schemas.openxmlformats.org/officeDocument/2006/relationships/notesSlide" Target="../notesSlides/notesSlide33.xml"/><Relationship Id="rId2" Type="http://schemas.openxmlformats.org/officeDocument/2006/relationships/slideLayout" Target="../slideLayouts/slideLayout6.xml"/><Relationship Id="rId1" Type="http://schemas.openxmlformats.org/officeDocument/2006/relationships/tags" Target="../tags/tag55.xml"/></Relationships>
</file>

<file path=ppt/slides/_rels/slide39.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34.xml"/><Relationship Id="rId1" Type="http://schemas.openxmlformats.org/officeDocument/2006/relationships/slideLayout" Target="../slideLayouts/slideLayout8.xml"/></Relationships>
</file>

<file path=ppt/slides/_rels/slide40.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35.xml"/><Relationship Id="rId1" Type="http://schemas.openxmlformats.org/officeDocument/2006/relationships/slideLayout" Target="../slideLayouts/slideLayout8.xml"/></Relationships>
</file>

<file path=ppt/slides/_rels/slide41.xml.rels><?xml version="1.0" encoding="UTF-8" standalone="yes"?>
<Relationships xmlns="http://schemas.openxmlformats.org/package/2006/relationships"><Relationship Id="rId3" Type="http://schemas.openxmlformats.org/officeDocument/2006/relationships/notesSlide" Target="../notesSlides/notesSlide36.xml"/><Relationship Id="rId2" Type="http://schemas.openxmlformats.org/officeDocument/2006/relationships/slideLayout" Target="../slideLayouts/slideLayout6.xml"/><Relationship Id="rId1" Type="http://schemas.openxmlformats.org/officeDocument/2006/relationships/tags" Target="../tags/tag56.xml"/></Relationships>
</file>

<file path=ppt/slides/_rels/slide42.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37.xml"/><Relationship Id="rId1" Type="http://schemas.openxmlformats.org/officeDocument/2006/relationships/slideLayout" Target="../slideLayouts/slideLayout8.xml"/></Relationships>
</file>

<file path=ppt/slides/_rels/slide43.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38.xml"/><Relationship Id="rId1" Type="http://schemas.openxmlformats.org/officeDocument/2006/relationships/slideLayout" Target="../slideLayouts/slideLayout8.xml"/></Relationships>
</file>

<file path=ppt/slides/_rels/slide44.xml.rels><?xml version="1.0" encoding="UTF-8" standalone="yes"?>
<Relationships xmlns="http://schemas.openxmlformats.org/package/2006/relationships"><Relationship Id="rId3" Type="http://schemas.openxmlformats.org/officeDocument/2006/relationships/notesSlide" Target="../notesSlides/notesSlide39.xml"/><Relationship Id="rId2" Type="http://schemas.openxmlformats.org/officeDocument/2006/relationships/slideLayout" Target="../slideLayouts/slideLayout6.xml"/><Relationship Id="rId1" Type="http://schemas.openxmlformats.org/officeDocument/2006/relationships/tags" Target="../tags/tag57.xml"/></Relationships>
</file>

<file path=ppt/slides/_rels/slide45.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40.xml"/><Relationship Id="rId1" Type="http://schemas.openxmlformats.org/officeDocument/2006/relationships/slideLayout" Target="../slideLayouts/slideLayout8.xml"/></Relationships>
</file>

<file path=ppt/slides/_rels/slide46.xml.rels><?xml version="1.0" encoding="UTF-8" standalone="yes"?>
<Relationships xmlns="http://schemas.openxmlformats.org/package/2006/relationships"><Relationship Id="rId2" Type="http://schemas.openxmlformats.org/officeDocument/2006/relationships/slideLayout" Target="../slideLayouts/slideLayout21.xml"/><Relationship Id="rId1" Type="http://schemas.openxmlformats.org/officeDocument/2006/relationships/tags" Target="../tags/tag58.xml"/></Relationships>
</file>

<file path=ppt/slides/_rels/slide47.xml.rels><?xml version="1.0" encoding="UTF-8" standalone="yes"?>
<Relationships xmlns="http://schemas.openxmlformats.org/package/2006/relationships"><Relationship Id="rId3" Type="http://schemas.openxmlformats.org/officeDocument/2006/relationships/notesSlide" Target="../notesSlides/notesSlide41.xml"/><Relationship Id="rId2" Type="http://schemas.openxmlformats.org/officeDocument/2006/relationships/slideLayout" Target="../slideLayouts/slideLayout20.xml"/><Relationship Id="rId1" Type="http://schemas.openxmlformats.org/officeDocument/2006/relationships/tags" Target="../tags/tag5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DAB52E-2F6A-EB03-94D1-37E5FD183AAB}"/>
              </a:ext>
            </a:extLst>
          </p:cNvPr>
          <p:cNvSpPr>
            <a:spLocks noGrp="1"/>
          </p:cNvSpPr>
          <p:nvPr>
            <p:ph type="ctrTitle"/>
          </p:nvPr>
        </p:nvSpPr>
        <p:spPr/>
        <p:txBody>
          <a:bodyPr/>
          <a:lstStyle/>
          <a:p>
            <a:r>
              <a:rPr lang="en-US" dirty="0"/>
              <a:t>Exam 220-1202</a:t>
            </a:r>
          </a:p>
        </p:txBody>
      </p:sp>
      <p:sp>
        <p:nvSpPr>
          <p:cNvPr id="3" name="Subtitle 2">
            <a:extLst>
              <a:ext uri="{FF2B5EF4-FFF2-40B4-BE49-F238E27FC236}">
                <a16:creationId xmlns:a16="http://schemas.microsoft.com/office/drawing/2014/main" id="{5835EF0E-E3F9-7A6B-621F-48FD547CFEC8}"/>
              </a:ext>
            </a:extLst>
          </p:cNvPr>
          <p:cNvSpPr>
            <a:spLocks noGrp="1"/>
          </p:cNvSpPr>
          <p:nvPr>
            <p:ph type="subTitle" idx="1"/>
          </p:nvPr>
        </p:nvSpPr>
        <p:spPr/>
        <p:txBody>
          <a:bodyPr/>
          <a:lstStyle/>
          <a:p>
            <a:r>
              <a:rPr lang="en-US" dirty="0"/>
              <a:t>A+ Core 2</a:t>
            </a:r>
          </a:p>
        </p:txBody>
      </p:sp>
      <p:sp>
        <p:nvSpPr>
          <p:cNvPr id="4" name="Slide Number Placeholder 3">
            <a:extLst>
              <a:ext uri="{FF2B5EF4-FFF2-40B4-BE49-F238E27FC236}">
                <a16:creationId xmlns:a16="http://schemas.microsoft.com/office/drawing/2014/main" id="{F89EF21B-455F-6900-2C8D-BF72AAEC2C88}"/>
              </a:ext>
            </a:extLst>
          </p:cNvPr>
          <p:cNvSpPr>
            <a:spLocks noGrp="1"/>
          </p:cNvSpPr>
          <p:nvPr>
            <p:ph type="sldNum" sz="quarter" idx="10"/>
          </p:nvPr>
        </p:nvSpPr>
        <p:spPr/>
        <p:txBody>
          <a:bodyPr/>
          <a:lstStyle/>
          <a:p>
            <a:fld id="{B7CF8A19-3A9E-4ABC-B336-2FDDE321C72D}" type="slidenum">
              <a:rPr lang="en-US" smtClean="0"/>
              <a:pPr/>
              <a:t>1</a:t>
            </a:fld>
            <a:endParaRPr lang="en-US" dirty="0"/>
          </a:p>
        </p:txBody>
      </p:sp>
    </p:spTree>
    <p:custDataLst>
      <p:tags r:id="rId1"/>
    </p:custDataLst>
    <p:extLst>
      <p:ext uri="{BB962C8B-B14F-4D97-AF65-F5344CB8AC3E}">
        <p14:creationId xmlns:p14="http://schemas.microsoft.com/office/powerpoint/2010/main" val="300490215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18B874-C61D-C1CD-5C2F-3EE6B9ACD957}"/>
              </a:ext>
            </a:extLst>
          </p:cNvPr>
          <p:cNvSpPr>
            <a:spLocks noGrp="1"/>
          </p:cNvSpPr>
          <p:nvPr>
            <p:ph type="ctrTitle"/>
          </p:nvPr>
        </p:nvSpPr>
        <p:spPr/>
        <p:txBody>
          <a:bodyPr/>
          <a:lstStyle/>
          <a:p>
            <a:r>
              <a:rPr lang="en-US" dirty="0">
                <a:latin typeface="Calibri"/>
                <a:ea typeface="Calibri"/>
                <a:cs typeface="Calibri"/>
              </a:rPr>
              <a:t>Securing Windows</a:t>
            </a:r>
          </a:p>
        </p:txBody>
      </p:sp>
      <p:sp>
        <p:nvSpPr>
          <p:cNvPr id="3" name="Subtitle 2">
            <a:extLst>
              <a:ext uri="{FF2B5EF4-FFF2-40B4-BE49-F238E27FC236}">
                <a16:creationId xmlns:a16="http://schemas.microsoft.com/office/drawing/2014/main" id="{AA29A13B-2E46-302B-AC8A-5973465E1D56}"/>
              </a:ext>
            </a:extLst>
          </p:cNvPr>
          <p:cNvSpPr>
            <a:spLocks noGrp="1"/>
          </p:cNvSpPr>
          <p:nvPr>
            <p:ph type="subTitle" idx="1"/>
          </p:nvPr>
        </p:nvSpPr>
        <p:spPr/>
        <p:txBody>
          <a:bodyPr/>
          <a:lstStyle/>
          <a:p>
            <a:r>
              <a:rPr lang="en-US" dirty="0"/>
              <a:t>Module 15</a:t>
            </a:r>
          </a:p>
        </p:txBody>
      </p:sp>
      <p:sp>
        <p:nvSpPr>
          <p:cNvPr id="4" name="Text Placeholder 3">
            <a:extLst>
              <a:ext uri="{FF2B5EF4-FFF2-40B4-BE49-F238E27FC236}">
                <a16:creationId xmlns:a16="http://schemas.microsoft.com/office/drawing/2014/main" id="{2681CB22-E73D-AD10-1B6E-E36773CE628F}"/>
              </a:ext>
            </a:extLst>
          </p:cNvPr>
          <p:cNvSpPr>
            <a:spLocks noGrp="1"/>
          </p:cNvSpPr>
          <p:nvPr>
            <p:ph type="body" sz="quarter" idx="12"/>
          </p:nvPr>
        </p:nvSpPr>
        <p:spPr/>
        <p:txBody>
          <a:bodyPr/>
          <a:lstStyle/>
          <a:p>
            <a:r>
              <a:rPr lang="en-US" dirty="0"/>
              <a:t>A+ 220-1202</a:t>
            </a:r>
          </a:p>
        </p:txBody>
      </p:sp>
      <p:sp>
        <p:nvSpPr>
          <p:cNvPr id="5" name="Slide Number Placeholder 4">
            <a:extLst>
              <a:ext uri="{FF2B5EF4-FFF2-40B4-BE49-F238E27FC236}">
                <a16:creationId xmlns:a16="http://schemas.microsoft.com/office/drawing/2014/main" id="{61C00991-C4B5-2EF1-82C2-47BDBF1F4B24}"/>
              </a:ext>
            </a:extLst>
          </p:cNvPr>
          <p:cNvSpPr>
            <a:spLocks noGrp="1"/>
          </p:cNvSpPr>
          <p:nvPr>
            <p:ph type="sldNum" sz="quarter" idx="10"/>
          </p:nvPr>
        </p:nvSpPr>
        <p:spPr/>
        <p:txBody>
          <a:bodyPr/>
          <a:lstStyle/>
          <a:p>
            <a:fld id="{B7CF8A19-3A9E-4ABC-B336-2FDDE321C72D}" type="slidenum">
              <a:rPr lang="en-US" smtClean="0"/>
              <a:pPr/>
              <a:t>2</a:t>
            </a:fld>
            <a:endParaRPr lang="en-US" dirty="0"/>
          </a:p>
        </p:txBody>
      </p:sp>
    </p:spTree>
    <p:extLst>
      <p:ext uri="{BB962C8B-B14F-4D97-AF65-F5344CB8AC3E}">
        <p14:creationId xmlns:p14="http://schemas.microsoft.com/office/powerpoint/2010/main" val="191760135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3F9B06E0-25E2-2207-FA53-43B03A3DD8B6}"/>
              </a:ext>
            </a:extLst>
          </p:cNvPr>
          <p:cNvSpPr>
            <a:spLocks noGrp="1"/>
          </p:cNvSpPr>
          <p:nvPr>
            <p:ph type="title"/>
          </p:nvPr>
        </p:nvSpPr>
        <p:spPr/>
        <p:txBody>
          <a:bodyPr/>
          <a:lstStyle/>
          <a:p>
            <a:pPr marL="71755"/>
            <a:r>
              <a:rPr lang="en-US" dirty="0">
                <a:latin typeface="Calibri"/>
                <a:ea typeface="Calibri"/>
                <a:cs typeface="Calibri"/>
              </a:rPr>
              <a:t>Learning Outcomes</a:t>
            </a:r>
            <a:endParaRPr lang="en-US" dirty="0">
              <a:ea typeface="Calibri" panose="020F0502020204030204" pitchFamily="34" charset="0"/>
            </a:endParaRPr>
          </a:p>
        </p:txBody>
      </p:sp>
      <p:sp>
        <p:nvSpPr>
          <p:cNvPr id="3" name="Content Placeholder 2">
            <a:extLst>
              <a:ext uri="{FF2B5EF4-FFF2-40B4-BE49-F238E27FC236}">
                <a16:creationId xmlns:a16="http://schemas.microsoft.com/office/drawing/2014/main" id="{E02E4B53-B7C6-1D08-F07F-C168A65984CB}"/>
              </a:ext>
            </a:extLst>
          </p:cNvPr>
          <p:cNvSpPr>
            <a:spLocks noGrp="1"/>
          </p:cNvSpPr>
          <p:nvPr>
            <p:ph idx="1"/>
          </p:nvPr>
        </p:nvSpPr>
        <p:spPr/>
        <p:txBody>
          <a:bodyPr>
            <a:normAutofit/>
          </a:bodyPr>
          <a:lstStyle/>
          <a:p>
            <a:pPr marL="0" indent="0">
              <a:buNone/>
            </a:pPr>
            <a:r>
              <a:rPr lang="en-US" dirty="0"/>
              <a:t>Prepare for A+ Core 2 by:</a:t>
            </a:r>
          </a:p>
          <a:p>
            <a:r>
              <a:rPr lang="en-US" dirty="0"/>
              <a:t>Configuring Windows networking</a:t>
            </a:r>
          </a:p>
          <a:p>
            <a:r>
              <a:rPr lang="en-US" dirty="0"/>
              <a:t>Troubleshooting Windows networking</a:t>
            </a:r>
          </a:p>
          <a:p>
            <a:r>
              <a:rPr lang="en-US" dirty="0"/>
              <a:t>Configuring Windows security settings</a:t>
            </a:r>
          </a:p>
          <a:p>
            <a:r>
              <a:rPr lang="en-US" dirty="0"/>
              <a:t>Managing Windows shares</a:t>
            </a:r>
          </a:p>
        </p:txBody>
      </p:sp>
      <p:sp>
        <p:nvSpPr>
          <p:cNvPr id="4" name="Slide Number Placeholder 3">
            <a:extLst>
              <a:ext uri="{FF2B5EF4-FFF2-40B4-BE49-F238E27FC236}">
                <a16:creationId xmlns:a16="http://schemas.microsoft.com/office/drawing/2014/main" id="{C090C768-1FA1-220C-8EB0-02B46B3FAF18}"/>
              </a:ext>
            </a:extLst>
          </p:cNvPr>
          <p:cNvSpPr>
            <a:spLocks noGrp="1"/>
          </p:cNvSpPr>
          <p:nvPr>
            <p:ph type="sldNum" sz="quarter" idx="10"/>
          </p:nvPr>
        </p:nvSpPr>
        <p:spPr/>
        <p:txBody>
          <a:bodyPr/>
          <a:lstStyle/>
          <a:p>
            <a:fld id="{B7CF8A19-3A9E-4ABC-B336-2FDDE321C72D}" type="slidenum">
              <a:rPr lang="en-US" smtClean="0"/>
              <a:pPr/>
              <a:t>3</a:t>
            </a:fld>
            <a:endParaRPr lang="en-US" dirty="0"/>
          </a:p>
        </p:txBody>
      </p:sp>
    </p:spTree>
    <p:custDataLst>
      <p:tags r:id="rId1"/>
    </p:custDataLst>
    <p:extLst>
      <p:ext uri="{BB962C8B-B14F-4D97-AF65-F5344CB8AC3E}">
        <p14:creationId xmlns:p14="http://schemas.microsoft.com/office/powerpoint/2010/main" val="261526071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6B98AA-58EB-DC84-B973-B611891926FE}"/>
              </a:ext>
            </a:extLst>
          </p:cNvPr>
          <p:cNvSpPr>
            <a:spLocks noGrp="1"/>
          </p:cNvSpPr>
          <p:nvPr>
            <p:ph type="ctrTitle"/>
          </p:nvPr>
        </p:nvSpPr>
        <p:spPr/>
        <p:txBody>
          <a:bodyPr/>
          <a:lstStyle/>
          <a:p>
            <a:r>
              <a:rPr lang="en-US" dirty="0"/>
              <a:t>Logical Security Concepts</a:t>
            </a:r>
          </a:p>
        </p:txBody>
      </p:sp>
      <p:sp>
        <p:nvSpPr>
          <p:cNvPr id="3" name="Subtitle 2">
            <a:extLst>
              <a:ext uri="{FF2B5EF4-FFF2-40B4-BE49-F238E27FC236}">
                <a16:creationId xmlns:a16="http://schemas.microsoft.com/office/drawing/2014/main" id="{F0B6EAE9-5171-04E7-4F29-4944EFFAE944}"/>
              </a:ext>
            </a:extLst>
          </p:cNvPr>
          <p:cNvSpPr>
            <a:spLocks noGrp="1"/>
          </p:cNvSpPr>
          <p:nvPr>
            <p:ph type="subTitle" idx="1"/>
          </p:nvPr>
        </p:nvSpPr>
        <p:spPr/>
        <p:txBody>
          <a:bodyPr/>
          <a:lstStyle/>
          <a:p>
            <a:r>
              <a:rPr lang="en-US" dirty="0"/>
              <a:t>Lesson 15.1</a:t>
            </a:r>
          </a:p>
        </p:txBody>
      </p:sp>
      <p:sp>
        <p:nvSpPr>
          <p:cNvPr id="4" name="Slide Number Placeholder 3">
            <a:extLst>
              <a:ext uri="{FF2B5EF4-FFF2-40B4-BE49-F238E27FC236}">
                <a16:creationId xmlns:a16="http://schemas.microsoft.com/office/drawing/2014/main" id="{DE6F990C-C4F3-BA2E-F073-9723BA7B1136}"/>
              </a:ext>
            </a:extLst>
          </p:cNvPr>
          <p:cNvSpPr>
            <a:spLocks noGrp="1"/>
          </p:cNvSpPr>
          <p:nvPr>
            <p:ph type="sldNum" sz="quarter" idx="10"/>
          </p:nvPr>
        </p:nvSpPr>
        <p:spPr/>
        <p:txBody>
          <a:bodyPr/>
          <a:lstStyle/>
          <a:p>
            <a:fld id="{B7CF8A19-3A9E-4ABC-B336-2FDDE321C72D}" type="slidenum">
              <a:rPr lang="en-US" smtClean="0"/>
              <a:pPr/>
              <a:t>4</a:t>
            </a:fld>
            <a:endParaRPr lang="en-US" dirty="0"/>
          </a:p>
        </p:txBody>
      </p:sp>
    </p:spTree>
    <p:custDataLst>
      <p:tags r:id="rId1"/>
    </p:custDataLst>
    <p:extLst>
      <p:ext uri="{BB962C8B-B14F-4D97-AF65-F5344CB8AC3E}">
        <p14:creationId xmlns:p14="http://schemas.microsoft.com/office/powerpoint/2010/main" val="234929342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1C0E78-15DD-74B7-D7B1-A51B6A8EFF88}"/>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F78C8793-A521-CD6B-30FC-85C8A687D49C}"/>
              </a:ext>
            </a:extLst>
          </p:cNvPr>
          <p:cNvSpPr>
            <a:spLocks noGrp="1"/>
          </p:cNvSpPr>
          <p:nvPr>
            <p:ph type="title"/>
          </p:nvPr>
        </p:nvSpPr>
        <p:spPr/>
        <p:txBody>
          <a:bodyPr/>
          <a:lstStyle/>
          <a:p>
            <a:r>
              <a:rPr lang="en-US" b="1" i="0" dirty="0">
                <a:solidFill>
                  <a:srgbClr val="253644"/>
                </a:solidFill>
                <a:effectLst/>
              </a:rPr>
              <a:t>Logical Security Controls</a:t>
            </a:r>
            <a:endParaRPr lang="en-US" sz="2000" dirty="0">
              <a:solidFill>
                <a:srgbClr val="253644"/>
              </a:solidFill>
            </a:endParaRPr>
          </a:p>
        </p:txBody>
      </p:sp>
      <p:sp>
        <p:nvSpPr>
          <p:cNvPr id="3" name="Content Placeholder 2">
            <a:extLst>
              <a:ext uri="{FF2B5EF4-FFF2-40B4-BE49-F238E27FC236}">
                <a16:creationId xmlns:a16="http://schemas.microsoft.com/office/drawing/2014/main" id="{BEF0CD94-701E-BF31-F57D-0F0245971FB7}"/>
              </a:ext>
            </a:extLst>
          </p:cNvPr>
          <p:cNvSpPr>
            <a:spLocks noGrp="1"/>
          </p:cNvSpPr>
          <p:nvPr>
            <p:ph idx="1"/>
          </p:nvPr>
        </p:nvSpPr>
        <p:spPr>
          <a:xfrm>
            <a:off x="146050" y="746760"/>
            <a:ext cx="8066925" cy="4046220"/>
          </a:xfrm>
        </p:spPr>
        <p:txBody>
          <a:bodyPr vert="horz" lIns="91440" tIns="45720" rIns="91440" bIns="45720" rtlCol="0" anchor="t">
            <a:normAutofit/>
          </a:bodyPr>
          <a:lstStyle/>
          <a:p>
            <a:r>
              <a:rPr lang="en-US" dirty="0">
                <a:latin typeface="Calibri"/>
                <a:ea typeface="Calibri"/>
                <a:cs typeface="Calibri"/>
              </a:rPr>
              <a:t>IAM</a:t>
            </a:r>
          </a:p>
          <a:p>
            <a:pPr lvl="1"/>
            <a:r>
              <a:rPr lang="en-US" dirty="0">
                <a:latin typeface="Calibri"/>
                <a:ea typeface="Calibri"/>
                <a:cs typeface="Calibri"/>
              </a:rPr>
              <a:t>Identification, Authentication, Authorization, Access Control</a:t>
            </a:r>
          </a:p>
          <a:p>
            <a:r>
              <a:rPr lang="en-US" dirty="0">
                <a:latin typeface="Calibri"/>
                <a:ea typeface="Calibri"/>
                <a:cs typeface="Calibri"/>
              </a:rPr>
              <a:t>Access control lists</a:t>
            </a:r>
            <a:endParaRPr lang="en-US" dirty="0">
              <a:ea typeface="Calibri"/>
            </a:endParaRPr>
          </a:p>
          <a:p>
            <a:r>
              <a:rPr lang="en-US" dirty="0">
                <a:latin typeface="Calibri"/>
                <a:ea typeface="Calibri"/>
                <a:cs typeface="Calibri"/>
              </a:rPr>
              <a:t>Implicit deny</a:t>
            </a:r>
          </a:p>
          <a:p>
            <a:pPr lvl="1"/>
            <a:r>
              <a:rPr lang="en-US" dirty="0">
                <a:latin typeface="Calibri"/>
                <a:ea typeface="Calibri"/>
                <a:cs typeface="Calibri"/>
              </a:rPr>
              <a:t>Deny everything unless a rule says to allow it</a:t>
            </a:r>
            <a:endParaRPr lang="en-US" dirty="0">
              <a:ea typeface="Calibri"/>
            </a:endParaRPr>
          </a:p>
          <a:p>
            <a:r>
              <a:rPr lang="en-US" dirty="0">
                <a:latin typeface="Calibri"/>
                <a:ea typeface="Calibri"/>
                <a:cs typeface="Calibri"/>
              </a:rPr>
              <a:t>Least privilege</a:t>
            </a:r>
            <a:endParaRPr lang="en-US" dirty="0">
              <a:ea typeface="Calibri"/>
            </a:endParaRPr>
          </a:p>
          <a:p>
            <a:pPr lvl="1"/>
            <a:r>
              <a:rPr lang="en-US" dirty="0">
                <a:latin typeface="Calibri"/>
                <a:ea typeface="Calibri"/>
                <a:cs typeface="Calibri"/>
              </a:rPr>
              <a:t>Provide the right access for each user or system </a:t>
            </a:r>
          </a:p>
          <a:p>
            <a:pPr lvl="1"/>
            <a:r>
              <a:rPr lang="en-US" dirty="0">
                <a:latin typeface="Calibri"/>
                <a:ea typeface="Calibri"/>
                <a:cs typeface="Calibri"/>
              </a:rPr>
              <a:t>Nothing more, nothing less</a:t>
            </a:r>
            <a:endParaRPr lang="en-US" dirty="0">
              <a:ea typeface="Calibri"/>
            </a:endParaRPr>
          </a:p>
        </p:txBody>
      </p:sp>
      <p:sp>
        <p:nvSpPr>
          <p:cNvPr id="4" name="Slide Number Placeholder 3">
            <a:extLst>
              <a:ext uri="{FF2B5EF4-FFF2-40B4-BE49-F238E27FC236}">
                <a16:creationId xmlns:a16="http://schemas.microsoft.com/office/drawing/2014/main" id="{5196FE1C-91F7-2159-3932-731D4DC370FC}"/>
              </a:ext>
            </a:extLst>
          </p:cNvPr>
          <p:cNvSpPr>
            <a:spLocks noGrp="1"/>
          </p:cNvSpPr>
          <p:nvPr>
            <p:ph type="sldNum" sz="quarter" idx="10"/>
          </p:nvPr>
        </p:nvSpPr>
        <p:spPr/>
        <p:txBody>
          <a:bodyPr/>
          <a:lstStyle/>
          <a:p>
            <a:fld id="{B7CF8A19-3A9E-4ABC-B336-2FDDE321C72D}" type="slidenum">
              <a:rPr lang="en-US" smtClean="0"/>
              <a:pPr/>
              <a:t>5</a:t>
            </a:fld>
            <a:endParaRPr lang="en-US" dirty="0"/>
          </a:p>
        </p:txBody>
      </p:sp>
    </p:spTree>
    <p:custDataLst>
      <p:tags r:id="rId1"/>
    </p:custDataLst>
    <p:extLst>
      <p:ext uri="{BB962C8B-B14F-4D97-AF65-F5344CB8AC3E}">
        <p14:creationId xmlns:p14="http://schemas.microsoft.com/office/powerpoint/2010/main" val="386816789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F8B7F8-78D5-D103-FD6C-4AF9AFB579D0}"/>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F243539B-529F-5735-AE9E-0431E14604CD}"/>
              </a:ext>
            </a:extLst>
          </p:cNvPr>
          <p:cNvSpPr>
            <a:spLocks noGrp="1"/>
          </p:cNvSpPr>
          <p:nvPr>
            <p:ph type="title"/>
          </p:nvPr>
        </p:nvSpPr>
        <p:spPr/>
        <p:txBody>
          <a:bodyPr/>
          <a:lstStyle/>
          <a:p>
            <a:r>
              <a:rPr lang="en-US" dirty="0"/>
              <a:t>Information Security</a:t>
            </a:r>
          </a:p>
        </p:txBody>
      </p:sp>
      <p:sp>
        <p:nvSpPr>
          <p:cNvPr id="3" name="Content Placeholder 2">
            <a:extLst>
              <a:ext uri="{FF2B5EF4-FFF2-40B4-BE49-F238E27FC236}">
                <a16:creationId xmlns:a16="http://schemas.microsoft.com/office/drawing/2014/main" id="{C82494A0-6ADB-87E1-66C2-11AF83706D43}"/>
              </a:ext>
            </a:extLst>
          </p:cNvPr>
          <p:cNvSpPr>
            <a:spLocks noGrp="1"/>
          </p:cNvSpPr>
          <p:nvPr>
            <p:ph idx="1"/>
          </p:nvPr>
        </p:nvSpPr>
        <p:spPr>
          <a:xfrm>
            <a:off x="117444" y="627087"/>
            <a:ext cx="8145711" cy="2510395"/>
          </a:xfrm>
        </p:spPr>
        <p:txBody>
          <a:bodyPr vert="horz" lIns="91440" tIns="45720" rIns="91440" bIns="45720" rtlCol="0" anchor="t">
            <a:normAutofit fontScale="92500"/>
          </a:bodyPr>
          <a:lstStyle/>
          <a:p>
            <a:r>
              <a:rPr lang="en-US" dirty="0">
                <a:latin typeface="Calibri"/>
                <a:ea typeface="Calibri"/>
                <a:cs typeface="Calibri"/>
              </a:rPr>
              <a:t>Vulnerability</a:t>
            </a:r>
          </a:p>
          <a:p>
            <a:pPr lvl="1"/>
            <a:r>
              <a:rPr lang="en-US" dirty="0">
                <a:latin typeface="Calibri"/>
                <a:ea typeface="Calibri"/>
                <a:cs typeface="Calibri"/>
              </a:rPr>
              <a:t>Any weakness that, if exploited, could cause damage or a security breach</a:t>
            </a:r>
            <a:endParaRPr lang="en-US" dirty="0">
              <a:ea typeface="Calibri" panose="020F0502020204030204" pitchFamily="34" charset="0"/>
            </a:endParaRPr>
          </a:p>
          <a:p>
            <a:r>
              <a:rPr lang="en-US" dirty="0">
                <a:latin typeface="Calibri"/>
                <a:ea typeface="Calibri"/>
                <a:cs typeface="Calibri"/>
              </a:rPr>
              <a:t>Threat</a:t>
            </a:r>
          </a:p>
          <a:p>
            <a:pPr lvl="1"/>
            <a:r>
              <a:rPr lang="en-US" dirty="0">
                <a:latin typeface="Calibri"/>
                <a:ea typeface="Calibri"/>
                <a:cs typeface="Calibri"/>
              </a:rPr>
              <a:t>Potential to exploit a vulnerability and breach the system</a:t>
            </a:r>
          </a:p>
          <a:p>
            <a:r>
              <a:rPr lang="en-US" dirty="0">
                <a:latin typeface="Calibri"/>
                <a:ea typeface="Calibri"/>
                <a:cs typeface="Calibri"/>
              </a:rPr>
              <a:t>Risk</a:t>
            </a:r>
          </a:p>
          <a:p>
            <a:pPr lvl="1"/>
            <a:r>
              <a:rPr lang="en-US" dirty="0">
                <a:latin typeface="Calibri"/>
                <a:ea typeface="Calibri"/>
                <a:cs typeface="Calibri"/>
              </a:rPr>
              <a:t>Likelihood and impact of threat actor exercising vulnerability</a:t>
            </a:r>
          </a:p>
        </p:txBody>
      </p:sp>
      <p:pic>
        <p:nvPicPr>
          <p:cNvPr id="10" name="Picture 9" descr="Visual representation of risk calculation: Vulnerability plus Threat equals Risk.">
            <a:extLst>
              <a:ext uri="{FF2B5EF4-FFF2-40B4-BE49-F238E27FC236}">
                <a16:creationId xmlns:a16="http://schemas.microsoft.com/office/drawing/2014/main" id="{D065EED0-99CC-4CEA-ED72-9BA04E79B1F5}"/>
              </a:ext>
            </a:extLst>
          </p:cNvPr>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a:off x="1589712" y="3098741"/>
            <a:ext cx="5964573" cy="1786949"/>
          </a:xfrm>
          <a:prstGeom prst="rect">
            <a:avLst/>
          </a:prstGeom>
          <a:noFill/>
          <a:ln>
            <a:noFill/>
          </a:ln>
        </p:spPr>
      </p:pic>
      <p:sp>
        <p:nvSpPr>
          <p:cNvPr id="4" name="Slide Number Placeholder 3">
            <a:extLst>
              <a:ext uri="{FF2B5EF4-FFF2-40B4-BE49-F238E27FC236}">
                <a16:creationId xmlns:a16="http://schemas.microsoft.com/office/drawing/2014/main" id="{7AEEED80-845D-C597-3013-CA667F2ADCDA}"/>
              </a:ext>
            </a:extLst>
          </p:cNvPr>
          <p:cNvSpPr>
            <a:spLocks noGrp="1"/>
          </p:cNvSpPr>
          <p:nvPr>
            <p:ph type="sldNum" sz="quarter" idx="10"/>
          </p:nvPr>
        </p:nvSpPr>
        <p:spPr/>
        <p:txBody>
          <a:bodyPr/>
          <a:lstStyle/>
          <a:p>
            <a:fld id="{B7CF8A19-3A9E-4ABC-B336-2FDDE321C72D}" type="slidenum">
              <a:rPr lang="en-US" smtClean="0"/>
              <a:pPr/>
              <a:t>6</a:t>
            </a:fld>
            <a:endParaRPr lang="en-US" dirty="0"/>
          </a:p>
        </p:txBody>
      </p:sp>
    </p:spTree>
    <p:custDataLst>
      <p:tags r:id="rId1"/>
    </p:custDataLst>
    <p:extLst>
      <p:ext uri="{BB962C8B-B14F-4D97-AF65-F5344CB8AC3E}">
        <p14:creationId xmlns:p14="http://schemas.microsoft.com/office/powerpoint/2010/main" val="320105184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7BFD24-6BB5-7BD3-9ABE-01263008046E}"/>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D493B579-BE82-6337-4CE7-049ECDCEA590}"/>
              </a:ext>
            </a:extLst>
          </p:cNvPr>
          <p:cNvSpPr>
            <a:spLocks noGrp="1"/>
          </p:cNvSpPr>
          <p:nvPr>
            <p:ph type="title"/>
          </p:nvPr>
        </p:nvSpPr>
        <p:spPr/>
        <p:txBody>
          <a:bodyPr/>
          <a:lstStyle/>
          <a:p>
            <a:r>
              <a:rPr lang="en-US" b="1" i="0" dirty="0">
                <a:solidFill>
                  <a:srgbClr val="253644"/>
                </a:solidFill>
                <a:effectLst/>
              </a:rPr>
              <a:t>Hashing and Encryption Concepts</a:t>
            </a:r>
            <a:endParaRPr lang="en-US" sz="2000" dirty="0">
              <a:solidFill>
                <a:srgbClr val="253644"/>
              </a:solidFill>
            </a:endParaRPr>
          </a:p>
        </p:txBody>
      </p:sp>
      <p:sp>
        <p:nvSpPr>
          <p:cNvPr id="3" name="Content Placeholder 2">
            <a:extLst>
              <a:ext uri="{FF2B5EF4-FFF2-40B4-BE49-F238E27FC236}">
                <a16:creationId xmlns:a16="http://schemas.microsoft.com/office/drawing/2014/main" id="{BAB06EB0-33B2-B513-6C4B-408F52305AF2}"/>
              </a:ext>
            </a:extLst>
          </p:cNvPr>
          <p:cNvSpPr>
            <a:spLocks noGrp="1"/>
          </p:cNvSpPr>
          <p:nvPr>
            <p:ph idx="1"/>
          </p:nvPr>
        </p:nvSpPr>
        <p:spPr>
          <a:xfrm>
            <a:off x="146050" y="746760"/>
            <a:ext cx="8066925" cy="4046220"/>
          </a:xfrm>
        </p:spPr>
        <p:txBody>
          <a:bodyPr vert="horz" lIns="91440" tIns="45720" rIns="91440" bIns="45720" rtlCol="0" anchor="t">
            <a:normAutofit/>
          </a:bodyPr>
          <a:lstStyle/>
          <a:p>
            <a:r>
              <a:rPr lang="en-US" dirty="0">
                <a:latin typeface="Calibri"/>
                <a:ea typeface="Calibri"/>
                <a:cs typeface="Calibri"/>
              </a:rPr>
              <a:t>Symmetric</a:t>
            </a:r>
            <a:endParaRPr lang="en-US" dirty="0">
              <a:ea typeface="Calibri" panose="020F0502020204030204" pitchFamily="34" charset="0"/>
            </a:endParaRPr>
          </a:p>
          <a:p>
            <a:pPr lvl="1"/>
            <a:r>
              <a:rPr lang="en-US" dirty="0">
                <a:latin typeface="Calibri"/>
                <a:ea typeface="Calibri"/>
                <a:cs typeface="Calibri"/>
              </a:rPr>
              <a:t>Single key</a:t>
            </a:r>
          </a:p>
          <a:p>
            <a:r>
              <a:rPr lang="en-US" dirty="0">
                <a:latin typeface="Calibri"/>
                <a:ea typeface="Calibri"/>
                <a:cs typeface="Calibri"/>
              </a:rPr>
              <a:t>Asymmetric</a:t>
            </a:r>
          </a:p>
          <a:p>
            <a:pPr lvl="1"/>
            <a:r>
              <a:rPr lang="en-US" dirty="0">
                <a:latin typeface="Calibri"/>
                <a:ea typeface="Calibri"/>
                <a:cs typeface="Calibri"/>
              </a:rPr>
              <a:t>Key pair</a:t>
            </a:r>
          </a:p>
          <a:p>
            <a:r>
              <a:rPr lang="en-US" dirty="0">
                <a:latin typeface="Calibri"/>
                <a:ea typeface="Calibri"/>
                <a:cs typeface="Calibri"/>
              </a:rPr>
              <a:t>Hash</a:t>
            </a:r>
          </a:p>
          <a:p>
            <a:pPr lvl="1"/>
            <a:r>
              <a:rPr lang="en-US" dirty="0">
                <a:latin typeface="Calibri"/>
                <a:ea typeface="Calibri"/>
                <a:cs typeface="Calibri"/>
              </a:rPr>
              <a:t>Function takes any amount of data and produces a fixed length output (digest)</a:t>
            </a:r>
            <a:endParaRPr lang="en-US" dirty="0">
              <a:ea typeface="Calibri"/>
            </a:endParaRPr>
          </a:p>
          <a:p>
            <a:pPr lvl="1"/>
            <a:r>
              <a:rPr lang="en-US" dirty="0">
                <a:latin typeface="Calibri"/>
                <a:ea typeface="Calibri"/>
                <a:cs typeface="Calibri"/>
              </a:rPr>
              <a:t>Does NOT contain the actual data</a:t>
            </a:r>
          </a:p>
          <a:p>
            <a:pPr lvl="1"/>
            <a:r>
              <a:rPr lang="en-US" dirty="0">
                <a:latin typeface="Calibri"/>
                <a:ea typeface="Calibri"/>
                <a:cs typeface="Calibri"/>
              </a:rPr>
              <a:t>Used primarily for integrity checks</a:t>
            </a:r>
            <a:endParaRPr lang="en-US" dirty="0">
              <a:ea typeface="Calibri"/>
            </a:endParaRPr>
          </a:p>
          <a:p>
            <a:endParaRPr lang="en-US" dirty="0">
              <a:ea typeface="Calibri"/>
            </a:endParaRPr>
          </a:p>
        </p:txBody>
      </p:sp>
      <p:sp>
        <p:nvSpPr>
          <p:cNvPr id="4" name="Slide Number Placeholder 3">
            <a:extLst>
              <a:ext uri="{FF2B5EF4-FFF2-40B4-BE49-F238E27FC236}">
                <a16:creationId xmlns:a16="http://schemas.microsoft.com/office/drawing/2014/main" id="{E90D5A5E-54FB-EB7F-B4A7-DEF09125349B}"/>
              </a:ext>
            </a:extLst>
          </p:cNvPr>
          <p:cNvSpPr>
            <a:spLocks noGrp="1"/>
          </p:cNvSpPr>
          <p:nvPr>
            <p:ph type="sldNum" sz="quarter" idx="10"/>
          </p:nvPr>
        </p:nvSpPr>
        <p:spPr/>
        <p:txBody>
          <a:bodyPr/>
          <a:lstStyle/>
          <a:p>
            <a:fld id="{B7CF8A19-3A9E-4ABC-B336-2FDDE321C72D}" type="slidenum">
              <a:rPr lang="en-US" smtClean="0"/>
              <a:pPr/>
              <a:t>7</a:t>
            </a:fld>
            <a:endParaRPr lang="en-US" dirty="0"/>
          </a:p>
        </p:txBody>
      </p:sp>
    </p:spTree>
    <p:custDataLst>
      <p:tags r:id="rId1"/>
    </p:custDataLst>
    <p:extLst>
      <p:ext uri="{BB962C8B-B14F-4D97-AF65-F5344CB8AC3E}">
        <p14:creationId xmlns:p14="http://schemas.microsoft.com/office/powerpoint/2010/main" val="394113452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82D956-EB65-E20C-CD23-8600A52D3A97}"/>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7272F6DD-B71E-35F7-FE19-409A47C6E429}"/>
              </a:ext>
            </a:extLst>
          </p:cNvPr>
          <p:cNvSpPr>
            <a:spLocks noGrp="1"/>
          </p:cNvSpPr>
          <p:nvPr>
            <p:ph type="title"/>
          </p:nvPr>
        </p:nvSpPr>
        <p:spPr/>
        <p:txBody>
          <a:bodyPr/>
          <a:lstStyle/>
          <a:p>
            <a:r>
              <a:rPr lang="en-US" b="1" i="0" dirty="0">
                <a:solidFill>
                  <a:srgbClr val="253644"/>
                </a:solidFill>
                <a:effectLst/>
              </a:rPr>
              <a:t>Digital Signatures and Key Exchange</a:t>
            </a:r>
            <a:endParaRPr lang="en-US" sz="2000" dirty="0">
              <a:solidFill>
                <a:srgbClr val="253644"/>
              </a:solidFill>
            </a:endParaRPr>
          </a:p>
        </p:txBody>
      </p:sp>
      <p:sp>
        <p:nvSpPr>
          <p:cNvPr id="3" name="Content Placeholder 2">
            <a:extLst>
              <a:ext uri="{FF2B5EF4-FFF2-40B4-BE49-F238E27FC236}">
                <a16:creationId xmlns:a16="http://schemas.microsoft.com/office/drawing/2014/main" id="{1E2F7C39-77F2-2CA2-9EFC-F5A634BAC679}"/>
              </a:ext>
            </a:extLst>
          </p:cNvPr>
          <p:cNvSpPr>
            <a:spLocks noGrp="1"/>
          </p:cNvSpPr>
          <p:nvPr>
            <p:ph idx="1"/>
          </p:nvPr>
        </p:nvSpPr>
        <p:spPr>
          <a:xfrm>
            <a:off x="146050" y="746760"/>
            <a:ext cx="8771707" cy="4046220"/>
          </a:xfrm>
        </p:spPr>
        <p:txBody>
          <a:bodyPr vert="horz" lIns="91440" tIns="45720" rIns="91440" bIns="45720" rtlCol="0" anchor="t">
            <a:normAutofit/>
          </a:bodyPr>
          <a:lstStyle/>
          <a:p>
            <a:r>
              <a:rPr lang="en-US" dirty="0">
                <a:latin typeface="Calibri"/>
                <a:ea typeface="Calibri"/>
                <a:cs typeface="Calibri"/>
              </a:rPr>
              <a:t>Digital signature</a:t>
            </a:r>
            <a:endParaRPr lang="en-US" dirty="0">
              <a:ea typeface="Calibri" panose="020F0502020204030204" pitchFamily="34" charset="0"/>
            </a:endParaRPr>
          </a:p>
          <a:p>
            <a:pPr lvl="1"/>
            <a:r>
              <a:rPr lang="en-US" dirty="0">
                <a:latin typeface="Calibri"/>
                <a:ea typeface="Calibri"/>
                <a:cs typeface="Calibri"/>
              </a:rPr>
              <a:t>Proves a message or digital certificate has not been altered or spoofed</a:t>
            </a:r>
          </a:p>
          <a:p>
            <a:r>
              <a:rPr lang="en-US" dirty="0">
                <a:latin typeface="Calibri"/>
                <a:ea typeface="Calibri"/>
                <a:cs typeface="Calibri"/>
              </a:rPr>
              <a:t>Key exchange</a:t>
            </a:r>
            <a:endParaRPr lang="en-US" dirty="0">
              <a:ea typeface="Calibri"/>
            </a:endParaRPr>
          </a:p>
          <a:p>
            <a:pPr lvl="1"/>
            <a:r>
              <a:rPr lang="en-US" dirty="0">
                <a:latin typeface="Calibri"/>
                <a:ea typeface="Calibri"/>
                <a:cs typeface="Calibri"/>
              </a:rPr>
              <a:t>Allows two systems to exchange a key used for encryption</a:t>
            </a:r>
          </a:p>
          <a:p>
            <a:pPr lvl="1"/>
            <a:r>
              <a:rPr lang="en-US" dirty="0">
                <a:latin typeface="Calibri"/>
                <a:ea typeface="Calibri"/>
                <a:cs typeface="Calibri"/>
              </a:rPr>
              <a:t>Asymmetric algorithm keys used to encrypt symmetric keys for the exchange</a:t>
            </a:r>
            <a:endParaRPr lang="en-US" dirty="0">
              <a:ea typeface="Calibri"/>
            </a:endParaRPr>
          </a:p>
        </p:txBody>
      </p:sp>
      <p:sp>
        <p:nvSpPr>
          <p:cNvPr id="4" name="Slide Number Placeholder 3">
            <a:extLst>
              <a:ext uri="{FF2B5EF4-FFF2-40B4-BE49-F238E27FC236}">
                <a16:creationId xmlns:a16="http://schemas.microsoft.com/office/drawing/2014/main" id="{4073115B-F36F-2953-DA9C-670DEDDBC395}"/>
              </a:ext>
            </a:extLst>
          </p:cNvPr>
          <p:cNvSpPr>
            <a:spLocks noGrp="1"/>
          </p:cNvSpPr>
          <p:nvPr>
            <p:ph type="sldNum" sz="quarter" idx="10"/>
          </p:nvPr>
        </p:nvSpPr>
        <p:spPr/>
        <p:txBody>
          <a:bodyPr/>
          <a:lstStyle/>
          <a:p>
            <a:fld id="{B7CF8A19-3A9E-4ABC-B336-2FDDE321C72D}" type="slidenum">
              <a:rPr lang="en-US" smtClean="0"/>
              <a:pPr/>
              <a:t>8</a:t>
            </a:fld>
            <a:endParaRPr lang="en-US" dirty="0"/>
          </a:p>
        </p:txBody>
      </p:sp>
    </p:spTree>
    <p:custDataLst>
      <p:tags r:id="rId1"/>
    </p:custDataLst>
    <p:extLst>
      <p:ext uri="{BB962C8B-B14F-4D97-AF65-F5344CB8AC3E}">
        <p14:creationId xmlns:p14="http://schemas.microsoft.com/office/powerpoint/2010/main" val="66407020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D78893-635C-BE8F-2C05-F35774DDCF9E}"/>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26029219-FAE6-8315-6253-6743D91ECD56}"/>
              </a:ext>
            </a:extLst>
          </p:cNvPr>
          <p:cNvSpPr>
            <a:spLocks noGrp="1"/>
          </p:cNvSpPr>
          <p:nvPr>
            <p:ph type="title"/>
          </p:nvPr>
        </p:nvSpPr>
        <p:spPr/>
        <p:txBody>
          <a:bodyPr/>
          <a:lstStyle/>
          <a:p>
            <a:r>
              <a:rPr lang="en-US" b="1" i="0" dirty="0">
                <a:solidFill>
                  <a:srgbClr val="253644"/>
                </a:solidFill>
                <a:effectLst/>
              </a:rPr>
              <a:t>User and Group Accounts </a:t>
            </a:r>
            <a:r>
              <a:rPr lang="en-US" sz="2000" b="1" i="0" dirty="0">
                <a:solidFill>
                  <a:srgbClr val="253644"/>
                </a:solidFill>
                <a:effectLst/>
              </a:rPr>
              <a:t>(Slide 1 of 2)</a:t>
            </a:r>
            <a:endParaRPr lang="en-US" sz="2000" dirty="0">
              <a:solidFill>
                <a:srgbClr val="253644"/>
              </a:solidFill>
            </a:endParaRPr>
          </a:p>
        </p:txBody>
      </p:sp>
      <p:sp>
        <p:nvSpPr>
          <p:cNvPr id="3" name="Content Placeholder 2">
            <a:extLst>
              <a:ext uri="{FF2B5EF4-FFF2-40B4-BE49-F238E27FC236}">
                <a16:creationId xmlns:a16="http://schemas.microsoft.com/office/drawing/2014/main" id="{3F9375CA-7E26-5D57-3A32-F6CA6D2D5B06}"/>
              </a:ext>
            </a:extLst>
          </p:cNvPr>
          <p:cNvSpPr>
            <a:spLocks noGrp="1"/>
          </p:cNvSpPr>
          <p:nvPr>
            <p:ph idx="1"/>
          </p:nvPr>
        </p:nvSpPr>
        <p:spPr>
          <a:xfrm>
            <a:off x="146050" y="746759"/>
            <a:ext cx="8066925" cy="4337605"/>
          </a:xfrm>
        </p:spPr>
        <p:txBody>
          <a:bodyPr vert="horz" lIns="91440" tIns="45720" rIns="91440" bIns="45720" rtlCol="0" anchor="t">
            <a:normAutofit fontScale="92500" lnSpcReduction="10000"/>
          </a:bodyPr>
          <a:lstStyle/>
          <a:p>
            <a:r>
              <a:rPr lang="en-US" sz="2600" dirty="0">
                <a:latin typeface="Calibri"/>
                <a:ea typeface="Calibri"/>
                <a:cs typeface="Calibri"/>
              </a:rPr>
              <a:t>Local</a:t>
            </a:r>
          </a:p>
          <a:p>
            <a:pPr lvl="1"/>
            <a:r>
              <a:rPr lang="en-US" sz="2200" dirty="0">
                <a:latin typeface="Calibri"/>
                <a:ea typeface="Calibri"/>
                <a:cs typeface="Calibri"/>
              </a:rPr>
              <a:t>Only used for accessing a single system or entity</a:t>
            </a:r>
          </a:p>
          <a:p>
            <a:r>
              <a:rPr lang="en-US" sz="2600" dirty="0">
                <a:latin typeface="Calibri"/>
                <a:ea typeface="Calibri"/>
                <a:cs typeface="Calibri"/>
              </a:rPr>
              <a:t>Microsoft account </a:t>
            </a:r>
          </a:p>
          <a:p>
            <a:pPr lvl="1"/>
            <a:r>
              <a:rPr lang="en-US" sz="2200" dirty="0">
                <a:latin typeface="Calibri"/>
                <a:ea typeface="Calibri"/>
                <a:cs typeface="Calibri"/>
              </a:rPr>
              <a:t>Profile can sync through an online portal</a:t>
            </a:r>
          </a:p>
          <a:p>
            <a:r>
              <a:rPr lang="en-US" sz="2600" dirty="0">
                <a:latin typeface="Calibri"/>
                <a:ea typeface="Calibri"/>
                <a:cs typeface="Calibri"/>
              </a:rPr>
              <a:t>Security groups</a:t>
            </a:r>
          </a:p>
          <a:p>
            <a:pPr lvl="1"/>
            <a:r>
              <a:rPr lang="en-US" sz="2200" dirty="0">
                <a:latin typeface="Calibri"/>
                <a:ea typeface="Calibri"/>
                <a:cs typeface="Calibri"/>
              </a:rPr>
              <a:t>Collection of accounts that will be assigned similar permissions</a:t>
            </a:r>
          </a:p>
          <a:p>
            <a:pPr lvl="2"/>
            <a:r>
              <a:rPr lang="en-US" sz="1900" dirty="0">
                <a:latin typeface="Calibri"/>
                <a:ea typeface="Calibri"/>
                <a:cs typeface="Calibri"/>
              </a:rPr>
              <a:t>Administrator group </a:t>
            </a:r>
          </a:p>
          <a:p>
            <a:pPr lvl="3"/>
            <a:r>
              <a:rPr lang="en-US" sz="1900" dirty="0">
                <a:latin typeface="Calibri"/>
                <a:ea typeface="Calibri"/>
                <a:cs typeface="Calibri"/>
              </a:rPr>
              <a:t>All files and objects in system</a:t>
            </a:r>
          </a:p>
          <a:p>
            <a:pPr lvl="2"/>
            <a:r>
              <a:rPr lang="en-US" sz="1900" dirty="0">
                <a:latin typeface="Calibri"/>
                <a:ea typeface="Calibri"/>
                <a:cs typeface="Calibri"/>
              </a:rPr>
              <a:t>Guest group</a:t>
            </a:r>
          </a:p>
          <a:p>
            <a:pPr lvl="3"/>
            <a:r>
              <a:rPr lang="en-US" sz="1900" dirty="0">
                <a:latin typeface="Calibri"/>
                <a:ea typeface="Calibri"/>
                <a:cs typeface="Calibri"/>
              </a:rPr>
              <a:t>Legacy group with same permissions as User group</a:t>
            </a:r>
            <a:endParaRPr lang="en-US" sz="1900" dirty="0"/>
          </a:p>
          <a:p>
            <a:pPr lvl="2"/>
            <a:r>
              <a:rPr lang="en-US" sz="1900" dirty="0">
                <a:latin typeface="Calibri"/>
                <a:ea typeface="Calibri"/>
                <a:cs typeface="Calibri"/>
              </a:rPr>
              <a:t>Power user group</a:t>
            </a:r>
          </a:p>
          <a:p>
            <a:pPr lvl="3"/>
            <a:r>
              <a:rPr lang="en-US" sz="1900" dirty="0">
                <a:latin typeface="Calibri"/>
                <a:ea typeface="Calibri"/>
                <a:cs typeface="Calibri"/>
              </a:rPr>
              <a:t>Between Users group and full administrator</a:t>
            </a:r>
          </a:p>
        </p:txBody>
      </p:sp>
      <p:sp>
        <p:nvSpPr>
          <p:cNvPr id="4" name="Slide Number Placeholder 3">
            <a:extLst>
              <a:ext uri="{FF2B5EF4-FFF2-40B4-BE49-F238E27FC236}">
                <a16:creationId xmlns:a16="http://schemas.microsoft.com/office/drawing/2014/main" id="{09C20A8B-BF55-083E-1E40-7876E2051D44}"/>
              </a:ext>
            </a:extLst>
          </p:cNvPr>
          <p:cNvSpPr>
            <a:spLocks noGrp="1"/>
          </p:cNvSpPr>
          <p:nvPr>
            <p:ph type="sldNum" sz="quarter" idx="10"/>
          </p:nvPr>
        </p:nvSpPr>
        <p:spPr/>
        <p:txBody>
          <a:bodyPr/>
          <a:lstStyle/>
          <a:p>
            <a:fld id="{B7CF8A19-3A9E-4ABC-B336-2FDDE321C72D}" type="slidenum">
              <a:rPr lang="en-US" smtClean="0"/>
              <a:pPr/>
              <a:t>9</a:t>
            </a:fld>
            <a:endParaRPr lang="en-US" dirty="0"/>
          </a:p>
        </p:txBody>
      </p:sp>
    </p:spTree>
    <p:custDataLst>
      <p:tags r:id="rId1"/>
    </p:custDataLst>
    <p:extLst>
      <p:ext uri="{BB962C8B-B14F-4D97-AF65-F5344CB8AC3E}">
        <p14:creationId xmlns:p14="http://schemas.microsoft.com/office/powerpoint/2010/main" val="176047138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C9E572-BB6A-A1AA-1EFB-1148400F4C87}"/>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833AECA3-C6BE-199E-F4F7-F1784B45070F}"/>
              </a:ext>
            </a:extLst>
          </p:cNvPr>
          <p:cNvSpPr>
            <a:spLocks noGrp="1"/>
          </p:cNvSpPr>
          <p:nvPr>
            <p:ph type="title"/>
          </p:nvPr>
        </p:nvSpPr>
        <p:spPr/>
        <p:txBody>
          <a:bodyPr/>
          <a:lstStyle/>
          <a:p>
            <a:r>
              <a:rPr lang="en-US" b="1" i="0" dirty="0">
                <a:solidFill>
                  <a:srgbClr val="253644"/>
                </a:solidFill>
                <a:effectLst/>
              </a:rPr>
              <a:t>User and Group Accounts </a:t>
            </a:r>
            <a:r>
              <a:rPr lang="en-US" sz="2000" b="1" i="0" dirty="0">
                <a:solidFill>
                  <a:srgbClr val="253644"/>
                </a:solidFill>
                <a:effectLst/>
              </a:rPr>
              <a:t>(Slide 2 of 2)</a:t>
            </a:r>
            <a:endParaRPr lang="en-US" sz="2000" dirty="0">
              <a:solidFill>
                <a:srgbClr val="253644"/>
              </a:solidFill>
            </a:endParaRPr>
          </a:p>
        </p:txBody>
      </p:sp>
      <p:sp>
        <p:nvSpPr>
          <p:cNvPr id="3" name="Content Placeholder 2">
            <a:extLst>
              <a:ext uri="{FF2B5EF4-FFF2-40B4-BE49-F238E27FC236}">
                <a16:creationId xmlns:a16="http://schemas.microsoft.com/office/drawing/2014/main" id="{392C9AE0-D80C-9D0A-40E8-C12C5E887EEE}"/>
              </a:ext>
            </a:extLst>
          </p:cNvPr>
          <p:cNvSpPr>
            <a:spLocks noGrp="1"/>
          </p:cNvSpPr>
          <p:nvPr>
            <p:ph idx="1"/>
          </p:nvPr>
        </p:nvSpPr>
        <p:spPr>
          <a:xfrm>
            <a:off x="146051" y="746760"/>
            <a:ext cx="4274948" cy="4046220"/>
          </a:xfrm>
        </p:spPr>
        <p:txBody>
          <a:bodyPr vert="horz" lIns="91440" tIns="45720" rIns="91440" bIns="45720" rtlCol="0" anchor="t">
            <a:normAutofit/>
          </a:bodyPr>
          <a:lstStyle/>
          <a:p>
            <a:r>
              <a:rPr lang="en-US" dirty="0">
                <a:latin typeface="Calibri"/>
                <a:ea typeface="Calibri"/>
                <a:cs typeface="Calibri"/>
              </a:rPr>
              <a:t>Local Users and Groups</a:t>
            </a:r>
          </a:p>
          <a:p>
            <a:r>
              <a:rPr lang="en-US" dirty="0">
                <a:latin typeface="Calibri"/>
                <a:ea typeface="Calibri"/>
                <a:cs typeface="Calibri"/>
              </a:rPr>
              <a:t>net user commands</a:t>
            </a:r>
          </a:p>
          <a:p>
            <a:pPr lvl="1"/>
            <a:r>
              <a:rPr lang="en-US" dirty="0">
                <a:latin typeface="Calibri"/>
                <a:ea typeface="Calibri"/>
                <a:cs typeface="Calibri"/>
              </a:rPr>
              <a:t>Manage accounts using command line utility</a:t>
            </a:r>
          </a:p>
        </p:txBody>
      </p:sp>
      <p:pic>
        <p:nvPicPr>
          <p:cNvPr id="5" name="Picture 4" descr="Administrators Properties window. ">
            <a:extLst>
              <a:ext uri="{FF2B5EF4-FFF2-40B4-BE49-F238E27FC236}">
                <a16:creationId xmlns:a16="http://schemas.microsoft.com/office/drawing/2014/main" id="{6CC7CFD4-CCCD-2791-1F3C-25C90B4D9483}"/>
              </a:ext>
            </a:extLst>
          </p:cNvPr>
          <p:cNvPicPr>
            <a:picLocks noChangeAspect="1"/>
          </p:cNvPicPr>
          <p:nvPr/>
        </p:nvPicPr>
        <p:blipFill>
          <a:blip r:embed="rId4" cstate="email">
            <a:extLst>
              <a:ext uri="{28A0092B-C50C-407E-A947-70E740481C1C}">
                <a14:useLocalDpi xmlns:a14="http://schemas.microsoft.com/office/drawing/2010/main"/>
              </a:ext>
            </a:extLst>
          </a:blip>
          <a:stretch>
            <a:fillRect/>
          </a:stretch>
        </p:blipFill>
        <p:spPr>
          <a:xfrm>
            <a:off x="4800060" y="721645"/>
            <a:ext cx="3660699" cy="4164045"/>
          </a:xfrm>
          <a:prstGeom prst="rect">
            <a:avLst/>
          </a:prstGeom>
          <a:noFill/>
          <a:ln>
            <a:noFill/>
          </a:ln>
        </p:spPr>
      </p:pic>
      <p:sp>
        <p:nvSpPr>
          <p:cNvPr id="6" name="Content Placeholder 11">
            <a:extLst>
              <a:ext uri="{FF2B5EF4-FFF2-40B4-BE49-F238E27FC236}">
                <a16:creationId xmlns:a16="http://schemas.microsoft.com/office/drawing/2014/main" id="{30F436CF-77F3-672F-A802-57D3D7F2A4EC}"/>
              </a:ext>
            </a:extLst>
          </p:cNvPr>
          <p:cNvSpPr txBox="1">
            <a:spLocks/>
          </p:cNvSpPr>
          <p:nvPr/>
        </p:nvSpPr>
        <p:spPr>
          <a:xfrm>
            <a:off x="4800060" y="4885690"/>
            <a:ext cx="3660700" cy="274768"/>
          </a:xfrm>
          <a:prstGeom prst="rect">
            <a:avLst/>
          </a:prstGeom>
        </p:spPr>
        <p:txBody>
          <a:bodyPr/>
          <a:lstStyle>
            <a:lvl1pPr marL="257175" indent="-257175" algn="l" defTabSz="342900" rtl="0" eaLnBrk="1" latinLnBrk="0" hangingPunct="1">
              <a:spcBef>
                <a:spcPts val="600"/>
              </a:spcBef>
              <a:spcAft>
                <a:spcPts val="0"/>
              </a:spcAft>
              <a:buClrTx/>
              <a:buFont typeface="Arial" panose="020B0604020202020204" pitchFamily="34" charset="0"/>
              <a:buChar char="•"/>
              <a:defRPr sz="2400" kern="1200">
                <a:solidFill>
                  <a:schemeClr val="tx1"/>
                </a:solidFill>
                <a:latin typeface="Calibri" panose="020F0502020204030204" pitchFamily="34" charset="0"/>
                <a:ea typeface="+mn-ea"/>
                <a:cs typeface="Calibri" panose="020F0502020204030204" pitchFamily="34" charset="0"/>
              </a:defRPr>
            </a:lvl1pPr>
            <a:lvl2pPr marL="571500" indent="-228600" algn="l" defTabSz="342900" rtl="0" eaLnBrk="1" latinLnBrk="0" hangingPunct="1">
              <a:spcBef>
                <a:spcPts val="600"/>
              </a:spcBef>
              <a:spcAft>
                <a:spcPts val="0"/>
              </a:spcAft>
              <a:buClrTx/>
              <a:buFont typeface="Arial" panose="020B0604020202020204" pitchFamily="34" charset="0"/>
              <a:buChar char="•"/>
              <a:defRPr sz="2000" kern="1200">
                <a:solidFill>
                  <a:schemeClr val="tx1"/>
                </a:solidFill>
                <a:latin typeface="Calibri" panose="020F0502020204030204" pitchFamily="34" charset="0"/>
                <a:ea typeface="+mn-ea"/>
                <a:cs typeface="Calibri" panose="020F0502020204030204" pitchFamily="34" charset="0"/>
              </a:defRPr>
            </a:lvl2pPr>
            <a:lvl3pPr marL="857250" indent="-171450" algn="l" defTabSz="342900" rtl="0" eaLnBrk="1" latinLnBrk="0" hangingPunct="1">
              <a:spcBef>
                <a:spcPts val="600"/>
              </a:spcBef>
              <a:spcAft>
                <a:spcPts val="0"/>
              </a:spcAft>
              <a:buClrTx/>
              <a:buSzPct val="100000"/>
              <a:buFont typeface="Arial" panose="020B0604020202020204" pitchFamily="34" charset="0"/>
              <a:buChar char="•"/>
              <a:defRPr sz="1800" kern="1200">
                <a:solidFill>
                  <a:schemeClr val="tx1"/>
                </a:solidFill>
                <a:latin typeface="Calibri" panose="020F0502020204030204" pitchFamily="34" charset="0"/>
                <a:ea typeface="+mn-ea"/>
                <a:cs typeface="Calibri" panose="020F0502020204030204" pitchFamily="34" charset="0"/>
              </a:defRPr>
            </a:lvl3pPr>
            <a:lvl4pPr marL="1200150" indent="-171450" algn="l" defTabSz="342900" rtl="0" eaLnBrk="1" latinLnBrk="0" hangingPunct="1">
              <a:spcBef>
                <a:spcPts val="600"/>
              </a:spcBef>
              <a:spcAft>
                <a:spcPts val="0"/>
              </a:spcAft>
              <a:buClrTx/>
              <a:buFont typeface="Arial" panose="020B0604020202020204" pitchFamily="34" charset="0"/>
              <a:buChar char="•"/>
              <a:defRPr sz="1800" kern="1200">
                <a:solidFill>
                  <a:schemeClr val="tx1"/>
                </a:solidFill>
                <a:latin typeface="Calibri" panose="020F0502020204030204" pitchFamily="34" charset="0"/>
                <a:ea typeface="+mn-ea"/>
                <a:cs typeface="Calibri" panose="020F0502020204030204" pitchFamily="34" charset="0"/>
              </a:defRPr>
            </a:lvl4pPr>
            <a:lvl5pPr marL="1543050" indent="-171450" algn="l" defTabSz="342900" rtl="0" eaLnBrk="1" latinLnBrk="0" hangingPunct="1">
              <a:spcBef>
                <a:spcPts val="600"/>
              </a:spcBef>
              <a:spcAft>
                <a:spcPts val="0"/>
              </a:spcAft>
              <a:buClrTx/>
              <a:buFont typeface="Arial" panose="020B0604020202020204" pitchFamily="34" charset="0"/>
              <a:buChar char="•"/>
              <a:defRPr sz="1800" kern="1200">
                <a:solidFill>
                  <a:schemeClr val="tx1"/>
                </a:solidFill>
                <a:latin typeface="Calibri" panose="020F0502020204030204" pitchFamily="34" charset="0"/>
                <a:ea typeface="+mn-ea"/>
                <a:cs typeface="Calibri" panose="020F0502020204030204" pitchFamily="34" charset="0"/>
              </a:defRPr>
            </a:lvl5pPr>
            <a:lvl6pPr marL="1885950" indent="-171450" algn="l" defTabSz="342900" rtl="0" eaLnBrk="1" latinLnBrk="0" hangingPunct="1">
              <a:spcBef>
                <a:spcPct val="20000"/>
              </a:spcBef>
              <a:buFont typeface="Arial"/>
              <a:buChar char="•"/>
              <a:defRPr sz="1500" kern="1200">
                <a:solidFill>
                  <a:schemeClr val="tx1"/>
                </a:solidFill>
                <a:latin typeface="+mn-lt"/>
                <a:ea typeface="+mn-ea"/>
                <a:cs typeface="+mn-cs"/>
              </a:defRPr>
            </a:lvl6pPr>
            <a:lvl7pPr marL="2228850" indent="-171450" algn="l" defTabSz="342900" rtl="0" eaLnBrk="1" latinLnBrk="0" hangingPunct="1">
              <a:spcBef>
                <a:spcPct val="20000"/>
              </a:spcBef>
              <a:buFont typeface="Arial"/>
              <a:buChar char="•"/>
              <a:defRPr sz="1500" kern="1200">
                <a:solidFill>
                  <a:schemeClr val="tx1"/>
                </a:solidFill>
                <a:latin typeface="+mn-lt"/>
                <a:ea typeface="+mn-ea"/>
                <a:cs typeface="+mn-cs"/>
              </a:defRPr>
            </a:lvl7pPr>
            <a:lvl8pPr marL="2571750" indent="-171450" algn="l" defTabSz="342900" rtl="0" eaLnBrk="1" latinLnBrk="0" hangingPunct="1">
              <a:spcBef>
                <a:spcPct val="20000"/>
              </a:spcBef>
              <a:buFont typeface="Arial"/>
              <a:buChar char="•"/>
              <a:defRPr sz="1500" kern="1200">
                <a:solidFill>
                  <a:schemeClr val="tx1"/>
                </a:solidFill>
                <a:latin typeface="+mn-lt"/>
                <a:ea typeface="+mn-ea"/>
                <a:cs typeface="+mn-cs"/>
              </a:defRPr>
            </a:lvl8pPr>
            <a:lvl9pPr marL="2914650" indent="-171450" algn="l" defTabSz="342900" rtl="0" eaLnBrk="1" latinLnBrk="0" hangingPunct="1">
              <a:spcBef>
                <a:spcPct val="20000"/>
              </a:spcBef>
              <a:buFont typeface="Arial"/>
              <a:buChar char="•"/>
              <a:defRPr sz="1500" kern="1200">
                <a:solidFill>
                  <a:schemeClr val="tx1"/>
                </a:solidFill>
                <a:latin typeface="+mn-lt"/>
                <a:ea typeface="+mn-ea"/>
                <a:cs typeface="+mn-cs"/>
              </a:defRPr>
            </a:lvl9pPr>
          </a:lstStyle>
          <a:p>
            <a:pPr marL="0" indent="0" algn="ctr">
              <a:buNone/>
            </a:pPr>
            <a:r>
              <a:rPr lang="en-US" sz="900" i="1" dirty="0"/>
              <a:t>Screenshot courtesy of Microsoft.</a:t>
            </a:r>
          </a:p>
        </p:txBody>
      </p:sp>
      <p:sp>
        <p:nvSpPr>
          <p:cNvPr id="4" name="Slide Number Placeholder 3">
            <a:extLst>
              <a:ext uri="{FF2B5EF4-FFF2-40B4-BE49-F238E27FC236}">
                <a16:creationId xmlns:a16="http://schemas.microsoft.com/office/drawing/2014/main" id="{506C1047-DCC9-3D50-3B21-DE4462A953D3}"/>
              </a:ext>
            </a:extLst>
          </p:cNvPr>
          <p:cNvSpPr>
            <a:spLocks noGrp="1"/>
          </p:cNvSpPr>
          <p:nvPr>
            <p:ph type="sldNum" sz="quarter" idx="10"/>
          </p:nvPr>
        </p:nvSpPr>
        <p:spPr/>
        <p:txBody>
          <a:bodyPr/>
          <a:lstStyle/>
          <a:p>
            <a:fld id="{B7CF8A19-3A9E-4ABC-B336-2FDDE321C72D}" type="slidenum">
              <a:rPr lang="en-US" smtClean="0"/>
              <a:pPr/>
              <a:t>10</a:t>
            </a:fld>
            <a:endParaRPr lang="en-US" dirty="0"/>
          </a:p>
        </p:txBody>
      </p:sp>
    </p:spTree>
    <p:custDataLst>
      <p:tags r:id="rId1"/>
    </p:custDataLst>
    <p:extLst>
      <p:ext uri="{BB962C8B-B14F-4D97-AF65-F5344CB8AC3E}">
        <p14:creationId xmlns:p14="http://schemas.microsoft.com/office/powerpoint/2010/main" val="366537057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A959CE-E8A6-7774-EBC2-43B088102650}"/>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D8D2E8D4-2F17-3D2C-7952-D0C3A7AB2EAD}"/>
              </a:ext>
            </a:extLst>
          </p:cNvPr>
          <p:cNvSpPr>
            <a:spLocks noGrp="1"/>
          </p:cNvSpPr>
          <p:nvPr>
            <p:ph type="title"/>
          </p:nvPr>
        </p:nvSpPr>
        <p:spPr/>
        <p:txBody>
          <a:bodyPr/>
          <a:lstStyle/>
          <a:p>
            <a:r>
              <a:rPr lang="en-US" b="1" i="0" dirty="0">
                <a:solidFill>
                  <a:srgbClr val="253644"/>
                </a:solidFill>
                <a:effectLst/>
              </a:rPr>
              <a:t>User Account Control </a:t>
            </a:r>
            <a:r>
              <a:rPr lang="en-US" sz="2000" b="1" i="0" dirty="0">
                <a:solidFill>
                  <a:srgbClr val="253644"/>
                </a:solidFill>
                <a:effectLst/>
              </a:rPr>
              <a:t>(Slide 1 of 3)</a:t>
            </a:r>
            <a:endParaRPr lang="en-US" sz="2000" dirty="0">
              <a:solidFill>
                <a:srgbClr val="253644"/>
              </a:solidFill>
            </a:endParaRPr>
          </a:p>
        </p:txBody>
      </p:sp>
      <p:sp>
        <p:nvSpPr>
          <p:cNvPr id="3" name="Content Placeholder 2">
            <a:extLst>
              <a:ext uri="{FF2B5EF4-FFF2-40B4-BE49-F238E27FC236}">
                <a16:creationId xmlns:a16="http://schemas.microsoft.com/office/drawing/2014/main" id="{C6F96774-36B8-B8FC-7220-DEB733B577E6}"/>
              </a:ext>
            </a:extLst>
          </p:cNvPr>
          <p:cNvSpPr>
            <a:spLocks noGrp="1"/>
          </p:cNvSpPr>
          <p:nvPr>
            <p:ph idx="1"/>
          </p:nvPr>
        </p:nvSpPr>
        <p:spPr>
          <a:xfrm>
            <a:off x="146050" y="746760"/>
            <a:ext cx="8066925" cy="4046220"/>
          </a:xfrm>
        </p:spPr>
        <p:txBody>
          <a:bodyPr vert="horz" lIns="91440" tIns="45720" rIns="91440" bIns="45720" rtlCol="0" anchor="t">
            <a:normAutofit/>
          </a:bodyPr>
          <a:lstStyle/>
          <a:p>
            <a:r>
              <a:rPr lang="en-US" dirty="0">
                <a:latin typeface="Calibri"/>
                <a:ea typeface="Calibri"/>
                <a:cs typeface="Calibri"/>
              </a:rPr>
              <a:t>Just-in-Time access</a:t>
            </a:r>
          </a:p>
          <a:p>
            <a:r>
              <a:rPr lang="en-US" dirty="0">
                <a:latin typeface="Calibri"/>
                <a:ea typeface="Calibri"/>
                <a:cs typeface="Calibri"/>
              </a:rPr>
              <a:t>Privileged Access Management</a:t>
            </a:r>
          </a:p>
          <a:p>
            <a:pPr lvl="1"/>
            <a:r>
              <a:rPr lang="en-US" dirty="0">
                <a:latin typeface="Calibri"/>
                <a:ea typeface="Calibri"/>
                <a:cs typeface="Calibri"/>
              </a:rPr>
              <a:t>UAC provides implementation of JIT and PAM in Windows </a:t>
            </a:r>
          </a:p>
          <a:p>
            <a:pPr lvl="1"/>
            <a:r>
              <a:rPr lang="en-US" dirty="0">
                <a:latin typeface="Calibri"/>
                <a:ea typeface="Calibri"/>
                <a:cs typeface="Calibri"/>
              </a:rPr>
              <a:t>User must confirm UAC pop up for change to be made</a:t>
            </a:r>
          </a:p>
        </p:txBody>
      </p:sp>
      <p:sp>
        <p:nvSpPr>
          <p:cNvPr id="4" name="Slide Number Placeholder 3">
            <a:extLst>
              <a:ext uri="{FF2B5EF4-FFF2-40B4-BE49-F238E27FC236}">
                <a16:creationId xmlns:a16="http://schemas.microsoft.com/office/drawing/2014/main" id="{ED45EAE5-06A0-6677-46A9-B93827B7FB3E}"/>
              </a:ext>
            </a:extLst>
          </p:cNvPr>
          <p:cNvSpPr>
            <a:spLocks noGrp="1"/>
          </p:cNvSpPr>
          <p:nvPr>
            <p:ph type="sldNum" sz="quarter" idx="10"/>
          </p:nvPr>
        </p:nvSpPr>
        <p:spPr/>
        <p:txBody>
          <a:bodyPr/>
          <a:lstStyle/>
          <a:p>
            <a:fld id="{B7CF8A19-3A9E-4ABC-B336-2FDDE321C72D}" type="slidenum">
              <a:rPr lang="en-US" smtClean="0"/>
              <a:pPr/>
              <a:t>11</a:t>
            </a:fld>
            <a:endParaRPr lang="en-US" dirty="0"/>
          </a:p>
        </p:txBody>
      </p:sp>
    </p:spTree>
    <p:custDataLst>
      <p:tags r:id="rId1"/>
    </p:custDataLst>
    <p:extLst>
      <p:ext uri="{BB962C8B-B14F-4D97-AF65-F5344CB8AC3E}">
        <p14:creationId xmlns:p14="http://schemas.microsoft.com/office/powerpoint/2010/main" val="243614200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5993F0-CCF9-3482-7D25-B86520F9CEEB}"/>
              </a:ext>
            </a:extLst>
          </p:cNvPr>
          <p:cNvSpPr>
            <a:spLocks noGrp="1"/>
          </p:cNvSpPr>
          <p:nvPr>
            <p:ph type="title"/>
          </p:nvPr>
        </p:nvSpPr>
        <p:spPr/>
        <p:txBody>
          <a:bodyPr/>
          <a:lstStyle/>
          <a:p>
            <a:r>
              <a:rPr lang="en-US" b="1" i="0" dirty="0">
                <a:solidFill>
                  <a:srgbClr val="253644"/>
                </a:solidFill>
                <a:effectLst/>
              </a:rPr>
              <a:t>User Account Control </a:t>
            </a:r>
            <a:r>
              <a:rPr lang="en-US" sz="2000" b="1" i="0" dirty="0">
                <a:solidFill>
                  <a:srgbClr val="253644"/>
                </a:solidFill>
                <a:effectLst/>
              </a:rPr>
              <a:t>(Slide 2 of 3)</a:t>
            </a:r>
            <a:endParaRPr lang="en-US" sz="2000" dirty="0"/>
          </a:p>
        </p:txBody>
      </p:sp>
      <p:pic>
        <p:nvPicPr>
          <p:cNvPr id="9" name="Picture 8" descr="User Account Control settings screen.">
            <a:extLst>
              <a:ext uri="{FF2B5EF4-FFF2-40B4-BE49-F238E27FC236}">
                <a16:creationId xmlns:a16="http://schemas.microsoft.com/office/drawing/2014/main" id="{3762E057-7A16-74D4-2DA2-A1E27BE16AF7}"/>
              </a:ext>
            </a:extLst>
          </p:cNvPr>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1649245" y="757030"/>
            <a:ext cx="5845507" cy="3864530"/>
          </a:xfrm>
          <a:prstGeom prst="rect">
            <a:avLst/>
          </a:prstGeom>
          <a:ln>
            <a:solidFill>
              <a:schemeClr val="bg1">
                <a:lumMod val="85000"/>
              </a:schemeClr>
            </a:solidFill>
          </a:ln>
        </p:spPr>
      </p:pic>
      <p:sp>
        <p:nvSpPr>
          <p:cNvPr id="4" name="Content Placeholder 11">
            <a:extLst>
              <a:ext uri="{FF2B5EF4-FFF2-40B4-BE49-F238E27FC236}">
                <a16:creationId xmlns:a16="http://schemas.microsoft.com/office/drawing/2014/main" id="{0998C8C8-D2C5-FC30-EE1B-3C2AAF4EBB33}"/>
              </a:ext>
            </a:extLst>
          </p:cNvPr>
          <p:cNvSpPr txBox="1">
            <a:spLocks/>
          </p:cNvSpPr>
          <p:nvPr/>
        </p:nvSpPr>
        <p:spPr>
          <a:xfrm>
            <a:off x="1649245" y="4657895"/>
            <a:ext cx="5845507" cy="274768"/>
          </a:xfrm>
          <a:prstGeom prst="rect">
            <a:avLst/>
          </a:prstGeom>
        </p:spPr>
        <p:txBody>
          <a:bodyPr/>
          <a:lstStyle>
            <a:lvl1pPr marL="257175" indent="-257175" algn="l" defTabSz="342900" rtl="0" eaLnBrk="1" latinLnBrk="0" hangingPunct="1">
              <a:spcBef>
                <a:spcPts val="600"/>
              </a:spcBef>
              <a:spcAft>
                <a:spcPts val="0"/>
              </a:spcAft>
              <a:buClrTx/>
              <a:buFont typeface="Arial" panose="020B0604020202020204" pitchFamily="34" charset="0"/>
              <a:buChar char="•"/>
              <a:defRPr sz="2400" kern="1200">
                <a:solidFill>
                  <a:schemeClr val="tx1"/>
                </a:solidFill>
                <a:latin typeface="Calibri" panose="020F0502020204030204" pitchFamily="34" charset="0"/>
                <a:ea typeface="+mn-ea"/>
                <a:cs typeface="Calibri" panose="020F0502020204030204" pitchFamily="34" charset="0"/>
              </a:defRPr>
            </a:lvl1pPr>
            <a:lvl2pPr marL="571500" indent="-228600" algn="l" defTabSz="342900" rtl="0" eaLnBrk="1" latinLnBrk="0" hangingPunct="1">
              <a:spcBef>
                <a:spcPts val="600"/>
              </a:spcBef>
              <a:spcAft>
                <a:spcPts val="0"/>
              </a:spcAft>
              <a:buClrTx/>
              <a:buFont typeface="Arial" panose="020B0604020202020204" pitchFamily="34" charset="0"/>
              <a:buChar char="•"/>
              <a:defRPr sz="2000" kern="1200">
                <a:solidFill>
                  <a:schemeClr val="tx1"/>
                </a:solidFill>
                <a:latin typeface="Calibri" panose="020F0502020204030204" pitchFamily="34" charset="0"/>
                <a:ea typeface="+mn-ea"/>
                <a:cs typeface="Calibri" panose="020F0502020204030204" pitchFamily="34" charset="0"/>
              </a:defRPr>
            </a:lvl2pPr>
            <a:lvl3pPr marL="857250" indent="-171450" algn="l" defTabSz="342900" rtl="0" eaLnBrk="1" latinLnBrk="0" hangingPunct="1">
              <a:spcBef>
                <a:spcPts val="600"/>
              </a:spcBef>
              <a:spcAft>
                <a:spcPts val="0"/>
              </a:spcAft>
              <a:buClrTx/>
              <a:buSzPct val="100000"/>
              <a:buFont typeface="Arial" panose="020B0604020202020204" pitchFamily="34" charset="0"/>
              <a:buChar char="•"/>
              <a:defRPr sz="1800" kern="1200">
                <a:solidFill>
                  <a:schemeClr val="tx1"/>
                </a:solidFill>
                <a:latin typeface="Calibri" panose="020F0502020204030204" pitchFamily="34" charset="0"/>
                <a:ea typeface="+mn-ea"/>
                <a:cs typeface="Calibri" panose="020F0502020204030204" pitchFamily="34" charset="0"/>
              </a:defRPr>
            </a:lvl3pPr>
            <a:lvl4pPr marL="1200150" indent="-171450" algn="l" defTabSz="342900" rtl="0" eaLnBrk="1" latinLnBrk="0" hangingPunct="1">
              <a:spcBef>
                <a:spcPts val="600"/>
              </a:spcBef>
              <a:spcAft>
                <a:spcPts val="0"/>
              </a:spcAft>
              <a:buClrTx/>
              <a:buFont typeface="Arial" panose="020B0604020202020204" pitchFamily="34" charset="0"/>
              <a:buChar char="•"/>
              <a:defRPr sz="1800" kern="1200">
                <a:solidFill>
                  <a:schemeClr val="tx1"/>
                </a:solidFill>
                <a:latin typeface="Calibri" panose="020F0502020204030204" pitchFamily="34" charset="0"/>
                <a:ea typeface="+mn-ea"/>
                <a:cs typeface="Calibri" panose="020F0502020204030204" pitchFamily="34" charset="0"/>
              </a:defRPr>
            </a:lvl4pPr>
            <a:lvl5pPr marL="1543050" indent="-171450" algn="l" defTabSz="342900" rtl="0" eaLnBrk="1" latinLnBrk="0" hangingPunct="1">
              <a:spcBef>
                <a:spcPts val="600"/>
              </a:spcBef>
              <a:spcAft>
                <a:spcPts val="0"/>
              </a:spcAft>
              <a:buClrTx/>
              <a:buFont typeface="Arial" panose="020B0604020202020204" pitchFamily="34" charset="0"/>
              <a:buChar char="•"/>
              <a:defRPr sz="1800" kern="1200">
                <a:solidFill>
                  <a:schemeClr val="tx1"/>
                </a:solidFill>
                <a:latin typeface="Calibri" panose="020F0502020204030204" pitchFamily="34" charset="0"/>
                <a:ea typeface="+mn-ea"/>
                <a:cs typeface="Calibri" panose="020F0502020204030204" pitchFamily="34" charset="0"/>
              </a:defRPr>
            </a:lvl5pPr>
            <a:lvl6pPr marL="1885950" indent="-171450" algn="l" defTabSz="342900" rtl="0" eaLnBrk="1" latinLnBrk="0" hangingPunct="1">
              <a:spcBef>
                <a:spcPct val="20000"/>
              </a:spcBef>
              <a:buFont typeface="Arial"/>
              <a:buChar char="•"/>
              <a:defRPr sz="1500" kern="1200">
                <a:solidFill>
                  <a:schemeClr val="tx1"/>
                </a:solidFill>
                <a:latin typeface="+mn-lt"/>
                <a:ea typeface="+mn-ea"/>
                <a:cs typeface="+mn-cs"/>
              </a:defRPr>
            </a:lvl6pPr>
            <a:lvl7pPr marL="2228850" indent="-171450" algn="l" defTabSz="342900" rtl="0" eaLnBrk="1" latinLnBrk="0" hangingPunct="1">
              <a:spcBef>
                <a:spcPct val="20000"/>
              </a:spcBef>
              <a:buFont typeface="Arial"/>
              <a:buChar char="•"/>
              <a:defRPr sz="1500" kern="1200">
                <a:solidFill>
                  <a:schemeClr val="tx1"/>
                </a:solidFill>
                <a:latin typeface="+mn-lt"/>
                <a:ea typeface="+mn-ea"/>
                <a:cs typeface="+mn-cs"/>
              </a:defRPr>
            </a:lvl7pPr>
            <a:lvl8pPr marL="2571750" indent="-171450" algn="l" defTabSz="342900" rtl="0" eaLnBrk="1" latinLnBrk="0" hangingPunct="1">
              <a:spcBef>
                <a:spcPct val="20000"/>
              </a:spcBef>
              <a:buFont typeface="Arial"/>
              <a:buChar char="•"/>
              <a:defRPr sz="1500" kern="1200">
                <a:solidFill>
                  <a:schemeClr val="tx1"/>
                </a:solidFill>
                <a:latin typeface="+mn-lt"/>
                <a:ea typeface="+mn-ea"/>
                <a:cs typeface="+mn-cs"/>
              </a:defRPr>
            </a:lvl8pPr>
            <a:lvl9pPr marL="2914650" indent="-171450" algn="l" defTabSz="342900" rtl="0" eaLnBrk="1" latinLnBrk="0" hangingPunct="1">
              <a:spcBef>
                <a:spcPct val="20000"/>
              </a:spcBef>
              <a:buFont typeface="Arial"/>
              <a:buChar char="•"/>
              <a:defRPr sz="1500" kern="1200">
                <a:solidFill>
                  <a:schemeClr val="tx1"/>
                </a:solidFill>
                <a:latin typeface="+mn-lt"/>
                <a:ea typeface="+mn-ea"/>
                <a:cs typeface="+mn-cs"/>
              </a:defRPr>
            </a:lvl9pPr>
          </a:lstStyle>
          <a:p>
            <a:pPr marL="0" indent="0" algn="ctr">
              <a:buNone/>
            </a:pPr>
            <a:r>
              <a:rPr lang="en-US" sz="900" i="1" dirty="0"/>
              <a:t>Screenshot courtesy of Microsoft.</a:t>
            </a:r>
          </a:p>
        </p:txBody>
      </p:sp>
      <p:sp>
        <p:nvSpPr>
          <p:cNvPr id="3" name="Slide Number Placeholder 2">
            <a:extLst>
              <a:ext uri="{FF2B5EF4-FFF2-40B4-BE49-F238E27FC236}">
                <a16:creationId xmlns:a16="http://schemas.microsoft.com/office/drawing/2014/main" id="{8941DACA-7038-17B6-0AAA-8768E7AF96EB}"/>
              </a:ext>
            </a:extLst>
          </p:cNvPr>
          <p:cNvSpPr>
            <a:spLocks noGrp="1"/>
          </p:cNvSpPr>
          <p:nvPr>
            <p:ph type="sldNum" sz="quarter" idx="10"/>
          </p:nvPr>
        </p:nvSpPr>
        <p:spPr/>
        <p:txBody>
          <a:bodyPr/>
          <a:lstStyle/>
          <a:p>
            <a:fld id="{B7CF8A19-3A9E-4ABC-B336-2FDDE321C72D}" type="slidenum">
              <a:rPr lang="en-US" smtClean="0"/>
              <a:pPr/>
              <a:t>12</a:t>
            </a:fld>
            <a:endParaRPr lang="en-US" dirty="0"/>
          </a:p>
        </p:txBody>
      </p:sp>
    </p:spTree>
    <p:extLst>
      <p:ext uri="{BB962C8B-B14F-4D97-AF65-F5344CB8AC3E}">
        <p14:creationId xmlns:p14="http://schemas.microsoft.com/office/powerpoint/2010/main" val="5283068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D6DFED-F59B-382A-DD40-E60F5EBFDDE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94686F3-C6B9-2FF3-CF9E-AB3478B32514}"/>
              </a:ext>
            </a:extLst>
          </p:cNvPr>
          <p:cNvSpPr>
            <a:spLocks noGrp="1"/>
          </p:cNvSpPr>
          <p:nvPr>
            <p:ph type="title"/>
          </p:nvPr>
        </p:nvSpPr>
        <p:spPr/>
        <p:txBody>
          <a:bodyPr/>
          <a:lstStyle/>
          <a:p>
            <a:r>
              <a:rPr lang="en-US" b="1" i="0" dirty="0">
                <a:solidFill>
                  <a:srgbClr val="253644"/>
                </a:solidFill>
                <a:effectLst/>
              </a:rPr>
              <a:t>User Account Control </a:t>
            </a:r>
            <a:r>
              <a:rPr lang="en-US" sz="2000" b="1" i="0" dirty="0">
                <a:solidFill>
                  <a:srgbClr val="253644"/>
                </a:solidFill>
                <a:effectLst/>
              </a:rPr>
              <a:t>(Slide 3 of 3)</a:t>
            </a:r>
            <a:endParaRPr lang="en-US" sz="2000" dirty="0"/>
          </a:p>
        </p:txBody>
      </p:sp>
      <p:pic>
        <p:nvPicPr>
          <p:cNvPr id="7" name="Picture 6" descr="User Account Control settings screen.">
            <a:extLst>
              <a:ext uri="{FF2B5EF4-FFF2-40B4-BE49-F238E27FC236}">
                <a16:creationId xmlns:a16="http://schemas.microsoft.com/office/drawing/2014/main" id="{E427EEA8-069F-FF59-9615-0365B4E400FE}"/>
              </a:ext>
            </a:extLst>
          </p:cNvPr>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2015968" y="746620"/>
            <a:ext cx="5112064" cy="3953220"/>
          </a:xfrm>
          <a:prstGeom prst="rect">
            <a:avLst/>
          </a:prstGeom>
          <a:ln>
            <a:solidFill>
              <a:schemeClr val="bg1">
                <a:lumMod val="85000"/>
              </a:schemeClr>
            </a:solidFill>
          </a:ln>
        </p:spPr>
      </p:pic>
      <p:sp>
        <p:nvSpPr>
          <p:cNvPr id="4" name="Content Placeholder 11">
            <a:extLst>
              <a:ext uri="{FF2B5EF4-FFF2-40B4-BE49-F238E27FC236}">
                <a16:creationId xmlns:a16="http://schemas.microsoft.com/office/drawing/2014/main" id="{853169A6-DDFA-0ABF-5A55-9921D6A3D74A}"/>
              </a:ext>
            </a:extLst>
          </p:cNvPr>
          <p:cNvSpPr txBox="1">
            <a:spLocks/>
          </p:cNvSpPr>
          <p:nvPr/>
        </p:nvSpPr>
        <p:spPr>
          <a:xfrm>
            <a:off x="2015968" y="4710259"/>
            <a:ext cx="5112064" cy="274768"/>
          </a:xfrm>
          <a:prstGeom prst="rect">
            <a:avLst/>
          </a:prstGeom>
        </p:spPr>
        <p:txBody>
          <a:bodyPr/>
          <a:lstStyle>
            <a:lvl1pPr marL="257175" indent="-257175" algn="l" defTabSz="342900" rtl="0" eaLnBrk="1" latinLnBrk="0" hangingPunct="1">
              <a:spcBef>
                <a:spcPts val="600"/>
              </a:spcBef>
              <a:spcAft>
                <a:spcPts val="0"/>
              </a:spcAft>
              <a:buClrTx/>
              <a:buFont typeface="Arial" panose="020B0604020202020204" pitchFamily="34" charset="0"/>
              <a:buChar char="•"/>
              <a:defRPr sz="2400" kern="1200">
                <a:solidFill>
                  <a:schemeClr val="tx1"/>
                </a:solidFill>
                <a:latin typeface="Calibri" panose="020F0502020204030204" pitchFamily="34" charset="0"/>
                <a:ea typeface="+mn-ea"/>
                <a:cs typeface="Calibri" panose="020F0502020204030204" pitchFamily="34" charset="0"/>
              </a:defRPr>
            </a:lvl1pPr>
            <a:lvl2pPr marL="571500" indent="-228600" algn="l" defTabSz="342900" rtl="0" eaLnBrk="1" latinLnBrk="0" hangingPunct="1">
              <a:spcBef>
                <a:spcPts val="600"/>
              </a:spcBef>
              <a:spcAft>
                <a:spcPts val="0"/>
              </a:spcAft>
              <a:buClrTx/>
              <a:buFont typeface="Arial" panose="020B0604020202020204" pitchFamily="34" charset="0"/>
              <a:buChar char="•"/>
              <a:defRPr sz="2000" kern="1200">
                <a:solidFill>
                  <a:schemeClr val="tx1"/>
                </a:solidFill>
                <a:latin typeface="Calibri" panose="020F0502020204030204" pitchFamily="34" charset="0"/>
                <a:ea typeface="+mn-ea"/>
                <a:cs typeface="Calibri" panose="020F0502020204030204" pitchFamily="34" charset="0"/>
              </a:defRPr>
            </a:lvl2pPr>
            <a:lvl3pPr marL="857250" indent="-171450" algn="l" defTabSz="342900" rtl="0" eaLnBrk="1" latinLnBrk="0" hangingPunct="1">
              <a:spcBef>
                <a:spcPts val="600"/>
              </a:spcBef>
              <a:spcAft>
                <a:spcPts val="0"/>
              </a:spcAft>
              <a:buClrTx/>
              <a:buSzPct val="100000"/>
              <a:buFont typeface="Arial" panose="020B0604020202020204" pitchFamily="34" charset="0"/>
              <a:buChar char="•"/>
              <a:defRPr sz="1800" kern="1200">
                <a:solidFill>
                  <a:schemeClr val="tx1"/>
                </a:solidFill>
                <a:latin typeface="Calibri" panose="020F0502020204030204" pitchFamily="34" charset="0"/>
                <a:ea typeface="+mn-ea"/>
                <a:cs typeface="Calibri" panose="020F0502020204030204" pitchFamily="34" charset="0"/>
              </a:defRPr>
            </a:lvl3pPr>
            <a:lvl4pPr marL="1200150" indent="-171450" algn="l" defTabSz="342900" rtl="0" eaLnBrk="1" latinLnBrk="0" hangingPunct="1">
              <a:spcBef>
                <a:spcPts val="600"/>
              </a:spcBef>
              <a:spcAft>
                <a:spcPts val="0"/>
              </a:spcAft>
              <a:buClrTx/>
              <a:buFont typeface="Arial" panose="020B0604020202020204" pitchFamily="34" charset="0"/>
              <a:buChar char="•"/>
              <a:defRPr sz="1800" kern="1200">
                <a:solidFill>
                  <a:schemeClr val="tx1"/>
                </a:solidFill>
                <a:latin typeface="Calibri" panose="020F0502020204030204" pitchFamily="34" charset="0"/>
                <a:ea typeface="+mn-ea"/>
                <a:cs typeface="Calibri" panose="020F0502020204030204" pitchFamily="34" charset="0"/>
              </a:defRPr>
            </a:lvl4pPr>
            <a:lvl5pPr marL="1543050" indent="-171450" algn="l" defTabSz="342900" rtl="0" eaLnBrk="1" latinLnBrk="0" hangingPunct="1">
              <a:spcBef>
                <a:spcPts val="600"/>
              </a:spcBef>
              <a:spcAft>
                <a:spcPts val="0"/>
              </a:spcAft>
              <a:buClrTx/>
              <a:buFont typeface="Arial" panose="020B0604020202020204" pitchFamily="34" charset="0"/>
              <a:buChar char="•"/>
              <a:defRPr sz="1800" kern="1200">
                <a:solidFill>
                  <a:schemeClr val="tx1"/>
                </a:solidFill>
                <a:latin typeface="Calibri" panose="020F0502020204030204" pitchFamily="34" charset="0"/>
                <a:ea typeface="+mn-ea"/>
                <a:cs typeface="Calibri" panose="020F0502020204030204" pitchFamily="34" charset="0"/>
              </a:defRPr>
            </a:lvl5pPr>
            <a:lvl6pPr marL="1885950" indent="-171450" algn="l" defTabSz="342900" rtl="0" eaLnBrk="1" latinLnBrk="0" hangingPunct="1">
              <a:spcBef>
                <a:spcPct val="20000"/>
              </a:spcBef>
              <a:buFont typeface="Arial"/>
              <a:buChar char="•"/>
              <a:defRPr sz="1500" kern="1200">
                <a:solidFill>
                  <a:schemeClr val="tx1"/>
                </a:solidFill>
                <a:latin typeface="+mn-lt"/>
                <a:ea typeface="+mn-ea"/>
                <a:cs typeface="+mn-cs"/>
              </a:defRPr>
            </a:lvl6pPr>
            <a:lvl7pPr marL="2228850" indent="-171450" algn="l" defTabSz="342900" rtl="0" eaLnBrk="1" latinLnBrk="0" hangingPunct="1">
              <a:spcBef>
                <a:spcPct val="20000"/>
              </a:spcBef>
              <a:buFont typeface="Arial"/>
              <a:buChar char="•"/>
              <a:defRPr sz="1500" kern="1200">
                <a:solidFill>
                  <a:schemeClr val="tx1"/>
                </a:solidFill>
                <a:latin typeface="+mn-lt"/>
                <a:ea typeface="+mn-ea"/>
                <a:cs typeface="+mn-cs"/>
              </a:defRPr>
            </a:lvl7pPr>
            <a:lvl8pPr marL="2571750" indent="-171450" algn="l" defTabSz="342900" rtl="0" eaLnBrk="1" latinLnBrk="0" hangingPunct="1">
              <a:spcBef>
                <a:spcPct val="20000"/>
              </a:spcBef>
              <a:buFont typeface="Arial"/>
              <a:buChar char="•"/>
              <a:defRPr sz="1500" kern="1200">
                <a:solidFill>
                  <a:schemeClr val="tx1"/>
                </a:solidFill>
                <a:latin typeface="+mn-lt"/>
                <a:ea typeface="+mn-ea"/>
                <a:cs typeface="+mn-cs"/>
              </a:defRPr>
            </a:lvl8pPr>
            <a:lvl9pPr marL="2914650" indent="-171450" algn="l" defTabSz="342900" rtl="0" eaLnBrk="1" latinLnBrk="0" hangingPunct="1">
              <a:spcBef>
                <a:spcPct val="20000"/>
              </a:spcBef>
              <a:buFont typeface="Arial"/>
              <a:buChar char="•"/>
              <a:defRPr sz="1500" kern="1200">
                <a:solidFill>
                  <a:schemeClr val="tx1"/>
                </a:solidFill>
                <a:latin typeface="+mn-lt"/>
                <a:ea typeface="+mn-ea"/>
                <a:cs typeface="+mn-cs"/>
              </a:defRPr>
            </a:lvl9pPr>
          </a:lstStyle>
          <a:p>
            <a:pPr marL="0" indent="0" algn="ctr">
              <a:buNone/>
            </a:pPr>
            <a:r>
              <a:rPr lang="en-US" sz="900" i="1" dirty="0"/>
              <a:t>Screenshot courtesy of Microsoft.</a:t>
            </a:r>
          </a:p>
        </p:txBody>
      </p:sp>
      <p:sp>
        <p:nvSpPr>
          <p:cNvPr id="3" name="Slide Number Placeholder 2">
            <a:extLst>
              <a:ext uri="{FF2B5EF4-FFF2-40B4-BE49-F238E27FC236}">
                <a16:creationId xmlns:a16="http://schemas.microsoft.com/office/drawing/2014/main" id="{FC398259-777A-5465-2F7E-A7C2224B16B6}"/>
              </a:ext>
            </a:extLst>
          </p:cNvPr>
          <p:cNvSpPr>
            <a:spLocks noGrp="1"/>
          </p:cNvSpPr>
          <p:nvPr>
            <p:ph type="sldNum" sz="quarter" idx="10"/>
          </p:nvPr>
        </p:nvSpPr>
        <p:spPr/>
        <p:txBody>
          <a:bodyPr/>
          <a:lstStyle/>
          <a:p>
            <a:fld id="{B7CF8A19-3A9E-4ABC-B336-2FDDE321C72D}" type="slidenum">
              <a:rPr lang="en-US" smtClean="0"/>
              <a:pPr/>
              <a:t>13</a:t>
            </a:fld>
            <a:endParaRPr lang="en-US" dirty="0"/>
          </a:p>
        </p:txBody>
      </p:sp>
    </p:spTree>
    <p:extLst>
      <p:ext uri="{BB962C8B-B14F-4D97-AF65-F5344CB8AC3E}">
        <p14:creationId xmlns:p14="http://schemas.microsoft.com/office/powerpoint/2010/main" val="23148443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D5DCA0-8B7A-A525-F831-CBB83C7C2506}"/>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37CF80E5-9086-3C3C-3BCD-EEDD945BBBC7}"/>
              </a:ext>
            </a:extLst>
          </p:cNvPr>
          <p:cNvSpPr>
            <a:spLocks noGrp="1"/>
          </p:cNvSpPr>
          <p:nvPr>
            <p:ph type="title"/>
          </p:nvPr>
        </p:nvSpPr>
        <p:spPr/>
        <p:txBody>
          <a:bodyPr/>
          <a:lstStyle/>
          <a:p>
            <a:r>
              <a:rPr lang="en-US" b="1" i="0" dirty="0">
                <a:solidFill>
                  <a:srgbClr val="253644"/>
                </a:solidFill>
                <a:effectLst/>
              </a:rPr>
              <a:t>Authentication Methods</a:t>
            </a:r>
            <a:endParaRPr lang="en-US" sz="2000" dirty="0">
              <a:solidFill>
                <a:srgbClr val="253644"/>
              </a:solidFill>
            </a:endParaRPr>
          </a:p>
        </p:txBody>
      </p:sp>
      <p:sp>
        <p:nvSpPr>
          <p:cNvPr id="3" name="Content Placeholder 2">
            <a:extLst>
              <a:ext uri="{FF2B5EF4-FFF2-40B4-BE49-F238E27FC236}">
                <a16:creationId xmlns:a16="http://schemas.microsoft.com/office/drawing/2014/main" id="{0EE94FFD-C17C-07E9-9AD7-78FF3C715827}"/>
              </a:ext>
            </a:extLst>
          </p:cNvPr>
          <p:cNvSpPr>
            <a:spLocks noGrp="1"/>
          </p:cNvSpPr>
          <p:nvPr>
            <p:ph idx="1"/>
          </p:nvPr>
        </p:nvSpPr>
        <p:spPr>
          <a:xfrm>
            <a:off x="146050" y="746760"/>
            <a:ext cx="8074123" cy="4268300"/>
          </a:xfrm>
        </p:spPr>
        <p:txBody>
          <a:bodyPr vert="horz" lIns="91440" tIns="45720" rIns="91440" bIns="45720" rtlCol="0" anchor="t">
            <a:normAutofit/>
          </a:bodyPr>
          <a:lstStyle/>
          <a:p>
            <a:r>
              <a:rPr lang="en-US" dirty="0">
                <a:latin typeface="Calibri"/>
                <a:ea typeface="Calibri"/>
                <a:cs typeface="Calibri"/>
              </a:rPr>
              <a:t>Proving you are what you say you are</a:t>
            </a:r>
          </a:p>
          <a:p>
            <a:r>
              <a:rPr lang="en-US" dirty="0">
                <a:latin typeface="Calibri"/>
                <a:ea typeface="Calibri"/>
                <a:cs typeface="Calibri"/>
              </a:rPr>
              <a:t>Zero trust framework</a:t>
            </a:r>
          </a:p>
          <a:p>
            <a:pPr lvl="1"/>
            <a:r>
              <a:rPr lang="en-US" dirty="0">
                <a:latin typeface="Calibri"/>
                <a:ea typeface="Calibri"/>
                <a:cs typeface="Calibri"/>
              </a:rPr>
              <a:t>No automatic trust of user or device</a:t>
            </a:r>
          </a:p>
          <a:p>
            <a:r>
              <a:rPr lang="en-US" dirty="0">
                <a:latin typeface="Calibri"/>
                <a:ea typeface="Calibri"/>
                <a:cs typeface="Calibri"/>
              </a:rPr>
              <a:t>Multifactor authentication</a:t>
            </a:r>
            <a:endParaRPr lang="en-US" dirty="0">
              <a:ea typeface="Calibri"/>
            </a:endParaRPr>
          </a:p>
          <a:p>
            <a:pPr lvl="1"/>
            <a:r>
              <a:rPr lang="en-US" dirty="0">
                <a:latin typeface="Calibri"/>
                <a:ea typeface="Calibri"/>
                <a:cs typeface="Calibri"/>
              </a:rPr>
              <a:t>Something you know, something you have, something you are, something you do, somewhere you are/aren't</a:t>
            </a:r>
            <a:endParaRPr lang="en-US" dirty="0">
              <a:ea typeface="Calibri"/>
            </a:endParaRPr>
          </a:p>
          <a:p>
            <a:r>
              <a:rPr lang="en-US" dirty="0">
                <a:latin typeface="Calibri"/>
                <a:ea typeface="Calibri"/>
                <a:cs typeface="Calibri"/>
              </a:rPr>
              <a:t>2-step verification</a:t>
            </a:r>
          </a:p>
          <a:p>
            <a:r>
              <a:rPr lang="en-US" dirty="0">
                <a:latin typeface="Calibri"/>
                <a:ea typeface="Calibri"/>
                <a:cs typeface="Calibri"/>
              </a:rPr>
              <a:t>One-time passwords</a:t>
            </a:r>
          </a:p>
          <a:p>
            <a:r>
              <a:rPr lang="en-US" dirty="0">
                <a:latin typeface="Calibri"/>
                <a:ea typeface="Calibri"/>
                <a:cs typeface="Calibri"/>
              </a:rPr>
              <a:t>Authenticator applications</a:t>
            </a:r>
            <a:endParaRPr lang="en-US" dirty="0">
              <a:ea typeface="Calibri"/>
            </a:endParaRPr>
          </a:p>
          <a:p>
            <a:r>
              <a:rPr lang="en-US" dirty="0">
                <a:latin typeface="Calibri"/>
                <a:ea typeface="Calibri"/>
                <a:cs typeface="Calibri"/>
              </a:rPr>
              <a:t>Hard token authentication</a:t>
            </a:r>
          </a:p>
          <a:p>
            <a:endParaRPr lang="en-US" dirty="0">
              <a:ea typeface="Calibri"/>
            </a:endParaRPr>
          </a:p>
        </p:txBody>
      </p:sp>
      <p:sp>
        <p:nvSpPr>
          <p:cNvPr id="4" name="Slide Number Placeholder 3">
            <a:extLst>
              <a:ext uri="{FF2B5EF4-FFF2-40B4-BE49-F238E27FC236}">
                <a16:creationId xmlns:a16="http://schemas.microsoft.com/office/drawing/2014/main" id="{24F776B2-A746-ACD3-8556-F4C45783D477}"/>
              </a:ext>
            </a:extLst>
          </p:cNvPr>
          <p:cNvSpPr>
            <a:spLocks noGrp="1"/>
          </p:cNvSpPr>
          <p:nvPr>
            <p:ph type="sldNum" sz="quarter" idx="10"/>
          </p:nvPr>
        </p:nvSpPr>
        <p:spPr/>
        <p:txBody>
          <a:bodyPr/>
          <a:lstStyle/>
          <a:p>
            <a:fld id="{B7CF8A19-3A9E-4ABC-B336-2FDDE321C72D}" type="slidenum">
              <a:rPr lang="en-US" smtClean="0"/>
              <a:pPr/>
              <a:t>14</a:t>
            </a:fld>
            <a:endParaRPr lang="en-US" dirty="0"/>
          </a:p>
        </p:txBody>
      </p:sp>
    </p:spTree>
    <p:custDataLst>
      <p:tags r:id="rId1"/>
    </p:custDataLst>
    <p:extLst>
      <p:ext uri="{BB962C8B-B14F-4D97-AF65-F5344CB8AC3E}">
        <p14:creationId xmlns:p14="http://schemas.microsoft.com/office/powerpoint/2010/main" val="257143512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8DC704-052B-C54B-A996-63931C187220}"/>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7B1D7C6-6A50-5E9C-3F50-A9E46AEF1132}"/>
              </a:ext>
            </a:extLst>
          </p:cNvPr>
          <p:cNvSpPr>
            <a:spLocks noGrp="1"/>
          </p:cNvSpPr>
          <p:nvPr>
            <p:ph sz="quarter" idx="14"/>
          </p:nvPr>
        </p:nvSpPr>
        <p:spPr/>
        <p:txBody>
          <a:bodyPr>
            <a:normAutofit/>
          </a:bodyPr>
          <a:lstStyle/>
          <a:p>
            <a:r>
              <a:rPr lang="en-US" dirty="0"/>
              <a:t>Lab: Create User Accounts</a:t>
            </a:r>
            <a:br>
              <a:rPr lang="en-US" dirty="0"/>
            </a:br>
            <a:r>
              <a:rPr lang="en-US" sz="2000" dirty="0"/>
              <a:t>(available in CertMaster Learn and CertMaster Perform)</a:t>
            </a:r>
          </a:p>
        </p:txBody>
      </p:sp>
      <p:sp>
        <p:nvSpPr>
          <p:cNvPr id="2" name="Slide Number Placeholder 1">
            <a:extLst>
              <a:ext uri="{FF2B5EF4-FFF2-40B4-BE49-F238E27FC236}">
                <a16:creationId xmlns:a16="http://schemas.microsoft.com/office/drawing/2014/main" id="{62C2B34C-E3CA-6FD2-9D6C-111DC9821A98}"/>
              </a:ext>
            </a:extLst>
          </p:cNvPr>
          <p:cNvSpPr>
            <a:spLocks noGrp="1"/>
          </p:cNvSpPr>
          <p:nvPr>
            <p:ph type="sldNum" sz="quarter" idx="13"/>
          </p:nvPr>
        </p:nvSpPr>
        <p:spPr/>
        <p:txBody>
          <a:bodyPr/>
          <a:lstStyle/>
          <a:p>
            <a:fld id="{B7CF8A19-3A9E-4ABC-B336-2FDDE321C72D}" type="slidenum">
              <a:rPr lang="en-US" smtClean="0"/>
              <a:pPr/>
              <a:t>15</a:t>
            </a:fld>
            <a:endParaRPr lang="en-US" dirty="0"/>
          </a:p>
        </p:txBody>
      </p:sp>
    </p:spTree>
    <p:custDataLst>
      <p:tags r:id="rId1"/>
    </p:custDataLst>
    <p:extLst>
      <p:ext uri="{BB962C8B-B14F-4D97-AF65-F5344CB8AC3E}">
        <p14:creationId xmlns:p14="http://schemas.microsoft.com/office/powerpoint/2010/main" val="116952378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39300C6D-BC0D-637A-EE53-7959660BA3DB}"/>
              </a:ext>
            </a:extLst>
          </p:cNvPr>
          <p:cNvSpPr>
            <a:spLocks noGrp="1"/>
          </p:cNvSpPr>
          <p:nvPr>
            <p:ph type="title"/>
          </p:nvPr>
        </p:nvSpPr>
        <p:spPr/>
        <p:txBody>
          <a:bodyPr/>
          <a:lstStyle/>
          <a:p>
            <a:r>
              <a:rPr lang="en-US" dirty="0"/>
              <a:t>Logical Security Concepts</a:t>
            </a:r>
          </a:p>
        </p:txBody>
      </p:sp>
      <p:sp>
        <p:nvSpPr>
          <p:cNvPr id="2" name="Content Placeholder 1">
            <a:extLst>
              <a:ext uri="{FF2B5EF4-FFF2-40B4-BE49-F238E27FC236}">
                <a16:creationId xmlns:a16="http://schemas.microsoft.com/office/drawing/2014/main" id="{CC05FF38-6BD6-38E2-A21F-D565CE8948E1}"/>
              </a:ext>
            </a:extLst>
          </p:cNvPr>
          <p:cNvSpPr>
            <a:spLocks noGrp="1"/>
          </p:cNvSpPr>
          <p:nvPr>
            <p:ph sz="quarter" idx="11"/>
          </p:nvPr>
        </p:nvSpPr>
        <p:spPr>
          <a:xfrm>
            <a:off x="146050" y="748622"/>
            <a:ext cx="8870950" cy="4394877"/>
          </a:xfrm>
        </p:spPr>
        <p:txBody>
          <a:bodyPr vert="horz" lIns="91440" tIns="45720" rIns="91440" bIns="45720" rtlCol="0" anchor="t">
            <a:normAutofit/>
          </a:bodyPr>
          <a:lstStyle/>
          <a:p>
            <a:r>
              <a:rPr lang="en-US" dirty="0"/>
              <a:t>Logical Security Controls</a:t>
            </a:r>
          </a:p>
          <a:p>
            <a:r>
              <a:rPr lang="en-US" dirty="0"/>
              <a:t>Information Security</a:t>
            </a:r>
          </a:p>
          <a:p>
            <a:r>
              <a:rPr lang="en-US" dirty="0"/>
              <a:t>Hashing and Encryption Concepts</a:t>
            </a:r>
          </a:p>
          <a:p>
            <a:r>
              <a:rPr lang="en-US" dirty="0"/>
              <a:t>Digital Signatures and Key Exchange</a:t>
            </a:r>
          </a:p>
          <a:p>
            <a:r>
              <a:rPr lang="en-US" dirty="0"/>
              <a:t>User and Group Accounts</a:t>
            </a:r>
          </a:p>
          <a:p>
            <a:r>
              <a:rPr lang="en-US" dirty="0"/>
              <a:t>User Account Control</a:t>
            </a:r>
          </a:p>
          <a:p>
            <a:r>
              <a:rPr lang="en-US" dirty="0"/>
              <a:t>Authentication Methods</a:t>
            </a:r>
          </a:p>
          <a:p>
            <a:endParaRPr lang="en-US" dirty="0"/>
          </a:p>
        </p:txBody>
      </p:sp>
      <p:sp>
        <p:nvSpPr>
          <p:cNvPr id="4" name="Slide Number Placeholder 3">
            <a:extLst>
              <a:ext uri="{FF2B5EF4-FFF2-40B4-BE49-F238E27FC236}">
                <a16:creationId xmlns:a16="http://schemas.microsoft.com/office/drawing/2014/main" id="{D5165A82-C785-4841-4A6F-B52692AEAA9A}"/>
              </a:ext>
            </a:extLst>
          </p:cNvPr>
          <p:cNvSpPr>
            <a:spLocks noGrp="1"/>
          </p:cNvSpPr>
          <p:nvPr>
            <p:ph type="sldNum" sz="quarter" idx="12"/>
          </p:nvPr>
        </p:nvSpPr>
        <p:spPr/>
        <p:txBody>
          <a:bodyPr/>
          <a:lstStyle/>
          <a:p>
            <a:fld id="{B7CF8A19-3A9E-4ABC-B336-2FDDE321C72D}" type="slidenum">
              <a:rPr lang="en-US" smtClean="0"/>
              <a:pPr/>
              <a:t>16</a:t>
            </a:fld>
            <a:endParaRPr lang="en-US" dirty="0"/>
          </a:p>
        </p:txBody>
      </p:sp>
    </p:spTree>
    <p:custDataLst>
      <p:tags r:id="rId1"/>
    </p:custDataLst>
    <p:extLst>
      <p:ext uri="{BB962C8B-B14F-4D97-AF65-F5344CB8AC3E}">
        <p14:creationId xmlns:p14="http://schemas.microsoft.com/office/powerpoint/2010/main" val="187845884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B0C41F-A5C9-C572-B03F-067825DC5C6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A30521E-1914-68F8-1976-F11F2B96AA83}"/>
              </a:ext>
            </a:extLst>
          </p:cNvPr>
          <p:cNvSpPr>
            <a:spLocks noGrp="1"/>
          </p:cNvSpPr>
          <p:nvPr>
            <p:ph type="ctrTitle"/>
          </p:nvPr>
        </p:nvSpPr>
        <p:spPr/>
        <p:txBody>
          <a:bodyPr/>
          <a:lstStyle/>
          <a:p>
            <a:r>
              <a:rPr lang="en-US" dirty="0"/>
              <a:t>Windows Security Settings</a:t>
            </a:r>
          </a:p>
        </p:txBody>
      </p:sp>
      <p:sp>
        <p:nvSpPr>
          <p:cNvPr id="3" name="Subtitle 2">
            <a:extLst>
              <a:ext uri="{FF2B5EF4-FFF2-40B4-BE49-F238E27FC236}">
                <a16:creationId xmlns:a16="http://schemas.microsoft.com/office/drawing/2014/main" id="{59445AF6-5F6C-BC38-60CF-3F6245CB4D2E}"/>
              </a:ext>
            </a:extLst>
          </p:cNvPr>
          <p:cNvSpPr>
            <a:spLocks noGrp="1"/>
          </p:cNvSpPr>
          <p:nvPr>
            <p:ph type="subTitle" idx="1"/>
          </p:nvPr>
        </p:nvSpPr>
        <p:spPr/>
        <p:txBody>
          <a:bodyPr/>
          <a:lstStyle/>
          <a:p>
            <a:r>
              <a:rPr lang="en-US" dirty="0"/>
              <a:t>Lesson 15.2</a:t>
            </a:r>
          </a:p>
        </p:txBody>
      </p:sp>
      <p:sp>
        <p:nvSpPr>
          <p:cNvPr id="4" name="Slide Number Placeholder 3">
            <a:extLst>
              <a:ext uri="{FF2B5EF4-FFF2-40B4-BE49-F238E27FC236}">
                <a16:creationId xmlns:a16="http://schemas.microsoft.com/office/drawing/2014/main" id="{8F5ACDD8-4836-6B68-6390-624D82851D7A}"/>
              </a:ext>
            </a:extLst>
          </p:cNvPr>
          <p:cNvSpPr>
            <a:spLocks noGrp="1"/>
          </p:cNvSpPr>
          <p:nvPr>
            <p:ph type="sldNum" sz="quarter" idx="10"/>
          </p:nvPr>
        </p:nvSpPr>
        <p:spPr/>
        <p:txBody>
          <a:bodyPr/>
          <a:lstStyle/>
          <a:p>
            <a:fld id="{B7CF8A19-3A9E-4ABC-B336-2FDDE321C72D}" type="slidenum">
              <a:rPr lang="en-US" smtClean="0"/>
              <a:pPr/>
              <a:t>17</a:t>
            </a:fld>
            <a:endParaRPr lang="en-US" dirty="0"/>
          </a:p>
        </p:txBody>
      </p:sp>
    </p:spTree>
    <p:custDataLst>
      <p:tags r:id="rId1"/>
    </p:custDataLst>
    <p:extLst>
      <p:ext uri="{BB962C8B-B14F-4D97-AF65-F5344CB8AC3E}">
        <p14:creationId xmlns:p14="http://schemas.microsoft.com/office/powerpoint/2010/main" val="168694699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8064D9-DDF0-5548-2F50-3DBB9207071D}"/>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B5E035A6-F406-9D56-70DB-AA20FB723C6E}"/>
              </a:ext>
            </a:extLst>
          </p:cNvPr>
          <p:cNvSpPr>
            <a:spLocks noGrp="1"/>
          </p:cNvSpPr>
          <p:nvPr>
            <p:ph type="title"/>
          </p:nvPr>
        </p:nvSpPr>
        <p:spPr/>
        <p:txBody>
          <a:bodyPr/>
          <a:lstStyle/>
          <a:p>
            <a:r>
              <a:rPr lang="en-US" b="1" i="0" dirty="0">
                <a:solidFill>
                  <a:srgbClr val="253644"/>
                </a:solidFill>
                <a:effectLst/>
              </a:rPr>
              <a:t>Windows Login Options </a:t>
            </a:r>
            <a:r>
              <a:rPr lang="en-US" sz="2000" b="1" i="0" dirty="0">
                <a:solidFill>
                  <a:srgbClr val="253644"/>
                </a:solidFill>
                <a:effectLst/>
              </a:rPr>
              <a:t>(Slide 1 of 2)</a:t>
            </a:r>
            <a:endParaRPr lang="en-US" sz="2000" dirty="0">
              <a:solidFill>
                <a:srgbClr val="253644"/>
              </a:solidFill>
            </a:endParaRPr>
          </a:p>
        </p:txBody>
      </p:sp>
      <p:sp>
        <p:nvSpPr>
          <p:cNvPr id="3" name="Content Placeholder 2">
            <a:extLst>
              <a:ext uri="{FF2B5EF4-FFF2-40B4-BE49-F238E27FC236}">
                <a16:creationId xmlns:a16="http://schemas.microsoft.com/office/drawing/2014/main" id="{8BE8D574-67F5-4E16-5BD1-2DB5FF1EDD9E}"/>
              </a:ext>
            </a:extLst>
          </p:cNvPr>
          <p:cNvSpPr>
            <a:spLocks noGrp="1"/>
          </p:cNvSpPr>
          <p:nvPr>
            <p:ph idx="1"/>
          </p:nvPr>
        </p:nvSpPr>
        <p:spPr>
          <a:xfrm>
            <a:off x="146050" y="746760"/>
            <a:ext cx="8066925" cy="4046220"/>
          </a:xfrm>
        </p:spPr>
        <p:txBody>
          <a:bodyPr vert="horz" lIns="91440" tIns="45720" rIns="91440" bIns="45720" rtlCol="0" anchor="t">
            <a:normAutofit/>
          </a:bodyPr>
          <a:lstStyle/>
          <a:p>
            <a:r>
              <a:rPr lang="en-US" dirty="0">
                <a:latin typeface="Calibri"/>
                <a:ea typeface="Calibri"/>
                <a:cs typeface="Calibri"/>
              </a:rPr>
              <a:t>Local, Windows network, remote login</a:t>
            </a:r>
            <a:endParaRPr lang="en-US" dirty="0">
              <a:ea typeface="Calibri" panose="020F0502020204030204" pitchFamily="34" charset="0"/>
            </a:endParaRPr>
          </a:p>
          <a:p>
            <a:r>
              <a:rPr lang="en-US" dirty="0">
                <a:latin typeface="Calibri"/>
                <a:ea typeface="Calibri"/>
                <a:cs typeface="Calibri"/>
              </a:rPr>
              <a:t>Username and password</a:t>
            </a:r>
          </a:p>
          <a:p>
            <a:r>
              <a:rPr lang="en-US" dirty="0">
                <a:latin typeface="Calibri"/>
                <a:ea typeface="Calibri"/>
                <a:cs typeface="Calibri"/>
              </a:rPr>
              <a:t>Windows Hello</a:t>
            </a:r>
            <a:endParaRPr lang="en-US" dirty="0">
              <a:ea typeface="Calibri"/>
            </a:endParaRPr>
          </a:p>
          <a:p>
            <a:pPr lvl="1"/>
            <a:r>
              <a:rPr lang="en-US" dirty="0">
                <a:latin typeface="Calibri"/>
                <a:ea typeface="Calibri"/>
                <a:cs typeface="Calibri"/>
              </a:rPr>
              <a:t>Pin</a:t>
            </a:r>
          </a:p>
          <a:p>
            <a:pPr lvl="1"/>
            <a:r>
              <a:rPr lang="en-US" dirty="0">
                <a:latin typeface="Calibri"/>
                <a:ea typeface="Calibri"/>
                <a:cs typeface="Calibri"/>
              </a:rPr>
              <a:t>Fingerprint</a:t>
            </a:r>
            <a:endParaRPr lang="en-US" dirty="0">
              <a:ea typeface="Calibri"/>
            </a:endParaRPr>
          </a:p>
          <a:p>
            <a:pPr lvl="1"/>
            <a:r>
              <a:rPr lang="en-US" dirty="0">
                <a:latin typeface="Calibri"/>
                <a:ea typeface="Calibri"/>
                <a:cs typeface="Calibri"/>
              </a:rPr>
              <a:t>Facial recognition</a:t>
            </a:r>
          </a:p>
          <a:p>
            <a:pPr lvl="1"/>
            <a:r>
              <a:rPr lang="en-US" dirty="0">
                <a:latin typeface="Calibri"/>
                <a:ea typeface="Calibri"/>
                <a:cs typeface="Calibri"/>
              </a:rPr>
              <a:t>Security key</a:t>
            </a:r>
          </a:p>
          <a:p>
            <a:r>
              <a:rPr lang="en-US" dirty="0">
                <a:latin typeface="Calibri"/>
                <a:ea typeface="Calibri"/>
                <a:cs typeface="Calibri"/>
              </a:rPr>
              <a:t>Single sign-on</a:t>
            </a:r>
          </a:p>
          <a:p>
            <a:r>
              <a:rPr lang="en-US" dirty="0">
                <a:latin typeface="Calibri"/>
                <a:ea typeface="Calibri"/>
                <a:cs typeface="Calibri"/>
              </a:rPr>
              <a:t>Security Assertions Markup Language (SAML)</a:t>
            </a:r>
          </a:p>
        </p:txBody>
      </p:sp>
      <p:sp>
        <p:nvSpPr>
          <p:cNvPr id="4" name="Slide Number Placeholder 3">
            <a:extLst>
              <a:ext uri="{FF2B5EF4-FFF2-40B4-BE49-F238E27FC236}">
                <a16:creationId xmlns:a16="http://schemas.microsoft.com/office/drawing/2014/main" id="{B64057AE-8D40-894E-2708-B42FADB6DEF3}"/>
              </a:ext>
            </a:extLst>
          </p:cNvPr>
          <p:cNvSpPr>
            <a:spLocks noGrp="1"/>
          </p:cNvSpPr>
          <p:nvPr>
            <p:ph type="sldNum" sz="quarter" idx="10"/>
          </p:nvPr>
        </p:nvSpPr>
        <p:spPr/>
        <p:txBody>
          <a:bodyPr/>
          <a:lstStyle/>
          <a:p>
            <a:fld id="{B7CF8A19-3A9E-4ABC-B336-2FDDE321C72D}" type="slidenum">
              <a:rPr lang="en-US" smtClean="0"/>
              <a:pPr/>
              <a:t>18</a:t>
            </a:fld>
            <a:endParaRPr lang="en-US" dirty="0"/>
          </a:p>
        </p:txBody>
      </p:sp>
    </p:spTree>
    <p:custDataLst>
      <p:tags r:id="rId1"/>
    </p:custDataLst>
    <p:extLst>
      <p:ext uri="{BB962C8B-B14F-4D97-AF65-F5344CB8AC3E}">
        <p14:creationId xmlns:p14="http://schemas.microsoft.com/office/powerpoint/2010/main" val="5777670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F94738-99E2-4E29-1D85-DF6C5AE5A65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7D4E3ED-247C-C8AA-ABCB-0059F1BDDA35}"/>
              </a:ext>
            </a:extLst>
          </p:cNvPr>
          <p:cNvSpPr>
            <a:spLocks noGrp="1"/>
          </p:cNvSpPr>
          <p:nvPr>
            <p:ph type="title"/>
          </p:nvPr>
        </p:nvSpPr>
        <p:spPr/>
        <p:txBody>
          <a:bodyPr/>
          <a:lstStyle/>
          <a:p>
            <a:r>
              <a:rPr lang="en-US" b="1" i="0" dirty="0">
                <a:solidFill>
                  <a:srgbClr val="253644"/>
                </a:solidFill>
                <a:effectLst/>
              </a:rPr>
              <a:t>Windows Login Options </a:t>
            </a:r>
            <a:r>
              <a:rPr lang="en-US" sz="2000" b="1" i="0" dirty="0">
                <a:solidFill>
                  <a:srgbClr val="253644"/>
                </a:solidFill>
                <a:effectLst/>
              </a:rPr>
              <a:t>(Slide 2 of 2)</a:t>
            </a:r>
            <a:endParaRPr lang="en-US" sz="2000" dirty="0"/>
          </a:p>
        </p:txBody>
      </p:sp>
      <p:pic>
        <p:nvPicPr>
          <p:cNvPr id="7" name="Picture 6" descr="A Windows Settings interface open to the Sign-in options under the Accounts category.">
            <a:extLst>
              <a:ext uri="{FF2B5EF4-FFF2-40B4-BE49-F238E27FC236}">
                <a16:creationId xmlns:a16="http://schemas.microsoft.com/office/drawing/2014/main" id="{10B0C591-A7F3-52B9-037C-7DEBB5F88901}"/>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1820522" y="750767"/>
            <a:ext cx="5502954" cy="4118145"/>
          </a:xfrm>
          <a:prstGeom prst="rect">
            <a:avLst/>
          </a:prstGeom>
        </p:spPr>
      </p:pic>
      <p:sp>
        <p:nvSpPr>
          <p:cNvPr id="4" name="Content Placeholder 11">
            <a:extLst>
              <a:ext uri="{FF2B5EF4-FFF2-40B4-BE49-F238E27FC236}">
                <a16:creationId xmlns:a16="http://schemas.microsoft.com/office/drawing/2014/main" id="{4B376AC1-8C8D-16C2-DE28-77153327A55A}"/>
              </a:ext>
            </a:extLst>
          </p:cNvPr>
          <p:cNvSpPr txBox="1">
            <a:spLocks/>
          </p:cNvSpPr>
          <p:nvPr/>
        </p:nvSpPr>
        <p:spPr>
          <a:xfrm>
            <a:off x="2505599" y="4885690"/>
            <a:ext cx="4132800" cy="274768"/>
          </a:xfrm>
          <a:prstGeom prst="rect">
            <a:avLst/>
          </a:prstGeom>
        </p:spPr>
        <p:txBody>
          <a:bodyPr/>
          <a:lstStyle>
            <a:lvl1pPr marL="257175" indent="-257175" algn="l" defTabSz="342900" rtl="0" eaLnBrk="1" latinLnBrk="0" hangingPunct="1">
              <a:spcBef>
                <a:spcPts val="600"/>
              </a:spcBef>
              <a:spcAft>
                <a:spcPts val="0"/>
              </a:spcAft>
              <a:buClrTx/>
              <a:buFont typeface="Arial" panose="020B0604020202020204" pitchFamily="34" charset="0"/>
              <a:buChar char="•"/>
              <a:defRPr sz="2400" kern="1200">
                <a:solidFill>
                  <a:schemeClr val="tx1"/>
                </a:solidFill>
                <a:latin typeface="Calibri" panose="020F0502020204030204" pitchFamily="34" charset="0"/>
                <a:ea typeface="+mn-ea"/>
                <a:cs typeface="Calibri" panose="020F0502020204030204" pitchFamily="34" charset="0"/>
              </a:defRPr>
            </a:lvl1pPr>
            <a:lvl2pPr marL="571500" indent="-228600" algn="l" defTabSz="342900" rtl="0" eaLnBrk="1" latinLnBrk="0" hangingPunct="1">
              <a:spcBef>
                <a:spcPts val="600"/>
              </a:spcBef>
              <a:spcAft>
                <a:spcPts val="0"/>
              </a:spcAft>
              <a:buClrTx/>
              <a:buFont typeface="Arial" panose="020B0604020202020204" pitchFamily="34" charset="0"/>
              <a:buChar char="•"/>
              <a:defRPr sz="2000" kern="1200">
                <a:solidFill>
                  <a:schemeClr val="tx1"/>
                </a:solidFill>
                <a:latin typeface="Calibri" panose="020F0502020204030204" pitchFamily="34" charset="0"/>
                <a:ea typeface="+mn-ea"/>
                <a:cs typeface="Calibri" panose="020F0502020204030204" pitchFamily="34" charset="0"/>
              </a:defRPr>
            </a:lvl2pPr>
            <a:lvl3pPr marL="857250" indent="-171450" algn="l" defTabSz="342900" rtl="0" eaLnBrk="1" latinLnBrk="0" hangingPunct="1">
              <a:spcBef>
                <a:spcPts val="600"/>
              </a:spcBef>
              <a:spcAft>
                <a:spcPts val="0"/>
              </a:spcAft>
              <a:buClrTx/>
              <a:buSzPct val="100000"/>
              <a:buFont typeface="Arial" panose="020B0604020202020204" pitchFamily="34" charset="0"/>
              <a:buChar char="•"/>
              <a:defRPr sz="1800" kern="1200">
                <a:solidFill>
                  <a:schemeClr val="tx1"/>
                </a:solidFill>
                <a:latin typeface="Calibri" panose="020F0502020204030204" pitchFamily="34" charset="0"/>
                <a:ea typeface="+mn-ea"/>
                <a:cs typeface="Calibri" panose="020F0502020204030204" pitchFamily="34" charset="0"/>
              </a:defRPr>
            </a:lvl3pPr>
            <a:lvl4pPr marL="1200150" indent="-171450" algn="l" defTabSz="342900" rtl="0" eaLnBrk="1" latinLnBrk="0" hangingPunct="1">
              <a:spcBef>
                <a:spcPts val="600"/>
              </a:spcBef>
              <a:spcAft>
                <a:spcPts val="0"/>
              </a:spcAft>
              <a:buClrTx/>
              <a:buFont typeface="Arial" panose="020B0604020202020204" pitchFamily="34" charset="0"/>
              <a:buChar char="•"/>
              <a:defRPr sz="1800" kern="1200">
                <a:solidFill>
                  <a:schemeClr val="tx1"/>
                </a:solidFill>
                <a:latin typeface="Calibri" panose="020F0502020204030204" pitchFamily="34" charset="0"/>
                <a:ea typeface="+mn-ea"/>
                <a:cs typeface="Calibri" panose="020F0502020204030204" pitchFamily="34" charset="0"/>
              </a:defRPr>
            </a:lvl4pPr>
            <a:lvl5pPr marL="1543050" indent="-171450" algn="l" defTabSz="342900" rtl="0" eaLnBrk="1" latinLnBrk="0" hangingPunct="1">
              <a:spcBef>
                <a:spcPts val="600"/>
              </a:spcBef>
              <a:spcAft>
                <a:spcPts val="0"/>
              </a:spcAft>
              <a:buClrTx/>
              <a:buFont typeface="Arial" panose="020B0604020202020204" pitchFamily="34" charset="0"/>
              <a:buChar char="•"/>
              <a:defRPr sz="1800" kern="1200">
                <a:solidFill>
                  <a:schemeClr val="tx1"/>
                </a:solidFill>
                <a:latin typeface="Calibri" panose="020F0502020204030204" pitchFamily="34" charset="0"/>
                <a:ea typeface="+mn-ea"/>
                <a:cs typeface="Calibri" panose="020F0502020204030204" pitchFamily="34" charset="0"/>
              </a:defRPr>
            </a:lvl5pPr>
            <a:lvl6pPr marL="1885950" indent="-171450" algn="l" defTabSz="342900" rtl="0" eaLnBrk="1" latinLnBrk="0" hangingPunct="1">
              <a:spcBef>
                <a:spcPct val="20000"/>
              </a:spcBef>
              <a:buFont typeface="Arial"/>
              <a:buChar char="•"/>
              <a:defRPr sz="1500" kern="1200">
                <a:solidFill>
                  <a:schemeClr val="tx1"/>
                </a:solidFill>
                <a:latin typeface="+mn-lt"/>
                <a:ea typeface="+mn-ea"/>
                <a:cs typeface="+mn-cs"/>
              </a:defRPr>
            </a:lvl6pPr>
            <a:lvl7pPr marL="2228850" indent="-171450" algn="l" defTabSz="342900" rtl="0" eaLnBrk="1" latinLnBrk="0" hangingPunct="1">
              <a:spcBef>
                <a:spcPct val="20000"/>
              </a:spcBef>
              <a:buFont typeface="Arial"/>
              <a:buChar char="•"/>
              <a:defRPr sz="1500" kern="1200">
                <a:solidFill>
                  <a:schemeClr val="tx1"/>
                </a:solidFill>
                <a:latin typeface="+mn-lt"/>
                <a:ea typeface="+mn-ea"/>
                <a:cs typeface="+mn-cs"/>
              </a:defRPr>
            </a:lvl7pPr>
            <a:lvl8pPr marL="2571750" indent="-171450" algn="l" defTabSz="342900" rtl="0" eaLnBrk="1" latinLnBrk="0" hangingPunct="1">
              <a:spcBef>
                <a:spcPct val="20000"/>
              </a:spcBef>
              <a:buFont typeface="Arial"/>
              <a:buChar char="•"/>
              <a:defRPr sz="1500" kern="1200">
                <a:solidFill>
                  <a:schemeClr val="tx1"/>
                </a:solidFill>
                <a:latin typeface="+mn-lt"/>
                <a:ea typeface="+mn-ea"/>
                <a:cs typeface="+mn-cs"/>
              </a:defRPr>
            </a:lvl8pPr>
            <a:lvl9pPr marL="2914650" indent="-171450" algn="l" defTabSz="342900" rtl="0" eaLnBrk="1" latinLnBrk="0" hangingPunct="1">
              <a:spcBef>
                <a:spcPct val="20000"/>
              </a:spcBef>
              <a:buFont typeface="Arial"/>
              <a:buChar char="•"/>
              <a:defRPr sz="1500" kern="1200">
                <a:solidFill>
                  <a:schemeClr val="tx1"/>
                </a:solidFill>
                <a:latin typeface="+mn-lt"/>
                <a:ea typeface="+mn-ea"/>
                <a:cs typeface="+mn-cs"/>
              </a:defRPr>
            </a:lvl9pPr>
          </a:lstStyle>
          <a:p>
            <a:pPr marL="0" indent="0" algn="ctr">
              <a:buNone/>
            </a:pPr>
            <a:r>
              <a:rPr lang="en-US" sz="900" i="1" dirty="0"/>
              <a:t>Screenshot courtesy of Microsoft.</a:t>
            </a:r>
          </a:p>
        </p:txBody>
      </p:sp>
      <p:sp>
        <p:nvSpPr>
          <p:cNvPr id="3" name="Slide Number Placeholder 2">
            <a:extLst>
              <a:ext uri="{FF2B5EF4-FFF2-40B4-BE49-F238E27FC236}">
                <a16:creationId xmlns:a16="http://schemas.microsoft.com/office/drawing/2014/main" id="{FC9D7070-2D7C-D8CE-0235-85E1AF7771B9}"/>
              </a:ext>
            </a:extLst>
          </p:cNvPr>
          <p:cNvSpPr>
            <a:spLocks noGrp="1"/>
          </p:cNvSpPr>
          <p:nvPr>
            <p:ph type="sldNum" sz="quarter" idx="10"/>
          </p:nvPr>
        </p:nvSpPr>
        <p:spPr/>
        <p:txBody>
          <a:bodyPr/>
          <a:lstStyle/>
          <a:p>
            <a:fld id="{B7CF8A19-3A9E-4ABC-B336-2FDDE321C72D}" type="slidenum">
              <a:rPr lang="en-US" smtClean="0"/>
              <a:pPr/>
              <a:t>19</a:t>
            </a:fld>
            <a:endParaRPr lang="en-US" dirty="0"/>
          </a:p>
        </p:txBody>
      </p:sp>
    </p:spTree>
    <p:extLst>
      <p:ext uri="{BB962C8B-B14F-4D97-AF65-F5344CB8AC3E}">
        <p14:creationId xmlns:p14="http://schemas.microsoft.com/office/powerpoint/2010/main" val="196179244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DAEBF7-8596-6F5B-0AC8-E7B37A629A03}"/>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C66C5317-4290-1E64-35F1-616A29E2B965}"/>
              </a:ext>
            </a:extLst>
          </p:cNvPr>
          <p:cNvSpPr>
            <a:spLocks noGrp="1"/>
          </p:cNvSpPr>
          <p:nvPr>
            <p:ph type="title"/>
          </p:nvPr>
        </p:nvSpPr>
        <p:spPr/>
        <p:txBody>
          <a:bodyPr/>
          <a:lstStyle/>
          <a:p>
            <a:r>
              <a:rPr lang="en-US" b="1" i="0" dirty="0">
                <a:solidFill>
                  <a:srgbClr val="253644"/>
                </a:solidFill>
                <a:effectLst/>
              </a:rPr>
              <a:t>Windows Domains and Active Directory </a:t>
            </a:r>
            <a:r>
              <a:rPr lang="en-US" sz="2000" b="1" i="0" dirty="0">
                <a:solidFill>
                  <a:srgbClr val="253644"/>
                </a:solidFill>
                <a:effectLst/>
              </a:rPr>
              <a:t>(Slide 1 of 2)</a:t>
            </a:r>
            <a:endParaRPr lang="en-US" sz="2000" dirty="0">
              <a:solidFill>
                <a:srgbClr val="253644"/>
              </a:solidFill>
            </a:endParaRPr>
          </a:p>
        </p:txBody>
      </p:sp>
      <p:sp>
        <p:nvSpPr>
          <p:cNvPr id="3" name="Content Placeholder 2">
            <a:extLst>
              <a:ext uri="{FF2B5EF4-FFF2-40B4-BE49-F238E27FC236}">
                <a16:creationId xmlns:a16="http://schemas.microsoft.com/office/drawing/2014/main" id="{59EECA1C-48D5-48AC-6120-1FEB34308C39}"/>
              </a:ext>
            </a:extLst>
          </p:cNvPr>
          <p:cNvSpPr>
            <a:spLocks noGrp="1"/>
          </p:cNvSpPr>
          <p:nvPr>
            <p:ph idx="1"/>
          </p:nvPr>
        </p:nvSpPr>
        <p:spPr>
          <a:xfrm>
            <a:off x="146050" y="746760"/>
            <a:ext cx="8066925" cy="4046220"/>
          </a:xfrm>
        </p:spPr>
        <p:txBody>
          <a:bodyPr vert="horz" lIns="91440" tIns="45720" rIns="91440" bIns="45720" rtlCol="0" anchor="t">
            <a:normAutofit/>
          </a:bodyPr>
          <a:lstStyle/>
          <a:p>
            <a:r>
              <a:rPr lang="en-US" dirty="0">
                <a:latin typeface="Calibri"/>
                <a:ea typeface="Calibri"/>
                <a:cs typeface="Calibri"/>
              </a:rPr>
              <a:t>Domain controllers</a:t>
            </a:r>
          </a:p>
          <a:p>
            <a:pPr lvl="1"/>
            <a:r>
              <a:rPr lang="en-US" dirty="0">
                <a:latin typeface="Calibri"/>
                <a:ea typeface="Calibri"/>
                <a:cs typeface="Calibri"/>
              </a:rPr>
              <a:t>Server that stores a copy of the network information for Active Directory</a:t>
            </a:r>
          </a:p>
          <a:p>
            <a:r>
              <a:rPr lang="en-US" dirty="0">
                <a:latin typeface="Calibri"/>
                <a:ea typeface="Calibri"/>
                <a:cs typeface="Calibri"/>
              </a:rPr>
              <a:t>Member servers</a:t>
            </a:r>
          </a:p>
          <a:p>
            <a:pPr lvl="1"/>
            <a:r>
              <a:rPr lang="en-US" dirty="0">
                <a:latin typeface="Calibri"/>
                <a:ea typeface="Calibri"/>
                <a:cs typeface="Calibri"/>
              </a:rPr>
              <a:t>Servers that are members of the domain but do not store a copy of Active Directory info</a:t>
            </a:r>
          </a:p>
          <a:p>
            <a:r>
              <a:rPr lang="en-US" dirty="0">
                <a:latin typeface="Calibri"/>
                <a:ea typeface="Calibri"/>
                <a:cs typeface="Calibri"/>
              </a:rPr>
              <a:t>Security groups</a:t>
            </a:r>
          </a:p>
          <a:p>
            <a:r>
              <a:rPr lang="en-US" dirty="0">
                <a:latin typeface="Calibri"/>
                <a:ea typeface="Calibri"/>
                <a:cs typeface="Calibri"/>
              </a:rPr>
              <a:t>Organizational units (OUs)</a:t>
            </a:r>
          </a:p>
        </p:txBody>
      </p:sp>
      <p:sp>
        <p:nvSpPr>
          <p:cNvPr id="4" name="Slide Number Placeholder 3">
            <a:extLst>
              <a:ext uri="{FF2B5EF4-FFF2-40B4-BE49-F238E27FC236}">
                <a16:creationId xmlns:a16="http://schemas.microsoft.com/office/drawing/2014/main" id="{27BD4702-9D9C-C825-A8F1-C2736873EA24}"/>
              </a:ext>
            </a:extLst>
          </p:cNvPr>
          <p:cNvSpPr>
            <a:spLocks noGrp="1"/>
          </p:cNvSpPr>
          <p:nvPr>
            <p:ph type="sldNum" sz="quarter" idx="10"/>
          </p:nvPr>
        </p:nvSpPr>
        <p:spPr/>
        <p:txBody>
          <a:bodyPr/>
          <a:lstStyle/>
          <a:p>
            <a:fld id="{B7CF8A19-3A9E-4ABC-B336-2FDDE321C72D}" type="slidenum">
              <a:rPr lang="en-US" smtClean="0"/>
              <a:pPr/>
              <a:t>20</a:t>
            </a:fld>
            <a:endParaRPr lang="en-US" dirty="0"/>
          </a:p>
        </p:txBody>
      </p:sp>
    </p:spTree>
    <p:custDataLst>
      <p:tags r:id="rId1"/>
    </p:custDataLst>
    <p:extLst>
      <p:ext uri="{BB962C8B-B14F-4D97-AF65-F5344CB8AC3E}">
        <p14:creationId xmlns:p14="http://schemas.microsoft.com/office/powerpoint/2010/main" val="224443495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10E36F-8254-070C-A82B-4D37E56BC62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4A22C31-9C53-A873-8D68-DF4791B589FA}"/>
              </a:ext>
            </a:extLst>
          </p:cNvPr>
          <p:cNvSpPr>
            <a:spLocks noGrp="1"/>
          </p:cNvSpPr>
          <p:nvPr>
            <p:ph type="title"/>
          </p:nvPr>
        </p:nvSpPr>
        <p:spPr/>
        <p:txBody>
          <a:bodyPr/>
          <a:lstStyle/>
          <a:p>
            <a:r>
              <a:rPr lang="en-US" b="1" i="0" dirty="0">
                <a:solidFill>
                  <a:srgbClr val="253644"/>
                </a:solidFill>
                <a:effectLst/>
              </a:rPr>
              <a:t>Windows Domains and Active Directory </a:t>
            </a:r>
            <a:r>
              <a:rPr lang="en-US" sz="2000" b="1" i="0" dirty="0">
                <a:solidFill>
                  <a:srgbClr val="253644"/>
                </a:solidFill>
                <a:effectLst/>
              </a:rPr>
              <a:t>(Slide 2 of 2)</a:t>
            </a:r>
            <a:endParaRPr lang="en-US" sz="2000" dirty="0"/>
          </a:p>
        </p:txBody>
      </p:sp>
      <p:pic>
        <p:nvPicPr>
          <p:cNvPr id="6" name="Picture 5" descr="An active directory users and computers screen.">
            <a:extLst>
              <a:ext uri="{FF2B5EF4-FFF2-40B4-BE49-F238E27FC236}">
                <a16:creationId xmlns:a16="http://schemas.microsoft.com/office/drawing/2014/main" id="{B8B5A7D0-19EB-E88F-6D5E-2FDB766724F3}"/>
              </a:ext>
            </a:extLst>
          </p:cNvPr>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1127848" y="946128"/>
            <a:ext cx="6888299" cy="3498964"/>
          </a:xfrm>
          <a:prstGeom prst="rect">
            <a:avLst/>
          </a:prstGeom>
        </p:spPr>
      </p:pic>
      <p:sp>
        <p:nvSpPr>
          <p:cNvPr id="4" name="Content Placeholder 11">
            <a:extLst>
              <a:ext uri="{FF2B5EF4-FFF2-40B4-BE49-F238E27FC236}">
                <a16:creationId xmlns:a16="http://schemas.microsoft.com/office/drawing/2014/main" id="{B5F804CF-87B6-FA5F-FA22-4CFF4150068B}"/>
              </a:ext>
            </a:extLst>
          </p:cNvPr>
          <p:cNvSpPr txBox="1">
            <a:spLocks/>
          </p:cNvSpPr>
          <p:nvPr/>
        </p:nvSpPr>
        <p:spPr>
          <a:xfrm>
            <a:off x="1127849" y="4482800"/>
            <a:ext cx="6888299" cy="274768"/>
          </a:xfrm>
          <a:prstGeom prst="rect">
            <a:avLst/>
          </a:prstGeom>
        </p:spPr>
        <p:txBody>
          <a:bodyPr/>
          <a:lstStyle>
            <a:lvl1pPr marL="257175" indent="-257175" algn="l" defTabSz="342900" rtl="0" eaLnBrk="1" latinLnBrk="0" hangingPunct="1">
              <a:spcBef>
                <a:spcPts val="600"/>
              </a:spcBef>
              <a:spcAft>
                <a:spcPts val="0"/>
              </a:spcAft>
              <a:buClrTx/>
              <a:buFont typeface="Arial" panose="020B0604020202020204" pitchFamily="34" charset="0"/>
              <a:buChar char="•"/>
              <a:defRPr sz="2400" kern="1200">
                <a:solidFill>
                  <a:schemeClr val="tx1"/>
                </a:solidFill>
                <a:latin typeface="Calibri" panose="020F0502020204030204" pitchFamily="34" charset="0"/>
                <a:ea typeface="+mn-ea"/>
                <a:cs typeface="Calibri" panose="020F0502020204030204" pitchFamily="34" charset="0"/>
              </a:defRPr>
            </a:lvl1pPr>
            <a:lvl2pPr marL="571500" indent="-228600" algn="l" defTabSz="342900" rtl="0" eaLnBrk="1" latinLnBrk="0" hangingPunct="1">
              <a:spcBef>
                <a:spcPts val="600"/>
              </a:spcBef>
              <a:spcAft>
                <a:spcPts val="0"/>
              </a:spcAft>
              <a:buClrTx/>
              <a:buFont typeface="Arial" panose="020B0604020202020204" pitchFamily="34" charset="0"/>
              <a:buChar char="•"/>
              <a:defRPr sz="2000" kern="1200">
                <a:solidFill>
                  <a:schemeClr val="tx1"/>
                </a:solidFill>
                <a:latin typeface="Calibri" panose="020F0502020204030204" pitchFamily="34" charset="0"/>
                <a:ea typeface="+mn-ea"/>
                <a:cs typeface="Calibri" panose="020F0502020204030204" pitchFamily="34" charset="0"/>
              </a:defRPr>
            </a:lvl2pPr>
            <a:lvl3pPr marL="857250" indent="-171450" algn="l" defTabSz="342900" rtl="0" eaLnBrk="1" latinLnBrk="0" hangingPunct="1">
              <a:spcBef>
                <a:spcPts val="600"/>
              </a:spcBef>
              <a:spcAft>
                <a:spcPts val="0"/>
              </a:spcAft>
              <a:buClrTx/>
              <a:buSzPct val="100000"/>
              <a:buFont typeface="Arial" panose="020B0604020202020204" pitchFamily="34" charset="0"/>
              <a:buChar char="•"/>
              <a:defRPr sz="1800" kern="1200">
                <a:solidFill>
                  <a:schemeClr val="tx1"/>
                </a:solidFill>
                <a:latin typeface="Calibri" panose="020F0502020204030204" pitchFamily="34" charset="0"/>
                <a:ea typeface="+mn-ea"/>
                <a:cs typeface="Calibri" panose="020F0502020204030204" pitchFamily="34" charset="0"/>
              </a:defRPr>
            </a:lvl3pPr>
            <a:lvl4pPr marL="1200150" indent="-171450" algn="l" defTabSz="342900" rtl="0" eaLnBrk="1" latinLnBrk="0" hangingPunct="1">
              <a:spcBef>
                <a:spcPts val="600"/>
              </a:spcBef>
              <a:spcAft>
                <a:spcPts val="0"/>
              </a:spcAft>
              <a:buClrTx/>
              <a:buFont typeface="Arial" panose="020B0604020202020204" pitchFamily="34" charset="0"/>
              <a:buChar char="•"/>
              <a:defRPr sz="1800" kern="1200">
                <a:solidFill>
                  <a:schemeClr val="tx1"/>
                </a:solidFill>
                <a:latin typeface="Calibri" panose="020F0502020204030204" pitchFamily="34" charset="0"/>
                <a:ea typeface="+mn-ea"/>
                <a:cs typeface="Calibri" panose="020F0502020204030204" pitchFamily="34" charset="0"/>
              </a:defRPr>
            </a:lvl4pPr>
            <a:lvl5pPr marL="1543050" indent="-171450" algn="l" defTabSz="342900" rtl="0" eaLnBrk="1" latinLnBrk="0" hangingPunct="1">
              <a:spcBef>
                <a:spcPts val="600"/>
              </a:spcBef>
              <a:spcAft>
                <a:spcPts val="0"/>
              </a:spcAft>
              <a:buClrTx/>
              <a:buFont typeface="Arial" panose="020B0604020202020204" pitchFamily="34" charset="0"/>
              <a:buChar char="•"/>
              <a:defRPr sz="1800" kern="1200">
                <a:solidFill>
                  <a:schemeClr val="tx1"/>
                </a:solidFill>
                <a:latin typeface="Calibri" panose="020F0502020204030204" pitchFamily="34" charset="0"/>
                <a:ea typeface="+mn-ea"/>
                <a:cs typeface="Calibri" panose="020F0502020204030204" pitchFamily="34" charset="0"/>
              </a:defRPr>
            </a:lvl5pPr>
            <a:lvl6pPr marL="1885950" indent="-171450" algn="l" defTabSz="342900" rtl="0" eaLnBrk="1" latinLnBrk="0" hangingPunct="1">
              <a:spcBef>
                <a:spcPct val="20000"/>
              </a:spcBef>
              <a:buFont typeface="Arial"/>
              <a:buChar char="•"/>
              <a:defRPr sz="1500" kern="1200">
                <a:solidFill>
                  <a:schemeClr val="tx1"/>
                </a:solidFill>
                <a:latin typeface="+mn-lt"/>
                <a:ea typeface="+mn-ea"/>
                <a:cs typeface="+mn-cs"/>
              </a:defRPr>
            </a:lvl6pPr>
            <a:lvl7pPr marL="2228850" indent="-171450" algn="l" defTabSz="342900" rtl="0" eaLnBrk="1" latinLnBrk="0" hangingPunct="1">
              <a:spcBef>
                <a:spcPct val="20000"/>
              </a:spcBef>
              <a:buFont typeface="Arial"/>
              <a:buChar char="•"/>
              <a:defRPr sz="1500" kern="1200">
                <a:solidFill>
                  <a:schemeClr val="tx1"/>
                </a:solidFill>
                <a:latin typeface="+mn-lt"/>
                <a:ea typeface="+mn-ea"/>
                <a:cs typeface="+mn-cs"/>
              </a:defRPr>
            </a:lvl7pPr>
            <a:lvl8pPr marL="2571750" indent="-171450" algn="l" defTabSz="342900" rtl="0" eaLnBrk="1" latinLnBrk="0" hangingPunct="1">
              <a:spcBef>
                <a:spcPct val="20000"/>
              </a:spcBef>
              <a:buFont typeface="Arial"/>
              <a:buChar char="•"/>
              <a:defRPr sz="1500" kern="1200">
                <a:solidFill>
                  <a:schemeClr val="tx1"/>
                </a:solidFill>
                <a:latin typeface="+mn-lt"/>
                <a:ea typeface="+mn-ea"/>
                <a:cs typeface="+mn-cs"/>
              </a:defRPr>
            </a:lvl8pPr>
            <a:lvl9pPr marL="2914650" indent="-171450" algn="l" defTabSz="342900" rtl="0" eaLnBrk="1" latinLnBrk="0" hangingPunct="1">
              <a:spcBef>
                <a:spcPct val="20000"/>
              </a:spcBef>
              <a:buFont typeface="Arial"/>
              <a:buChar char="•"/>
              <a:defRPr sz="1500" kern="1200">
                <a:solidFill>
                  <a:schemeClr val="tx1"/>
                </a:solidFill>
                <a:latin typeface="+mn-lt"/>
                <a:ea typeface="+mn-ea"/>
                <a:cs typeface="+mn-cs"/>
              </a:defRPr>
            </a:lvl9pPr>
          </a:lstStyle>
          <a:p>
            <a:pPr marL="0" indent="0" algn="ctr">
              <a:buNone/>
            </a:pPr>
            <a:r>
              <a:rPr lang="en-US" sz="900" i="1" dirty="0"/>
              <a:t>Screenshot courtesy of Microsoft.</a:t>
            </a:r>
          </a:p>
        </p:txBody>
      </p:sp>
      <p:sp>
        <p:nvSpPr>
          <p:cNvPr id="3" name="Slide Number Placeholder 2">
            <a:extLst>
              <a:ext uri="{FF2B5EF4-FFF2-40B4-BE49-F238E27FC236}">
                <a16:creationId xmlns:a16="http://schemas.microsoft.com/office/drawing/2014/main" id="{84A7FDA7-F3D0-AD72-0A36-FD9D0FF6214C}"/>
              </a:ext>
            </a:extLst>
          </p:cNvPr>
          <p:cNvSpPr>
            <a:spLocks noGrp="1"/>
          </p:cNvSpPr>
          <p:nvPr>
            <p:ph type="sldNum" sz="quarter" idx="10"/>
          </p:nvPr>
        </p:nvSpPr>
        <p:spPr/>
        <p:txBody>
          <a:bodyPr/>
          <a:lstStyle/>
          <a:p>
            <a:fld id="{B7CF8A19-3A9E-4ABC-B336-2FDDE321C72D}" type="slidenum">
              <a:rPr lang="en-US" smtClean="0"/>
              <a:pPr/>
              <a:t>21</a:t>
            </a:fld>
            <a:endParaRPr lang="en-US" dirty="0"/>
          </a:p>
        </p:txBody>
      </p:sp>
    </p:spTree>
    <p:extLst>
      <p:ext uri="{BB962C8B-B14F-4D97-AF65-F5344CB8AC3E}">
        <p14:creationId xmlns:p14="http://schemas.microsoft.com/office/powerpoint/2010/main" val="234487478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C07F80-5964-07B9-B326-8FF3C836C9F9}"/>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C0308DCC-9C25-002E-10F7-8DC38CCDA7D5}"/>
              </a:ext>
            </a:extLst>
          </p:cNvPr>
          <p:cNvSpPr>
            <a:spLocks noGrp="1"/>
          </p:cNvSpPr>
          <p:nvPr>
            <p:ph type="title"/>
          </p:nvPr>
        </p:nvSpPr>
        <p:spPr/>
        <p:txBody>
          <a:bodyPr/>
          <a:lstStyle/>
          <a:p>
            <a:r>
              <a:rPr lang="en-US" b="1" i="0" dirty="0">
                <a:solidFill>
                  <a:srgbClr val="253644"/>
                </a:solidFill>
                <a:effectLst/>
              </a:rPr>
              <a:t>Group Policy and Login Scripts </a:t>
            </a:r>
            <a:r>
              <a:rPr lang="en-US" sz="2000" b="1" i="0" dirty="0">
                <a:solidFill>
                  <a:srgbClr val="253644"/>
                </a:solidFill>
                <a:effectLst/>
              </a:rPr>
              <a:t>(Slide 1 of 2)</a:t>
            </a:r>
            <a:endParaRPr lang="en-US" sz="2000" dirty="0">
              <a:solidFill>
                <a:srgbClr val="253644"/>
              </a:solidFill>
            </a:endParaRPr>
          </a:p>
        </p:txBody>
      </p:sp>
      <p:sp>
        <p:nvSpPr>
          <p:cNvPr id="3" name="Content Placeholder 2">
            <a:extLst>
              <a:ext uri="{FF2B5EF4-FFF2-40B4-BE49-F238E27FC236}">
                <a16:creationId xmlns:a16="http://schemas.microsoft.com/office/drawing/2014/main" id="{6D5A74EA-3ADC-D1D9-D7E4-CED6E293EF4C}"/>
              </a:ext>
            </a:extLst>
          </p:cNvPr>
          <p:cNvSpPr>
            <a:spLocks noGrp="1"/>
          </p:cNvSpPr>
          <p:nvPr>
            <p:ph idx="1"/>
          </p:nvPr>
        </p:nvSpPr>
        <p:spPr>
          <a:xfrm>
            <a:off x="146050" y="746760"/>
            <a:ext cx="8066925" cy="4046220"/>
          </a:xfrm>
        </p:spPr>
        <p:txBody>
          <a:bodyPr vert="horz" lIns="91440" tIns="45720" rIns="91440" bIns="45720" rtlCol="0" anchor="t">
            <a:normAutofit/>
          </a:bodyPr>
          <a:lstStyle/>
          <a:p>
            <a:r>
              <a:rPr lang="en-US" dirty="0">
                <a:latin typeface="Calibri"/>
                <a:ea typeface="Calibri"/>
                <a:cs typeface="Calibri"/>
              </a:rPr>
              <a:t>Group Policy Management console</a:t>
            </a:r>
          </a:p>
          <a:p>
            <a:r>
              <a:rPr lang="en-US" dirty="0">
                <a:latin typeface="Calibri"/>
                <a:ea typeface="Calibri"/>
                <a:cs typeface="Calibri"/>
              </a:rPr>
              <a:t>Update policy</a:t>
            </a:r>
            <a:endParaRPr lang="en-US" dirty="0">
              <a:ea typeface="Calibri"/>
            </a:endParaRPr>
          </a:p>
          <a:p>
            <a:pPr lvl="1"/>
            <a:r>
              <a:rPr lang="en-US" i="1" dirty="0">
                <a:latin typeface="Calibri"/>
                <a:ea typeface="Calibri"/>
                <a:cs typeface="Calibri"/>
              </a:rPr>
              <a:t>gpupdate</a:t>
            </a:r>
            <a:r>
              <a:rPr lang="en-US" dirty="0">
                <a:latin typeface="Calibri"/>
                <a:ea typeface="Calibri"/>
                <a:cs typeface="Calibri"/>
              </a:rPr>
              <a:t> command</a:t>
            </a:r>
            <a:endParaRPr lang="en-US" dirty="0">
              <a:ea typeface="Calibri"/>
            </a:endParaRPr>
          </a:p>
          <a:p>
            <a:pPr lvl="1"/>
            <a:r>
              <a:rPr lang="en-US" i="1" dirty="0">
                <a:latin typeface="Calibri"/>
                <a:ea typeface="Calibri"/>
                <a:cs typeface="Calibri"/>
              </a:rPr>
              <a:t>gpresult </a:t>
            </a:r>
            <a:r>
              <a:rPr lang="en-US" dirty="0">
                <a:latin typeface="Calibri"/>
                <a:ea typeface="Calibri"/>
                <a:cs typeface="Calibri"/>
              </a:rPr>
              <a:t>command</a:t>
            </a:r>
          </a:p>
          <a:p>
            <a:r>
              <a:rPr lang="en-US" dirty="0">
                <a:latin typeface="Calibri"/>
                <a:ea typeface="Calibri"/>
                <a:cs typeface="Calibri"/>
              </a:rPr>
              <a:t>Login scripts</a:t>
            </a:r>
            <a:endParaRPr lang="en-US" dirty="0">
              <a:ea typeface="Calibri"/>
            </a:endParaRPr>
          </a:p>
        </p:txBody>
      </p:sp>
      <p:sp>
        <p:nvSpPr>
          <p:cNvPr id="4" name="Slide Number Placeholder 3">
            <a:extLst>
              <a:ext uri="{FF2B5EF4-FFF2-40B4-BE49-F238E27FC236}">
                <a16:creationId xmlns:a16="http://schemas.microsoft.com/office/drawing/2014/main" id="{96D5DFF8-A47A-7CD0-EDCD-97B1C04189CA}"/>
              </a:ext>
            </a:extLst>
          </p:cNvPr>
          <p:cNvSpPr>
            <a:spLocks noGrp="1"/>
          </p:cNvSpPr>
          <p:nvPr>
            <p:ph type="sldNum" sz="quarter" idx="10"/>
          </p:nvPr>
        </p:nvSpPr>
        <p:spPr/>
        <p:txBody>
          <a:bodyPr/>
          <a:lstStyle/>
          <a:p>
            <a:fld id="{B7CF8A19-3A9E-4ABC-B336-2FDDE321C72D}" type="slidenum">
              <a:rPr lang="en-US" smtClean="0"/>
              <a:pPr/>
              <a:t>22</a:t>
            </a:fld>
            <a:endParaRPr lang="en-US" dirty="0"/>
          </a:p>
        </p:txBody>
      </p:sp>
    </p:spTree>
    <p:custDataLst>
      <p:tags r:id="rId1"/>
    </p:custDataLst>
    <p:extLst>
      <p:ext uri="{BB962C8B-B14F-4D97-AF65-F5344CB8AC3E}">
        <p14:creationId xmlns:p14="http://schemas.microsoft.com/office/powerpoint/2010/main" val="221611719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723B65-33AA-11DC-5884-9BE194A3C5A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6AB48B9-C748-A2A4-BAF1-E9F35775E2B8}"/>
              </a:ext>
            </a:extLst>
          </p:cNvPr>
          <p:cNvSpPr>
            <a:spLocks noGrp="1"/>
          </p:cNvSpPr>
          <p:nvPr>
            <p:ph type="title"/>
          </p:nvPr>
        </p:nvSpPr>
        <p:spPr/>
        <p:txBody>
          <a:bodyPr/>
          <a:lstStyle/>
          <a:p>
            <a:r>
              <a:rPr lang="en-US" b="1" i="0" dirty="0">
                <a:solidFill>
                  <a:srgbClr val="253644"/>
                </a:solidFill>
                <a:effectLst/>
              </a:rPr>
              <a:t>Group Policy and Login Scripts </a:t>
            </a:r>
            <a:r>
              <a:rPr lang="en-US" sz="2000" b="1" i="0" dirty="0">
                <a:solidFill>
                  <a:srgbClr val="253644"/>
                </a:solidFill>
                <a:effectLst/>
              </a:rPr>
              <a:t>(Slide 2 of 2)</a:t>
            </a:r>
            <a:endParaRPr lang="en-US" sz="2000" dirty="0"/>
          </a:p>
        </p:txBody>
      </p:sp>
      <p:pic>
        <p:nvPicPr>
          <p:cNvPr id="7" name="Picture 6" descr="A group policy management window.">
            <a:extLst>
              <a:ext uri="{FF2B5EF4-FFF2-40B4-BE49-F238E27FC236}">
                <a16:creationId xmlns:a16="http://schemas.microsoft.com/office/drawing/2014/main" id="{1BD0143E-C863-6C06-8299-1EDC3F7860C0}"/>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1772489" y="759662"/>
            <a:ext cx="5599017" cy="3969615"/>
          </a:xfrm>
          <a:prstGeom prst="rect">
            <a:avLst/>
          </a:prstGeom>
          <a:noFill/>
          <a:ln>
            <a:noFill/>
          </a:ln>
        </p:spPr>
      </p:pic>
      <p:sp>
        <p:nvSpPr>
          <p:cNvPr id="4" name="Content Placeholder 11">
            <a:extLst>
              <a:ext uri="{FF2B5EF4-FFF2-40B4-BE49-F238E27FC236}">
                <a16:creationId xmlns:a16="http://schemas.microsoft.com/office/drawing/2014/main" id="{26D28B4D-73A4-D64A-6FAE-7A97DAE1E206}"/>
              </a:ext>
            </a:extLst>
          </p:cNvPr>
          <p:cNvSpPr txBox="1">
            <a:spLocks/>
          </p:cNvSpPr>
          <p:nvPr/>
        </p:nvSpPr>
        <p:spPr>
          <a:xfrm>
            <a:off x="1772489" y="4779729"/>
            <a:ext cx="5599017" cy="274768"/>
          </a:xfrm>
          <a:prstGeom prst="rect">
            <a:avLst/>
          </a:prstGeom>
        </p:spPr>
        <p:txBody>
          <a:bodyPr/>
          <a:lstStyle>
            <a:lvl1pPr marL="257175" indent="-257175" algn="l" defTabSz="342900" rtl="0" eaLnBrk="1" latinLnBrk="0" hangingPunct="1">
              <a:spcBef>
                <a:spcPts val="600"/>
              </a:spcBef>
              <a:spcAft>
                <a:spcPts val="0"/>
              </a:spcAft>
              <a:buClrTx/>
              <a:buFont typeface="Arial" panose="020B0604020202020204" pitchFamily="34" charset="0"/>
              <a:buChar char="•"/>
              <a:defRPr sz="2400" kern="1200">
                <a:solidFill>
                  <a:schemeClr val="tx1"/>
                </a:solidFill>
                <a:latin typeface="Calibri" panose="020F0502020204030204" pitchFamily="34" charset="0"/>
                <a:ea typeface="+mn-ea"/>
                <a:cs typeface="Calibri" panose="020F0502020204030204" pitchFamily="34" charset="0"/>
              </a:defRPr>
            </a:lvl1pPr>
            <a:lvl2pPr marL="571500" indent="-228600" algn="l" defTabSz="342900" rtl="0" eaLnBrk="1" latinLnBrk="0" hangingPunct="1">
              <a:spcBef>
                <a:spcPts val="600"/>
              </a:spcBef>
              <a:spcAft>
                <a:spcPts val="0"/>
              </a:spcAft>
              <a:buClrTx/>
              <a:buFont typeface="Arial" panose="020B0604020202020204" pitchFamily="34" charset="0"/>
              <a:buChar char="•"/>
              <a:defRPr sz="2000" kern="1200">
                <a:solidFill>
                  <a:schemeClr val="tx1"/>
                </a:solidFill>
                <a:latin typeface="Calibri" panose="020F0502020204030204" pitchFamily="34" charset="0"/>
                <a:ea typeface="+mn-ea"/>
                <a:cs typeface="Calibri" panose="020F0502020204030204" pitchFamily="34" charset="0"/>
              </a:defRPr>
            </a:lvl2pPr>
            <a:lvl3pPr marL="857250" indent="-171450" algn="l" defTabSz="342900" rtl="0" eaLnBrk="1" latinLnBrk="0" hangingPunct="1">
              <a:spcBef>
                <a:spcPts val="600"/>
              </a:spcBef>
              <a:spcAft>
                <a:spcPts val="0"/>
              </a:spcAft>
              <a:buClrTx/>
              <a:buSzPct val="100000"/>
              <a:buFont typeface="Arial" panose="020B0604020202020204" pitchFamily="34" charset="0"/>
              <a:buChar char="•"/>
              <a:defRPr sz="1800" kern="1200">
                <a:solidFill>
                  <a:schemeClr val="tx1"/>
                </a:solidFill>
                <a:latin typeface="Calibri" panose="020F0502020204030204" pitchFamily="34" charset="0"/>
                <a:ea typeface="+mn-ea"/>
                <a:cs typeface="Calibri" panose="020F0502020204030204" pitchFamily="34" charset="0"/>
              </a:defRPr>
            </a:lvl3pPr>
            <a:lvl4pPr marL="1200150" indent="-171450" algn="l" defTabSz="342900" rtl="0" eaLnBrk="1" latinLnBrk="0" hangingPunct="1">
              <a:spcBef>
                <a:spcPts val="600"/>
              </a:spcBef>
              <a:spcAft>
                <a:spcPts val="0"/>
              </a:spcAft>
              <a:buClrTx/>
              <a:buFont typeface="Arial" panose="020B0604020202020204" pitchFamily="34" charset="0"/>
              <a:buChar char="•"/>
              <a:defRPr sz="1800" kern="1200">
                <a:solidFill>
                  <a:schemeClr val="tx1"/>
                </a:solidFill>
                <a:latin typeface="Calibri" panose="020F0502020204030204" pitchFamily="34" charset="0"/>
                <a:ea typeface="+mn-ea"/>
                <a:cs typeface="Calibri" panose="020F0502020204030204" pitchFamily="34" charset="0"/>
              </a:defRPr>
            </a:lvl4pPr>
            <a:lvl5pPr marL="1543050" indent="-171450" algn="l" defTabSz="342900" rtl="0" eaLnBrk="1" latinLnBrk="0" hangingPunct="1">
              <a:spcBef>
                <a:spcPts val="600"/>
              </a:spcBef>
              <a:spcAft>
                <a:spcPts val="0"/>
              </a:spcAft>
              <a:buClrTx/>
              <a:buFont typeface="Arial" panose="020B0604020202020204" pitchFamily="34" charset="0"/>
              <a:buChar char="•"/>
              <a:defRPr sz="1800" kern="1200">
                <a:solidFill>
                  <a:schemeClr val="tx1"/>
                </a:solidFill>
                <a:latin typeface="Calibri" panose="020F0502020204030204" pitchFamily="34" charset="0"/>
                <a:ea typeface="+mn-ea"/>
                <a:cs typeface="Calibri" panose="020F0502020204030204" pitchFamily="34" charset="0"/>
              </a:defRPr>
            </a:lvl5pPr>
            <a:lvl6pPr marL="1885950" indent="-171450" algn="l" defTabSz="342900" rtl="0" eaLnBrk="1" latinLnBrk="0" hangingPunct="1">
              <a:spcBef>
                <a:spcPct val="20000"/>
              </a:spcBef>
              <a:buFont typeface="Arial"/>
              <a:buChar char="•"/>
              <a:defRPr sz="1500" kern="1200">
                <a:solidFill>
                  <a:schemeClr val="tx1"/>
                </a:solidFill>
                <a:latin typeface="+mn-lt"/>
                <a:ea typeface="+mn-ea"/>
                <a:cs typeface="+mn-cs"/>
              </a:defRPr>
            </a:lvl6pPr>
            <a:lvl7pPr marL="2228850" indent="-171450" algn="l" defTabSz="342900" rtl="0" eaLnBrk="1" latinLnBrk="0" hangingPunct="1">
              <a:spcBef>
                <a:spcPct val="20000"/>
              </a:spcBef>
              <a:buFont typeface="Arial"/>
              <a:buChar char="•"/>
              <a:defRPr sz="1500" kern="1200">
                <a:solidFill>
                  <a:schemeClr val="tx1"/>
                </a:solidFill>
                <a:latin typeface="+mn-lt"/>
                <a:ea typeface="+mn-ea"/>
                <a:cs typeface="+mn-cs"/>
              </a:defRPr>
            </a:lvl7pPr>
            <a:lvl8pPr marL="2571750" indent="-171450" algn="l" defTabSz="342900" rtl="0" eaLnBrk="1" latinLnBrk="0" hangingPunct="1">
              <a:spcBef>
                <a:spcPct val="20000"/>
              </a:spcBef>
              <a:buFont typeface="Arial"/>
              <a:buChar char="•"/>
              <a:defRPr sz="1500" kern="1200">
                <a:solidFill>
                  <a:schemeClr val="tx1"/>
                </a:solidFill>
                <a:latin typeface="+mn-lt"/>
                <a:ea typeface="+mn-ea"/>
                <a:cs typeface="+mn-cs"/>
              </a:defRPr>
            </a:lvl8pPr>
            <a:lvl9pPr marL="2914650" indent="-171450" algn="l" defTabSz="342900" rtl="0" eaLnBrk="1" latinLnBrk="0" hangingPunct="1">
              <a:spcBef>
                <a:spcPct val="20000"/>
              </a:spcBef>
              <a:buFont typeface="Arial"/>
              <a:buChar char="•"/>
              <a:defRPr sz="1500" kern="1200">
                <a:solidFill>
                  <a:schemeClr val="tx1"/>
                </a:solidFill>
                <a:latin typeface="+mn-lt"/>
                <a:ea typeface="+mn-ea"/>
                <a:cs typeface="+mn-cs"/>
              </a:defRPr>
            </a:lvl9pPr>
          </a:lstStyle>
          <a:p>
            <a:pPr marL="0" indent="0" algn="ctr">
              <a:buNone/>
            </a:pPr>
            <a:r>
              <a:rPr lang="en-US" sz="900" i="1" dirty="0"/>
              <a:t>Screenshot courtesy of Microsoft.</a:t>
            </a:r>
          </a:p>
        </p:txBody>
      </p:sp>
      <p:sp>
        <p:nvSpPr>
          <p:cNvPr id="3" name="Slide Number Placeholder 2">
            <a:extLst>
              <a:ext uri="{FF2B5EF4-FFF2-40B4-BE49-F238E27FC236}">
                <a16:creationId xmlns:a16="http://schemas.microsoft.com/office/drawing/2014/main" id="{2FEAADC2-2FE2-6159-9474-A43BBA3444A0}"/>
              </a:ext>
            </a:extLst>
          </p:cNvPr>
          <p:cNvSpPr>
            <a:spLocks noGrp="1"/>
          </p:cNvSpPr>
          <p:nvPr>
            <p:ph type="sldNum" sz="quarter" idx="10"/>
          </p:nvPr>
        </p:nvSpPr>
        <p:spPr/>
        <p:txBody>
          <a:bodyPr/>
          <a:lstStyle/>
          <a:p>
            <a:fld id="{B7CF8A19-3A9E-4ABC-B336-2FDDE321C72D}" type="slidenum">
              <a:rPr lang="en-US" smtClean="0"/>
              <a:pPr/>
              <a:t>23</a:t>
            </a:fld>
            <a:endParaRPr lang="en-US" dirty="0"/>
          </a:p>
        </p:txBody>
      </p:sp>
    </p:spTree>
    <p:extLst>
      <p:ext uri="{BB962C8B-B14F-4D97-AF65-F5344CB8AC3E}">
        <p14:creationId xmlns:p14="http://schemas.microsoft.com/office/powerpoint/2010/main" val="149804925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5ED704-8BCF-CCF6-F6D4-A29E1F67C117}"/>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63437DF-67F6-4575-4EC9-E2BDD78DE139}"/>
              </a:ext>
            </a:extLst>
          </p:cNvPr>
          <p:cNvSpPr>
            <a:spLocks noGrp="1"/>
          </p:cNvSpPr>
          <p:nvPr>
            <p:ph sz="quarter" idx="14"/>
          </p:nvPr>
        </p:nvSpPr>
        <p:spPr/>
        <p:txBody>
          <a:bodyPr>
            <a:normAutofit/>
          </a:bodyPr>
          <a:lstStyle/>
          <a:p>
            <a:r>
              <a:rPr lang="en-US" dirty="0"/>
              <a:t>Lab: Create OUs</a:t>
            </a:r>
            <a:br>
              <a:rPr lang="en-US" dirty="0"/>
            </a:br>
            <a:r>
              <a:rPr lang="en-US" sz="2000" dirty="0"/>
              <a:t>(available in CertMaster Learn and CertMaster Perform)</a:t>
            </a:r>
          </a:p>
          <a:p>
            <a:r>
              <a:rPr lang="en-US" dirty="0"/>
              <a:t>Lab: Use System Commands</a:t>
            </a:r>
            <a:br>
              <a:rPr lang="en-US" sz="2000" dirty="0"/>
            </a:br>
            <a:r>
              <a:rPr lang="en-US" sz="2000" dirty="0"/>
              <a:t>(available in CertMaster Learn and CertMaster Perform)</a:t>
            </a:r>
          </a:p>
          <a:p>
            <a:r>
              <a:rPr lang="en-US" dirty="0"/>
              <a:t>Lab: Group Policy Management</a:t>
            </a:r>
            <a:br>
              <a:rPr lang="en-US" sz="2000" dirty="0"/>
            </a:br>
            <a:r>
              <a:rPr lang="en-US" sz="2000" dirty="0"/>
              <a:t>(available in CertMaster Learn and CertMaster Perform)</a:t>
            </a:r>
          </a:p>
        </p:txBody>
      </p:sp>
      <p:sp>
        <p:nvSpPr>
          <p:cNvPr id="2" name="Slide Number Placeholder 1">
            <a:extLst>
              <a:ext uri="{FF2B5EF4-FFF2-40B4-BE49-F238E27FC236}">
                <a16:creationId xmlns:a16="http://schemas.microsoft.com/office/drawing/2014/main" id="{F90C521E-511B-4691-00D7-94470631017C}"/>
              </a:ext>
            </a:extLst>
          </p:cNvPr>
          <p:cNvSpPr>
            <a:spLocks noGrp="1"/>
          </p:cNvSpPr>
          <p:nvPr>
            <p:ph type="sldNum" sz="quarter" idx="13"/>
          </p:nvPr>
        </p:nvSpPr>
        <p:spPr/>
        <p:txBody>
          <a:bodyPr/>
          <a:lstStyle/>
          <a:p>
            <a:fld id="{B7CF8A19-3A9E-4ABC-B336-2FDDE321C72D}" type="slidenum">
              <a:rPr lang="en-US" smtClean="0"/>
              <a:pPr/>
              <a:t>24</a:t>
            </a:fld>
            <a:endParaRPr lang="en-US" dirty="0"/>
          </a:p>
        </p:txBody>
      </p:sp>
    </p:spTree>
    <p:custDataLst>
      <p:tags r:id="rId1"/>
    </p:custDataLst>
    <p:extLst>
      <p:ext uri="{BB962C8B-B14F-4D97-AF65-F5344CB8AC3E}">
        <p14:creationId xmlns:p14="http://schemas.microsoft.com/office/powerpoint/2010/main" val="84728672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854D2F-3D7C-83E3-78E9-05E59C51AB7D}"/>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11C662A7-52F3-1865-4DDD-57D5F2D5F1B6}"/>
              </a:ext>
            </a:extLst>
          </p:cNvPr>
          <p:cNvSpPr>
            <a:spLocks noGrp="1"/>
          </p:cNvSpPr>
          <p:nvPr>
            <p:ph type="title"/>
          </p:nvPr>
        </p:nvSpPr>
        <p:spPr/>
        <p:txBody>
          <a:bodyPr/>
          <a:lstStyle/>
          <a:p>
            <a:r>
              <a:rPr lang="en-US" dirty="0"/>
              <a:t>Windows Security Settings</a:t>
            </a:r>
          </a:p>
        </p:txBody>
      </p:sp>
      <p:sp>
        <p:nvSpPr>
          <p:cNvPr id="2" name="Content Placeholder 1">
            <a:extLst>
              <a:ext uri="{FF2B5EF4-FFF2-40B4-BE49-F238E27FC236}">
                <a16:creationId xmlns:a16="http://schemas.microsoft.com/office/drawing/2014/main" id="{0CCDEA47-7E44-8EB9-591D-8E6A68D0D221}"/>
              </a:ext>
            </a:extLst>
          </p:cNvPr>
          <p:cNvSpPr>
            <a:spLocks noGrp="1"/>
          </p:cNvSpPr>
          <p:nvPr>
            <p:ph sz="quarter" idx="11"/>
          </p:nvPr>
        </p:nvSpPr>
        <p:spPr>
          <a:xfrm>
            <a:off x="146050" y="748622"/>
            <a:ext cx="8870950" cy="4394877"/>
          </a:xfrm>
        </p:spPr>
        <p:txBody>
          <a:bodyPr vert="horz" lIns="91440" tIns="45720" rIns="91440" bIns="45720" rtlCol="0" anchor="t">
            <a:normAutofit/>
          </a:bodyPr>
          <a:lstStyle/>
          <a:p>
            <a:r>
              <a:rPr lang="en-US" dirty="0"/>
              <a:t>Windows Login Options</a:t>
            </a:r>
          </a:p>
          <a:p>
            <a:r>
              <a:rPr lang="en-US" dirty="0"/>
              <a:t>Windows Domains and Active Directory</a:t>
            </a:r>
          </a:p>
          <a:p>
            <a:r>
              <a:rPr lang="en-US" dirty="0"/>
              <a:t>Group Policy and Login Scripts</a:t>
            </a:r>
          </a:p>
        </p:txBody>
      </p:sp>
      <p:sp>
        <p:nvSpPr>
          <p:cNvPr id="4" name="Slide Number Placeholder 3">
            <a:extLst>
              <a:ext uri="{FF2B5EF4-FFF2-40B4-BE49-F238E27FC236}">
                <a16:creationId xmlns:a16="http://schemas.microsoft.com/office/drawing/2014/main" id="{5A7CAAC7-8D4A-15AC-64A5-FDE943892659}"/>
              </a:ext>
            </a:extLst>
          </p:cNvPr>
          <p:cNvSpPr>
            <a:spLocks noGrp="1"/>
          </p:cNvSpPr>
          <p:nvPr>
            <p:ph type="sldNum" sz="quarter" idx="12"/>
          </p:nvPr>
        </p:nvSpPr>
        <p:spPr/>
        <p:txBody>
          <a:bodyPr/>
          <a:lstStyle/>
          <a:p>
            <a:fld id="{B7CF8A19-3A9E-4ABC-B336-2FDDE321C72D}" type="slidenum">
              <a:rPr lang="en-US" smtClean="0"/>
              <a:pPr/>
              <a:t>25</a:t>
            </a:fld>
            <a:endParaRPr lang="en-US" dirty="0"/>
          </a:p>
        </p:txBody>
      </p:sp>
    </p:spTree>
    <p:custDataLst>
      <p:tags r:id="rId1"/>
    </p:custDataLst>
    <p:extLst>
      <p:ext uri="{BB962C8B-B14F-4D97-AF65-F5344CB8AC3E}">
        <p14:creationId xmlns:p14="http://schemas.microsoft.com/office/powerpoint/2010/main" val="326749559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E828D7-B50F-01A6-84E0-668DA96BA72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F09406F-E04A-427E-CA15-444D22646769}"/>
              </a:ext>
            </a:extLst>
          </p:cNvPr>
          <p:cNvSpPr>
            <a:spLocks noGrp="1"/>
          </p:cNvSpPr>
          <p:nvPr>
            <p:ph type="ctrTitle"/>
          </p:nvPr>
        </p:nvSpPr>
        <p:spPr/>
        <p:txBody>
          <a:bodyPr/>
          <a:lstStyle/>
          <a:p>
            <a:r>
              <a:rPr lang="en-US" dirty="0"/>
              <a:t>Windows Shares</a:t>
            </a:r>
          </a:p>
        </p:txBody>
      </p:sp>
      <p:sp>
        <p:nvSpPr>
          <p:cNvPr id="3" name="Subtitle 2">
            <a:extLst>
              <a:ext uri="{FF2B5EF4-FFF2-40B4-BE49-F238E27FC236}">
                <a16:creationId xmlns:a16="http://schemas.microsoft.com/office/drawing/2014/main" id="{293CC089-673B-B5FC-C096-2BBE09D622D5}"/>
              </a:ext>
            </a:extLst>
          </p:cNvPr>
          <p:cNvSpPr>
            <a:spLocks noGrp="1"/>
          </p:cNvSpPr>
          <p:nvPr>
            <p:ph type="subTitle" idx="1"/>
          </p:nvPr>
        </p:nvSpPr>
        <p:spPr/>
        <p:txBody>
          <a:bodyPr/>
          <a:lstStyle/>
          <a:p>
            <a:r>
              <a:rPr lang="en-US" dirty="0"/>
              <a:t>Lesson 15.3</a:t>
            </a:r>
          </a:p>
        </p:txBody>
      </p:sp>
      <p:sp>
        <p:nvSpPr>
          <p:cNvPr id="4" name="Slide Number Placeholder 3">
            <a:extLst>
              <a:ext uri="{FF2B5EF4-FFF2-40B4-BE49-F238E27FC236}">
                <a16:creationId xmlns:a16="http://schemas.microsoft.com/office/drawing/2014/main" id="{E4B441B6-9746-4966-1763-909925A37F3C}"/>
              </a:ext>
            </a:extLst>
          </p:cNvPr>
          <p:cNvSpPr>
            <a:spLocks noGrp="1"/>
          </p:cNvSpPr>
          <p:nvPr>
            <p:ph type="sldNum" sz="quarter" idx="10"/>
          </p:nvPr>
        </p:nvSpPr>
        <p:spPr/>
        <p:txBody>
          <a:bodyPr/>
          <a:lstStyle/>
          <a:p>
            <a:fld id="{B7CF8A19-3A9E-4ABC-B336-2FDDE321C72D}" type="slidenum">
              <a:rPr lang="en-US" smtClean="0"/>
              <a:pPr/>
              <a:t>26</a:t>
            </a:fld>
            <a:endParaRPr lang="en-US" dirty="0"/>
          </a:p>
        </p:txBody>
      </p:sp>
    </p:spTree>
    <p:custDataLst>
      <p:tags r:id="rId1"/>
    </p:custDataLst>
    <p:extLst>
      <p:ext uri="{BB962C8B-B14F-4D97-AF65-F5344CB8AC3E}">
        <p14:creationId xmlns:p14="http://schemas.microsoft.com/office/powerpoint/2010/main" val="383217007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33535F-16E9-5422-A5BF-B46895CBFB41}"/>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1AB729BB-31F8-26AC-CE91-E053B58B46C6}"/>
              </a:ext>
            </a:extLst>
          </p:cNvPr>
          <p:cNvSpPr>
            <a:spLocks noGrp="1"/>
          </p:cNvSpPr>
          <p:nvPr>
            <p:ph type="title"/>
          </p:nvPr>
        </p:nvSpPr>
        <p:spPr/>
        <p:txBody>
          <a:bodyPr/>
          <a:lstStyle/>
          <a:p>
            <a:r>
              <a:rPr lang="en-US" b="1" i="0" dirty="0">
                <a:solidFill>
                  <a:srgbClr val="253644"/>
                </a:solidFill>
                <a:effectLst/>
              </a:rPr>
              <a:t>Workgroup Setup </a:t>
            </a:r>
            <a:r>
              <a:rPr lang="en-US" sz="2000" b="1" i="0" dirty="0">
                <a:solidFill>
                  <a:srgbClr val="253644"/>
                </a:solidFill>
                <a:effectLst/>
              </a:rPr>
              <a:t>(Slide 1 of 2)</a:t>
            </a:r>
            <a:endParaRPr lang="en-US" sz="2000" dirty="0">
              <a:solidFill>
                <a:srgbClr val="253644"/>
              </a:solidFill>
            </a:endParaRPr>
          </a:p>
        </p:txBody>
      </p:sp>
      <p:sp>
        <p:nvSpPr>
          <p:cNvPr id="3" name="Content Placeholder 2">
            <a:extLst>
              <a:ext uri="{FF2B5EF4-FFF2-40B4-BE49-F238E27FC236}">
                <a16:creationId xmlns:a16="http://schemas.microsoft.com/office/drawing/2014/main" id="{CC15CF77-58AA-12C0-D086-B47E0C678AB2}"/>
              </a:ext>
            </a:extLst>
          </p:cNvPr>
          <p:cNvSpPr>
            <a:spLocks noGrp="1"/>
          </p:cNvSpPr>
          <p:nvPr>
            <p:ph idx="1"/>
          </p:nvPr>
        </p:nvSpPr>
        <p:spPr>
          <a:xfrm>
            <a:off x="146050" y="746760"/>
            <a:ext cx="8066771" cy="4046220"/>
          </a:xfrm>
        </p:spPr>
        <p:txBody>
          <a:bodyPr vert="horz" lIns="91440" tIns="45720" rIns="91440" bIns="45720" rtlCol="0" anchor="t">
            <a:normAutofit/>
          </a:bodyPr>
          <a:lstStyle/>
          <a:p>
            <a:r>
              <a:rPr lang="en-US" dirty="0">
                <a:latin typeface="Calibri"/>
                <a:ea typeface="Calibri"/>
                <a:cs typeface="Calibri"/>
              </a:rPr>
              <a:t>Join a workgroup</a:t>
            </a:r>
          </a:p>
          <a:p>
            <a:pPr lvl="1"/>
            <a:r>
              <a:rPr lang="en-US" dirty="0">
                <a:latin typeface="Calibri"/>
                <a:ea typeface="Calibri"/>
                <a:cs typeface="Calibri"/>
              </a:rPr>
              <a:t>System Properties menu</a:t>
            </a:r>
          </a:p>
          <a:p>
            <a:r>
              <a:rPr lang="en-US" dirty="0">
                <a:latin typeface="Calibri"/>
                <a:ea typeface="Calibri"/>
                <a:cs typeface="Calibri"/>
              </a:rPr>
              <a:t>Network discovery and advanced sharing</a:t>
            </a:r>
          </a:p>
          <a:p>
            <a:pPr lvl="1"/>
            <a:r>
              <a:rPr lang="en-US" dirty="0">
                <a:latin typeface="Calibri"/>
                <a:ea typeface="Calibri"/>
                <a:cs typeface="Calibri"/>
              </a:rPr>
              <a:t>File sharing</a:t>
            </a:r>
            <a:endParaRPr lang="en-US" dirty="0">
              <a:ea typeface="Calibri"/>
            </a:endParaRPr>
          </a:p>
          <a:p>
            <a:pPr lvl="1"/>
            <a:r>
              <a:rPr lang="en-US" dirty="0">
                <a:latin typeface="Calibri"/>
                <a:ea typeface="Calibri"/>
                <a:cs typeface="Calibri"/>
              </a:rPr>
              <a:t>Printer sharing</a:t>
            </a:r>
          </a:p>
          <a:p>
            <a:endParaRPr lang="en-US" dirty="0">
              <a:ea typeface="Calibri"/>
            </a:endParaRPr>
          </a:p>
        </p:txBody>
      </p:sp>
      <p:sp>
        <p:nvSpPr>
          <p:cNvPr id="4" name="Slide Number Placeholder 3">
            <a:extLst>
              <a:ext uri="{FF2B5EF4-FFF2-40B4-BE49-F238E27FC236}">
                <a16:creationId xmlns:a16="http://schemas.microsoft.com/office/drawing/2014/main" id="{D228C452-9063-8981-47CE-A0FEB1BF942B}"/>
              </a:ext>
            </a:extLst>
          </p:cNvPr>
          <p:cNvSpPr>
            <a:spLocks noGrp="1"/>
          </p:cNvSpPr>
          <p:nvPr>
            <p:ph type="sldNum" sz="quarter" idx="10"/>
          </p:nvPr>
        </p:nvSpPr>
        <p:spPr/>
        <p:txBody>
          <a:bodyPr/>
          <a:lstStyle/>
          <a:p>
            <a:fld id="{B7CF8A19-3A9E-4ABC-B336-2FDDE321C72D}" type="slidenum">
              <a:rPr lang="en-US" smtClean="0"/>
              <a:pPr/>
              <a:t>27</a:t>
            </a:fld>
            <a:endParaRPr lang="en-US" dirty="0"/>
          </a:p>
        </p:txBody>
      </p:sp>
    </p:spTree>
    <p:custDataLst>
      <p:tags r:id="rId1"/>
    </p:custDataLst>
    <p:extLst>
      <p:ext uri="{BB962C8B-B14F-4D97-AF65-F5344CB8AC3E}">
        <p14:creationId xmlns:p14="http://schemas.microsoft.com/office/powerpoint/2010/main" val="227939046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A90372-A2FC-D0B8-230A-BCFF36CEA2E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4B8F21B-E1FB-12C6-EE85-D042683F6099}"/>
              </a:ext>
            </a:extLst>
          </p:cNvPr>
          <p:cNvSpPr>
            <a:spLocks noGrp="1"/>
          </p:cNvSpPr>
          <p:nvPr>
            <p:ph type="title"/>
          </p:nvPr>
        </p:nvSpPr>
        <p:spPr/>
        <p:txBody>
          <a:bodyPr/>
          <a:lstStyle/>
          <a:p>
            <a:r>
              <a:rPr lang="en-US" b="1" i="0" dirty="0">
                <a:solidFill>
                  <a:srgbClr val="253644"/>
                </a:solidFill>
                <a:effectLst/>
              </a:rPr>
              <a:t>Workgroup Setup </a:t>
            </a:r>
            <a:r>
              <a:rPr lang="en-US" sz="2000" b="1" i="0" dirty="0">
                <a:solidFill>
                  <a:srgbClr val="253644"/>
                </a:solidFill>
                <a:effectLst/>
              </a:rPr>
              <a:t>(Slide 2 of 2)</a:t>
            </a:r>
            <a:endParaRPr lang="en-US" sz="2000" dirty="0"/>
          </a:p>
        </p:txBody>
      </p:sp>
      <p:pic>
        <p:nvPicPr>
          <p:cNvPr id="5" name="Picture 4" descr="Advanced sharing settings window.">
            <a:extLst>
              <a:ext uri="{FF2B5EF4-FFF2-40B4-BE49-F238E27FC236}">
                <a16:creationId xmlns:a16="http://schemas.microsoft.com/office/drawing/2014/main" id="{B4B7F0ED-9C8A-E557-7EB8-A757182310DF}"/>
              </a:ext>
            </a:extLst>
          </p:cNvPr>
          <p:cNvPicPr>
            <a:picLocks noChangeAspect="1"/>
          </p:cNvPicPr>
          <p:nvPr/>
        </p:nvPicPr>
        <p:blipFill>
          <a:blip r:embed="rId3"/>
          <a:stretch>
            <a:fillRect/>
          </a:stretch>
        </p:blipFill>
        <p:spPr>
          <a:xfrm>
            <a:off x="2139988" y="727738"/>
            <a:ext cx="4864019" cy="4157952"/>
          </a:xfrm>
          <a:prstGeom prst="rect">
            <a:avLst/>
          </a:prstGeom>
          <a:noFill/>
          <a:ln>
            <a:noFill/>
          </a:ln>
        </p:spPr>
      </p:pic>
      <p:sp>
        <p:nvSpPr>
          <p:cNvPr id="7" name="Content Placeholder 11">
            <a:extLst>
              <a:ext uri="{FF2B5EF4-FFF2-40B4-BE49-F238E27FC236}">
                <a16:creationId xmlns:a16="http://schemas.microsoft.com/office/drawing/2014/main" id="{8BBF22DC-C9BB-F6A5-9F25-E7460AA8F573}"/>
              </a:ext>
            </a:extLst>
          </p:cNvPr>
          <p:cNvSpPr txBox="1">
            <a:spLocks/>
          </p:cNvSpPr>
          <p:nvPr/>
        </p:nvSpPr>
        <p:spPr>
          <a:xfrm>
            <a:off x="2139989" y="4885690"/>
            <a:ext cx="4864018" cy="274768"/>
          </a:xfrm>
          <a:prstGeom prst="rect">
            <a:avLst/>
          </a:prstGeom>
        </p:spPr>
        <p:txBody>
          <a:bodyPr/>
          <a:lstStyle>
            <a:lvl1pPr marL="257175" indent="-257175" algn="l" defTabSz="342900" rtl="0" eaLnBrk="1" latinLnBrk="0" hangingPunct="1">
              <a:spcBef>
                <a:spcPts val="600"/>
              </a:spcBef>
              <a:spcAft>
                <a:spcPts val="0"/>
              </a:spcAft>
              <a:buClrTx/>
              <a:buFont typeface="Arial" panose="020B0604020202020204" pitchFamily="34" charset="0"/>
              <a:buChar char="•"/>
              <a:defRPr sz="2400" kern="1200">
                <a:solidFill>
                  <a:schemeClr val="tx1"/>
                </a:solidFill>
                <a:latin typeface="Calibri" panose="020F0502020204030204" pitchFamily="34" charset="0"/>
                <a:ea typeface="+mn-ea"/>
                <a:cs typeface="Calibri" panose="020F0502020204030204" pitchFamily="34" charset="0"/>
              </a:defRPr>
            </a:lvl1pPr>
            <a:lvl2pPr marL="571500" indent="-228600" algn="l" defTabSz="342900" rtl="0" eaLnBrk="1" latinLnBrk="0" hangingPunct="1">
              <a:spcBef>
                <a:spcPts val="600"/>
              </a:spcBef>
              <a:spcAft>
                <a:spcPts val="0"/>
              </a:spcAft>
              <a:buClrTx/>
              <a:buFont typeface="Arial" panose="020B0604020202020204" pitchFamily="34" charset="0"/>
              <a:buChar char="•"/>
              <a:defRPr sz="2000" kern="1200">
                <a:solidFill>
                  <a:schemeClr val="tx1"/>
                </a:solidFill>
                <a:latin typeface="Calibri" panose="020F0502020204030204" pitchFamily="34" charset="0"/>
                <a:ea typeface="+mn-ea"/>
                <a:cs typeface="Calibri" panose="020F0502020204030204" pitchFamily="34" charset="0"/>
              </a:defRPr>
            </a:lvl2pPr>
            <a:lvl3pPr marL="857250" indent="-171450" algn="l" defTabSz="342900" rtl="0" eaLnBrk="1" latinLnBrk="0" hangingPunct="1">
              <a:spcBef>
                <a:spcPts val="600"/>
              </a:spcBef>
              <a:spcAft>
                <a:spcPts val="0"/>
              </a:spcAft>
              <a:buClrTx/>
              <a:buSzPct val="100000"/>
              <a:buFont typeface="Arial" panose="020B0604020202020204" pitchFamily="34" charset="0"/>
              <a:buChar char="•"/>
              <a:defRPr sz="1800" kern="1200">
                <a:solidFill>
                  <a:schemeClr val="tx1"/>
                </a:solidFill>
                <a:latin typeface="Calibri" panose="020F0502020204030204" pitchFamily="34" charset="0"/>
                <a:ea typeface="+mn-ea"/>
                <a:cs typeface="Calibri" panose="020F0502020204030204" pitchFamily="34" charset="0"/>
              </a:defRPr>
            </a:lvl3pPr>
            <a:lvl4pPr marL="1200150" indent="-171450" algn="l" defTabSz="342900" rtl="0" eaLnBrk="1" latinLnBrk="0" hangingPunct="1">
              <a:spcBef>
                <a:spcPts val="600"/>
              </a:spcBef>
              <a:spcAft>
                <a:spcPts val="0"/>
              </a:spcAft>
              <a:buClrTx/>
              <a:buFont typeface="Arial" panose="020B0604020202020204" pitchFamily="34" charset="0"/>
              <a:buChar char="•"/>
              <a:defRPr sz="1800" kern="1200">
                <a:solidFill>
                  <a:schemeClr val="tx1"/>
                </a:solidFill>
                <a:latin typeface="Calibri" panose="020F0502020204030204" pitchFamily="34" charset="0"/>
                <a:ea typeface="+mn-ea"/>
                <a:cs typeface="Calibri" panose="020F0502020204030204" pitchFamily="34" charset="0"/>
              </a:defRPr>
            </a:lvl4pPr>
            <a:lvl5pPr marL="1543050" indent="-171450" algn="l" defTabSz="342900" rtl="0" eaLnBrk="1" latinLnBrk="0" hangingPunct="1">
              <a:spcBef>
                <a:spcPts val="600"/>
              </a:spcBef>
              <a:spcAft>
                <a:spcPts val="0"/>
              </a:spcAft>
              <a:buClrTx/>
              <a:buFont typeface="Arial" panose="020B0604020202020204" pitchFamily="34" charset="0"/>
              <a:buChar char="•"/>
              <a:defRPr sz="1800" kern="1200">
                <a:solidFill>
                  <a:schemeClr val="tx1"/>
                </a:solidFill>
                <a:latin typeface="Calibri" panose="020F0502020204030204" pitchFamily="34" charset="0"/>
                <a:ea typeface="+mn-ea"/>
                <a:cs typeface="Calibri" panose="020F0502020204030204" pitchFamily="34" charset="0"/>
              </a:defRPr>
            </a:lvl5pPr>
            <a:lvl6pPr marL="1885950" indent="-171450" algn="l" defTabSz="342900" rtl="0" eaLnBrk="1" latinLnBrk="0" hangingPunct="1">
              <a:spcBef>
                <a:spcPct val="20000"/>
              </a:spcBef>
              <a:buFont typeface="Arial"/>
              <a:buChar char="•"/>
              <a:defRPr sz="1500" kern="1200">
                <a:solidFill>
                  <a:schemeClr val="tx1"/>
                </a:solidFill>
                <a:latin typeface="+mn-lt"/>
                <a:ea typeface="+mn-ea"/>
                <a:cs typeface="+mn-cs"/>
              </a:defRPr>
            </a:lvl6pPr>
            <a:lvl7pPr marL="2228850" indent="-171450" algn="l" defTabSz="342900" rtl="0" eaLnBrk="1" latinLnBrk="0" hangingPunct="1">
              <a:spcBef>
                <a:spcPct val="20000"/>
              </a:spcBef>
              <a:buFont typeface="Arial"/>
              <a:buChar char="•"/>
              <a:defRPr sz="1500" kern="1200">
                <a:solidFill>
                  <a:schemeClr val="tx1"/>
                </a:solidFill>
                <a:latin typeface="+mn-lt"/>
                <a:ea typeface="+mn-ea"/>
                <a:cs typeface="+mn-cs"/>
              </a:defRPr>
            </a:lvl7pPr>
            <a:lvl8pPr marL="2571750" indent="-171450" algn="l" defTabSz="342900" rtl="0" eaLnBrk="1" latinLnBrk="0" hangingPunct="1">
              <a:spcBef>
                <a:spcPct val="20000"/>
              </a:spcBef>
              <a:buFont typeface="Arial"/>
              <a:buChar char="•"/>
              <a:defRPr sz="1500" kern="1200">
                <a:solidFill>
                  <a:schemeClr val="tx1"/>
                </a:solidFill>
                <a:latin typeface="+mn-lt"/>
                <a:ea typeface="+mn-ea"/>
                <a:cs typeface="+mn-cs"/>
              </a:defRPr>
            </a:lvl8pPr>
            <a:lvl9pPr marL="2914650" indent="-171450" algn="l" defTabSz="342900" rtl="0" eaLnBrk="1" latinLnBrk="0" hangingPunct="1">
              <a:spcBef>
                <a:spcPct val="20000"/>
              </a:spcBef>
              <a:buFont typeface="Arial"/>
              <a:buChar char="•"/>
              <a:defRPr sz="1500" kern="1200">
                <a:solidFill>
                  <a:schemeClr val="tx1"/>
                </a:solidFill>
                <a:latin typeface="+mn-lt"/>
                <a:ea typeface="+mn-ea"/>
                <a:cs typeface="+mn-cs"/>
              </a:defRPr>
            </a:lvl9pPr>
          </a:lstStyle>
          <a:p>
            <a:pPr marL="0" indent="0" algn="ctr">
              <a:buNone/>
            </a:pPr>
            <a:r>
              <a:rPr lang="en-US" sz="900" i="1" dirty="0"/>
              <a:t>Screenshot courtesy of Microsoft.</a:t>
            </a:r>
          </a:p>
        </p:txBody>
      </p:sp>
      <p:sp>
        <p:nvSpPr>
          <p:cNvPr id="3" name="Slide Number Placeholder 2">
            <a:extLst>
              <a:ext uri="{FF2B5EF4-FFF2-40B4-BE49-F238E27FC236}">
                <a16:creationId xmlns:a16="http://schemas.microsoft.com/office/drawing/2014/main" id="{3FF1668C-3F55-2D35-0AD9-E62704E43581}"/>
              </a:ext>
            </a:extLst>
          </p:cNvPr>
          <p:cNvSpPr>
            <a:spLocks noGrp="1"/>
          </p:cNvSpPr>
          <p:nvPr>
            <p:ph type="sldNum" sz="quarter" idx="10"/>
          </p:nvPr>
        </p:nvSpPr>
        <p:spPr/>
        <p:txBody>
          <a:bodyPr/>
          <a:lstStyle/>
          <a:p>
            <a:fld id="{B7CF8A19-3A9E-4ABC-B336-2FDDE321C72D}" type="slidenum">
              <a:rPr lang="en-US" smtClean="0"/>
              <a:pPr/>
              <a:t>28</a:t>
            </a:fld>
            <a:endParaRPr lang="en-US" dirty="0"/>
          </a:p>
        </p:txBody>
      </p:sp>
    </p:spTree>
    <p:extLst>
      <p:ext uri="{BB962C8B-B14F-4D97-AF65-F5344CB8AC3E}">
        <p14:creationId xmlns:p14="http://schemas.microsoft.com/office/powerpoint/2010/main" val="166421216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61A8E8-62F6-8B65-5FAA-A5D17351E7EA}"/>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D07A4169-9C1A-0BD9-3050-6236175837ED}"/>
              </a:ext>
            </a:extLst>
          </p:cNvPr>
          <p:cNvSpPr>
            <a:spLocks noGrp="1"/>
          </p:cNvSpPr>
          <p:nvPr>
            <p:ph type="title"/>
          </p:nvPr>
        </p:nvSpPr>
        <p:spPr/>
        <p:txBody>
          <a:bodyPr/>
          <a:lstStyle/>
          <a:p>
            <a:r>
              <a:rPr lang="en-US" b="1" i="0" dirty="0">
                <a:solidFill>
                  <a:srgbClr val="253644"/>
                </a:solidFill>
                <a:effectLst/>
              </a:rPr>
              <a:t>File Share Configuration </a:t>
            </a:r>
            <a:r>
              <a:rPr lang="en-US" sz="2000" b="1" i="0" dirty="0">
                <a:solidFill>
                  <a:srgbClr val="253644"/>
                </a:solidFill>
                <a:effectLst/>
              </a:rPr>
              <a:t>(Slide 1 of 2)</a:t>
            </a:r>
            <a:endParaRPr lang="en-US" sz="2000" dirty="0">
              <a:solidFill>
                <a:srgbClr val="253644"/>
              </a:solidFill>
            </a:endParaRPr>
          </a:p>
        </p:txBody>
      </p:sp>
      <p:sp>
        <p:nvSpPr>
          <p:cNvPr id="3" name="Content Placeholder 2">
            <a:extLst>
              <a:ext uri="{FF2B5EF4-FFF2-40B4-BE49-F238E27FC236}">
                <a16:creationId xmlns:a16="http://schemas.microsoft.com/office/drawing/2014/main" id="{0ED57C38-DB4C-2C60-75BB-44DDF418BD92}"/>
              </a:ext>
            </a:extLst>
          </p:cNvPr>
          <p:cNvSpPr>
            <a:spLocks noGrp="1"/>
          </p:cNvSpPr>
          <p:nvPr>
            <p:ph idx="1"/>
          </p:nvPr>
        </p:nvSpPr>
        <p:spPr>
          <a:xfrm>
            <a:off x="146050" y="746760"/>
            <a:ext cx="8066771" cy="4046220"/>
          </a:xfrm>
        </p:spPr>
        <p:txBody>
          <a:bodyPr vert="horz" lIns="91440" tIns="45720" rIns="91440" bIns="45720" rtlCol="0" anchor="t">
            <a:normAutofit/>
          </a:bodyPr>
          <a:lstStyle/>
          <a:p>
            <a:r>
              <a:rPr lang="en-US" dirty="0">
                <a:latin typeface="Calibri"/>
                <a:ea typeface="Calibri"/>
                <a:cs typeface="Calibri"/>
              </a:rPr>
              <a:t>Right-click item and select Give access to </a:t>
            </a:r>
          </a:p>
          <a:p>
            <a:pPr lvl="1"/>
            <a:r>
              <a:rPr lang="en-US" dirty="0">
                <a:latin typeface="Calibri"/>
                <a:ea typeface="Calibri"/>
                <a:cs typeface="Calibri"/>
              </a:rPr>
              <a:t>Select account, and then permissions</a:t>
            </a:r>
            <a:endParaRPr lang="en-US" dirty="0"/>
          </a:p>
          <a:p>
            <a:r>
              <a:rPr lang="en-US" dirty="0">
                <a:latin typeface="Calibri"/>
                <a:ea typeface="Calibri"/>
                <a:cs typeface="Calibri"/>
              </a:rPr>
              <a:t>Customize permissions </a:t>
            </a:r>
          </a:p>
          <a:p>
            <a:pPr lvl="1"/>
            <a:r>
              <a:rPr lang="en-US" dirty="0">
                <a:latin typeface="Calibri"/>
                <a:ea typeface="Calibri"/>
                <a:cs typeface="Calibri"/>
              </a:rPr>
              <a:t>Properties menu</a:t>
            </a:r>
          </a:p>
          <a:p>
            <a:pPr lvl="2"/>
            <a:r>
              <a:rPr lang="en-US" dirty="0">
                <a:latin typeface="Calibri"/>
                <a:ea typeface="Calibri"/>
                <a:cs typeface="Calibri"/>
              </a:rPr>
              <a:t>Share tab</a:t>
            </a:r>
            <a:endParaRPr lang="en-US" dirty="0">
              <a:ea typeface="Calibri"/>
            </a:endParaRPr>
          </a:p>
        </p:txBody>
      </p:sp>
      <p:sp>
        <p:nvSpPr>
          <p:cNvPr id="4" name="Slide Number Placeholder 3">
            <a:extLst>
              <a:ext uri="{FF2B5EF4-FFF2-40B4-BE49-F238E27FC236}">
                <a16:creationId xmlns:a16="http://schemas.microsoft.com/office/drawing/2014/main" id="{010967C6-B25C-A28F-651C-C0395EF70A59}"/>
              </a:ext>
            </a:extLst>
          </p:cNvPr>
          <p:cNvSpPr>
            <a:spLocks noGrp="1"/>
          </p:cNvSpPr>
          <p:nvPr>
            <p:ph type="sldNum" sz="quarter" idx="10"/>
          </p:nvPr>
        </p:nvSpPr>
        <p:spPr/>
        <p:txBody>
          <a:bodyPr/>
          <a:lstStyle/>
          <a:p>
            <a:fld id="{B7CF8A19-3A9E-4ABC-B336-2FDDE321C72D}" type="slidenum">
              <a:rPr lang="en-US" smtClean="0"/>
              <a:pPr/>
              <a:t>29</a:t>
            </a:fld>
            <a:endParaRPr lang="en-US" dirty="0"/>
          </a:p>
        </p:txBody>
      </p:sp>
    </p:spTree>
    <p:custDataLst>
      <p:tags r:id="rId1"/>
    </p:custDataLst>
    <p:extLst>
      <p:ext uri="{BB962C8B-B14F-4D97-AF65-F5344CB8AC3E}">
        <p14:creationId xmlns:p14="http://schemas.microsoft.com/office/powerpoint/2010/main" val="207851883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88252E-56D9-2915-6418-306D7A4FFA2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901D944-EFCE-8A92-D69C-F1783DC17746}"/>
              </a:ext>
            </a:extLst>
          </p:cNvPr>
          <p:cNvSpPr>
            <a:spLocks noGrp="1"/>
          </p:cNvSpPr>
          <p:nvPr>
            <p:ph type="title"/>
          </p:nvPr>
        </p:nvSpPr>
        <p:spPr/>
        <p:txBody>
          <a:bodyPr/>
          <a:lstStyle/>
          <a:p>
            <a:r>
              <a:rPr lang="en-US" b="1" i="0" dirty="0">
                <a:solidFill>
                  <a:srgbClr val="253644"/>
                </a:solidFill>
                <a:effectLst/>
              </a:rPr>
              <a:t>File Share Configuration </a:t>
            </a:r>
            <a:r>
              <a:rPr lang="en-US" sz="2000" b="1" i="0" dirty="0">
                <a:solidFill>
                  <a:srgbClr val="253644"/>
                </a:solidFill>
                <a:effectLst/>
              </a:rPr>
              <a:t>(Slide 2 of 2)</a:t>
            </a:r>
            <a:endParaRPr lang="en-US" sz="2000" dirty="0"/>
          </a:p>
        </p:txBody>
      </p:sp>
      <p:pic>
        <p:nvPicPr>
          <p:cNvPr id="6" name="Picture 5" descr="Network Access window showing sharing permissions for Everyone (read-only) and James at CompTIA (owner).">
            <a:extLst>
              <a:ext uri="{FF2B5EF4-FFF2-40B4-BE49-F238E27FC236}">
                <a16:creationId xmlns:a16="http://schemas.microsoft.com/office/drawing/2014/main" id="{266BDA4F-46D7-A950-75C1-1385F232B932}"/>
              </a:ext>
            </a:extLst>
          </p:cNvPr>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1894090" y="756710"/>
            <a:ext cx="5355820" cy="3960166"/>
          </a:xfrm>
          <a:prstGeom prst="rect">
            <a:avLst/>
          </a:prstGeom>
          <a:noFill/>
          <a:ln>
            <a:noFill/>
          </a:ln>
        </p:spPr>
      </p:pic>
      <p:sp>
        <p:nvSpPr>
          <p:cNvPr id="7" name="Content Placeholder 11">
            <a:extLst>
              <a:ext uri="{FF2B5EF4-FFF2-40B4-BE49-F238E27FC236}">
                <a16:creationId xmlns:a16="http://schemas.microsoft.com/office/drawing/2014/main" id="{F81948CF-3041-8C18-54F5-AA92460437F1}"/>
              </a:ext>
            </a:extLst>
          </p:cNvPr>
          <p:cNvSpPr txBox="1">
            <a:spLocks/>
          </p:cNvSpPr>
          <p:nvPr/>
        </p:nvSpPr>
        <p:spPr>
          <a:xfrm>
            <a:off x="1894091" y="4748306"/>
            <a:ext cx="5355820" cy="274768"/>
          </a:xfrm>
          <a:prstGeom prst="rect">
            <a:avLst/>
          </a:prstGeom>
        </p:spPr>
        <p:txBody>
          <a:bodyPr/>
          <a:lstStyle>
            <a:lvl1pPr marL="257175" indent="-257175" algn="l" defTabSz="342900" rtl="0" eaLnBrk="1" latinLnBrk="0" hangingPunct="1">
              <a:spcBef>
                <a:spcPts val="600"/>
              </a:spcBef>
              <a:spcAft>
                <a:spcPts val="0"/>
              </a:spcAft>
              <a:buClrTx/>
              <a:buFont typeface="Arial" panose="020B0604020202020204" pitchFamily="34" charset="0"/>
              <a:buChar char="•"/>
              <a:defRPr sz="2400" kern="1200">
                <a:solidFill>
                  <a:schemeClr val="tx1"/>
                </a:solidFill>
                <a:latin typeface="Calibri" panose="020F0502020204030204" pitchFamily="34" charset="0"/>
                <a:ea typeface="+mn-ea"/>
                <a:cs typeface="Calibri" panose="020F0502020204030204" pitchFamily="34" charset="0"/>
              </a:defRPr>
            </a:lvl1pPr>
            <a:lvl2pPr marL="571500" indent="-228600" algn="l" defTabSz="342900" rtl="0" eaLnBrk="1" latinLnBrk="0" hangingPunct="1">
              <a:spcBef>
                <a:spcPts val="600"/>
              </a:spcBef>
              <a:spcAft>
                <a:spcPts val="0"/>
              </a:spcAft>
              <a:buClrTx/>
              <a:buFont typeface="Arial" panose="020B0604020202020204" pitchFamily="34" charset="0"/>
              <a:buChar char="•"/>
              <a:defRPr sz="2000" kern="1200">
                <a:solidFill>
                  <a:schemeClr val="tx1"/>
                </a:solidFill>
                <a:latin typeface="Calibri" panose="020F0502020204030204" pitchFamily="34" charset="0"/>
                <a:ea typeface="+mn-ea"/>
                <a:cs typeface="Calibri" panose="020F0502020204030204" pitchFamily="34" charset="0"/>
              </a:defRPr>
            </a:lvl2pPr>
            <a:lvl3pPr marL="857250" indent="-171450" algn="l" defTabSz="342900" rtl="0" eaLnBrk="1" latinLnBrk="0" hangingPunct="1">
              <a:spcBef>
                <a:spcPts val="600"/>
              </a:spcBef>
              <a:spcAft>
                <a:spcPts val="0"/>
              </a:spcAft>
              <a:buClrTx/>
              <a:buSzPct val="100000"/>
              <a:buFont typeface="Arial" panose="020B0604020202020204" pitchFamily="34" charset="0"/>
              <a:buChar char="•"/>
              <a:defRPr sz="1800" kern="1200">
                <a:solidFill>
                  <a:schemeClr val="tx1"/>
                </a:solidFill>
                <a:latin typeface="Calibri" panose="020F0502020204030204" pitchFamily="34" charset="0"/>
                <a:ea typeface="+mn-ea"/>
                <a:cs typeface="Calibri" panose="020F0502020204030204" pitchFamily="34" charset="0"/>
              </a:defRPr>
            </a:lvl3pPr>
            <a:lvl4pPr marL="1200150" indent="-171450" algn="l" defTabSz="342900" rtl="0" eaLnBrk="1" latinLnBrk="0" hangingPunct="1">
              <a:spcBef>
                <a:spcPts val="600"/>
              </a:spcBef>
              <a:spcAft>
                <a:spcPts val="0"/>
              </a:spcAft>
              <a:buClrTx/>
              <a:buFont typeface="Arial" panose="020B0604020202020204" pitchFamily="34" charset="0"/>
              <a:buChar char="•"/>
              <a:defRPr sz="1800" kern="1200">
                <a:solidFill>
                  <a:schemeClr val="tx1"/>
                </a:solidFill>
                <a:latin typeface="Calibri" panose="020F0502020204030204" pitchFamily="34" charset="0"/>
                <a:ea typeface="+mn-ea"/>
                <a:cs typeface="Calibri" panose="020F0502020204030204" pitchFamily="34" charset="0"/>
              </a:defRPr>
            </a:lvl4pPr>
            <a:lvl5pPr marL="1543050" indent="-171450" algn="l" defTabSz="342900" rtl="0" eaLnBrk="1" latinLnBrk="0" hangingPunct="1">
              <a:spcBef>
                <a:spcPts val="600"/>
              </a:spcBef>
              <a:spcAft>
                <a:spcPts val="0"/>
              </a:spcAft>
              <a:buClrTx/>
              <a:buFont typeface="Arial" panose="020B0604020202020204" pitchFamily="34" charset="0"/>
              <a:buChar char="•"/>
              <a:defRPr sz="1800" kern="1200">
                <a:solidFill>
                  <a:schemeClr val="tx1"/>
                </a:solidFill>
                <a:latin typeface="Calibri" panose="020F0502020204030204" pitchFamily="34" charset="0"/>
                <a:ea typeface="+mn-ea"/>
                <a:cs typeface="Calibri" panose="020F0502020204030204" pitchFamily="34" charset="0"/>
              </a:defRPr>
            </a:lvl5pPr>
            <a:lvl6pPr marL="1885950" indent="-171450" algn="l" defTabSz="342900" rtl="0" eaLnBrk="1" latinLnBrk="0" hangingPunct="1">
              <a:spcBef>
                <a:spcPct val="20000"/>
              </a:spcBef>
              <a:buFont typeface="Arial"/>
              <a:buChar char="•"/>
              <a:defRPr sz="1500" kern="1200">
                <a:solidFill>
                  <a:schemeClr val="tx1"/>
                </a:solidFill>
                <a:latin typeface="+mn-lt"/>
                <a:ea typeface="+mn-ea"/>
                <a:cs typeface="+mn-cs"/>
              </a:defRPr>
            </a:lvl6pPr>
            <a:lvl7pPr marL="2228850" indent="-171450" algn="l" defTabSz="342900" rtl="0" eaLnBrk="1" latinLnBrk="0" hangingPunct="1">
              <a:spcBef>
                <a:spcPct val="20000"/>
              </a:spcBef>
              <a:buFont typeface="Arial"/>
              <a:buChar char="•"/>
              <a:defRPr sz="1500" kern="1200">
                <a:solidFill>
                  <a:schemeClr val="tx1"/>
                </a:solidFill>
                <a:latin typeface="+mn-lt"/>
                <a:ea typeface="+mn-ea"/>
                <a:cs typeface="+mn-cs"/>
              </a:defRPr>
            </a:lvl7pPr>
            <a:lvl8pPr marL="2571750" indent="-171450" algn="l" defTabSz="342900" rtl="0" eaLnBrk="1" latinLnBrk="0" hangingPunct="1">
              <a:spcBef>
                <a:spcPct val="20000"/>
              </a:spcBef>
              <a:buFont typeface="Arial"/>
              <a:buChar char="•"/>
              <a:defRPr sz="1500" kern="1200">
                <a:solidFill>
                  <a:schemeClr val="tx1"/>
                </a:solidFill>
                <a:latin typeface="+mn-lt"/>
                <a:ea typeface="+mn-ea"/>
                <a:cs typeface="+mn-cs"/>
              </a:defRPr>
            </a:lvl8pPr>
            <a:lvl9pPr marL="2914650" indent="-171450" algn="l" defTabSz="342900" rtl="0" eaLnBrk="1" latinLnBrk="0" hangingPunct="1">
              <a:spcBef>
                <a:spcPct val="20000"/>
              </a:spcBef>
              <a:buFont typeface="Arial"/>
              <a:buChar char="•"/>
              <a:defRPr sz="1500" kern="1200">
                <a:solidFill>
                  <a:schemeClr val="tx1"/>
                </a:solidFill>
                <a:latin typeface="+mn-lt"/>
                <a:ea typeface="+mn-ea"/>
                <a:cs typeface="+mn-cs"/>
              </a:defRPr>
            </a:lvl9pPr>
          </a:lstStyle>
          <a:p>
            <a:pPr marL="0" indent="0" algn="ctr">
              <a:buNone/>
            </a:pPr>
            <a:r>
              <a:rPr lang="en-US" sz="900" i="1" dirty="0"/>
              <a:t>Screenshot courtesy of Microsoft.</a:t>
            </a:r>
          </a:p>
        </p:txBody>
      </p:sp>
      <p:sp>
        <p:nvSpPr>
          <p:cNvPr id="3" name="Slide Number Placeholder 2">
            <a:extLst>
              <a:ext uri="{FF2B5EF4-FFF2-40B4-BE49-F238E27FC236}">
                <a16:creationId xmlns:a16="http://schemas.microsoft.com/office/drawing/2014/main" id="{8834886B-AF35-E00D-4320-5CD0119F201A}"/>
              </a:ext>
            </a:extLst>
          </p:cNvPr>
          <p:cNvSpPr>
            <a:spLocks noGrp="1"/>
          </p:cNvSpPr>
          <p:nvPr>
            <p:ph type="sldNum" sz="quarter" idx="10"/>
          </p:nvPr>
        </p:nvSpPr>
        <p:spPr/>
        <p:txBody>
          <a:bodyPr/>
          <a:lstStyle/>
          <a:p>
            <a:fld id="{B7CF8A19-3A9E-4ABC-B336-2FDDE321C72D}" type="slidenum">
              <a:rPr lang="en-US" smtClean="0"/>
              <a:pPr/>
              <a:t>30</a:t>
            </a:fld>
            <a:endParaRPr lang="en-US" dirty="0"/>
          </a:p>
        </p:txBody>
      </p:sp>
    </p:spTree>
    <p:extLst>
      <p:ext uri="{BB962C8B-B14F-4D97-AF65-F5344CB8AC3E}">
        <p14:creationId xmlns:p14="http://schemas.microsoft.com/office/powerpoint/2010/main" val="331135789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0DE81B-9FAC-5B09-E8CD-C15A89DB769C}"/>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1BA31605-76B1-4CB6-32A5-F8178B08C7F4}"/>
              </a:ext>
            </a:extLst>
          </p:cNvPr>
          <p:cNvSpPr>
            <a:spLocks noGrp="1"/>
          </p:cNvSpPr>
          <p:nvPr>
            <p:ph type="title"/>
          </p:nvPr>
        </p:nvSpPr>
        <p:spPr/>
        <p:txBody>
          <a:bodyPr/>
          <a:lstStyle/>
          <a:p>
            <a:r>
              <a:rPr lang="en-US" b="1" i="0" dirty="0">
                <a:solidFill>
                  <a:srgbClr val="253644"/>
                </a:solidFill>
                <a:effectLst/>
              </a:rPr>
              <a:t>Network Browsing and Mapping Drives </a:t>
            </a:r>
            <a:r>
              <a:rPr lang="en-US" sz="2000" b="1" i="0" dirty="0">
                <a:solidFill>
                  <a:srgbClr val="253644"/>
                </a:solidFill>
                <a:effectLst/>
              </a:rPr>
              <a:t>(Slide 1 of 3)</a:t>
            </a:r>
            <a:endParaRPr lang="en-US" sz="2000" dirty="0">
              <a:solidFill>
                <a:srgbClr val="253644"/>
              </a:solidFill>
            </a:endParaRPr>
          </a:p>
        </p:txBody>
      </p:sp>
      <p:sp>
        <p:nvSpPr>
          <p:cNvPr id="3" name="Content Placeholder 2">
            <a:extLst>
              <a:ext uri="{FF2B5EF4-FFF2-40B4-BE49-F238E27FC236}">
                <a16:creationId xmlns:a16="http://schemas.microsoft.com/office/drawing/2014/main" id="{9C69A3EC-20A0-61DD-01B2-7EAA1F32C325}"/>
              </a:ext>
            </a:extLst>
          </p:cNvPr>
          <p:cNvSpPr>
            <a:spLocks noGrp="1"/>
          </p:cNvSpPr>
          <p:nvPr>
            <p:ph idx="1"/>
          </p:nvPr>
        </p:nvSpPr>
        <p:spPr>
          <a:xfrm>
            <a:off x="146050" y="746760"/>
            <a:ext cx="8066771" cy="4046220"/>
          </a:xfrm>
        </p:spPr>
        <p:txBody>
          <a:bodyPr vert="horz" lIns="91440" tIns="45720" rIns="91440" bIns="45720" rtlCol="0" anchor="t">
            <a:normAutofit/>
          </a:bodyPr>
          <a:lstStyle/>
          <a:p>
            <a:r>
              <a:rPr lang="en-US" dirty="0">
                <a:latin typeface="Calibri"/>
                <a:ea typeface="Calibri"/>
                <a:cs typeface="Calibri"/>
              </a:rPr>
              <a:t>Network object in File Explorer</a:t>
            </a:r>
          </a:p>
          <a:p>
            <a:pPr lvl="1"/>
            <a:r>
              <a:rPr lang="en-US" dirty="0">
                <a:latin typeface="Calibri"/>
                <a:ea typeface="Calibri"/>
                <a:cs typeface="Calibri"/>
              </a:rPr>
              <a:t>Shows any networked device connected to the same network</a:t>
            </a:r>
            <a:endParaRPr lang="en-US" dirty="0">
              <a:ea typeface="Calibri"/>
            </a:endParaRPr>
          </a:p>
          <a:p>
            <a:r>
              <a:rPr lang="en-US" dirty="0">
                <a:latin typeface="Calibri"/>
                <a:ea typeface="Calibri"/>
                <a:cs typeface="Calibri"/>
              </a:rPr>
              <a:t>Mapped Drives</a:t>
            </a:r>
            <a:endParaRPr lang="en-US" dirty="0">
              <a:ea typeface="Calibri"/>
            </a:endParaRPr>
          </a:p>
          <a:p>
            <a:pPr lvl="1"/>
            <a:r>
              <a:rPr lang="en-US" dirty="0">
                <a:latin typeface="Calibri"/>
                <a:ea typeface="Calibri"/>
                <a:cs typeface="Calibri"/>
              </a:rPr>
              <a:t>Network shares that can be reconnected every time a user logs in</a:t>
            </a:r>
          </a:p>
          <a:p>
            <a:r>
              <a:rPr lang="en-US" i="1" dirty="0">
                <a:latin typeface="Calibri"/>
                <a:ea typeface="Calibri"/>
                <a:cs typeface="Calibri"/>
              </a:rPr>
              <a:t>net and net use</a:t>
            </a:r>
            <a:r>
              <a:rPr lang="en-US" dirty="0">
                <a:latin typeface="Calibri"/>
                <a:ea typeface="Calibri"/>
                <a:cs typeface="Calibri"/>
              </a:rPr>
              <a:t> command</a:t>
            </a:r>
          </a:p>
        </p:txBody>
      </p:sp>
      <p:sp>
        <p:nvSpPr>
          <p:cNvPr id="4" name="Slide Number Placeholder 3">
            <a:extLst>
              <a:ext uri="{FF2B5EF4-FFF2-40B4-BE49-F238E27FC236}">
                <a16:creationId xmlns:a16="http://schemas.microsoft.com/office/drawing/2014/main" id="{1ACBEDFB-A480-72BB-5D72-AAA5A1A21D80}"/>
              </a:ext>
            </a:extLst>
          </p:cNvPr>
          <p:cNvSpPr>
            <a:spLocks noGrp="1"/>
          </p:cNvSpPr>
          <p:nvPr>
            <p:ph type="sldNum" sz="quarter" idx="10"/>
          </p:nvPr>
        </p:nvSpPr>
        <p:spPr/>
        <p:txBody>
          <a:bodyPr/>
          <a:lstStyle/>
          <a:p>
            <a:fld id="{B7CF8A19-3A9E-4ABC-B336-2FDDE321C72D}" type="slidenum">
              <a:rPr lang="en-US" smtClean="0"/>
              <a:pPr/>
              <a:t>31</a:t>
            </a:fld>
            <a:endParaRPr lang="en-US" dirty="0"/>
          </a:p>
        </p:txBody>
      </p:sp>
    </p:spTree>
    <p:custDataLst>
      <p:tags r:id="rId1"/>
    </p:custDataLst>
    <p:extLst>
      <p:ext uri="{BB962C8B-B14F-4D97-AF65-F5344CB8AC3E}">
        <p14:creationId xmlns:p14="http://schemas.microsoft.com/office/powerpoint/2010/main" val="388947811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E46A12-896A-252B-CC03-4D849152C74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5A61DE2-56B1-CB78-AC57-92B9E939C540}"/>
              </a:ext>
            </a:extLst>
          </p:cNvPr>
          <p:cNvSpPr>
            <a:spLocks noGrp="1"/>
          </p:cNvSpPr>
          <p:nvPr>
            <p:ph type="title"/>
          </p:nvPr>
        </p:nvSpPr>
        <p:spPr/>
        <p:txBody>
          <a:bodyPr/>
          <a:lstStyle/>
          <a:p>
            <a:r>
              <a:rPr lang="en-US" b="1" i="0" dirty="0">
                <a:solidFill>
                  <a:srgbClr val="253644"/>
                </a:solidFill>
                <a:effectLst/>
              </a:rPr>
              <a:t>Network Browsing and Mapping Drives </a:t>
            </a:r>
            <a:r>
              <a:rPr lang="en-US" sz="2000" b="1" i="0" dirty="0">
                <a:solidFill>
                  <a:srgbClr val="253644"/>
                </a:solidFill>
                <a:effectLst/>
              </a:rPr>
              <a:t>(Slide 2 of 3)</a:t>
            </a:r>
            <a:endParaRPr lang="en-US" sz="2000" dirty="0"/>
          </a:p>
        </p:txBody>
      </p:sp>
      <p:pic>
        <p:nvPicPr>
          <p:cNvPr id="5" name="Picture 4" descr="Network folder showing shared devices and printers.">
            <a:extLst>
              <a:ext uri="{FF2B5EF4-FFF2-40B4-BE49-F238E27FC236}">
                <a16:creationId xmlns:a16="http://schemas.microsoft.com/office/drawing/2014/main" id="{ABD37822-F527-7149-373B-018FE2031509}"/>
              </a:ext>
            </a:extLst>
          </p:cNvPr>
          <p:cNvPicPr>
            <a:picLocks noChangeAspect="1"/>
          </p:cNvPicPr>
          <p:nvPr/>
        </p:nvPicPr>
        <p:blipFill>
          <a:blip r:embed="rId3"/>
          <a:stretch>
            <a:fillRect/>
          </a:stretch>
        </p:blipFill>
        <p:spPr>
          <a:xfrm>
            <a:off x="1584607" y="753666"/>
            <a:ext cx="5974783" cy="4015164"/>
          </a:xfrm>
          <a:prstGeom prst="rect">
            <a:avLst/>
          </a:prstGeom>
          <a:noFill/>
          <a:ln>
            <a:noFill/>
          </a:ln>
        </p:spPr>
      </p:pic>
      <p:sp>
        <p:nvSpPr>
          <p:cNvPr id="7" name="Content Placeholder 11">
            <a:extLst>
              <a:ext uri="{FF2B5EF4-FFF2-40B4-BE49-F238E27FC236}">
                <a16:creationId xmlns:a16="http://schemas.microsoft.com/office/drawing/2014/main" id="{1BAB84FC-2B1D-6518-1EE0-EC79EC291758}"/>
              </a:ext>
            </a:extLst>
          </p:cNvPr>
          <p:cNvSpPr txBox="1">
            <a:spLocks/>
          </p:cNvSpPr>
          <p:nvPr/>
        </p:nvSpPr>
        <p:spPr>
          <a:xfrm>
            <a:off x="1584607" y="4781862"/>
            <a:ext cx="5974783" cy="274768"/>
          </a:xfrm>
          <a:prstGeom prst="rect">
            <a:avLst/>
          </a:prstGeom>
        </p:spPr>
        <p:txBody>
          <a:bodyPr/>
          <a:lstStyle>
            <a:lvl1pPr marL="257175" indent="-257175" algn="l" defTabSz="342900" rtl="0" eaLnBrk="1" latinLnBrk="0" hangingPunct="1">
              <a:spcBef>
                <a:spcPts val="600"/>
              </a:spcBef>
              <a:spcAft>
                <a:spcPts val="0"/>
              </a:spcAft>
              <a:buClrTx/>
              <a:buFont typeface="Arial" panose="020B0604020202020204" pitchFamily="34" charset="0"/>
              <a:buChar char="•"/>
              <a:defRPr sz="2400" kern="1200">
                <a:solidFill>
                  <a:schemeClr val="tx1"/>
                </a:solidFill>
                <a:latin typeface="Calibri" panose="020F0502020204030204" pitchFamily="34" charset="0"/>
                <a:ea typeface="+mn-ea"/>
                <a:cs typeface="Calibri" panose="020F0502020204030204" pitchFamily="34" charset="0"/>
              </a:defRPr>
            </a:lvl1pPr>
            <a:lvl2pPr marL="571500" indent="-228600" algn="l" defTabSz="342900" rtl="0" eaLnBrk="1" latinLnBrk="0" hangingPunct="1">
              <a:spcBef>
                <a:spcPts val="600"/>
              </a:spcBef>
              <a:spcAft>
                <a:spcPts val="0"/>
              </a:spcAft>
              <a:buClrTx/>
              <a:buFont typeface="Arial" panose="020B0604020202020204" pitchFamily="34" charset="0"/>
              <a:buChar char="•"/>
              <a:defRPr sz="2000" kern="1200">
                <a:solidFill>
                  <a:schemeClr val="tx1"/>
                </a:solidFill>
                <a:latin typeface="Calibri" panose="020F0502020204030204" pitchFamily="34" charset="0"/>
                <a:ea typeface="+mn-ea"/>
                <a:cs typeface="Calibri" panose="020F0502020204030204" pitchFamily="34" charset="0"/>
              </a:defRPr>
            </a:lvl2pPr>
            <a:lvl3pPr marL="857250" indent="-171450" algn="l" defTabSz="342900" rtl="0" eaLnBrk="1" latinLnBrk="0" hangingPunct="1">
              <a:spcBef>
                <a:spcPts val="600"/>
              </a:spcBef>
              <a:spcAft>
                <a:spcPts val="0"/>
              </a:spcAft>
              <a:buClrTx/>
              <a:buSzPct val="100000"/>
              <a:buFont typeface="Arial" panose="020B0604020202020204" pitchFamily="34" charset="0"/>
              <a:buChar char="•"/>
              <a:defRPr sz="1800" kern="1200">
                <a:solidFill>
                  <a:schemeClr val="tx1"/>
                </a:solidFill>
                <a:latin typeface="Calibri" panose="020F0502020204030204" pitchFamily="34" charset="0"/>
                <a:ea typeface="+mn-ea"/>
                <a:cs typeface="Calibri" panose="020F0502020204030204" pitchFamily="34" charset="0"/>
              </a:defRPr>
            </a:lvl3pPr>
            <a:lvl4pPr marL="1200150" indent="-171450" algn="l" defTabSz="342900" rtl="0" eaLnBrk="1" latinLnBrk="0" hangingPunct="1">
              <a:spcBef>
                <a:spcPts val="600"/>
              </a:spcBef>
              <a:spcAft>
                <a:spcPts val="0"/>
              </a:spcAft>
              <a:buClrTx/>
              <a:buFont typeface="Arial" panose="020B0604020202020204" pitchFamily="34" charset="0"/>
              <a:buChar char="•"/>
              <a:defRPr sz="1800" kern="1200">
                <a:solidFill>
                  <a:schemeClr val="tx1"/>
                </a:solidFill>
                <a:latin typeface="Calibri" panose="020F0502020204030204" pitchFamily="34" charset="0"/>
                <a:ea typeface="+mn-ea"/>
                <a:cs typeface="Calibri" panose="020F0502020204030204" pitchFamily="34" charset="0"/>
              </a:defRPr>
            </a:lvl4pPr>
            <a:lvl5pPr marL="1543050" indent="-171450" algn="l" defTabSz="342900" rtl="0" eaLnBrk="1" latinLnBrk="0" hangingPunct="1">
              <a:spcBef>
                <a:spcPts val="600"/>
              </a:spcBef>
              <a:spcAft>
                <a:spcPts val="0"/>
              </a:spcAft>
              <a:buClrTx/>
              <a:buFont typeface="Arial" panose="020B0604020202020204" pitchFamily="34" charset="0"/>
              <a:buChar char="•"/>
              <a:defRPr sz="1800" kern="1200">
                <a:solidFill>
                  <a:schemeClr val="tx1"/>
                </a:solidFill>
                <a:latin typeface="Calibri" panose="020F0502020204030204" pitchFamily="34" charset="0"/>
                <a:ea typeface="+mn-ea"/>
                <a:cs typeface="Calibri" panose="020F0502020204030204" pitchFamily="34" charset="0"/>
              </a:defRPr>
            </a:lvl5pPr>
            <a:lvl6pPr marL="1885950" indent="-171450" algn="l" defTabSz="342900" rtl="0" eaLnBrk="1" latinLnBrk="0" hangingPunct="1">
              <a:spcBef>
                <a:spcPct val="20000"/>
              </a:spcBef>
              <a:buFont typeface="Arial"/>
              <a:buChar char="•"/>
              <a:defRPr sz="1500" kern="1200">
                <a:solidFill>
                  <a:schemeClr val="tx1"/>
                </a:solidFill>
                <a:latin typeface="+mn-lt"/>
                <a:ea typeface="+mn-ea"/>
                <a:cs typeface="+mn-cs"/>
              </a:defRPr>
            </a:lvl6pPr>
            <a:lvl7pPr marL="2228850" indent="-171450" algn="l" defTabSz="342900" rtl="0" eaLnBrk="1" latinLnBrk="0" hangingPunct="1">
              <a:spcBef>
                <a:spcPct val="20000"/>
              </a:spcBef>
              <a:buFont typeface="Arial"/>
              <a:buChar char="•"/>
              <a:defRPr sz="1500" kern="1200">
                <a:solidFill>
                  <a:schemeClr val="tx1"/>
                </a:solidFill>
                <a:latin typeface="+mn-lt"/>
                <a:ea typeface="+mn-ea"/>
                <a:cs typeface="+mn-cs"/>
              </a:defRPr>
            </a:lvl7pPr>
            <a:lvl8pPr marL="2571750" indent="-171450" algn="l" defTabSz="342900" rtl="0" eaLnBrk="1" latinLnBrk="0" hangingPunct="1">
              <a:spcBef>
                <a:spcPct val="20000"/>
              </a:spcBef>
              <a:buFont typeface="Arial"/>
              <a:buChar char="•"/>
              <a:defRPr sz="1500" kern="1200">
                <a:solidFill>
                  <a:schemeClr val="tx1"/>
                </a:solidFill>
                <a:latin typeface="+mn-lt"/>
                <a:ea typeface="+mn-ea"/>
                <a:cs typeface="+mn-cs"/>
              </a:defRPr>
            </a:lvl8pPr>
            <a:lvl9pPr marL="2914650" indent="-171450" algn="l" defTabSz="342900" rtl="0" eaLnBrk="1" latinLnBrk="0" hangingPunct="1">
              <a:spcBef>
                <a:spcPct val="20000"/>
              </a:spcBef>
              <a:buFont typeface="Arial"/>
              <a:buChar char="•"/>
              <a:defRPr sz="1500" kern="1200">
                <a:solidFill>
                  <a:schemeClr val="tx1"/>
                </a:solidFill>
                <a:latin typeface="+mn-lt"/>
                <a:ea typeface="+mn-ea"/>
                <a:cs typeface="+mn-cs"/>
              </a:defRPr>
            </a:lvl9pPr>
          </a:lstStyle>
          <a:p>
            <a:pPr marL="0" indent="0" algn="ctr">
              <a:buNone/>
            </a:pPr>
            <a:r>
              <a:rPr lang="en-US" sz="900" i="1" dirty="0"/>
              <a:t>Screenshot courtesy of Microsoft.</a:t>
            </a:r>
          </a:p>
        </p:txBody>
      </p:sp>
      <p:sp>
        <p:nvSpPr>
          <p:cNvPr id="3" name="Slide Number Placeholder 2">
            <a:extLst>
              <a:ext uri="{FF2B5EF4-FFF2-40B4-BE49-F238E27FC236}">
                <a16:creationId xmlns:a16="http://schemas.microsoft.com/office/drawing/2014/main" id="{8C35B328-1E1E-948D-7B3B-6C4C44EF717F}"/>
              </a:ext>
            </a:extLst>
          </p:cNvPr>
          <p:cNvSpPr>
            <a:spLocks noGrp="1"/>
          </p:cNvSpPr>
          <p:nvPr>
            <p:ph type="sldNum" sz="quarter" idx="10"/>
          </p:nvPr>
        </p:nvSpPr>
        <p:spPr/>
        <p:txBody>
          <a:bodyPr/>
          <a:lstStyle/>
          <a:p>
            <a:fld id="{B7CF8A19-3A9E-4ABC-B336-2FDDE321C72D}" type="slidenum">
              <a:rPr lang="en-US" smtClean="0"/>
              <a:pPr/>
              <a:t>32</a:t>
            </a:fld>
            <a:endParaRPr lang="en-US" dirty="0"/>
          </a:p>
        </p:txBody>
      </p:sp>
    </p:spTree>
    <p:extLst>
      <p:ext uri="{BB962C8B-B14F-4D97-AF65-F5344CB8AC3E}">
        <p14:creationId xmlns:p14="http://schemas.microsoft.com/office/powerpoint/2010/main" val="2321270701"/>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865AD0-806C-C522-47C9-456CC21BA24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C39B22C-3FBB-D166-8BC0-F1247C07B4DA}"/>
              </a:ext>
            </a:extLst>
          </p:cNvPr>
          <p:cNvSpPr>
            <a:spLocks noGrp="1"/>
          </p:cNvSpPr>
          <p:nvPr>
            <p:ph type="title"/>
          </p:nvPr>
        </p:nvSpPr>
        <p:spPr/>
        <p:txBody>
          <a:bodyPr/>
          <a:lstStyle/>
          <a:p>
            <a:r>
              <a:rPr lang="en-US" b="1" i="0" dirty="0">
                <a:solidFill>
                  <a:srgbClr val="253644"/>
                </a:solidFill>
                <a:effectLst/>
              </a:rPr>
              <a:t>Network Browsing and Mapping Drives </a:t>
            </a:r>
            <a:r>
              <a:rPr lang="en-US" sz="2000" b="1" i="0" dirty="0">
                <a:solidFill>
                  <a:srgbClr val="253644"/>
                </a:solidFill>
                <a:effectLst/>
              </a:rPr>
              <a:t>(Slide 3 of 3)</a:t>
            </a:r>
            <a:endParaRPr lang="en-US" sz="2000" dirty="0"/>
          </a:p>
        </p:txBody>
      </p:sp>
      <p:pic>
        <p:nvPicPr>
          <p:cNvPr id="5" name="Picture 4" descr="Map Network Drive window showing a prompt to map a shared folder to a specific drive letter with optional settings.">
            <a:extLst>
              <a:ext uri="{FF2B5EF4-FFF2-40B4-BE49-F238E27FC236}">
                <a16:creationId xmlns:a16="http://schemas.microsoft.com/office/drawing/2014/main" id="{FBD7C4A3-2A2D-E80E-7653-4A49BA8767F5}"/>
              </a:ext>
            </a:extLst>
          </p:cNvPr>
          <p:cNvPicPr>
            <a:picLocks noChangeAspect="1"/>
          </p:cNvPicPr>
          <p:nvPr/>
        </p:nvPicPr>
        <p:blipFill>
          <a:blip r:embed="rId3"/>
          <a:stretch>
            <a:fillRect/>
          </a:stretch>
        </p:blipFill>
        <p:spPr>
          <a:xfrm>
            <a:off x="1027651" y="743708"/>
            <a:ext cx="7088696" cy="3864139"/>
          </a:xfrm>
          <a:prstGeom prst="rect">
            <a:avLst/>
          </a:prstGeom>
          <a:noFill/>
          <a:ln>
            <a:noFill/>
          </a:ln>
        </p:spPr>
      </p:pic>
      <p:sp>
        <p:nvSpPr>
          <p:cNvPr id="7" name="Content Placeholder 11">
            <a:extLst>
              <a:ext uri="{FF2B5EF4-FFF2-40B4-BE49-F238E27FC236}">
                <a16:creationId xmlns:a16="http://schemas.microsoft.com/office/drawing/2014/main" id="{EB12B5E4-D6F3-DCC1-1F16-800D198288E3}"/>
              </a:ext>
            </a:extLst>
          </p:cNvPr>
          <p:cNvSpPr txBox="1">
            <a:spLocks/>
          </p:cNvSpPr>
          <p:nvPr/>
        </p:nvSpPr>
        <p:spPr>
          <a:xfrm>
            <a:off x="1027651" y="4610922"/>
            <a:ext cx="7088696" cy="274768"/>
          </a:xfrm>
          <a:prstGeom prst="rect">
            <a:avLst/>
          </a:prstGeom>
        </p:spPr>
        <p:txBody>
          <a:bodyPr/>
          <a:lstStyle>
            <a:lvl1pPr marL="257175" indent="-257175" algn="l" defTabSz="342900" rtl="0" eaLnBrk="1" latinLnBrk="0" hangingPunct="1">
              <a:spcBef>
                <a:spcPts val="600"/>
              </a:spcBef>
              <a:spcAft>
                <a:spcPts val="0"/>
              </a:spcAft>
              <a:buClrTx/>
              <a:buFont typeface="Arial" panose="020B0604020202020204" pitchFamily="34" charset="0"/>
              <a:buChar char="•"/>
              <a:defRPr sz="2400" kern="1200">
                <a:solidFill>
                  <a:schemeClr val="tx1"/>
                </a:solidFill>
                <a:latin typeface="Calibri" panose="020F0502020204030204" pitchFamily="34" charset="0"/>
                <a:ea typeface="+mn-ea"/>
                <a:cs typeface="Calibri" panose="020F0502020204030204" pitchFamily="34" charset="0"/>
              </a:defRPr>
            </a:lvl1pPr>
            <a:lvl2pPr marL="571500" indent="-228600" algn="l" defTabSz="342900" rtl="0" eaLnBrk="1" latinLnBrk="0" hangingPunct="1">
              <a:spcBef>
                <a:spcPts val="600"/>
              </a:spcBef>
              <a:spcAft>
                <a:spcPts val="0"/>
              </a:spcAft>
              <a:buClrTx/>
              <a:buFont typeface="Arial" panose="020B0604020202020204" pitchFamily="34" charset="0"/>
              <a:buChar char="•"/>
              <a:defRPr sz="2000" kern="1200">
                <a:solidFill>
                  <a:schemeClr val="tx1"/>
                </a:solidFill>
                <a:latin typeface="Calibri" panose="020F0502020204030204" pitchFamily="34" charset="0"/>
                <a:ea typeface="+mn-ea"/>
                <a:cs typeface="Calibri" panose="020F0502020204030204" pitchFamily="34" charset="0"/>
              </a:defRPr>
            </a:lvl2pPr>
            <a:lvl3pPr marL="857250" indent="-171450" algn="l" defTabSz="342900" rtl="0" eaLnBrk="1" latinLnBrk="0" hangingPunct="1">
              <a:spcBef>
                <a:spcPts val="600"/>
              </a:spcBef>
              <a:spcAft>
                <a:spcPts val="0"/>
              </a:spcAft>
              <a:buClrTx/>
              <a:buSzPct val="100000"/>
              <a:buFont typeface="Arial" panose="020B0604020202020204" pitchFamily="34" charset="0"/>
              <a:buChar char="•"/>
              <a:defRPr sz="1800" kern="1200">
                <a:solidFill>
                  <a:schemeClr val="tx1"/>
                </a:solidFill>
                <a:latin typeface="Calibri" panose="020F0502020204030204" pitchFamily="34" charset="0"/>
                <a:ea typeface="+mn-ea"/>
                <a:cs typeface="Calibri" panose="020F0502020204030204" pitchFamily="34" charset="0"/>
              </a:defRPr>
            </a:lvl3pPr>
            <a:lvl4pPr marL="1200150" indent="-171450" algn="l" defTabSz="342900" rtl="0" eaLnBrk="1" latinLnBrk="0" hangingPunct="1">
              <a:spcBef>
                <a:spcPts val="600"/>
              </a:spcBef>
              <a:spcAft>
                <a:spcPts val="0"/>
              </a:spcAft>
              <a:buClrTx/>
              <a:buFont typeface="Arial" panose="020B0604020202020204" pitchFamily="34" charset="0"/>
              <a:buChar char="•"/>
              <a:defRPr sz="1800" kern="1200">
                <a:solidFill>
                  <a:schemeClr val="tx1"/>
                </a:solidFill>
                <a:latin typeface="Calibri" panose="020F0502020204030204" pitchFamily="34" charset="0"/>
                <a:ea typeface="+mn-ea"/>
                <a:cs typeface="Calibri" panose="020F0502020204030204" pitchFamily="34" charset="0"/>
              </a:defRPr>
            </a:lvl4pPr>
            <a:lvl5pPr marL="1543050" indent="-171450" algn="l" defTabSz="342900" rtl="0" eaLnBrk="1" latinLnBrk="0" hangingPunct="1">
              <a:spcBef>
                <a:spcPts val="600"/>
              </a:spcBef>
              <a:spcAft>
                <a:spcPts val="0"/>
              </a:spcAft>
              <a:buClrTx/>
              <a:buFont typeface="Arial" panose="020B0604020202020204" pitchFamily="34" charset="0"/>
              <a:buChar char="•"/>
              <a:defRPr sz="1800" kern="1200">
                <a:solidFill>
                  <a:schemeClr val="tx1"/>
                </a:solidFill>
                <a:latin typeface="Calibri" panose="020F0502020204030204" pitchFamily="34" charset="0"/>
                <a:ea typeface="+mn-ea"/>
                <a:cs typeface="Calibri" panose="020F0502020204030204" pitchFamily="34" charset="0"/>
              </a:defRPr>
            </a:lvl5pPr>
            <a:lvl6pPr marL="1885950" indent="-171450" algn="l" defTabSz="342900" rtl="0" eaLnBrk="1" latinLnBrk="0" hangingPunct="1">
              <a:spcBef>
                <a:spcPct val="20000"/>
              </a:spcBef>
              <a:buFont typeface="Arial"/>
              <a:buChar char="•"/>
              <a:defRPr sz="1500" kern="1200">
                <a:solidFill>
                  <a:schemeClr val="tx1"/>
                </a:solidFill>
                <a:latin typeface="+mn-lt"/>
                <a:ea typeface="+mn-ea"/>
                <a:cs typeface="+mn-cs"/>
              </a:defRPr>
            </a:lvl6pPr>
            <a:lvl7pPr marL="2228850" indent="-171450" algn="l" defTabSz="342900" rtl="0" eaLnBrk="1" latinLnBrk="0" hangingPunct="1">
              <a:spcBef>
                <a:spcPct val="20000"/>
              </a:spcBef>
              <a:buFont typeface="Arial"/>
              <a:buChar char="•"/>
              <a:defRPr sz="1500" kern="1200">
                <a:solidFill>
                  <a:schemeClr val="tx1"/>
                </a:solidFill>
                <a:latin typeface="+mn-lt"/>
                <a:ea typeface="+mn-ea"/>
                <a:cs typeface="+mn-cs"/>
              </a:defRPr>
            </a:lvl7pPr>
            <a:lvl8pPr marL="2571750" indent="-171450" algn="l" defTabSz="342900" rtl="0" eaLnBrk="1" latinLnBrk="0" hangingPunct="1">
              <a:spcBef>
                <a:spcPct val="20000"/>
              </a:spcBef>
              <a:buFont typeface="Arial"/>
              <a:buChar char="•"/>
              <a:defRPr sz="1500" kern="1200">
                <a:solidFill>
                  <a:schemeClr val="tx1"/>
                </a:solidFill>
                <a:latin typeface="+mn-lt"/>
                <a:ea typeface="+mn-ea"/>
                <a:cs typeface="+mn-cs"/>
              </a:defRPr>
            </a:lvl8pPr>
            <a:lvl9pPr marL="2914650" indent="-171450" algn="l" defTabSz="342900" rtl="0" eaLnBrk="1" latinLnBrk="0" hangingPunct="1">
              <a:spcBef>
                <a:spcPct val="20000"/>
              </a:spcBef>
              <a:buFont typeface="Arial"/>
              <a:buChar char="•"/>
              <a:defRPr sz="1500" kern="1200">
                <a:solidFill>
                  <a:schemeClr val="tx1"/>
                </a:solidFill>
                <a:latin typeface="+mn-lt"/>
                <a:ea typeface="+mn-ea"/>
                <a:cs typeface="+mn-cs"/>
              </a:defRPr>
            </a:lvl9pPr>
          </a:lstStyle>
          <a:p>
            <a:pPr marL="0" indent="0" algn="ctr">
              <a:buNone/>
            </a:pPr>
            <a:r>
              <a:rPr lang="en-US" sz="900" i="1" dirty="0"/>
              <a:t>Screenshot courtesy of Microsoft.</a:t>
            </a:r>
          </a:p>
        </p:txBody>
      </p:sp>
      <p:sp>
        <p:nvSpPr>
          <p:cNvPr id="3" name="Slide Number Placeholder 2">
            <a:extLst>
              <a:ext uri="{FF2B5EF4-FFF2-40B4-BE49-F238E27FC236}">
                <a16:creationId xmlns:a16="http://schemas.microsoft.com/office/drawing/2014/main" id="{560A1B3B-CF33-13BE-5672-2B84887E70B7}"/>
              </a:ext>
            </a:extLst>
          </p:cNvPr>
          <p:cNvSpPr>
            <a:spLocks noGrp="1"/>
          </p:cNvSpPr>
          <p:nvPr>
            <p:ph type="sldNum" sz="quarter" idx="10"/>
          </p:nvPr>
        </p:nvSpPr>
        <p:spPr/>
        <p:txBody>
          <a:bodyPr/>
          <a:lstStyle/>
          <a:p>
            <a:fld id="{B7CF8A19-3A9E-4ABC-B336-2FDDE321C72D}" type="slidenum">
              <a:rPr lang="en-US" smtClean="0"/>
              <a:pPr/>
              <a:t>33</a:t>
            </a:fld>
            <a:endParaRPr lang="en-US" dirty="0"/>
          </a:p>
        </p:txBody>
      </p:sp>
    </p:spTree>
    <p:extLst>
      <p:ext uri="{BB962C8B-B14F-4D97-AF65-F5344CB8AC3E}">
        <p14:creationId xmlns:p14="http://schemas.microsoft.com/office/powerpoint/2010/main" val="2090594801"/>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BDB0A6-CE2B-B42E-148D-CAEB0C841D1E}"/>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9A599028-CB93-AF12-A681-4DBA1A716C8F}"/>
              </a:ext>
            </a:extLst>
          </p:cNvPr>
          <p:cNvSpPr>
            <a:spLocks noGrp="1"/>
          </p:cNvSpPr>
          <p:nvPr>
            <p:ph type="title"/>
          </p:nvPr>
        </p:nvSpPr>
        <p:spPr/>
        <p:txBody>
          <a:bodyPr/>
          <a:lstStyle/>
          <a:p>
            <a:pPr marL="71755"/>
            <a:r>
              <a:rPr lang="en-US" b="1" i="0" dirty="0">
                <a:solidFill>
                  <a:srgbClr val="253644"/>
                </a:solidFill>
                <a:effectLst/>
                <a:latin typeface="Calibri"/>
                <a:ea typeface="Calibri"/>
                <a:cs typeface="Calibri"/>
              </a:rPr>
              <a:t>Printer Sharing</a:t>
            </a:r>
            <a:endParaRPr lang="en-US" sz="2000" dirty="0">
              <a:solidFill>
                <a:srgbClr val="253644"/>
              </a:solidFill>
              <a:latin typeface="Calibri"/>
              <a:ea typeface="Calibri"/>
              <a:cs typeface="Calibri"/>
            </a:endParaRPr>
          </a:p>
        </p:txBody>
      </p:sp>
      <p:sp>
        <p:nvSpPr>
          <p:cNvPr id="15" name="Content Placeholder 14">
            <a:extLst>
              <a:ext uri="{FF2B5EF4-FFF2-40B4-BE49-F238E27FC236}">
                <a16:creationId xmlns:a16="http://schemas.microsoft.com/office/drawing/2014/main" id="{2F665A55-9126-C08C-DADA-CE78B3B7D97D}"/>
              </a:ext>
            </a:extLst>
          </p:cNvPr>
          <p:cNvSpPr>
            <a:spLocks noGrp="1"/>
          </p:cNvSpPr>
          <p:nvPr>
            <p:ph idx="12"/>
          </p:nvPr>
        </p:nvSpPr>
        <p:spPr/>
        <p:txBody>
          <a:bodyPr vert="horz" lIns="91440" tIns="45720" rIns="91440" bIns="45720" rtlCol="0" anchor="t">
            <a:normAutofit/>
          </a:bodyPr>
          <a:lstStyle/>
          <a:p>
            <a:r>
              <a:rPr lang="en-US" dirty="0">
                <a:latin typeface="Calibri"/>
                <a:ea typeface="Calibri"/>
                <a:cs typeface="Calibri"/>
              </a:rPr>
              <a:t>Printer Properties &gt; Sharing tab</a:t>
            </a:r>
          </a:p>
          <a:p>
            <a:pPr lvl="1"/>
            <a:r>
              <a:rPr lang="en-US" dirty="0">
                <a:latin typeface="Calibri"/>
                <a:ea typeface="Calibri"/>
                <a:cs typeface="Calibri"/>
              </a:rPr>
              <a:t>Additional drivers should be made available for different OSs that may connect to printer</a:t>
            </a:r>
          </a:p>
          <a:p>
            <a:endParaRPr lang="en-US" dirty="0">
              <a:ea typeface="Calibri"/>
            </a:endParaRPr>
          </a:p>
          <a:p>
            <a:endParaRPr lang="en-US" dirty="0">
              <a:ea typeface="Calibri"/>
            </a:endParaRPr>
          </a:p>
        </p:txBody>
      </p:sp>
      <p:pic>
        <p:nvPicPr>
          <p:cNvPr id="18" name="Picture 17" descr="A screenshot shows several options under CompTIA which is selected under networks.">
            <a:extLst>
              <a:ext uri="{FF2B5EF4-FFF2-40B4-BE49-F238E27FC236}">
                <a16:creationId xmlns:a16="http://schemas.microsoft.com/office/drawing/2014/main" id="{203EA881-0D49-7D77-43B2-E5EA7327746C}"/>
              </a:ext>
            </a:extLst>
          </p:cNvPr>
          <p:cNvPicPr>
            <a:picLocks noChangeAspect="1"/>
          </p:cNvPicPr>
          <p:nvPr/>
        </p:nvPicPr>
        <p:blipFill>
          <a:blip r:embed="rId4" cstate="email">
            <a:extLst>
              <a:ext uri="{28A0092B-C50C-407E-A947-70E740481C1C}">
                <a14:useLocalDpi xmlns:a14="http://schemas.microsoft.com/office/drawing/2010/main"/>
              </a:ext>
            </a:extLst>
          </a:blip>
          <a:stretch>
            <a:fillRect/>
          </a:stretch>
        </p:blipFill>
        <p:spPr>
          <a:xfrm>
            <a:off x="168038" y="746760"/>
            <a:ext cx="4468345" cy="2646889"/>
          </a:xfrm>
          <a:prstGeom prst="rect">
            <a:avLst/>
          </a:prstGeom>
          <a:ln>
            <a:solidFill>
              <a:schemeClr val="bg1">
                <a:lumMod val="85000"/>
              </a:schemeClr>
            </a:solidFill>
          </a:ln>
        </p:spPr>
      </p:pic>
      <p:sp>
        <p:nvSpPr>
          <p:cNvPr id="3" name="Content Placeholder 2">
            <a:extLst>
              <a:ext uri="{FF2B5EF4-FFF2-40B4-BE49-F238E27FC236}">
                <a16:creationId xmlns:a16="http://schemas.microsoft.com/office/drawing/2014/main" id="{716C26F1-D441-83A3-01BE-7C9EA3D8DDB4}"/>
              </a:ext>
            </a:extLst>
          </p:cNvPr>
          <p:cNvSpPr>
            <a:spLocks noGrp="1"/>
          </p:cNvSpPr>
          <p:nvPr>
            <p:ph idx="1"/>
          </p:nvPr>
        </p:nvSpPr>
        <p:spPr>
          <a:xfrm>
            <a:off x="153669" y="3499451"/>
            <a:ext cx="4468345" cy="274768"/>
          </a:xfrm>
        </p:spPr>
        <p:txBody>
          <a:bodyPr vert="horz" lIns="91440" tIns="45720" rIns="91440" bIns="45720" rtlCol="0" anchor="t">
            <a:normAutofit/>
          </a:bodyPr>
          <a:lstStyle/>
          <a:p>
            <a:r>
              <a:rPr lang="en-US" dirty="0">
                <a:latin typeface="Calibri"/>
                <a:ea typeface="Calibri"/>
                <a:cs typeface="Calibri"/>
              </a:rPr>
              <a:t>Screenshot courtesy of Microsoft.</a:t>
            </a:r>
            <a:endParaRPr lang="en-US" i="0" dirty="0">
              <a:solidFill>
                <a:srgbClr val="000000"/>
              </a:solidFill>
              <a:latin typeface="Calibri"/>
              <a:ea typeface="Calibri"/>
              <a:cs typeface="Calibri"/>
            </a:endParaRPr>
          </a:p>
          <a:p>
            <a:endParaRPr lang="en-US" dirty="0">
              <a:ea typeface="Calibri"/>
            </a:endParaRPr>
          </a:p>
        </p:txBody>
      </p:sp>
      <p:sp>
        <p:nvSpPr>
          <p:cNvPr id="4" name="Slide Number Placeholder 3">
            <a:extLst>
              <a:ext uri="{FF2B5EF4-FFF2-40B4-BE49-F238E27FC236}">
                <a16:creationId xmlns:a16="http://schemas.microsoft.com/office/drawing/2014/main" id="{5BE6DE89-83E1-9B4F-3935-178382FE77CC}"/>
              </a:ext>
            </a:extLst>
          </p:cNvPr>
          <p:cNvSpPr>
            <a:spLocks noGrp="1"/>
          </p:cNvSpPr>
          <p:nvPr>
            <p:ph type="sldNum" sz="quarter" idx="13"/>
          </p:nvPr>
        </p:nvSpPr>
        <p:spPr/>
        <p:txBody>
          <a:bodyPr/>
          <a:lstStyle/>
          <a:p>
            <a:fld id="{B7CF8A19-3A9E-4ABC-B336-2FDDE321C72D}" type="slidenum">
              <a:rPr lang="en-US" smtClean="0"/>
              <a:pPr/>
              <a:t>34</a:t>
            </a:fld>
            <a:endParaRPr lang="en-US" dirty="0"/>
          </a:p>
        </p:txBody>
      </p:sp>
    </p:spTree>
    <p:custDataLst>
      <p:tags r:id="rId1"/>
    </p:custDataLst>
    <p:extLst>
      <p:ext uri="{BB962C8B-B14F-4D97-AF65-F5344CB8AC3E}">
        <p14:creationId xmlns:p14="http://schemas.microsoft.com/office/powerpoint/2010/main" val="3635586561"/>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128B5C-5D2F-C6CD-747A-B2710526D35E}"/>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9ED42053-8D76-7C0A-7148-8BE593291970}"/>
              </a:ext>
            </a:extLst>
          </p:cNvPr>
          <p:cNvSpPr>
            <a:spLocks noGrp="1"/>
          </p:cNvSpPr>
          <p:nvPr>
            <p:ph type="title"/>
          </p:nvPr>
        </p:nvSpPr>
        <p:spPr/>
        <p:txBody>
          <a:bodyPr/>
          <a:lstStyle/>
          <a:p>
            <a:r>
              <a:rPr lang="en-US" b="1" i="0" dirty="0">
                <a:solidFill>
                  <a:srgbClr val="253644"/>
                </a:solidFill>
                <a:effectLst/>
              </a:rPr>
              <a:t>NTFS versus Share Permissions </a:t>
            </a:r>
            <a:r>
              <a:rPr lang="en-US" sz="2000" b="1" i="0" dirty="0">
                <a:solidFill>
                  <a:srgbClr val="253644"/>
                </a:solidFill>
                <a:effectLst/>
              </a:rPr>
              <a:t>(Slide 1 of 2)</a:t>
            </a:r>
            <a:endParaRPr lang="en-US" sz="2000" dirty="0">
              <a:solidFill>
                <a:srgbClr val="253644"/>
              </a:solidFill>
            </a:endParaRPr>
          </a:p>
        </p:txBody>
      </p:sp>
      <p:sp>
        <p:nvSpPr>
          <p:cNvPr id="3" name="Content Placeholder 2">
            <a:extLst>
              <a:ext uri="{FF2B5EF4-FFF2-40B4-BE49-F238E27FC236}">
                <a16:creationId xmlns:a16="http://schemas.microsoft.com/office/drawing/2014/main" id="{781E3AEF-4335-51D7-E1DD-C8D1E44CA896}"/>
              </a:ext>
            </a:extLst>
          </p:cNvPr>
          <p:cNvSpPr>
            <a:spLocks noGrp="1"/>
          </p:cNvSpPr>
          <p:nvPr>
            <p:ph idx="1"/>
          </p:nvPr>
        </p:nvSpPr>
        <p:spPr>
          <a:xfrm>
            <a:off x="146050" y="746760"/>
            <a:ext cx="8066771" cy="4046220"/>
          </a:xfrm>
        </p:spPr>
        <p:txBody>
          <a:bodyPr vert="horz" lIns="91440" tIns="45720" rIns="91440" bIns="45720" rtlCol="0" anchor="t">
            <a:normAutofit/>
          </a:bodyPr>
          <a:lstStyle/>
          <a:p>
            <a:r>
              <a:rPr lang="en-US" dirty="0">
                <a:latin typeface="Calibri"/>
                <a:ea typeface="Calibri"/>
                <a:cs typeface="Calibri"/>
              </a:rPr>
              <a:t>Share permissions only apply when accessed over a network</a:t>
            </a:r>
          </a:p>
          <a:p>
            <a:r>
              <a:rPr lang="en-US" dirty="0">
                <a:latin typeface="Calibri"/>
                <a:ea typeface="Calibri"/>
                <a:cs typeface="Calibri"/>
              </a:rPr>
              <a:t>NTFS permissions are applied to the resource on local and network access</a:t>
            </a:r>
          </a:p>
          <a:p>
            <a:r>
              <a:rPr lang="en-US" dirty="0">
                <a:latin typeface="Calibri"/>
                <a:ea typeface="Calibri"/>
                <a:cs typeface="Calibri"/>
              </a:rPr>
              <a:t>NTFS permissions are set on Security tab of Properties dialog</a:t>
            </a:r>
          </a:p>
          <a:p>
            <a:pPr lvl="1"/>
            <a:r>
              <a:rPr lang="en-US" dirty="0">
                <a:latin typeface="Calibri"/>
                <a:ea typeface="Calibri"/>
                <a:cs typeface="Calibri"/>
              </a:rPr>
              <a:t>Read, write, execute</a:t>
            </a:r>
          </a:p>
          <a:p>
            <a:r>
              <a:rPr lang="en-US" dirty="0">
                <a:latin typeface="Calibri"/>
                <a:ea typeface="Calibri"/>
                <a:cs typeface="Calibri"/>
              </a:rPr>
              <a:t>Explicit vs implicit deny or allow</a:t>
            </a:r>
            <a:endParaRPr lang="en-US" dirty="0">
              <a:ea typeface="Calibri"/>
            </a:endParaRPr>
          </a:p>
        </p:txBody>
      </p:sp>
      <p:sp>
        <p:nvSpPr>
          <p:cNvPr id="4" name="Slide Number Placeholder 3">
            <a:extLst>
              <a:ext uri="{FF2B5EF4-FFF2-40B4-BE49-F238E27FC236}">
                <a16:creationId xmlns:a16="http://schemas.microsoft.com/office/drawing/2014/main" id="{322229D7-8DC1-0A62-4B43-907A30DCF26E}"/>
              </a:ext>
            </a:extLst>
          </p:cNvPr>
          <p:cNvSpPr>
            <a:spLocks noGrp="1"/>
          </p:cNvSpPr>
          <p:nvPr>
            <p:ph type="sldNum" sz="quarter" idx="10"/>
          </p:nvPr>
        </p:nvSpPr>
        <p:spPr/>
        <p:txBody>
          <a:bodyPr/>
          <a:lstStyle/>
          <a:p>
            <a:fld id="{B7CF8A19-3A9E-4ABC-B336-2FDDE321C72D}" type="slidenum">
              <a:rPr lang="en-US" smtClean="0"/>
              <a:pPr/>
              <a:t>35</a:t>
            </a:fld>
            <a:endParaRPr lang="en-US" dirty="0"/>
          </a:p>
        </p:txBody>
      </p:sp>
    </p:spTree>
    <p:custDataLst>
      <p:tags r:id="rId1"/>
    </p:custDataLst>
    <p:extLst>
      <p:ext uri="{BB962C8B-B14F-4D97-AF65-F5344CB8AC3E}">
        <p14:creationId xmlns:p14="http://schemas.microsoft.com/office/powerpoint/2010/main" val="3832506423"/>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4BA465-80A8-C83E-65A1-2FF1C94E6EF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8473376-D993-74D1-4CD9-05942A3B8407}"/>
              </a:ext>
            </a:extLst>
          </p:cNvPr>
          <p:cNvSpPr>
            <a:spLocks noGrp="1"/>
          </p:cNvSpPr>
          <p:nvPr>
            <p:ph type="title"/>
          </p:nvPr>
        </p:nvSpPr>
        <p:spPr/>
        <p:txBody>
          <a:bodyPr/>
          <a:lstStyle/>
          <a:p>
            <a:r>
              <a:rPr lang="en-US" b="1" i="0" dirty="0">
                <a:solidFill>
                  <a:srgbClr val="253644"/>
                </a:solidFill>
                <a:effectLst/>
              </a:rPr>
              <a:t>NTFS versus Share Permissions </a:t>
            </a:r>
            <a:r>
              <a:rPr lang="en-US" sz="2000" b="1" i="0" dirty="0">
                <a:solidFill>
                  <a:srgbClr val="253644"/>
                </a:solidFill>
                <a:effectLst/>
              </a:rPr>
              <a:t>(Slide 2 of 2)</a:t>
            </a:r>
            <a:endParaRPr lang="en-US" sz="2000" dirty="0"/>
          </a:p>
        </p:txBody>
      </p:sp>
      <p:pic>
        <p:nvPicPr>
          <p:cNvPr id="6" name="Picture 5" descr="A tab titled LABFILES properties and another titled, permissions for LABFILES.">
            <a:extLst>
              <a:ext uri="{FF2B5EF4-FFF2-40B4-BE49-F238E27FC236}">
                <a16:creationId xmlns:a16="http://schemas.microsoft.com/office/drawing/2014/main" id="{B26CE26E-CB67-9A4D-F625-D77B229B2826}"/>
              </a:ext>
            </a:extLst>
          </p:cNvPr>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1767155" y="748637"/>
            <a:ext cx="5609687" cy="3991665"/>
          </a:xfrm>
          <a:prstGeom prst="rect">
            <a:avLst/>
          </a:prstGeom>
          <a:ln>
            <a:solidFill>
              <a:schemeClr val="bg1">
                <a:lumMod val="85000"/>
              </a:schemeClr>
            </a:solidFill>
          </a:ln>
        </p:spPr>
      </p:pic>
      <p:sp>
        <p:nvSpPr>
          <p:cNvPr id="7" name="Content Placeholder 11">
            <a:extLst>
              <a:ext uri="{FF2B5EF4-FFF2-40B4-BE49-F238E27FC236}">
                <a16:creationId xmlns:a16="http://schemas.microsoft.com/office/drawing/2014/main" id="{18352888-1CA4-B441-1A7A-A4E6203D2835}"/>
              </a:ext>
            </a:extLst>
          </p:cNvPr>
          <p:cNvSpPr txBox="1">
            <a:spLocks/>
          </p:cNvSpPr>
          <p:nvPr/>
        </p:nvSpPr>
        <p:spPr>
          <a:xfrm>
            <a:off x="1767155" y="4750657"/>
            <a:ext cx="5609687" cy="274768"/>
          </a:xfrm>
          <a:prstGeom prst="rect">
            <a:avLst/>
          </a:prstGeom>
        </p:spPr>
        <p:txBody>
          <a:bodyPr/>
          <a:lstStyle>
            <a:lvl1pPr marL="257175" indent="-257175" algn="l" defTabSz="342900" rtl="0" eaLnBrk="1" latinLnBrk="0" hangingPunct="1">
              <a:spcBef>
                <a:spcPts val="600"/>
              </a:spcBef>
              <a:spcAft>
                <a:spcPts val="0"/>
              </a:spcAft>
              <a:buClrTx/>
              <a:buFont typeface="Arial" panose="020B0604020202020204" pitchFamily="34" charset="0"/>
              <a:buChar char="•"/>
              <a:defRPr sz="2400" kern="1200">
                <a:solidFill>
                  <a:schemeClr val="tx1"/>
                </a:solidFill>
                <a:latin typeface="Calibri" panose="020F0502020204030204" pitchFamily="34" charset="0"/>
                <a:ea typeface="+mn-ea"/>
                <a:cs typeface="Calibri" panose="020F0502020204030204" pitchFamily="34" charset="0"/>
              </a:defRPr>
            </a:lvl1pPr>
            <a:lvl2pPr marL="571500" indent="-228600" algn="l" defTabSz="342900" rtl="0" eaLnBrk="1" latinLnBrk="0" hangingPunct="1">
              <a:spcBef>
                <a:spcPts val="600"/>
              </a:spcBef>
              <a:spcAft>
                <a:spcPts val="0"/>
              </a:spcAft>
              <a:buClrTx/>
              <a:buFont typeface="Arial" panose="020B0604020202020204" pitchFamily="34" charset="0"/>
              <a:buChar char="•"/>
              <a:defRPr sz="2000" kern="1200">
                <a:solidFill>
                  <a:schemeClr val="tx1"/>
                </a:solidFill>
                <a:latin typeface="Calibri" panose="020F0502020204030204" pitchFamily="34" charset="0"/>
                <a:ea typeface="+mn-ea"/>
                <a:cs typeface="Calibri" panose="020F0502020204030204" pitchFamily="34" charset="0"/>
              </a:defRPr>
            </a:lvl2pPr>
            <a:lvl3pPr marL="857250" indent="-171450" algn="l" defTabSz="342900" rtl="0" eaLnBrk="1" latinLnBrk="0" hangingPunct="1">
              <a:spcBef>
                <a:spcPts val="600"/>
              </a:spcBef>
              <a:spcAft>
                <a:spcPts val="0"/>
              </a:spcAft>
              <a:buClrTx/>
              <a:buSzPct val="100000"/>
              <a:buFont typeface="Arial" panose="020B0604020202020204" pitchFamily="34" charset="0"/>
              <a:buChar char="•"/>
              <a:defRPr sz="1800" kern="1200">
                <a:solidFill>
                  <a:schemeClr val="tx1"/>
                </a:solidFill>
                <a:latin typeface="Calibri" panose="020F0502020204030204" pitchFamily="34" charset="0"/>
                <a:ea typeface="+mn-ea"/>
                <a:cs typeface="Calibri" panose="020F0502020204030204" pitchFamily="34" charset="0"/>
              </a:defRPr>
            </a:lvl3pPr>
            <a:lvl4pPr marL="1200150" indent="-171450" algn="l" defTabSz="342900" rtl="0" eaLnBrk="1" latinLnBrk="0" hangingPunct="1">
              <a:spcBef>
                <a:spcPts val="600"/>
              </a:spcBef>
              <a:spcAft>
                <a:spcPts val="0"/>
              </a:spcAft>
              <a:buClrTx/>
              <a:buFont typeface="Arial" panose="020B0604020202020204" pitchFamily="34" charset="0"/>
              <a:buChar char="•"/>
              <a:defRPr sz="1800" kern="1200">
                <a:solidFill>
                  <a:schemeClr val="tx1"/>
                </a:solidFill>
                <a:latin typeface="Calibri" panose="020F0502020204030204" pitchFamily="34" charset="0"/>
                <a:ea typeface="+mn-ea"/>
                <a:cs typeface="Calibri" panose="020F0502020204030204" pitchFamily="34" charset="0"/>
              </a:defRPr>
            </a:lvl4pPr>
            <a:lvl5pPr marL="1543050" indent="-171450" algn="l" defTabSz="342900" rtl="0" eaLnBrk="1" latinLnBrk="0" hangingPunct="1">
              <a:spcBef>
                <a:spcPts val="600"/>
              </a:spcBef>
              <a:spcAft>
                <a:spcPts val="0"/>
              </a:spcAft>
              <a:buClrTx/>
              <a:buFont typeface="Arial" panose="020B0604020202020204" pitchFamily="34" charset="0"/>
              <a:buChar char="•"/>
              <a:defRPr sz="1800" kern="1200">
                <a:solidFill>
                  <a:schemeClr val="tx1"/>
                </a:solidFill>
                <a:latin typeface="Calibri" panose="020F0502020204030204" pitchFamily="34" charset="0"/>
                <a:ea typeface="+mn-ea"/>
                <a:cs typeface="Calibri" panose="020F0502020204030204" pitchFamily="34" charset="0"/>
              </a:defRPr>
            </a:lvl5pPr>
            <a:lvl6pPr marL="1885950" indent="-171450" algn="l" defTabSz="342900" rtl="0" eaLnBrk="1" latinLnBrk="0" hangingPunct="1">
              <a:spcBef>
                <a:spcPct val="20000"/>
              </a:spcBef>
              <a:buFont typeface="Arial"/>
              <a:buChar char="•"/>
              <a:defRPr sz="1500" kern="1200">
                <a:solidFill>
                  <a:schemeClr val="tx1"/>
                </a:solidFill>
                <a:latin typeface="+mn-lt"/>
                <a:ea typeface="+mn-ea"/>
                <a:cs typeface="+mn-cs"/>
              </a:defRPr>
            </a:lvl6pPr>
            <a:lvl7pPr marL="2228850" indent="-171450" algn="l" defTabSz="342900" rtl="0" eaLnBrk="1" latinLnBrk="0" hangingPunct="1">
              <a:spcBef>
                <a:spcPct val="20000"/>
              </a:spcBef>
              <a:buFont typeface="Arial"/>
              <a:buChar char="•"/>
              <a:defRPr sz="1500" kern="1200">
                <a:solidFill>
                  <a:schemeClr val="tx1"/>
                </a:solidFill>
                <a:latin typeface="+mn-lt"/>
                <a:ea typeface="+mn-ea"/>
                <a:cs typeface="+mn-cs"/>
              </a:defRPr>
            </a:lvl7pPr>
            <a:lvl8pPr marL="2571750" indent="-171450" algn="l" defTabSz="342900" rtl="0" eaLnBrk="1" latinLnBrk="0" hangingPunct="1">
              <a:spcBef>
                <a:spcPct val="20000"/>
              </a:spcBef>
              <a:buFont typeface="Arial"/>
              <a:buChar char="•"/>
              <a:defRPr sz="1500" kern="1200">
                <a:solidFill>
                  <a:schemeClr val="tx1"/>
                </a:solidFill>
                <a:latin typeface="+mn-lt"/>
                <a:ea typeface="+mn-ea"/>
                <a:cs typeface="+mn-cs"/>
              </a:defRPr>
            </a:lvl8pPr>
            <a:lvl9pPr marL="2914650" indent="-171450" algn="l" defTabSz="342900" rtl="0" eaLnBrk="1" latinLnBrk="0" hangingPunct="1">
              <a:spcBef>
                <a:spcPct val="20000"/>
              </a:spcBef>
              <a:buFont typeface="Arial"/>
              <a:buChar char="•"/>
              <a:defRPr sz="1500" kern="1200">
                <a:solidFill>
                  <a:schemeClr val="tx1"/>
                </a:solidFill>
                <a:latin typeface="+mn-lt"/>
                <a:ea typeface="+mn-ea"/>
                <a:cs typeface="+mn-cs"/>
              </a:defRPr>
            </a:lvl9pPr>
          </a:lstStyle>
          <a:p>
            <a:pPr marL="0" indent="0" algn="ctr">
              <a:buNone/>
            </a:pPr>
            <a:r>
              <a:rPr lang="en-US" sz="900" i="1" dirty="0"/>
              <a:t>Screenshot courtesy of Microsoft.</a:t>
            </a:r>
          </a:p>
        </p:txBody>
      </p:sp>
      <p:sp>
        <p:nvSpPr>
          <p:cNvPr id="3" name="Slide Number Placeholder 2">
            <a:extLst>
              <a:ext uri="{FF2B5EF4-FFF2-40B4-BE49-F238E27FC236}">
                <a16:creationId xmlns:a16="http://schemas.microsoft.com/office/drawing/2014/main" id="{1B48D3AD-C8A8-CE3E-79BF-EB91E6CD7D42}"/>
              </a:ext>
            </a:extLst>
          </p:cNvPr>
          <p:cNvSpPr>
            <a:spLocks noGrp="1"/>
          </p:cNvSpPr>
          <p:nvPr>
            <p:ph type="sldNum" sz="quarter" idx="10"/>
          </p:nvPr>
        </p:nvSpPr>
        <p:spPr/>
        <p:txBody>
          <a:bodyPr/>
          <a:lstStyle/>
          <a:p>
            <a:fld id="{B7CF8A19-3A9E-4ABC-B336-2FDDE321C72D}" type="slidenum">
              <a:rPr lang="en-US" smtClean="0"/>
              <a:pPr/>
              <a:t>36</a:t>
            </a:fld>
            <a:endParaRPr lang="en-US" dirty="0"/>
          </a:p>
        </p:txBody>
      </p:sp>
    </p:spTree>
    <p:extLst>
      <p:ext uri="{BB962C8B-B14F-4D97-AF65-F5344CB8AC3E}">
        <p14:creationId xmlns:p14="http://schemas.microsoft.com/office/powerpoint/2010/main" val="256475588"/>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15525C-8FDD-E613-057A-E7A2CB34C2E9}"/>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FC379296-B95C-C7A9-9870-05FB83A2CF1E}"/>
              </a:ext>
            </a:extLst>
          </p:cNvPr>
          <p:cNvSpPr>
            <a:spLocks noGrp="1"/>
          </p:cNvSpPr>
          <p:nvPr>
            <p:ph type="title"/>
          </p:nvPr>
        </p:nvSpPr>
        <p:spPr/>
        <p:txBody>
          <a:bodyPr/>
          <a:lstStyle/>
          <a:p>
            <a:r>
              <a:rPr lang="en-US" b="1" i="0" dirty="0">
                <a:solidFill>
                  <a:srgbClr val="253644"/>
                </a:solidFill>
                <a:effectLst/>
              </a:rPr>
              <a:t>Permissions Inheritance</a:t>
            </a:r>
            <a:endParaRPr lang="en-US" sz="2000" dirty="0">
              <a:solidFill>
                <a:srgbClr val="253644"/>
              </a:solidFill>
            </a:endParaRPr>
          </a:p>
        </p:txBody>
      </p:sp>
      <p:sp>
        <p:nvSpPr>
          <p:cNvPr id="3" name="Content Placeholder 2">
            <a:extLst>
              <a:ext uri="{FF2B5EF4-FFF2-40B4-BE49-F238E27FC236}">
                <a16:creationId xmlns:a16="http://schemas.microsoft.com/office/drawing/2014/main" id="{BF118F52-6837-3E29-D9F4-2CAB1BD16A6A}"/>
              </a:ext>
            </a:extLst>
          </p:cNvPr>
          <p:cNvSpPr>
            <a:spLocks noGrp="1"/>
          </p:cNvSpPr>
          <p:nvPr>
            <p:ph idx="1"/>
          </p:nvPr>
        </p:nvSpPr>
        <p:spPr>
          <a:xfrm>
            <a:off x="159389" y="754652"/>
            <a:ext cx="4721573" cy="4241554"/>
          </a:xfrm>
        </p:spPr>
        <p:txBody>
          <a:bodyPr vert="horz" lIns="91440" tIns="45720" rIns="91440" bIns="45720" rtlCol="0" anchor="t">
            <a:normAutofit/>
          </a:bodyPr>
          <a:lstStyle/>
          <a:p>
            <a:r>
              <a:rPr lang="en-US" dirty="0">
                <a:latin typeface="Calibri"/>
                <a:ea typeface="Calibri"/>
                <a:cs typeface="Calibri"/>
              </a:rPr>
              <a:t>Parent folder permissions trickle down to child subfolders and files</a:t>
            </a:r>
          </a:p>
          <a:p>
            <a:r>
              <a:rPr lang="en-US" dirty="0">
                <a:latin typeface="Calibri"/>
                <a:ea typeface="Calibri"/>
                <a:cs typeface="Calibri"/>
              </a:rPr>
              <a:t>Share permissions for across network access</a:t>
            </a:r>
          </a:p>
          <a:p>
            <a:pPr lvl="1"/>
            <a:r>
              <a:rPr lang="en-US" dirty="0">
                <a:latin typeface="Calibri"/>
                <a:ea typeface="Calibri"/>
                <a:cs typeface="Calibri"/>
              </a:rPr>
              <a:t>NTFS permissions enforced for network and local access</a:t>
            </a:r>
          </a:p>
          <a:p>
            <a:r>
              <a:rPr lang="en-US" dirty="0">
                <a:latin typeface="Calibri"/>
                <a:ea typeface="Calibri"/>
                <a:cs typeface="Calibri"/>
              </a:rPr>
              <a:t>Most restrictive permission becomes effective permission</a:t>
            </a:r>
          </a:p>
          <a:p>
            <a:pPr lvl="1"/>
            <a:r>
              <a:rPr lang="en-US" dirty="0">
                <a:latin typeface="Calibri"/>
                <a:ea typeface="Calibri"/>
                <a:cs typeface="Calibri"/>
              </a:rPr>
              <a:t>If one permission not allowed, the other allow, then not allow will be effective</a:t>
            </a:r>
          </a:p>
          <a:p>
            <a:pPr lvl="1"/>
            <a:endParaRPr lang="en-US" dirty="0">
              <a:latin typeface="Calibri"/>
              <a:ea typeface="Calibri"/>
              <a:cs typeface="Calibri"/>
            </a:endParaRPr>
          </a:p>
        </p:txBody>
      </p:sp>
      <p:pic>
        <p:nvPicPr>
          <p:cNvPr id="7" name="Picture 6" descr="A flow chart showing the flow between Share Permissions (READ), N T F S Permissions (MODIFY), and effective user access (READ).">
            <a:extLst>
              <a:ext uri="{FF2B5EF4-FFF2-40B4-BE49-F238E27FC236}">
                <a16:creationId xmlns:a16="http://schemas.microsoft.com/office/drawing/2014/main" id="{4591ADE7-5434-E7CA-798E-1036DD95ECD8}"/>
              </a:ext>
            </a:extLst>
          </p:cNvPr>
          <p:cNvPicPr>
            <a:picLocks noChangeAspect="1"/>
          </p:cNvPicPr>
          <p:nvPr/>
        </p:nvPicPr>
        <p:blipFill>
          <a:blip r:embed="rId4"/>
          <a:stretch>
            <a:fillRect/>
          </a:stretch>
        </p:blipFill>
        <p:spPr>
          <a:xfrm>
            <a:off x="5120555" y="754652"/>
            <a:ext cx="3656853" cy="3079808"/>
          </a:xfrm>
          <a:prstGeom prst="rect">
            <a:avLst/>
          </a:prstGeom>
          <a:noFill/>
          <a:ln>
            <a:noFill/>
          </a:ln>
        </p:spPr>
      </p:pic>
      <p:sp>
        <p:nvSpPr>
          <p:cNvPr id="6" name="Content Placeholder 11" descr="A Windows settings screen for configuring proxy settings.">
            <a:extLst>
              <a:ext uri="{FF2B5EF4-FFF2-40B4-BE49-F238E27FC236}">
                <a16:creationId xmlns:a16="http://schemas.microsoft.com/office/drawing/2014/main" id="{8868A672-AC60-F35A-C43D-8543B0C6E2A6}"/>
              </a:ext>
            </a:extLst>
          </p:cNvPr>
          <p:cNvSpPr txBox="1">
            <a:spLocks/>
          </p:cNvSpPr>
          <p:nvPr/>
        </p:nvSpPr>
        <p:spPr>
          <a:xfrm>
            <a:off x="4880963" y="3947923"/>
            <a:ext cx="3656853" cy="274768"/>
          </a:xfrm>
          <a:prstGeom prst="rect">
            <a:avLst/>
          </a:prstGeom>
          <a:noFill/>
          <a:ln>
            <a:noFill/>
          </a:ln>
        </p:spPr>
        <p:txBody>
          <a:bodyPr/>
          <a:lstStyle>
            <a:lvl1pPr marL="257175" indent="-257175" algn="l" defTabSz="342900" rtl="0" eaLnBrk="1" latinLnBrk="0" hangingPunct="1">
              <a:spcBef>
                <a:spcPts val="600"/>
              </a:spcBef>
              <a:spcAft>
                <a:spcPts val="0"/>
              </a:spcAft>
              <a:buClrTx/>
              <a:buFont typeface="Arial" panose="020B0604020202020204" pitchFamily="34" charset="0"/>
              <a:buChar char="•"/>
              <a:defRPr sz="2400" kern="1200">
                <a:solidFill>
                  <a:schemeClr val="tx1"/>
                </a:solidFill>
                <a:latin typeface="Calibri" panose="020F0502020204030204" pitchFamily="34" charset="0"/>
                <a:ea typeface="+mn-ea"/>
                <a:cs typeface="Calibri" panose="020F0502020204030204" pitchFamily="34" charset="0"/>
              </a:defRPr>
            </a:lvl1pPr>
            <a:lvl2pPr marL="571500" indent="-228600" algn="l" defTabSz="342900" rtl="0" eaLnBrk="1" latinLnBrk="0" hangingPunct="1">
              <a:spcBef>
                <a:spcPts val="600"/>
              </a:spcBef>
              <a:spcAft>
                <a:spcPts val="0"/>
              </a:spcAft>
              <a:buClrTx/>
              <a:buFont typeface="Arial" panose="020B0604020202020204" pitchFamily="34" charset="0"/>
              <a:buChar char="•"/>
              <a:defRPr sz="2000" kern="1200">
                <a:solidFill>
                  <a:schemeClr val="tx1"/>
                </a:solidFill>
                <a:latin typeface="Calibri" panose="020F0502020204030204" pitchFamily="34" charset="0"/>
                <a:ea typeface="+mn-ea"/>
                <a:cs typeface="Calibri" panose="020F0502020204030204" pitchFamily="34" charset="0"/>
              </a:defRPr>
            </a:lvl2pPr>
            <a:lvl3pPr marL="857250" indent="-171450" algn="l" defTabSz="342900" rtl="0" eaLnBrk="1" latinLnBrk="0" hangingPunct="1">
              <a:spcBef>
                <a:spcPts val="600"/>
              </a:spcBef>
              <a:spcAft>
                <a:spcPts val="0"/>
              </a:spcAft>
              <a:buClrTx/>
              <a:buSzPct val="100000"/>
              <a:buFont typeface="Arial" panose="020B0604020202020204" pitchFamily="34" charset="0"/>
              <a:buChar char="•"/>
              <a:defRPr sz="1800" kern="1200">
                <a:solidFill>
                  <a:schemeClr val="tx1"/>
                </a:solidFill>
                <a:latin typeface="Calibri" panose="020F0502020204030204" pitchFamily="34" charset="0"/>
                <a:ea typeface="+mn-ea"/>
                <a:cs typeface="Calibri" panose="020F0502020204030204" pitchFamily="34" charset="0"/>
              </a:defRPr>
            </a:lvl3pPr>
            <a:lvl4pPr marL="1200150" indent="-171450" algn="l" defTabSz="342900" rtl="0" eaLnBrk="1" latinLnBrk="0" hangingPunct="1">
              <a:spcBef>
                <a:spcPts val="600"/>
              </a:spcBef>
              <a:spcAft>
                <a:spcPts val="0"/>
              </a:spcAft>
              <a:buClrTx/>
              <a:buFont typeface="Arial" panose="020B0604020202020204" pitchFamily="34" charset="0"/>
              <a:buChar char="•"/>
              <a:defRPr sz="1800" kern="1200">
                <a:solidFill>
                  <a:schemeClr val="tx1"/>
                </a:solidFill>
                <a:latin typeface="Calibri" panose="020F0502020204030204" pitchFamily="34" charset="0"/>
                <a:ea typeface="+mn-ea"/>
                <a:cs typeface="Calibri" panose="020F0502020204030204" pitchFamily="34" charset="0"/>
              </a:defRPr>
            </a:lvl4pPr>
            <a:lvl5pPr marL="1543050" indent="-171450" algn="l" defTabSz="342900" rtl="0" eaLnBrk="1" latinLnBrk="0" hangingPunct="1">
              <a:spcBef>
                <a:spcPts val="600"/>
              </a:spcBef>
              <a:spcAft>
                <a:spcPts val="0"/>
              </a:spcAft>
              <a:buClrTx/>
              <a:buFont typeface="Arial" panose="020B0604020202020204" pitchFamily="34" charset="0"/>
              <a:buChar char="•"/>
              <a:defRPr sz="1800" kern="1200">
                <a:solidFill>
                  <a:schemeClr val="tx1"/>
                </a:solidFill>
                <a:latin typeface="Calibri" panose="020F0502020204030204" pitchFamily="34" charset="0"/>
                <a:ea typeface="+mn-ea"/>
                <a:cs typeface="Calibri" panose="020F0502020204030204" pitchFamily="34" charset="0"/>
              </a:defRPr>
            </a:lvl5pPr>
            <a:lvl6pPr marL="1885950" indent="-171450" algn="l" defTabSz="342900" rtl="0" eaLnBrk="1" latinLnBrk="0" hangingPunct="1">
              <a:spcBef>
                <a:spcPct val="20000"/>
              </a:spcBef>
              <a:buFont typeface="Arial"/>
              <a:buChar char="•"/>
              <a:defRPr sz="1500" kern="1200">
                <a:solidFill>
                  <a:schemeClr val="tx1"/>
                </a:solidFill>
                <a:latin typeface="+mn-lt"/>
                <a:ea typeface="+mn-ea"/>
                <a:cs typeface="+mn-cs"/>
              </a:defRPr>
            </a:lvl6pPr>
            <a:lvl7pPr marL="2228850" indent="-171450" algn="l" defTabSz="342900" rtl="0" eaLnBrk="1" latinLnBrk="0" hangingPunct="1">
              <a:spcBef>
                <a:spcPct val="20000"/>
              </a:spcBef>
              <a:buFont typeface="Arial"/>
              <a:buChar char="•"/>
              <a:defRPr sz="1500" kern="1200">
                <a:solidFill>
                  <a:schemeClr val="tx1"/>
                </a:solidFill>
                <a:latin typeface="+mn-lt"/>
                <a:ea typeface="+mn-ea"/>
                <a:cs typeface="+mn-cs"/>
              </a:defRPr>
            </a:lvl7pPr>
            <a:lvl8pPr marL="2571750" indent="-171450" algn="l" defTabSz="342900" rtl="0" eaLnBrk="1" latinLnBrk="0" hangingPunct="1">
              <a:spcBef>
                <a:spcPct val="20000"/>
              </a:spcBef>
              <a:buFont typeface="Arial"/>
              <a:buChar char="•"/>
              <a:defRPr sz="1500" kern="1200">
                <a:solidFill>
                  <a:schemeClr val="tx1"/>
                </a:solidFill>
                <a:latin typeface="+mn-lt"/>
                <a:ea typeface="+mn-ea"/>
                <a:cs typeface="+mn-cs"/>
              </a:defRPr>
            </a:lvl8pPr>
            <a:lvl9pPr marL="2914650" indent="-171450" algn="l" defTabSz="342900" rtl="0" eaLnBrk="1" latinLnBrk="0" hangingPunct="1">
              <a:spcBef>
                <a:spcPct val="20000"/>
              </a:spcBef>
              <a:buFont typeface="Arial"/>
              <a:buChar char="•"/>
              <a:defRPr sz="1500" kern="1200">
                <a:solidFill>
                  <a:schemeClr val="tx1"/>
                </a:solidFill>
                <a:latin typeface="+mn-lt"/>
                <a:ea typeface="+mn-ea"/>
                <a:cs typeface="+mn-cs"/>
              </a:defRPr>
            </a:lvl9pPr>
          </a:lstStyle>
          <a:p>
            <a:pPr marL="0" indent="0" algn="ctr">
              <a:buNone/>
            </a:pPr>
            <a:r>
              <a:rPr lang="en-US" sz="900" i="1" dirty="0"/>
              <a:t>Image © 123RF.com.</a:t>
            </a:r>
          </a:p>
        </p:txBody>
      </p:sp>
      <p:sp>
        <p:nvSpPr>
          <p:cNvPr id="4" name="Slide Number Placeholder 3">
            <a:extLst>
              <a:ext uri="{FF2B5EF4-FFF2-40B4-BE49-F238E27FC236}">
                <a16:creationId xmlns:a16="http://schemas.microsoft.com/office/drawing/2014/main" id="{B5856976-ECF1-93DC-D806-1D7446BFC26C}"/>
              </a:ext>
            </a:extLst>
          </p:cNvPr>
          <p:cNvSpPr>
            <a:spLocks noGrp="1"/>
          </p:cNvSpPr>
          <p:nvPr>
            <p:ph type="sldNum" sz="quarter" idx="10"/>
          </p:nvPr>
        </p:nvSpPr>
        <p:spPr/>
        <p:txBody>
          <a:bodyPr/>
          <a:lstStyle/>
          <a:p>
            <a:fld id="{B7CF8A19-3A9E-4ABC-B336-2FDDE321C72D}" type="slidenum">
              <a:rPr lang="en-US" smtClean="0"/>
              <a:pPr/>
              <a:t>37</a:t>
            </a:fld>
            <a:endParaRPr lang="en-US" dirty="0"/>
          </a:p>
        </p:txBody>
      </p:sp>
    </p:spTree>
    <p:custDataLst>
      <p:tags r:id="rId1"/>
    </p:custDataLst>
    <p:extLst>
      <p:ext uri="{BB962C8B-B14F-4D97-AF65-F5344CB8AC3E}">
        <p14:creationId xmlns:p14="http://schemas.microsoft.com/office/powerpoint/2010/main" val="2476857650"/>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1F4AB3-5CA2-487F-8F55-FBF1005CAB84}"/>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C5815B76-256E-F199-4A60-74E73F9D2772}"/>
              </a:ext>
            </a:extLst>
          </p:cNvPr>
          <p:cNvSpPr>
            <a:spLocks noGrp="1"/>
          </p:cNvSpPr>
          <p:nvPr>
            <p:ph type="title"/>
          </p:nvPr>
        </p:nvSpPr>
        <p:spPr/>
        <p:txBody>
          <a:bodyPr/>
          <a:lstStyle/>
          <a:p>
            <a:r>
              <a:rPr lang="en-US" b="1" i="0" dirty="0">
                <a:solidFill>
                  <a:srgbClr val="253644"/>
                </a:solidFill>
                <a:effectLst/>
              </a:rPr>
              <a:t>Domain Setup </a:t>
            </a:r>
            <a:r>
              <a:rPr lang="en-US" sz="2000" b="1" i="0" dirty="0">
                <a:solidFill>
                  <a:srgbClr val="253644"/>
                </a:solidFill>
                <a:effectLst/>
              </a:rPr>
              <a:t>(Slide 1 of </a:t>
            </a:r>
            <a:r>
              <a:rPr lang="en-US" sz="2000" dirty="0">
                <a:solidFill>
                  <a:srgbClr val="253644"/>
                </a:solidFill>
              </a:rPr>
              <a:t>3</a:t>
            </a:r>
            <a:r>
              <a:rPr lang="en-US" sz="2000" b="1" i="0" dirty="0">
                <a:solidFill>
                  <a:srgbClr val="253644"/>
                </a:solidFill>
                <a:effectLst/>
              </a:rPr>
              <a:t>)</a:t>
            </a:r>
            <a:endParaRPr lang="en-US" sz="2000" dirty="0">
              <a:solidFill>
                <a:srgbClr val="253644"/>
              </a:solidFill>
            </a:endParaRPr>
          </a:p>
        </p:txBody>
      </p:sp>
      <p:sp>
        <p:nvSpPr>
          <p:cNvPr id="3" name="Content Placeholder 2">
            <a:extLst>
              <a:ext uri="{FF2B5EF4-FFF2-40B4-BE49-F238E27FC236}">
                <a16:creationId xmlns:a16="http://schemas.microsoft.com/office/drawing/2014/main" id="{4B87B5D0-E124-D71E-29CD-8C9E9E6AA2D3}"/>
              </a:ext>
            </a:extLst>
          </p:cNvPr>
          <p:cNvSpPr>
            <a:spLocks noGrp="1"/>
          </p:cNvSpPr>
          <p:nvPr>
            <p:ph idx="1"/>
          </p:nvPr>
        </p:nvSpPr>
        <p:spPr>
          <a:xfrm>
            <a:off x="146050" y="746760"/>
            <a:ext cx="8066771" cy="4046220"/>
          </a:xfrm>
        </p:spPr>
        <p:txBody>
          <a:bodyPr vert="horz" lIns="91440" tIns="45720" rIns="91440" bIns="45720" rtlCol="0" anchor="t">
            <a:normAutofit/>
          </a:bodyPr>
          <a:lstStyle/>
          <a:p>
            <a:r>
              <a:rPr lang="en-US" dirty="0">
                <a:latin typeface="Calibri"/>
                <a:ea typeface="Calibri"/>
                <a:cs typeface="Calibri"/>
              </a:rPr>
              <a:t>Control and permissions set through group policy and domain security policy</a:t>
            </a:r>
          </a:p>
          <a:p>
            <a:r>
              <a:rPr lang="en-US" dirty="0">
                <a:latin typeface="Calibri"/>
                <a:ea typeface="Calibri"/>
                <a:cs typeface="Calibri"/>
              </a:rPr>
              <a:t>Account settings app</a:t>
            </a:r>
          </a:p>
          <a:p>
            <a:pPr lvl="1"/>
            <a:r>
              <a:rPr lang="en-US" dirty="0">
                <a:latin typeface="Calibri"/>
                <a:ea typeface="Calibri"/>
                <a:cs typeface="Calibri"/>
              </a:rPr>
              <a:t>Access work or school option</a:t>
            </a:r>
          </a:p>
          <a:p>
            <a:r>
              <a:rPr lang="en-US" dirty="0">
                <a:latin typeface="Calibri"/>
                <a:ea typeface="Calibri"/>
                <a:cs typeface="Calibri"/>
              </a:rPr>
              <a:t>Can also use System Properties menu</a:t>
            </a:r>
            <a:endParaRPr lang="en-US" dirty="0">
              <a:ea typeface="Calibri"/>
            </a:endParaRPr>
          </a:p>
        </p:txBody>
      </p:sp>
      <p:sp>
        <p:nvSpPr>
          <p:cNvPr id="4" name="Slide Number Placeholder 3">
            <a:extLst>
              <a:ext uri="{FF2B5EF4-FFF2-40B4-BE49-F238E27FC236}">
                <a16:creationId xmlns:a16="http://schemas.microsoft.com/office/drawing/2014/main" id="{05D962B4-34CC-0A4F-BEA0-E4EC9D73CB40}"/>
              </a:ext>
            </a:extLst>
          </p:cNvPr>
          <p:cNvSpPr>
            <a:spLocks noGrp="1"/>
          </p:cNvSpPr>
          <p:nvPr>
            <p:ph type="sldNum" sz="quarter" idx="10"/>
          </p:nvPr>
        </p:nvSpPr>
        <p:spPr/>
        <p:txBody>
          <a:bodyPr/>
          <a:lstStyle/>
          <a:p>
            <a:fld id="{B7CF8A19-3A9E-4ABC-B336-2FDDE321C72D}" type="slidenum">
              <a:rPr lang="en-US" smtClean="0"/>
              <a:pPr/>
              <a:t>38</a:t>
            </a:fld>
            <a:endParaRPr lang="en-US" dirty="0"/>
          </a:p>
        </p:txBody>
      </p:sp>
    </p:spTree>
    <p:custDataLst>
      <p:tags r:id="rId1"/>
    </p:custDataLst>
    <p:extLst>
      <p:ext uri="{BB962C8B-B14F-4D97-AF65-F5344CB8AC3E}">
        <p14:creationId xmlns:p14="http://schemas.microsoft.com/office/powerpoint/2010/main" val="2917798969"/>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72FA36-1614-FC66-3CB4-A8829D96FEB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6B605BE-E569-F9B7-0793-C0FD92089AB3}"/>
              </a:ext>
            </a:extLst>
          </p:cNvPr>
          <p:cNvSpPr>
            <a:spLocks noGrp="1"/>
          </p:cNvSpPr>
          <p:nvPr>
            <p:ph type="title"/>
          </p:nvPr>
        </p:nvSpPr>
        <p:spPr/>
        <p:txBody>
          <a:bodyPr/>
          <a:lstStyle/>
          <a:p>
            <a:r>
              <a:rPr lang="en-US" b="1" i="0" dirty="0">
                <a:solidFill>
                  <a:srgbClr val="253644"/>
                </a:solidFill>
                <a:effectLst/>
              </a:rPr>
              <a:t>Domain Setup </a:t>
            </a:r>
            <a:r>
              <a:rPr lang="en-US" sz="2000" b="1" i="0" dirty="0">
                <a:solidFill>
                  <a:srgbClr val="253644"/>
                </a:solidFill>
                <a:effectLst/>
              </a:rPr>
              <a:t>(Slide 2 of 3)</a:t>
            </a:r>
            <a:endParaRPr lang="en-US" sz="2000" dirty="0"/>
          </a:p>
        </p:txBody>
      </p:sp>
      <p:pic>
        <p:nvPicPr>
          <p:cNvPr id="5" name="Picture 4" descr="Screenshot of the Access work or school settings with a domain login prompt for administrator credentials.">
            <a:extLst>
              <a:ext uri="{FF2B5EF4-FFF2-40B4-BE49-F238E27FC236}">
                <a16:creationId xmlns:a16="http://schemas.microsoft.com/office/drawing/2014/main" id="{57E9180C-86E4-079C-5E5C-C9A7740649DA}"/>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1912829" y="750093"/>
            <a:ext cx="5318337" cy="3988753"/>
          </a:xfrm>
          <a:prstGeom prst="rect">
            <a:avLst/>
          </a:prstGeom>
          <a:ln>
            <a:solidFill>
              <a:schemeClr val="bg1">
                <a:lumMod val="85000"/>
              </a:schemeClr>
            </a:solidFill>
          </a:ln>
        </p:spPr>
      </p:pic>
      <p:sp>
        <p:nvSpPr>
          <p:cNvPr id="7" name="Content Placeholder 11">
            <a:extLst>
              <a:ext uri="{FF2B5EF4-FFF2-40B4-BE49-F238E27FC236}">
                <a16:creationId xmlns:a16="http://schemas.microsoft.com/office/drawing/2014/main" id="{08ABF33E-AA0E-6D8A-EA5A-F1C1078E3449}"/>
              </a:ext>
            </a:extLst>
          </p:cNvPr>
          <p:cNvSpPr txBox="1">
            <a:spLocks/>
          </p:cNvSpPr>
          <p:nvPr/>
        </p:nvSpPr>
        <p:spPr>
          <a:xfrm>
            <a:off x="1912829" y="4809597"/>
            <a:ext cx="5318337" cy="274768"/>
          </a:xfrm>
          <a:prstGeom prst="rect">
            <a:avLst/>
          </a:prstGeom>
        </p:spPr>
        <p:txBody>
          <a:bodyPr/>
          <a:lstStyle>
            <a:lvl1pPr marL="257175" indent="-257175" algn="l" defTabSz="342900" rtl="0" eaLnBrk="1" latinLnBrk="0" hangingPunct="1">
              <a:spcBef>
                <a:spcPts val="600"/>
              </a:spcBef>
              <a:spcAft>
                <a:spcPts val="0"/>
              </a:spcAft>
              <a:buClrTx/>
              <a:buFont typeface="Arial" panose="020B0604020202020204" pitchFamily="34" charset="0"/>
              <a:buChar char="•"/>
              <a:defRPr sz="2400" kern="1200">
                <a:solidFill>
                  <a:schemeClr val="tx1"/>
                </a:solidFill>
                <a:latin typeface="Calibri" panose="020F0502020204030204" pitchFamily="34" charset="0"/>
                <a:ea typeface="+mn-ea"/>
                <a:cs typeface="Calibri" panose="020F0502020204030204" pitchFamily="34" charset="0"/>
              </a:defRPr>
            </a:lvl1pPr>
            <a:lvl2pPr marL="571500" indent="-228600" algn="l" defTabSz="342900" rtl="0" eaLnBrk="1" latinLnBrk="0" hangingPunct="1">
              <a:spcBef>
                <a:spcPts val="600"/>
              </a:spcBef>
              <a:spcAft>
                <a:spcPts val="0"/>
              </a:spcAft>
              <a:buClrTx/>
              <a:buFont typeface="Arial" panose="020B0604020202020204" pitchFamily="34" charset="0"/>
              <a:buChar char="•"/>
              <a:defRPr sz="2000" kern="1200">
                <a:solidFill>
                  <a:schemeClr val="tx1"/>
                </a:solidFill>
                <a:latin typeface="Calibri" panose="020F0502020204030204" pitchFamily="34" charset="0"/>
                <a:ea typeface="+mn-ea"/>
                <a:cs typeface="Calibri" panose="020F0502020204030204" pitchFamily="34" charset="0"/>
              </a:defRPr>
            </a:lvl2pPr>
            <a:lvl3pPr marL="857250" indent="-171450" algn="l" defTabSz="342900" rtl="0" eaLnBrk="1" latinLnBrk="0" hangingPunct="1">
              <a:spcBef>
                <a:spcPts val="600"/>
              </a:spcBef>
              <a:spcAft>
                <a:spcPts val="0"/>
              </a:spcAft>
              <a:buClrTx/>
              <a:buSzPct val="100000"/>
              <a:buFont typeface="Arial" panose="020B0604020202020204" pitchFamily="34" charset="0"/>
              <a:buChar char="•"/>
              <a:defRPr sz="1800" kern="1200">
                <a:solidFill>
                  <a:schemeClr val="tx1"/>
                </a:solidFill>
                <a:latin typeface="Calibri" panose="020F0502020204030204" pitchFamily="34" charset="0"/>
                <a:ea typeface="+mn-ea"/>
                <a:cs typeface="Calibri" panose="020F0502020204030204" pitchFamily="34" charset="0"/>
              </a:defRPr>
            </a:lvl3pPr>
            <a:lvl4pPr marL="1200150" indent="-171450" algn="l" defTabSz="342900" rtl="0" eaLnBrk="1" latinLnBrk="0" hangingPunct="1">
              <a:spcBef>
                <a:spcPts val="600"/>
              </a:spcBef>
              <a:spcAft>
                <a:spcPts val="0"/>
              </a:spcAft>
              <a:buClrTx/>
              <a:buFont typeface="Arial" panose="020B0604020202020204" pitchFamily="34" charset="0"/>
              <a:buChar char="•"/>
              <a:defRPr sz="1800" kern="1200">
                <a:solidFill>
                  <a:schemeClr val="tx1"/>
                </a:solidFill>
                <a:latin typeface="Calibri" panose="020F0502020204030204" pitchFamily="34" charset="0"/>
                <a:ea typeface="+mn-ea"/>
                <a:cs typeface="Calibri" panose="020F0502020204030204" pitchFamily="34" charset="0"/>
              </a:defRPr>
            </a:lvl4pPr>
            <a:lvl5pPr marL="1543050" indent="-171450" algn="l" defTabSz="342900" rtl="0" eaLnBrk="1" latinLnBrk="0" hangingPunct="1">
              <a:spcBef>
                <a:spcPts val="600"/>
              </a:spcBef>
              <a:spcAft>
                <a:spcPts val="0"/>
              </a:spcAft>
              <a:buClrTx/>
              <a:buFont typeface="Arial" panose="020B0604020202020204" pitchFamily="34" charset="0"/>
              <a:buChar char="•"/>
              <a:defRPr sz="1800" kern="1200">
                <a:solidFill>
                  <a:schemeClr val="tx1"/>
                </a:solidFill>
                <a:latin typeface="Calibri" panose="020F0502020204030204" pitchFamily="34" charset="0"/>
                <a:ea typeface="+mn-ea"/>
                <a:cs typeface="Calibri" panose="020F0502020204030204" pitchFamily="34" charset="0"/>
              </a:defRPr>
            </a:lvl5pPr>
            <a:lvl6pPr marL="1885950" indent="-171450" algn="l" defTabSz="342900" rtl="0" eaLnBrk="1" latinLnBrk="0" hangingPunct="1">
              <a:spcBef>
                <a:spcPct val="20000"/>
              </a:spcBef>
              <a:buFont typeface="Arial"/>
              <a:buChar char="•"/>
              <a:defRPr sz="1500" kern="1200">
                <a:solidFill>
                  <a:schemeClr val="tx1"/>
                </a:solidFill>
                <a:latin typeface="+mn-lt"/>
                <a:ea typeface="+mn-ea"/>
                <a:cs typeface="+mn-cs"/>
              </a:defRPr>
            </a:lvl6pPr>
            <a:lvl7pPr marL="2228850" indent="-171450" algn="l" defTabSz="342900" rtl="0" eaLnBrk="1" latinLnBrk="0" hangingPunct="1">
              <a:spcBef>
                <a:spcPct val="20000"/>
              </a:spcBef>
              <a:buFont typeface="Arial"/>
              <a:buChar char="•"/>
              <a:defRPr sz="1500" kern="1200">
                <a:solidFill>
                  <a:schemeClr val="tx1"/>
                </a:solidFill>
                <a:latin typeface="+mn-lt"/>
                <a:ea typeface="+mn-ea"/>
                <a:cs typeface="+mn-cs"/>
              </a:defRPr>
            </a:lvl7pPr>
            <a:lvl8pPr marL="2571750" indent="-171450" algn="l" defTabSz="342900" rtl="0" eaLnBrk="1" latinLnBrk="0" hangingPunct="1">
              <a:spcBef>
                <a:spcPct val="20000"/>
              </a:spcBef>
              <a:buFont typeface="Arial"/>
              <a:buChar char="•"/>
              <a:defRPr sz="1500" kern="1200">
                <a:solidFill>
                  <a:schemeClr val="tx1"/>
                </a:solidFill>
                <a:latin typeface="+mn-lt"/>
                <a:ea typeface="+mn-ea"/>
                <a:cs typeface="+mn-cs"/>
              </a:defRPr>
            </a:lvl8pPr>
            <a:lvl9pPr marL="2914650" indent="-171450" algn="l" defTabSz="342900" rtl="0" eaLnBrk="1" latinLnBrk="0" hangingPunct="1">
              <a:spcBef>
                <a:spcPct val="20000"/>
              </a:spcBef>
              <a:buFont typeface="Arial"/>
              <a:buChar char="•"/>
              <a:defRPr sz="1500" kern="1200">
                <a:solidFill>
                  <a:schemeClr val="tx1"/>
                </a:solidFill>
                <a:latin typeface="+mn-lt"/>
                <a:ea typeface="+mn-ea"/>
                <a:cs typeface="+mn-cs"/>
              </a:defRPr>
            </a:lvl9pPr>
          </a:lstStyle>
          <a:p>
            <a:pPr marL="0" indent="0" algn="ctr">
              <a:buNone/>
            </a:pPr>
            <a:r>
              <a:rPr lang="en-US" sz="900" i="1" dirty="0"/>
              <a:t>Screenshot courtesy of Microsoft.</a:t>
            </a:r>
          </a:p>
        </p:txBody>
      </p:sp>
      <p:sp>
        <p:nvSpPr>
          <p:cNvPr id="3" name="Slide Number Placeholder 2">
            <a:extLst>
              <a:ext uri="{FF2B5EF4-FFF2-40B4-BE49-F238E27FC236}">
                <a16:creationId xmlns:a16="http://schemas.microsoft.com/office/drawing/2014/main" id="{ACE88B40-4BE8-D0DE-3ED5-AF5A2937FD07}"/>
              </a:ext>
            </a:extLst>
          </p:cNvPr>
          <p:cNvSpPr>
            <a:spLocks noGrp="1"/>
          </p:cNvSpPr>
          <p:nvPr>
            <p:ph type="sldNum" sz="quarter" idx="10"/>
          </p:nvPr>
        </p:nvSpPr>
        <p:spPr/>
        <p:txBody>
          <a:bodyPr/>
          <a:lstStyle/>
          <a:p>
            <a:fld id="{B7CF8A19-3A9E-4ABC-B336-2FDDE321C72D}" type="slidenum">
              <a:rPr lang="en-US" smtClean="0"/>
              <a:pPr/>
              <a:t>39</a:t>
            </a:fld>
            <a:endParaRPr lang="en-US" dirty="0"/>
          </a:p>
        </p:txBody>
      </p:sp>
    </p:spTree>
    <p:extLst>
      <p:ext uri="{BB962C8B-B14F-4D97-AF65-F5344CB8AC3E}">
        <p14:creationId xmlns:p14="http://schemas.microsoft.com/office/powerpoint/2010/main" val="3946430028"/>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806063-B382-73C5-8D08-D792828F136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1FD6FC8-0877-60F8-4EC7-F6B9EDA88EBF}"/>
              </a:ext>
            </a:extLst>
          </p:cNvPr>
          <p:cNvSpPr>
            <a:spLocks noGrp="1"/>
          </p:cNvSpPr>
          <p:nvPr>
            <p:ph type="title"/>
          </p:nvPr>
        </p:nvSpPr>
        <p:spPr/>
        <p:txBody>
          <a:bodyPr/>
          <a:lstStyle/>
          <a:p>
            <a:r>
              <a:rPr lang="en-US" b="1" i="0" dirty="0">
                <a:solidFill>
                  <a:srgbClr val="253644"/>
                </a:solidFill>
                <a:effectLst/>
              </a:rPr>
              <a:t>Domain Setup </a:t>
            </a:r>
            <a:r>
              <a:rPr lang="en-US" sz="2000" b="1" i="0" dirty="0">
                <a:solidFill>
                  <a:srgbClr val="253644"/>
                </a:solidFill>
                <a:effectLst/>
              </a:rPr>
              <a:t>(Slide 3 of 3)</a:t>
            </a:r>
            <a:endParaRPr lang="en-US" sz="2000" dirty="0"/>
          </a:p>
        </p:txBody>
      </p:sp>
      <p:pic>
        <p:nvPicPr>
          <p:cNvPr id="5" name="Picture 4" descr="Login screen for Windows showing Other user and fields to enter username and password for sign-in to classroom.">
            <a:extLst>
              <a:ext uri="{FF2B5EF4-FFF2-40B4-BE49-F238E27FC236}">
                <a16:creationId xmlns:a16="http://schemas.microsoft.com/office/drawing/2014/main" id="{4145A1D5-4831-ACC0-CB99-D6D90D2E8DD7}"/>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1905347" y="750681"/>
            <a:ext cx="5333301" cy="3999976"/>
          </a:xfrm>
          <a:prstGeom prst="rect">
            <a:avLst/>
          </a:prstGeom>
          <a:ln>
            <a:solidFill>
              <a:schemeClr val="bg1">
                <a:lumMod val="85000"/>
              </a:schemeClr>
            </a:solidFill>
          </a:ln>
        </p:spPr>
      </p:pic>
      <p:sp>
        <p:nvSpPr>
          <p:cNvPr id="7" name="Content Placeholder 11">
            <a:extLst>
              <a:ext uri="{FF2B5EF4-FFF2-40B4-BE49-F238E27FC236}">
                <a16:creationId xmlns:a16="http://schemas.microsoft.com/office/drawing/2014/main" id="{64FAB4FE-47E1-857D-3722-83B03E425EAF}"/>
              </a:ext>
            </a:extLst>
          </p:cNvPr>
          <p:cNvSpPr txBox="1">
            <a:spLocks/>
          </p:cNvSpPr>
          <p:nvPr/>
        </p:nvSpPr>
        <p:spPr>
          <a:xfrm>
            <a:off x="1905347" y="4769618"/>
            <a:ext cx="5333301" cy="274768"/>
          </a:xfrm>
          <a:prstGeom prst="rect">
            <a:avLst/>
          </a:prstGeom>
        </p:spPr>
        <p:txBody>
          <a:bodyPr/>
          <a:lstStyle>
            <a:lvl1pPr marL="257175" indent="-257175" algn="l" defTabSz="342900" rtl="0" eaLnBrk="1" latinLnBrk="0" hangingPunct="1">
              <a:spcBef>
                <a:spcPts val="600"/>
              </a:spcBef>
              <a:spcAft>
                <a:spcPts val="0"/>
              </a:spcAft>
              <a:buClrTx/>
              <a:buFont typeface="Arial" panose="020B0604020202020204" pitchFamily="34" charset="0"/>
              <a:buChar char="•"/>
              <a:defRPr sz="2400" kern="1200">
                <a:solidFill>
                  <a:schemeClr val="tx1"/>
                </a:solidFill>
                <a:latin typeface="Calibri" panose="020F0502020204030204" pitchFamily="34" charset="0"/>
                <a:ea typeface="+mn-ea"/>
                <a:cs typeface="Calibri" panose="020F0502020204030204" pitchFamily="34" charset="0"/>
              </a:defRPr>
            </a:lvl1pPr>
            <a:lvl2pPr marL="571500" indent="-228600" algn="l" defTabSz="342900" rtl="0" eaLnBrk="1" latinLnBrk="0" hangingPunct="1">
              <a:spcBef>
                <a:spcPts val="600"/>
              </a:spcBef>
              <a:spcAft>
                <a:spcPts val="0"/>
              </a:spcAft>
              <a:buClrTx/>
              <a:buFont typeface="Arial" panose="020B0604020202020204" pitchFamily="34" charset="0"/>
              <a:buChar char="•"/>
              <a:defRPr sz="2000" kern="1200">
                <a:solidFill>
                  <a:schemeClr val="tx1"/>
                </a:solidFill>
                <a:latin typeface="Calibri" panose="020F0502020204030204" pitchFamily="34" charset="0"/>
                <a:ea typeface="+mn-ea"/>
                <a:cs typeface="Calibri" panose="020F0502020204030204" pitchFamily="34" charset="0"/>
              </a:defRPr>
            </a:lvl2pPr>
            <a:lvl3pPr marL="857250" indent="-171450" algn="l" defTabSz="342900" rtl="0" eaLnBrk="1" latinLnBrk="0" hangingPunct="1">
              <a:spcBef>
                <a:spcPts val="600"/>
              </a:spcBef>
              <a:spcAft>
                <a:spcPts val="0"/>
              </a:spcAft>
              <a:buClrTx/>
              <a:buSzPct val="100000"/>
              <a:buFont typeface="Arial" panose="020B0604020202020204" pitchFamily="34" charset="0"/>
              <a:buChar char="•"/>
              <a:defRPr sz="1800" kern="1200">
                <a:solidFill>
                  <a:schemeClr val="tx1"/>
                </a:solidFill>
                <a:latin typeface="Calibri" panose="020F0502020204030204" pitchFamily="34" charset="0"/>
                <a:ea typeface="+mn-ea"/>
                <a:cs typeface="Calibri" panose="020F0502020204030204" pitchFamily="34" charset="0"/>
              </a:defRPr>
            </a:lvl3pPr>
            <a:lvl4pPr marL="1200150" indent="-171450" algn="l" defTabSz="342900" rtl="0" eaLnBrk="1" latinLnBrk="0" hangingPunct="1">
              <a:spcBef>
                <a:spcPts val="600"/>
              </a:spcBef>
              <a:spcAft>
                <a:spcPts val="0"/>
              </a:spcAft>
              <a:buClrTx/>
              <a:buFont typeface="Arial" panose="020B0604020202020204" pitchFamily="34" charset="0"/>
              <a:buChar char="•"/>
              <a:defRPr sz="1800" kern="1200">
                <a:solidFill>
                  <a:schemeClr val="tx1"/>
                </a:solidFill>
                <a:latin typeface="Calibri" panose="020F0502020204030204" pitchFamily="34" charset="0"/>
                <a:ea typeface="+mn-ea"/>
                <a:cs typeface="Calibri" panose="020F0502020204030204" pitchFamily="34" charset="0"/>
              </a:defRPr>
            </a:lvl4pPr>
            <a:lvl5pPr marL="1543050" indent="-171450" algn="l" defTabSz="342900" rtl="0" eaLnBrk="1" latinLnBrk="0" hangingPunct="1">
              <a:spcBef>
                <a:spcPts val="600"/>
              </a:spcBef>
              <a:spcAft>
                <a:spcPts val="0"/>
              </a:spcAft>
              <a:buClrTx/>
              <a:buFont typeface="Arial" panose="020B0604020202020204" pitchFamily="34" charset="0"/>
              <a:buChar char="•"/>
              <a:defRPr sz="1800" kern="1200">
                <a:solidFill>
                  <a:schemeClr val="tx1"/>
                </a:solidFill>
                <a:latin typeface="Calibri" panose="020F0502020204030204" pitchFamily="34" charset="0"/>
                <a:ea typeface="+mn-ea"/>
                <a:cs typeface="Calibri" panose="020F0502020204030204" pitchFamily="34" charset="0"/>
              </a:defRPr>
            </a:lvl5pPr>
            <a:lvl6pPr marL="1885950" indent="-171450" algn="l" defTabSz="342900" rtl="0" eaLnBrk="1" latinLnBrk="0" hangingPunct="1">
              <a:spcBef>
                <a:spcPct val="20000"/>
              </a:spcBef>
              <a:buFont typeface="Arial"/>
              <a:buChar char="•"/>
              <a:defRPr sz="1500" kern="1200">
                <a:solidFill>
                  <a:schemeClr val="tx1"/>
                </a:solidFill>
                <a:latin typeface="+mn-lt"/>
                <a:ea typeface="+mn-ea"/>
                <a:cs typeface="+mn-cs"/>
              </a:defRPr>
            </a:lvl6pPr>
            <a:lvl7pPr marL="2228850" indent="-171450" algn="l" defTabSz="342900" rtl="0" eaLnBrk="1" latinLnBrk="0" hangingPunct="1">
              <a:spcBef>
                <a:spcPct val="20000"/>
              </a:spcBef>
              <a:buFont typeface="Arial"/>
              <a:buChar char="•"/>
              <a:defRPr sz="1500" kern="1200">
                <a:solidFill>
                  <a:schemeClr val="tx1"/>
                </a:solidFill>
                <a:latin typeface="+mn-lt"/>
                <a:ea typeface="+mn-ea"/>
                <a:cs typeface="+mn-cs"/>
              </a:defRPr>
            </a:lvl7pPr>
            <a:lvl8pPr marL="2571750" indent="-171450" algn="l" defTabSz="342900" rtl="0" eaLnBrk="1" latinLnBrk="0" hangingPunct="1">
              <a:spcBef>
                <a:spcPct val="20000"/>
              </a:spcBef>
              <a:buFont typeface="Arial"/>
              <a:buChar char="•"/>
              <a:defRPr sz="1500" kern="1200">
                <a:solidFill>
                  <a:schemeClr val="tx1"/>
                </a:solidFill>
                <a:latin typeface="+mn-lt"/>
                <a:ea typeface="+mn-ea"/>
                <a:cs typeface="+mn-cs"/>
              </a:defRPr>
            </a:lvl8pPr>
            <a:lvl9pPr marL="2914650" indent="-171450" algn="l" defTabSz="342900" rtl="0" eaLnBrk="1" latinLnBrk="0" hangingPunct="1">
              <a:spcBef>
                <a:spcPct val="20000"/>
              </a:spcBef>
              <a:buFont typeface="Arial"/>
              <a:buChar char="•"/>
              <a:defRPr sz="1500" kern="1200">
                <a:solidFill>
                  <a:schemeClr val="tx1"/>
                </a:solidFill>
                <a:latin typeface="+mn-lt"/>
                <a:ea typeface="+mn-ea"/>
                <a:cs typeface="+mn-cs"/>
              </a:defRPr>
            </a:lvl9pPr>
          </a:lstStyle>
          <a:p>
            <a:pPr marL="0" indent="0" algn="ctr">
              <a:buNone/>
            </a:pPr>
            <a:r>
              <a:rPr lang="en-US" sz="900" i="1" dirty="0"/>
              <a:t>Screenshot courtesy of Microsoft.</a:t>
            </a:r>
          </a:p>
        </p:txBody>
      </p:sp>
      <p:sp>
        <p:nvSpPr>
          <p:cNvPr id="3" name="Slide Number Placeholder 2">
            <a:extLst>
              <a:ext uri="{FF2B5EF4-FFF2-40B4-BE49-F238E27FC236}">
                <a16:creationId xmlns:a16="http://schemas.microsoft.com/office/drawing/2014/main" id="{26585ABB-2BFD-D6A2-C1FA-4E0A4BA7EF14}"/>
              </a:ext>
            </a:extLst>
          </p:cNvPr>
          <p:cNvSpPr>
            <a:spLocks noGrp="1"/>
          </p:cNvSpPr>
          <p:nvPr>
            <p:ph type="sldNum" sz="quarter" idx="10"/>
          </p:nvPr>
        </p:nvSpPr>
        <p:spPr/>
        <p:txBody>
          <a:bodyPr/>
          <a:lstStyle/>
          <a:p>
            <a:fld id="{B7CF8A19-3A9E-4ABC-B336-2FDDE321C72D}" type="slidenum">
              <a:rPr lang="en-US" smtClean="0"/>
              <a:pPr/>
              <a:t>40</a:t>
            </a:fld>
            <a:endParaRPr lang="en-US" dirty="0"/>
          </a:p>
        </p:txBody>
      </p:sp>
    </p:spTree>
    <p:extLst>
      <p:ext uri="{BB962C8B-B14F-4D97-AF65-F5344CB8AC3E}">
        <p14:creationId xmlns:p14="http://schemas.microsoft.com/office/powerpoint/2010/main" val="4016575733"/>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0D386A-2471-7D3D-4BC4-E2B566B08407}"/>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0B6CBD7D-F07A-B865-9644-083B68969EFF}"/>
              </a:ext>
            </a:extLst>
          </p:cNvPr>
          <p:cNvSpPr>
            <a:spLocks noGrp="1"/>
          </p:cNvSpPr>
          <p:nvPr>
            <p:ph type="title"/>
          </p:nvPr>
        </p:nvSpPr>
        <p:spPr/>
        <p:txBody>
          <a:bodyPr/>
          <a:lstStyle/>
          <a:p>
            <a:r>
              <a:rPr lang="en-US" b="1" i="0" dirty="0">
                <a:solidFill>
                  <a:srgbClr val="253644"/>
                </a:solidFill>
                <a:effectLst/>
              </a:rPr>
              <a:t>Home Folders </a:t>
            </a:r>
            <a:r>
              <a:rPr lang="en-US" sz="2000" b="1" i="0" dirty="0">
                <a:solidFill>
                  <a:srgbClr val="253644"/>
                </a:solidFill>
                <a:effectLst/>
              </a:rPr>
              <a:t>(Slide 1 of </a:t>
            </a:r>
            <a:r>
              <a:rPr lang="en-US" sz="2000" dirty="0">
                <a:solidFill>
                  <a:srgbClr val="253644"/>
                </a:solidFill>
              </a:rPr>
              <a:t>3</a:t>
            </a:r>
            <a:r>
              <a:rPr lang="en-US" sz="2000" b="1" i="0" dirty="0">
                <a:solidFill>
                  <a:srgbClr val="253644"/>
                </a:solidFill>
                <a:effectLst/>
              </a:rPr>
              <a:t>)</a:t>
            </a:r>
            <a:endParaRPr lang="en-US" sz="2000" dirty="0">
              <a:solidFill>
                <a:srgbClr val="253644"/>
              </a:solidFill>
            </a:endParaRPr>
          </a:p>
        </p:txBody>
      </p:sp>
      <p:sp>
        <p:nvSpPr>
          <p:cNvPr id="3" name="Content Placeholder 2">
            <a:extLst>
              <a:ext uri="{FF2B5EF4-FFF2-40B4-BE49-F238E27FC236}">
                <a16:creationId xmlns:a16="http://schemas.microsoft.com/office/drawing/2014/main" id="{506E0D6F-B958-40FA-CE7C-69DABF62D796}"/>
              </a:ext>
            </a:extLst>
          </p:cNvPr>
          <p:cNvSpPr>
            <a:spLocks noGrp="1"/>
          </p:cNvSpPr>
          <p:nvPr>
            <p:ph idx="1"/>
          </p:nvPr>
        </p:nvSpPr>
        <p:spPr>
          <a:xfrm>
            <a:off x="146050" y="746760"/>
            <a:ext cx="8066771" cy="4046220"/>
          </a:xfrm>
        </p:spPr>
        <p:txBody>
          <a:bodyPr vert="horz" lIns="91440" tIns="45720" rIns="91440" bIns="45720" rtlCol="0" anchor="t">
            <a:normAutofit/>
          </a:bodyPr>
          <a:lstStyle/>
          <a:p>
            <a:r>
              <a:rPr lang="en-US" dirty="0">
                <a:latin typeface="Calibri"/>
                <a:ea typeface="Calibri"/>
                <a:cs typeface="Calibri"/>
              </a:rPr>
              <a:t>Store files on server rather than local workstation</a:t>
            </a:r>
          </a:p>
          <a:p>
            <a:pPr lvl="1"/>
            <a:r>
              <a:rPr lang="en-US" dirty="0">
                <a:latin typeface="Calibri"/>
                <a:ea typeface="Calibri"/>
                <a:cs typeface="Calibri"/>
              </a:rPr>
              <a:t>Centralized storage allows monitoring and regular back up</a:t>
            </a:r>
          </a:p>
          <a:p>
            <a:r>
              <a:rPr lang="en-US" dirty="0">
                <a:latin typeface="Calibri"/>
                <a:ea typeface="Calibri"/>
                <a:cs typeface="Calibri"/>
              </a:rPr>
              <a:t>Can be mapped using the profile settings of user account</a:t>
            </a:r>
            <a:endParaRPr lang="en-US" dirty="0">
              <a:ea typeface="Calibri"/>
            </a:endParaRPr>
          </a:p>
        </p:txBody>
      </p:sp>
      <p:sp>
        <p:nvSpPr>
          <p:cNvPr id="4" name="Slide Number Placeholder 3">
            <a:extLst>
              <a:ext uri="{FF2B5EF4-FFF2-40B4-BE49-F238E27FC236}">
                <a16:creationId xmlns:a16="http://schemas.microsoft.com/office/drawing/2014/main" id="{7888CC9E-A544-4522-6F08-66A5F7FC172C}"/>
              </a:ext>
            </a:extLst>
          </p:cNvPr>
          <p:cNvSpPr>
            <a:spLocks noGrp="1"/>
          </p:cNvSpPr>
          <p:nvPr>
            <p:ph type="sldNum" sz="quarter" idx="10"/>
          </p:nvPr>
        </p:nvSpPr>
        <p:spPr/>
        <p:txBody>
          <a:bodyPr/>
          <a:lstStyle/>
          <a:p>
            <a:fld id="{B7CF8A19-3A9E-4ABC-B336-2FDDE321C72D}" type="slidenum">
              <a:rPr lang="en-US" smtClean="0"/>
              <a:pPr/>
              <a:t>41</a:t>
            </a:fld>
            <a:endParaRPr lang="en-US" dirty="0"/>
          </a:p>
        </p:txBody>
      </p:sp>
    </p:spTree>
    <p:custDataLst>
      <p:tags r:id="rId1"/>
    </p:custDataLst>
    <p:extLst>
      <p:ext uri="{BB962C8B-B14F-4D97-AF65-F5344CB8AC3E}">
        <p14:creationId xmlns:p14="http://schemas.microsoft.com/office/powerpoint/2010/main" val="3978854914"/>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DB29C1-EC75-B338-4229-94B757F7262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773B9F0-4845-DF1A-3811-F91D3487B691}"/>
              </a:ext>
            </a:extLst>
          </p:cNvPr>
          <p:cNvSpPr>
            <a:spLocks noGrp="1"/>
          </p:cNvSpPr>
          <p:nvPr>
            <p:ph type="title"/>
          </p:nvPr>
        </p:nvSpPr>
        <p:spPr/>
        <p:txBody>
          <a:bodyPr/>
          <a:lstStyle/>
          <a:p>
            <a:r>
              <a:rPr lang="en-US" b="1" i="0" dirty="0">
                <a:solidFill>
                  <a:srgbClr val="253644"/>
                </a:solidFill>
                <a:effectLst/>
              </a:rPr>
              <a:t>Home Folders </a:t>
            </a:r>
            <a:r>
              <a:rPr lang="en-US" sz="2000" b="1" i="0" dirty="0">
                <a:solidFill>
                  <a:srgbClr val="253644"/>
                </a:solidFill>
                <a:effectLst/>
              </a:rPr>
              <a:t>(Slide 2 of 3)</a:t>
            </a:r>
            <a:endParaRPr lang="en-US" sz="2000" dirty="0"/>
          </a:p>
        </p:txBody>
      </p:sp>
      <p:pic>
        <p:nvPicPr>
          <p:cNvPr id="11" name="Picture 10" descr="Active Directory Users and Computers window showing properties dialog for multiple items with profile path settings.">
            <a:extLst>
              <a:ext uri="{FF2B5EF4-FFF2-40B4-BE49-F238E27FC236}">
                <a16:creationId xmlns:a16="http://schemas.microsoft.com/office/drawing/2014/main" id="{011D4D15-6BE1-3968-C03B-F2A374370897}"/>
              </a:ext>
            </a:extLst>
          </p:cNvPr>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1350048" y="755380"/>
            <a:ext cx="6443897" cy="4028514"/>
          </a:xfrm>
          <a:prstGeom prst="rect">
            <a:avLst/>
          </a:prstGeom>
          <a:noFill/>
          <a:ln>
            <a:noFill/>
          </a:ln>
        </p:spPr>
      </p:pic>
      <p:sp>
        <p:nvSpPr>
          <p:cNvPr id="7" name="Content Placeholder 11">
            <a:extLst>
              <a:ext uri="{FF2B5EF4-FFF2-40B4-BE49-F238E27FC236}">
                <a16:creationId xmlns:a16="http://schemas.microsoft.com/office/drawing/2014/main" id="{B6F34EFF-B954-03EC-FAFF-3A13C4975149}"/>
              </a:ext>
            </a:extLst>
          </p:cNvPr>
          <p:cNvSpPr txBox="1">
            <a:spLocks/>
          </p:cNvSpPr>
          <p:nvPr/>
        </p:nvSpPr>
        <p:spPr>
          <a:xfrm>
            <a:off x="1350048" y="4826375"/>
            <a:ext cx="6443897" cy="274768"/>
          </a:xfrm>
          <a:prstGeom prst="rect">
            <a:avLst/>
          </a:prstGeom>
        </p:spPr>
        <p:txBody>
          <a:bodyPr/>
          <a:lstStyle>
            <a:lvl1pPr marL="257175" indent="-257175" algn="l" defTabSz="342900" rtl="0" eaLnBrk="1" latinLnBrk="0" hangingPunct="1">
              <a:spcBef>
                <a:spcPts val="600"/>
              </a:spcBef>
              <a:spcAft>
                <a:spcPts val="0"/>
              </a:spcAft>
              <a:buClrTx/>
              <a:buFont typeface="Arial" panose="020B0604020202020204" pitchFamily="34" charset="0"/>
              <a:buChar char="•"/>
              <a:defRPr sz="2400" kern="1200">
                <a:solidFill>
                  <a:schemeClr val="tx1"/>
                </a:solidFill>
                <a:latin typeface="Calibri" panose="020F0502020204030204" pitchFamily="34" charset="0"/>
                <a:ea typeface="+mn-ea"/>
                <a:cs typeface="Calibri" panose="020F0502020204030204" pitchFamily="34" charset="0"/>
              </a:defRPr>
            </a:lvl1pPr>
            <a:lvl2pPr marL="571500" indent="-228600" algn="l" defTabSz="342900" rtl="0" eaLnBrk="1" latinLnBrk="0" hangingPunct="1">
              <a:spcBef>
                <a:spcPts val="600"/>
              </a:spcBef>
              <a:spcAft>
                <a:spcPts val="0"/>
              </a:spcAft>
              <a:buClrTx/>
              <a:buFont typeface="Arial" panose="020B0604020202020204" pitchFamily="34" charset="0"/>
              <a:buChar char="•"/>
              <a:defRPr sz="2000" kern="1200">
                <a:solidFill>
                  <a:schemeClr val="tx1"/>
                </a:solidFill>
                <a:latin typeface="Calibri" panose="020F0502020204030204" pitchFamily="34" charset="0"/>
                <a:ea typeface="+mn-ea"/>
                <a:cs typeface="Calibri" panose="020F0502020204030204" pitchFamily="34" charset="0"/>
              </a:defRPr>
            </a:lvl2pPr>
            <a:lvl3pPr marL="857250" indent="-171450" algn="l" defTabSz="342900" rtl="0" eaLnBrk="1" latinLnBrk="0" hangingPunct="1">
              <a:spcBef>
                <a:spcPts val="600"/>
              </a:spcBef>
              <a:spcAft>
                <a:spcPts val="0"/>
              </a:spcAft>
              <a:buClrTx/>
              <a:buSzPct val="100000"/>
              <a:buFont typeface="Arial" panose="020B0604020202020204" pitchFamily="34" charset="0"/>
              <a:buChar char="•"/>
              <a:defRPr sz="1800" kern="1200">
                <a:solidFill>
                  <a:schemeClr val="tx1"/>
                </a:solidFill>
                <a:latin typeface="Calibri" panose="020F0502020204030204" pitchFamily="34" charset="0"/>
                <a:ea typeface="+mn-ea"/>
                <a:cs typeface="Calibri" panose="020F0502020204030204" pitchFamily="34" charset="0"/>
              </a:defRPr>
            </a:lvl3pPr>
            <a:lvl4pPr marL="1200150" indent="-171450" algn="l" defTabSz="342900" rtl="0" eaLnBrk="1" latinLnBrk="0" hangingPunct="1">
              <a:spcBef>
                <a:spcPts val="600"/>
              </a:spcBef>
              <a:spcAft>
                <a:spcPts val="0"/>
              </a:spcAft>
              <a:buClrTx/>
              <a:buFont typeface="Arial" panose="020B0604020202020204" pitchFamily="34" charset="0"/>
              <a:buChar char="•"/>
              <a:defRPr sz="1800" kern="1200">
                <a:solidFill>
                  <a:schemeClr val="tx1"/>
                </a:solidFill>
                <a:latin typeface="Calibri" panose="020F0502020204030204" pitchFamily="34" charset="0"/>
                <a:ea typeface="+mn-ea"/>
                <a:cs typeface="Calibri" panose="020F0502020204030204" pitchFamily="34" charset="0"/>
              </a:defRPr>
            </a:lvl4pPr>
            <a:lvl5pPr marL="1543050" indent="-171450" algn="l" defTabSz="342900" rtl="0" eaLnBrk="1" latinLnBrk="0" hangingPunct="1">
              <a:spcBef>
                <a:spcPts val="600"/>
              </a:spcBef>
              <a:spcAft>
                <a:spcPts val="0"/>
              </a:spcAft>
              <a:buClrTx/>
              <a:buFont typeface="Arial" panose="020B0604020202020204" pitchFamily="34" charset="0"/>
              <a:buChar char="•"/>
              <a:defRPr sz="1800" kern="1200">
                <a:solidFill>
                  <a:schemeClr val="tx1"/>
                </a:solidFill>
                <a:latin typeface="Calibri" panose="020F0502020204030204" pitchFamily="34" charset="0"/>
                <a:ea typeface="+mn-ea"/>
                <a:cs typeface="Calibri" panose="020F0502020204030204" pitchFamily="34" charset="0"/>
              </a:defRPr>
            </a:lvl5pPr>
            <a:lvl6pPr marL="1885950" indent="-171450" algn="l" defTabSz="342900" rtl="0" eaLnBrk="1" latinLnBrk="0" hangingPunct="1">
              <a:spcBef>
                <a:spcPct val="20000"/>
              </a:spcBef>
              <a:buFont typeface="Arial"/>
              <a:buChar char="•"/>
              <a:defRPr sz="1500" kern="1200">
                <a:solidFill>
                  <a:schemeClr val="tx1"/>
                </a:solidFill>
                <a:latin typeface="+mn-lt"/>
                <a:ea typeface="+mn-ea"/>
                <a:cs typeface="+mn-cs"/>
              </a:defRPr>
            </a:lvl6pPr>
            <a:lvl7pPr marL="2228850" indent="-171450" algn="l" defTabSz="342900" rtl="0" eaLnBrk="1" latinLnBrk="0" hangingPunct="1">
              <a:spcBef>
                <a:spcPct val="20000"/>
              </a:spcBef>
              <a:buFont typeface="Arial"/>
              <a:buChar char="•"/>
              <a:defRPr sz="1500" kern="1200">
                <a:solidFill>
                  <a:schemeClr val="tx1"/>
                </a:solidFill>
                <a:latin typeface="+mn-lt"/>
                <a:ea typeface="+mn-ea"/>
                <a:cs typeface="+mn-cs"/>
              </a:defRPr>
            </a:lvl7pPr>
            <a:lvl8pPr marL="2571750" indent="-171450" algn="l" defTabSz="342900" rtl="0" eaLnBrk="1" latinLnBrk="0" hangingPunct="1">
              <a:spcBef>
                <a:spcPct val="20000"/>
              </a:spcBef>
              <a:buFont typeface="Arial"/>
              <a:buChar char="•"/>
              <a:defRPr sz="1500" kern="1200">
                <a:solidFill>
                  <a:schemeClr val="tx1"/>
                </a:solidFill>
                <a:latin typeface="+mn-lt"/>
                <a:ea typeface="+mn-ea"/>
                <a:cs typeface="+mn-cs"/>
              </a:defRPr>
            </a:lvl8pPr>
            <a:lvl9pPr marL="2914650" indent="-171450" algn="l" defTabSz="342900" rtl="0" eaLnBrk="1" latinLnBrk="0" hangingPunct="1">
              <a:spcBef>
                <a:spcPct val="20000"/>
              </a:spcBef>
              <a:buFont typeface="Arial"/>
              <a:buChar char="•"/>
              <a:defRPr sz="1500" kern="1200">
                <a:solidFill>
                  <a:schemeClr val="tx1"/>
                </a:solidFill>
                <a:latin typeface="+mn-lt"/>
                <a:ea typeface="+mn-ea"/>
                <a:cs typeface="+mn-cs"/>
              </a:defRPr>
            </a:lvl9pPr>
          </a:lstStyle>
          <a:p>
            <a:pPr marL="0" indent="0" algn="ctr">
              <a:buNone/>
            </a:pPr>
            <a:r>
              <a:rPr lang="en-US" sz="900" i="1" dirty="0"/>
              <a:t>Screenshot courtesy of Microsoft.</a:t>
            </a:r>
          </a:p>
        </p:txBody>
      </p:sp>
      <p:sp>
        <p:nvSpPr>
          <p:cNvPr id="3" name="Slide Number Placeholder 2">
            <a:extLst>
              <a:ext uri="{FF2B5EF4-FFF2-40B4-BE49-F238E27FC236}">
                <a16:creationId xmlns:a16="http://schemas.microsoft.com/office/drawing/2014/main" id="{965E2837-D729-B01A-370A-CF952171D766}"/>
              </a:ext>
            </a:extLst>
          </p:cNvPr>
          <p:cNvSpPr>
            <a:spLocks noGrp="1"/>
          </p:cNvSpPr>
          <p:nvPr>
            <p:ph type="sldNum" sz="quarter" idx="10"/>
          </p:nvPr>
        </p:nvSpPr>
        <p:spPr/>
        <p:txBody>
          <a:bodyPr/>
          <a:lstStyle/>
          <a:p>
            <a:fld id="{B7CF8A19-3A9E-4ABC-B336-2FDDE321C72D}" type="slidenum">
              <a:rPr lang="en-US" smtClean="0"/>
              <a:pPr/>
              <a:t>42</a:t>
            </a:fld>
            <a:endParaRPr lang="en-US" dirty="0"/>
          </a:p>
        </p:txBody>
      </p:sp>
    </p:spTree>
    <p:extLst>
      <p:ext uri="{BB962C8B-B14F-4D97-AF65-F5344CB8AC3E}">
        <p14:creationId xmlns:p14="http://schemas.microsoft.com/office/powerpoint/2010/main" val="2338291296"/>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2E1F3C-DAA1-1ABA-956E-E46C1FA5A2D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57A1EBD-1B8F-8E7E-687D-D08E3A18100F}"/>
              </a:ext>
            </a:extLst>
          </p:cNvPr>
          <p:cNvSpPr>
            <a:spLocks noGrp="1"/>
          </p:cNvSpPr>
          <p:nvPr>
            <p:ph type="title"/>
          </p:nvPr>
        </p:nvSpPr>
        <p:spPr/>
        <p:txBody>
          <a:bodyPr/>
          <a:lstStyle/>
          <a:p>
            <a:r>
              <a:rPr lang="en-US" b="1" i="0" dirty="0">
                <a:solidFill>
                  <a:srgbClr val="253644"/>
                </a:solidFill>
                <a:effectLst/>
              </a:rPr>
              <a:t>Home Folders </a:t>
            </a:r>
            <a:r>
              <a:rPr lang="en-US" sz="2000" b="1" i="0" dirty="0">
                <a:solidFill>
                  <a:srgbClr val="253644"/>
                </a:solidFill>
                <a:effectLst/>
              </a:rPr>
              <a:t>(Slide 3 of 3)</a:t>
            </a:r>
            <a:endParaRPr lang="en-US" sz="2000" dirty="0"/>
          </a:p>
        </p:txBody>
      </p:sp>
      <p:pic>
        <p:nvPicPr>
          <p:cNvPr id="6" name="Picture 5" descr="Save As window displaying a network drive (H) for saving files in a shared user folder.">
            <a:extLst>
              <a:ext uri="{FF2B5EF4-FFF2-40B4-BE49-F238E27FC236}">
                <a16:creationId xmlns:a16="http://schemas.microsoft.com/office/drawing/2014/main" id="{CEAB8296-BB13-2BDD-3AD4-7C44BA3F8E72}"/>
              </a:ext>
            </a:extLst>
          </p:cNvPr>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2103617" y="749074"/>
            <a:ext cx="4936756" cy="4096457"/>
          </a:xfrm>
          <a:prstGeom prst="rect">
            <a:avLst/>
          </a:prstGeom>
          <a:noFill/>
          <a:ln>
            <a:noFill/>
          </a:ln>
        </p:spPr>
      </p:pic>
      <p:sp>
        <p:nvSpPr>
          <p:cNvPr id="7" name="Content Placeholder 11">
            <a:extLst>
              <a:ext uri="{FF2B5EF4-FFF2-40B4-BE49-F238E27FC236}">
                <a16:creationId xmlns:a16="http://schemas.microsoft.com/office/drawing/2014/main" id="{47360139-B5D2-1393-37B8-F7930D513573}"/>
              </a:ext>
            </a:extLst>
          </p:cNvPr>
          <p:cNvSpPr txBox="1">
            <a:spLocks/>
          </p:cNvSpPr>
          <p:nvPr/>
        </p:nvSpPr>
        <p:spPr>
          <a:xfrm>
            <a:off x="1905345" y="4845531"/>
            <a:ext cx="5333301" cy="274768"/>
          </a:xfrm>
          <a:prstGeom prst="rect">
            <a:avLst/>
          </a:prstGeom>
        </p:spPr>
        <p:txBody>
          <a:bodyPr/>
          <a:lstStyle>
            <a:lvl1pPr marL="257175" indent="-257175" algn="l" defTabSz="342900" rtl="0" eaLnBrk="1" latinLnBrk="0" hangingPunct="1">
              <a:spcBef>
                <a:spcPts val="600"/>
              </a:spcBef>
              <a:spcAft>
                <a:spcPts val="0"/>
              </a:spcAft>
              <a:buClrTx/>
              <a:buFont typeface="Arial" panose="020B0604020202020204" pitchFamily="34" charset="0"/>
              <a:buChar char="•"/>
              <a:defRPr sz="2400" kern="1200">
                <a:solidFill>
                  <a:schemeClr val="tx1"/>
                </a:solidFill>
                <a:latin typeface="Calibri" panose="020F0502020204030204" pitchFamily="34" charset="0"/>
                <a:ea typeface="+mn-ea"/>
                <a:cs typeface="Calibri" panose="020F0502020204030204" pitchFamily="34" charset="0"/>
              </a:defRPr>
            </a:lvl1pPr>
            <a:lvl2pPr marL="571500" indent="-228600" algn="l" defTabSz="342900" rtl="0" eaLnBrk="1" latinLnBrk="0" hangingPunct="1">
              <a:spcBef>
                <a:spcPts val="600"/>
              </a:spcBef>
              <a:spcAft>
                <a:spcPts val="0"/>
              </a:spcAft>
              <a:buClrTx/>
              <a:buFont typeface="Arial" panose="020B0604020202020204" pitchFamily="34" charset="0"/>
              <a:buChar char="•"/>
              <a:defRPr sz="2000" kern="1200">
                <a:solidFill>
                  <a:schemeClr val="tx1"/>
                </a:solidFill>
                <a:latin typeface="Calibri" panose="020F0502020204030204" pitchFamily="34" charset="0"/>
                <a:ea typeface="+mn-ea"/>
                <a:cs typeface="Calibri" panose="020F0502020204030204" pitchFamily="34" charset="0"/>
              </a:defRPr>
            </a:lvl2pPr>
            <a:lvl3pPr marL="857250" indent="-171450" algn="l" defTabSz="342900" rtl="0" eaLnBrk="1" latinLnBrk="0" hangingPunct="1">
              <a:spcBef>
                <a:spcPts val="600"/>
              </a:spcBef>
              <a:spcAft>
                <a:spcPts val="0"/>
              </a:spcAft>
              <a:buClrTx/>
              <a:buSzPct val="100000"/>
              <a:buFont typeface="Arial" panose="020B0604020202020204" pitchFamily="34" charset="0"/>
              <a:buChar char="•"/>
              <a:defRPr sz="1800" kern="1200">
                <a:solidFill>
                  <a:schemeClr val="tx1"/>
                </a:solidFill>
                <a:latin typeface="Calibri" panose="020F0502020204030204" pitchFamily="34" charset="0"/>
                <a:ea typeface="+mn-ea"/>
                <a:cs typeface="Calibri" panose="020F0502020204030204" pitchFamily="34" charset="0"/>
              </a:defRPr>
            </a:lvl3pPr>
            <a:lvl4pPr marL="1200150" indent="-171450" algn="l" defTabSz="342900" rtl="0" eaLnBrk="1" latinLnBrk="0" hangingPunct="1">
              <a:spcBef>
                <a:spcPts val="600"/>
              </a:spcBef>
              <a:spcAft>
                <a:spcPts val="0"/>
              </a:spcAft>
              <a:buClrTx/>
              <a:buFont typeface="Arial" panose="020B0604020202020204" pitchFamily="34" charset="0"/>
              <a:buChar char="•"/>
              <a:defRPr sz="1800" kern="1200">
                <a:solidFill>
                  <a:schemeClr val="tx1"/>
                </a:solidFill>
                <a:latin typeface="Calibri" panose="020F0502020204030204" pitchFamily="34" charset="0"/>
                <a:ea typeface="+mn-ea"/>
                <a:cs typeface="Calibri" panose="020F0502020204030204" pitchFamily="34" charset="0"/>
              </a:defRPr>
            </a:lvl4pPr>
            <a:lvl5pPr marL="1543050" indent="-171450" algn="l" defTabSz="342900" rtl="0" eaLnBrk="1" latinLnBrk="0" hangingPunct="1">
              <a:spcBef>
                <a:spcPts val="600"/>
              </a:spcBef>
              <a:spcAft>
                <a:spcPts val="0"/>
              </a:spcAft>
              <a:buClrTx/>
              <a:buFont typeface="Arial" panose="020B0604020202020204" pitchFamily="34" charset="0"/>
              <a:buChar char="•"/>
              <a:defRPr sz="1800" kern="1200">
                <a:solidFill>
                  <a:schemeClr val="tx1"/>
                </a:solidFill>
                <a:latin typeface="Calibri" panose="020F0502020204030204" pitchFamily="34" charset="0"/>
                <a:ea typeface="+mn-ea"/>
                <a:cs typeface="Calibri" panose="020F0502020204030204" pitchFamily="34" charset="0"/>
              </a:defRPr>
            </a:lvl5pPr>
            <a:lvl6pPr marL="1885950" indent="-171450" algn="l" defTabSz="342900" rtl="0" eaLnBrk="1" latinLnBrk="0" hangingPunct="1">
              <a:spcBef>
                <a:spcPct val="20000"/>
              </a:spcBef>
              <a:buFont typeface="Arial"/>
              <a:buChar char="•"/>
              <a:defRPr sz="1500" kern="1200">
                <a:solidFill>
                  <a:schemeClr val="tx1"/>
                </a:solidFill>
                <a:latin typeface="+mn-lt"/>
                <a:ea typeface="+mn-ea"/>
                <a:cs typeface="+mn-cs"/>
              </a:defRPr>
            </a:lvl6pPr>
            <a:lvl7pPr marL="2228850" indent="-171450" algn="l" defTabSz="342900" rtl="0" eaLnBrk="1" latinLnBrk="0" hangingPunct="1">
              <a:spcBef>
                <a:spcPct val="20000"/>
              </a:spcBef>
              <a:buFont typeface="Arial"/>
              <a:buChar char="•"/>
              <a:defRPr sz="1500" kern="1200">
                <a:solidFill>
                  <a:schemeClr val="tx1"/>
                </a:solidFill>
                <a:latin typeface="+mn-lt"/>
                <a:ea typeface="+mn-ea"/>
                <a:cs typeface="+mn-cs"/>
              </a:defRPr>
            </a:lvl7pPr>
            <a:lvl8pPr marL="2571750" indent="-171450" algn="l" defTabSz="342900" rtl="0" eaLnBrk="1" latinLnBrk="0" hangingPunct="1">
              <a:spcBef>
                <a:spcPct val="20000"/>
              </a:spcBef>
              <a:buFont typeface="Arial"/>
              <a:buChar char="•"/>
              <a:defRPr sz="1500" kern="1200">
                <a:solidFill>
                  <a:schemeClr val="tx1"/>
                </a:solidFill>
                <a:latin typeface="+mn-lt"/>
                <a:ea typeface="+mn-ea"/>
                <a:cs typeface="+mn-cs"/>
              </a:defRPr>
            </a:lvl8pPr>
            <a:lvl9pPr marL="2914650" indent="-171450" algn="l" defTabSz="342900" rtl="0" eaLnBrk="1" latinLnBrk="0" hangingPunct="1">
              <a:spcBef>
                <a:spcPct val="20000"/>
              </a:spcBef>
              <a:buFont typeface="Arial"/>
              <a:buChar char="•"/>
              <a:defRPr sz="1500" kern="1200">
                <a:solidFill>
                  <a:schemeClr val="tx1"/>
                </a:solidFill>
                <a:latin typeface="+mn-lt"/>
                <a:ea typeface="+mn-ea"/>
                <a:cs typeface="+mn-cs"/>
              </a:defRPr>
            </a:lvl9pPr>
          </a:lstStyle>
          <a:p>
            <a:pPr marL="0" indent="0" algn="ctr">
              <a:buNone/>
            </a:pPr>
            <a:r>
              <a:rPr lang="en-US" sz="900" i="1" dirty="0"/>
              <a:t>Screenshot courtesy of Microsoft.</a:t>
            </a:r>
          </a:p>
        </p:txBody>
      </p:sp>
      <p:sp>
        <p:nvSpPr>
          <p:cNvPr id="3" name="Slide Number Placeholder 2">
            <a:extLst>
              <a:ext uri="{FF2B5EF4-FFF2-40B4-BE49-F238E27FC236}">
                <a16:creationId xmlns:a16="http://schemas.microsoft.com/office/drawing/2014/main" id="{8E08CCE4-FAC0-8D00-FEEA-86D8FF665A81}"/>
              </a:ext>
            </a:extLst>
          </p:cNvPr>
          <p:cNvSpPr>
            <a:spLocks noGrp="1"/>
          </p:cNvSpPr>
          <p:nvPr>
            <p:ph type="sldNum" sz="quarter" idx="10"/>
          </p:nvPr>
        </p:nvSpPr>
        <p:spPr/>
        <p:txBody>
          <a:bodyPr/>
          <a:lstStyle/>
          <a:p>
            <a:fld id="{B7CF8A19-3A9E-4ABC-B336-2FDDE321C72D}" type="slidenum">
              <a:rPr lang="en-US" smtClean="0"/>
              <a:pPr/>
              <a:t>43</a:t>
            </a:fld>
            <a:endParaRPr lang="en-US" dirty="0"/>
          </a:p>
        </p:txBody>
      </p:sp>
    </p:spTree>
    <p:extLst>
      <p:ext uri="{BB962C8B-B14F-4D97-AF65-F5344CB8AC3E}">
        <p14:creationId xmlns:p14="http://schemas.microsoft.com/office/powerpoint/2010/main" val="3800146421"/>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BFAE58-447A-A84F-38AA-352871AA486F}"/>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FFD067B9-5981-55A0-1D89-0648DBCCDDBF}"/>
              </a:ext>
            </a:extLst>
          </p:cNvPr>
          <p:cNvSpPr>
            <a:spLocks noGrp="1"/>
          </p:cNvSpPr>
          <p:nvPr>
            <p:ph type="title"/>
          </p:nvPr>
        </p:nvSpPr>
        <p:spPr/>
        <p:txBody>
          <a:bodyPr/>
          <a:lstStyle/>
          <a:p>
            <a:r>
              <a:rPr lang="en-US" b="1" i="0" dirty="0">
                <a:solidFill>
                  <a:srgbClr val="253644"/>
                </a:solidFill>
                <a:effectLst/>
              </a:rPr>
              <a:t>Roaming Profiles and Folder Redirection </a:t>
            </a:r>
            <a:r>
              <a:rPr lang="en-US" sz="2000" b="1" i="0" dirty="0">
                <a:solidFill>
                  <a:srgbClr val="253644"/>
                </a:solidFill>
                <a:effectLst/>
              </a:rPr>
              <a:t>(Slide 1 of 2)</a:t>
            </a:r>
            <a:endParaRPr lang="en-US" sz="2000" dirty="0">
              <a:solidFill>
                <a:srgbClr val="253644"/>
              </a:solidFill>
            </a:endParaRPr>
          </a:p>
        </p:txBody>
      </p:sp>
      <p:sp>
        <p:nvSpPr>
          <p:cNvPr id="3" name="Content Placeholder 2">
            <a:extLst>
              <a:ext uri="{FF2B5EF4-FFF2-40B4-BE49-F238E27FC236}">
                <a16:creationId xmlns:a16="http://schemas.microsoft.com/office/drawing/2014/main" id="{E7D08053-9027-4ED9-76EF-8FEC6C14423C}"/>
              </a:ext>
            </a:extLst>
          </p:cNvPr>
          <p:cNvSpPr>
            <a:spLocks noGrp="1"/>
          </p:cNvSpPr>
          <p:nvPr>
            <p:ph idx="1"/>
          </p:nvPr>
        </p:nvSpPr>
        <p:spPr>
          <a:xfrm>
            <a:off x="146050" y="746760"/>
            <a:ext cx="8066771" cy="4046220"/>
          </a:xfrm>
        </p:spPr>
        <p:txBody>
          <a:bodyPr vert="horz" lIns="91440" tIns="45720" rIns="91440" bIns="45720" rtlCol="0" anchor="t">
            <a:normAutofit/>
          </a:bodyPr>
          <a:lstStyle/>
          <a:p>
            <a:r>
              <a:rPr lang="en-US" dirty="0">
                <a:latin typeface="Calibri"/>
                <a:ea typeface="Calibri"/>
                <a:cs typeface="Calibri"/>
              </a:rPr>
              <a:t>Allows users to log in anywhere on network and have access to their files, applications, and settings</a:t>
            </a:r>
          </a:p>
          <a:p>
            <a:r>
              <a:rPr lang="en-US" dirty="0">
                <a:latin typeface="Calibri"/>
                <a:ea typeface="Calibri"/>
                <a:cs typeface="Calibri"/>
              </a:rPr>
              <a:t>Redirect profile folders to server-based storage for resiliency</a:t>
            </a:r>
            <a:endParaRPr lang="en-US" dirty="0">
              <a:ea typeface="Calibri"/>
            </a:endParaRPr>
          </a:p>
        </p:txBody>
      </p:sp>
      <p:sp>
        <p:nvSpPr>
          <p:cNvPr id="4" name="Slide Number Placeholder 3">
            <a:extLst>
              <a:ext uri="{FF2B5EF4-FFF2-40B4-BE49-F238E27FC236}">
                <a16:creationId xmlns:a16="http://schemas.microsoft.com/office/drawing/2014/main" id="{3C93F21F-61F4-8C18-F0EB-57C8E7220796}"/>
              </a:ext>
            </a:extLst>
          </p:cNvPr>
          <p:cNvSpPr>
            <a:spLocks noGrp="1"/>
          </p:cNvSpPr>
          <p:nvPr>
            <p:ph type="sldNum" sz="quarter" idx="10"/>
          </p:nvPr>
        </p:nvSpPr>
        <p:spPr/>
        <p:txBody>
          <a:bodyPr/>
          <a:lstStyle/>
          <a:p>
            <a:fld id="{B7CF8A19-3A9E-4ABC-B336-2FDDE321C72D}" type="slidenum">
              <a:rPr lang="en-US" smtClean="0"/>
              <a:pPr/>
              <a:t>44</a:t>
            </a:fld>
            <a:endParaRPr lang="en-US" dirty="0"/>
          </a:p>
        </p:txBody>
      </p:sp>
    </p:spTree>
    <p:custDataLst>
      <p:tags r:id="rId1"/>
    </p:custDataLst>
    <p:extLst>
      <p:ext uri="{BB962C8B-B14F-4D97-AF65-F5344CB8AC3E}">
        <p14:creationId xmlns:p14="http://schemas.microsoft.com/office/powerpoint/2010/main" val="43243098"/>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12FF86-43FD-8D45-5A46-E907598BF0C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30ACE48-9C4E-8411-DEE0-11056F64E40C}"/>
              </a:ext>
            </a:extLst>
          </p:cNvPr>
          <p:cNvSpPr>
            <a:spLocks noGrp="1"/>
          </p:cNvSpPr>
          <p:nvPr>
            <p:ph type="title"/>
          </p:nvPr>
        </p:nvSpPr>
        <p:spPr/>
        <p:txBody>
          <a:bodyPr/>
          <a:lstStyle/>
          <a:p>
            <a:r>
              <a:rPr lang="en-US" b="1" i="0" dirty="0">
                <a:solidFill>
                  <a:srgbClr val="253644"/>
                </a:solidFill>
                <a:effectLst/>
              </a:rPr>
              <a:t>Roaming Profiles and Folder Redirection </a:t>
            </a:r>
            <a:r>
              <a:rPr lang="en-US" sz="2000" b="1" i="0" dirty="0">
                <a:solidFill>
                  <a:srgbClr val="253644"/>
                </a:solidFill>
                <a:effectLst/>
              </a:rPr>
              <a:t>(Slide 2 of 2)</a:t>
            </a:r>
            <a:endParaRPr lang="en-US" sz="2000" dirty="0"/>
          </a:p>
        </p:txBody>
      </p:sp>
      <p:pic>
        <p:nvPicPr>
          <p:cNvPr id="5" name="Picture 4" descr="Group Policy Management window showing folder redirection settings for the Downloads folder with target folder location details.">
            <a:extLst>
              <a:ext uri="{FF2B5EF4-FFF2-40B4-BE49-F238E27FC236}">
                <a16:creationId xmlns:a16="http://schemas.microsoft.com/office/drawing/2014/main" id="{7AC40F33-032A-84E3-BACE-DA7A091C2FF4}"/>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1613213" y="690228"/>
            <a:ext cx="5917566" cy="4195462"/>
          </a:xfrm>
          <a:prstGeom prst="rect">
            <a:avLst/>
          </a:prstGeom>
          <a:ln>
            <a:solidFill>
              <a:schemeClr val="bg1">
                <a:lumMod val="85000"/>
              </a:schemeClr>
            </a:solidFill>
          </a:ln>
        </p:spPr>
      </p:pic>
      <p:sp>
        <p:nvSpPr>
          <p:cNvPr id="7" name="Content Placeholder 11">
            <a:extLst>
              <a:ext uri="{FF2B5EF4-FFF2-40B4-BE49-F238E27FC236}">
                <a16:creationId xmlns:a16="http://schemas.microsoft.com/office/drawing/2014/main" id="{140D1209-3388-558A-EE23-B8C176F80343}"/>
              </a:ext>
            </a:extLst>
          </p:cNvPr>
          <p:cNvSpPr txBox="1">
            <a:spLocks/>
          </p:cNvSpPr>
          <p:nvPr/>
        </p:nvSpPr>
        <p:spPr>
          <a:xfrm>
            <a:off x="1613214" y="4894716"/>
            <a:ext cx="5917566" cy="274768"/>
          </a:xfrm>
          <a:prstGeom prst="rect">
            <a:avLst/>
          </a:prstGeom>
        </p:spPr>
        <p:txBody>
          <a:bodyPr/>
          <a:lstStyle>
            <a:lvl1pPr marL="257175" indent="-257175" algn="l" defTabSz="342900" rtl="0" eaLnBrk="1" latinLnBrk="0" hangingPunct="1">
              <a:spcBef>
                <a:spcPts val="600"/>
              </a:spcBef>
              <a:spcAft>
                <a:spcPts val="0"/>
              </a:spcAft>
              <a:buClrTx/>
              <a:buFont typeface="Arial" panose="020B0604020202020204" pitchFamily="34" charset="0"/>
              <a:buChar char="•"/>
              <a:defRPr sz="2400" kern="1200">
                <a:solidFill>
                  <a:schemeClr val="tx1"/>
                </a:solidFill>
                <a:latin typeface="Calibri" panose="020F0502020204030204" pitchFamily="34" charset="0"/>
                <a:ea typeface="+mn-ea"/>
                <a:cs typeface="Calibri" panose="020F0502020204030204" pitchFamily="34" charset="0"/>
              </a:defRPr>
            </a:lvl1pPr>
            <a:lvl2pPr marL="571500" indent="-228600" algn="l" defTabSz="342900" rtl="0" eaLnBrk="1" latinLnBrk="0" hangingPunct="1">
              <a:spcBef>
                <a:spcPts val="600"/>
              </a:spcBef>
              <a:spcAft>
                <a:spcPts val="0"/>
              </a:spcAft>
              <a:buClrTx/>
              <a:buFont typeface="Arial" panose="020B0604020202020204" pitchFamily="34" charset="0"/>
              <a:buChar char="•"/>
              <a:defRPr sz="2000" kern="1200">
                <a:solidFill>
                  <a:schemeClr val="tx1"/>
                </a:solidFill>
                <a:latin typeface="Calibri" panose="020F0502020204030204" pitchFamily="34" charset="0"/>
                <a:ea typeface="+mn-ea"/>
                <a:cs typeface="Calibri" panose="020F0502020204030204" pitchFamily="34" charset="0"/>
              </a:defRPr>
            </a:lvl2pPr>
            <a:lvl3pPr marL="857250" indent="-171450" algn="l" defTabSz="342900" rtl="0" eaLnBrk="1" latinLnBrk="0" hangingPunct="1">
              <a:spcBef>
                <a:spcPts val="600"/>
              </a:spcBef>
              <a:spcAft>
                <a:spcPts val="0"/>
              </a:spcAft>
              <a:buClrTx/>
              <a:buSzPct val="100000"/>
              <a:buFont typeface="Arial" panose="020B0604020202020204" pitchFamily="34" charset="0"/>
              <a:buChar char="•"/>
              <a:defRPr sz="1800" kern="1200">
                <a:solidFill>
                  <a:schemeClr val="tx1"/>
                </a:solidFill>
                <a:latin typeface="Calibri" panose="020F0502020204030204" pitchFamily="34" charset="0"/>
                <a:ea typeface="+mn-ea"/>
                <a:cs typeface="Calibri" panose="020F0502020204030204" pitchFamily="34" charset="0"/>
              </a:defRPr>
            </a:lvl3pPr>
            <a:lvl4pPr marL="1200150" indent="-171450" algn="l" defTabSz="342900" rtl="0" eaLnBrk="1" latinLnBrk="0" hangingPunct="1">
              <a:spcBef>
                <a:spcPts val="600"/>
              </a:spcBef>
              <a:spcAft>
                <a:spcPts val="0"/>
              </a:spcAft>
              <a:buClrTx/>
              <a:buFont typeface="Arial" panose="020B0604020202020204" pitchFamily="34" charset="0"/>
              <a:buChar char="•"/>
              <a:defRPr sz="1800" kern="1200">
                <a:solidFill>
                  <a:schemeClr val="tx1"/>
                </a:solidFill>
                <a:latin typeface="Calibri" panose="020F0502020204030204" pitchFamily="34" charset="0"/>
                <a:ea typeface="+mn-ea"/>
                <a:cs typeface="Calibri" panose="020F0502020204030204" pitchFamily="34" charset="0"/>
              </a:defRPr>
            </a:lvl4pPr>
            <a:lvl5pPr marL="1543050" indent="-171450" algn="l" defTabSz="342900" rtl="0" eaLnBrk="1" latinLnBrk="0" hangingPunct="1">
              <a:spcBef>
                <a:spcPts val="600"/>
              </a:spcBef>
              <a:spcAft>
                <a:spcPts val="0"/>
              </a:spcAft>
              <a:buClrTx/>
              <a:buFont typeface="Arial" panose="020B0604020202020204" pitchFamily="34" charset="0"/>
              <a:buChar char="•"/>
              <a:defRPr sz="1800" kern="1200">
                <a:solidFill>
                  <a:schemeClr val="tx1"/>
                </a:solidFill>
                <a:latin typeface="Calibri" panose="020F0502020204030204" pitchFamily="34" charset="0"/>
                <a:ea typeface="+mn-ea"/>
                <a:cs typeface="Calibri" panose="020F0502020204030204" pitchFamily="34" charset="0"/>
              </a:defRPr>
            </a:lvl5pPr>
            <a:lvl6pPr marL="1885950" indent="-171450" algn="l" defTabSz="342900" rtl="0" eaLnBrk="1" latinLnBrk="0" hangingPunct="1">
              <a:spcBef>
                <a:spcPct val="20000"/>
              </a:spcBef>
              <a:buFont typeface="Arial"/>
              <a:buChar char="•"/>
              <a:defRPr sz="1500" kern="1200">
                <a:solidFill>
                  <a:schemeClr val="tx1"/>
                </a:solidFill>
                <a:latin typeface="+mn-lt"/>
                <a:ea typeface="+mn-ea"/>
                <a:cs typeface="+mn-cs"/>
              </a:defRPr>
            </a:lvl6pPr>
            <a:lvl7pPr marL="2228850" indent="-171450" algn="l" defTabSz="342900" rtl="0" eaLnBrk="1" latinLnBrk="0" hangingPunct="1">
              <a:spcBef>
                <a:spcPct val="20000"/>
              </a:spcBef>
              <a:buFont typeface="Arial"/>
              <a:buChar char="•"/>
              <a:defRPr sz="1500" kern="1200">
                <a:solidFill>
                  <a:schemeClr val="tx1"/>
                </a:solidFill>
                <a:latin typeface="+mn-lt"/>
                <a:ea typeface="+mn-ea"/>
                <a:cs typeface="+mn-cs"/>
              </a:defRPr>
            </a:lvl7pPr>
            <a:lvl8pPr marL="2571750" indent="-171450" algn="l" defTabSz="342900" rtl="0" eaLnBrk="1" latinLnBrk="0" hangingPunct="1">
              <a:spcBef>
                <a:spcPct val="20000"/>
              </a:spcBef>
              <a:buFont typeface="Arial"/>
              <a:buChar char="•"/>
              <a:defRPr sz="1500" kern="1200">
                <a:solidFill>
                  <a:schemeClr val="tx1"/>
                </a:solidFill>
                <a:latin typeface="+mn-lt"/>
                <a:ea typeface="+mn-ea"/>
                <a:cs typeface="+mn-cs"/>
              </a:defRPr>
            </a:lvl8pPr>
            <a:lvl9pPr marL="2914650" indent="-171450" algn="l" defTabSz="342900" rtl="0" eaLnBrk="1" latinLnBrk="0" hangingPunct="1">
              <a:spcBef>
                <a:spcPct val="20000"/>
              </a:spcBef>
              <a:buFont typeface="Arial"/>
              <a:buChar char="•"/>
              <a:defRPr sz="1500" kern="1200">
                <a:solidFill>
                  <a:schemeClr val="tx1"/>
                </a:solidFill>
                <a:latin typeface="+mn-lt"/>
                <a:ea typeface="+mn-ea"/>
                <a:cs typeface="+mn-cs"/>
              </a:defRPr>
            </a:lvl9pPr>
          </a:lstStyle>
          <a:p>
            <a:pPr marL="0" indent="0" algn="ctr">
              <a:buNone/>
            </a:pPr>
            <a:r>
              <a:rPr lang="en-US" sz="900" i="1" dirty="0"/>
              <a:t>Screenshot courtesy of Microsoft.</a:t>
            </a:r>
          </a:p>
        </p:txBody>
      </p:sp>
      <p:sp>
        <p:nvSpPr>
          <p:cNvPr id="3" name="Slide Number Placeholder 2">
            <a:extLst>
              <a:ext uri="{FF2B5EF4-FFF2-40B4-BE49-F238E27FC236}">
                <a16:creationId xmlns:a16="http://schemas.microsoft.com/office/drawing/2014/main" id="{81E0E85C-95BF-AC4B-F2D6-0C0201E73379}"/>
              </a:ext>
            </a:extLst>
          </p:cNvPr>
          <p:cNvSpPr>
            <a:spLocks noGrp="1"/>
          </p:cNvSpPr>
          <p:nvPr>
            <p:ph type="sldNum" sz="quarter" idx="10"/>
          </p:nvPr>
        </p:nvSpPr>
        <p:spPr/>
        <p:txBody>
          <a:bodyPr/>
          <a:lstStyle/>
          <a:p>
            <a:fld id="{B7CF8A19-3A9E-4ABC-B336-2FDDE321C72D}" type="slidenum">
              <a:rPr lang="en-US" smtClean="0"/>
              <a:pPr/>
              <a:t>45</a:t>
            </a:fld>
            <a:endParaRPr lang="en-US" dirty="0"/>
          </a:p>
        </p:txBody>
      </p:sp>
    </p:spTree>
    <p:extLst>
      <p:ext uri="{BB962C8B-B14F-4D97-AF65-F5344CB8AC3E}">
        <p14:creationId xmlns:p14="http://schemas.microsoft.com/office/powerpoint/2010/main" val="397313614"/>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BDDA2B-4685-FB5E-CBD8-03545F27DD72}"/>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3DE0C01-6420-AEC9-3616-91CCFC08DF75}"/>
              </a:ext>
            </a:extLst>
          </p:cNvPr>
          <p:cNvSpPr>
            <a:spLocks noGrp="1"/>
          </p:cNvSpPr>
          <p:nvPr>
            <p:ph sz="quarter" idx="14"/>
          </p:nvPr>
        </p:nvSpPr>
        <p:spPr/>
        <p:txBody>
          <a:bodyPr>
            <a:normAutofit/>
          </a:bodyPr>
          <a:lstStyle/>
          <a:p>
            <a:r>
              <a:rPr lang="en-US" dirty="0"/>
              <a:t>Lab: Configure NTFS Permissions</a:t>
            </a:r>
            <a:br>
              <a:rPr lang="en-US" dirty="0"/>
            </a:br>
            <a:r>
              <a:rPr lang="en-US" sz="2000" dirty="0"/>
              <a:t>(available in CertMaster Learn and CertMaster Perform)</a:t>
            </a:r>
          </a:p>
          <a:p>
            <a:r>
              <a:rPr lang="en-US" dirty="0"/>
              <a:t>Lab: Support AD Domain Networking</a:t>
            </a:r>
            <a:br>
              <a:rPr lang="en-US" sz="2000" dirty="0"/>
            </a:br>
            <a:r>
              <a:rPr lang="en-US" sz="2000" dirty="0"/>
              <a:t>(available in CertMaster Learn and CertMaster Perform)</a:t>
            </a:r>
          </a:p>
          <a:p>
            <a:r>
              <a:rPr lang="en-US" dirty="0"/>
              <a:t>Challenge Live Lab: Manage Domain Accounts</a:t>
            </a:r>
            <a:br>
              <a:rPr lang="en-US" sz="2000" dirty="0"/>
            </a:br>
            <a:r>
              <a:rPr lang="en-US" sz="2000" dirty="0"/>
              <a:t>(available in CertMaster Perform and CertMaster Labs)</a:t>
            </a:r>
          </a:p>
        </p:txBody>
      </p:sp>
      <p:sp>
        <p:nvSpPr>
          <p:cNvPr id="2" name="Slide Number Placeholder 1">
            <a:extLst>
              <a:ext uri="{FF2B5EF4-FFF2-40B4-BE49-F238E27FC236}">
                <a16:creationId xmlns:a16="http://schemas.microsoft.com/office/drawing/2014/main" id="{4B0A1A2D-7046-62CD-F837-A6B7A89B9986}"/>
              </a:ext>
            </a:extLst>
          </p:cNvPr>
          <p:cNvSpPr>
            <a:spLocks noGrp="1"/>
          </p:cNvSpPr>
          <p:nvPr>
            <p:ph type="sldNum" sz="quarter" idx="13"/>
          </p:nvPr>
        </p:nvSpPr>
        <p:spPr/>
        <p:txBody>
          <a:bodyPr/>
          <a:lstStyle/>
          <a:p>
            <a:fld id="{B7CF8A19-3A9E-4ABC-B336-2FDDE321C72D}" type="slidenum">
              <a:rPr lang="en-US" smtClean="0"/>
              <a:pPr/>
              <a:t>46</a:t>
            </a:fld>
            <a:endParaRPr lang="en-US" dirty="0"/>
          </a:p>
        </p:txBody>
      </p:sp>
    </p:spTree>
    <p:custDataLst>
      <p:tags r:id="rId1"/>
    </p:custDataLst>
    <p:extLst>
      <p:ext uri="{BB962C8B-B14F-4D97-AF65-F5344CB8AC3E}">
        <p14:creationId xmlns:p14="http://schemas.microsoft.com/office/powerpoint/2010/main" val="2478040323"/>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279C6F-ED69-EB62-CBC3-26C7BC5CA9F8}"/>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C8FE2B9D-4B39-37C4-0462-81A1AAE14CF8}"/>
              </a:ext>
            </a:extLst>
          </p:cNvPr>
          <p:cNvSpPr>
            <a:spLocks noGrp="1"/>
          </p:cNvSpPr>
          <p:nvPr>
            <p:ph type="title"/>
          </p:nvPr>
        </p:nvSpPr>
        <p:spPr/>
        <p:txBody>
          <a:bodyPr/>
          <a:lstStyle/>
          <a:p>
            <a:r>
              <a:rPr lang="en-US" dirty="0"/>
              <a:t>Windows Shares</a:t>
            </a:r>
          </a:p>
        </p:txBody>
      </p:sp>
      <p:sp>
        <p:nvSpPr>
          <p:cNvPr id="2" name="Content Placeholder 1">
            <a:extLst>
              <a:ext uri="{FF2B5EF4-FFF2-40B4-BE49-F238E27FC236}">
                <a16:creationId xmlns:a16="http://schemas.microsoft.com/office/drawing/2014/main" id="{A44B7A9C-2F89-4540-CD80-D3B09EFCE270}"/>
              </a:ext>
            </a:extLst>
          </p:cNvPr>
          <p:cNvSpPr>
            <a:spLocks noGrp="1"/>
          </p:cNvSpPr>
          <p:nvPr>
            <p:ph sz="quarter" idx="11"/>
          </p:nvPr>
        </p:nvSpPr>
        <p:spPr>
          <a:xfrm>
            <a:off x="146050" y="748622"/>
            <a:ext cx="8870950" cy="4394877"/>
          </a:xfrm>
        </p:spPr>
        <p:txBody>
          <a:bodyPr vert="horz" lIns="91440" tIns="45720" rIns="91440" bIns="45720" rtlCol="0" anchor="t">
            <a:normAutofit/>
          </a:bodyPr>
          <a:lstStyle/>
          <a:p>
            <a:r>
              <a:rPr lang="en-US" dirty="0"/>
              <a:t>Workgroup Setup</a:t>
            </a:r>
          </a:p>
          <a:p>
            <a:r>
              <a:rPr lang="en-US" dirty="0"/>
              <a:t>File Share Configuration</a:t>
            </a:r>
          </a:p>
          <a:p>
            <a:r>
              <a:rPr lang="en-US" dirty="0"/>
              <a:t>Network Browsing and Mapping Drives</a:t>
            </a:r>
          </a:p>
          <a:p>
            <a:r>
              <a:rPr lang="en-US" dirty="0"/>
              <a:t>Printer Sharing</a:t>
            </a:r>
          </a:p>
          <a:p>
            <a:r>
              <a:rPr lang="en-US" dirty="0"/>
              <a:t>NTFS versus Share Permissions</a:t>
            </a:r>
          </a:p>
          <a:p>
            <a:r>
              <a:rPr lang="en-US" dirty="0"/>
              <a:t>Permissions Inheritance</a:t>
            </a:r>
          </a:p>
          <a:p>
            <a:r>
              <a:rPr lang="en-US" dirty="0"/>
              <a:t>Domain Setup</a:t>
            </a:r>
          </a:p>
          <a:p>
            <a:r>
              <a:rPr lang="en-US" dirty="0"/>
              <a:t>Home Folders</a:t>
            </a:r>
          </a:p>
          <a:p>
            <a:r>
              <a:rPr lang="en-US" dirty="0"/>
              <a:t>Roaming Profiles and Folder Redirection</a:t>
            </a:r>
          </a:p>
        </p:txBody>
      </p:sp>
      <p:sp>
        <p:nvSpPr>
          <p:cNvPr id="4" name="Slide Number Placeholder 3">
            <a:extLst>
              <a:ext uri="{FF2B5EF4-FFF2-40B4-BE49-F238E27FC236}">
                <a16:creationId xmlns:a16="http://schemas.microsoft.com/office/drawing/2014/main" id="{211E02D6-486D-2F39-9F5E-2CB89FD15CDB}"/>
              </a:ext>
            </a:extLst>
          </p:cNvPr>
          <p:cNvSpPr>
            <a:spLocks noGrp="1"/>
          </p:cNvSpPr>
          <p:nvPr>
            <p:ph type="sldNum" sz="quarter" idx="12"/>
          </p:nvPr>
        </p:nvSpPr>
        <p:spPr/>
        <p:txBody>
          <a:bodyPr/>
          <a:lstStyle/>
          <a:p>
            <a:fld id="{B7CF8A19-3A9E-4ABC-B336-2FDDE321C72D}" type="slidenum">
              <a:rPr lang="en-US" smtClean="0"/>
              <a:pPr/>
              <a:t>47</a:t>
            </a:fld>
            <a:endParaRPr lang="en-US" dirty="0"/>
          </a:p>
        </p:txBody>
      </p:sp>
    </p:spTree>
    <p:custDataLst>
      <p:tags r:id="rId1"/>
    </p:custDataLst>
    <p:extLst>
      <p:ext uri="{BB962C8B-B14F-4D97-AF65-F5344CB8AC3E}">
        <p14:creationId xmlns:p14="http://schemas.microsoft.com/office/powerpoint/2010/main" val="2682790510"/>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ARTICULATE_DESIGN_ID_COMPTIA_OV" val="o1GHjmgH"/>
  <p:tag name="ARTICULATE_SLIDE_COUNT" val="14"/>
  <p:tag name="ARTICULATE_PROJECT_OPEN" val="0"/>
</p:tagLst>
</file>

<file path=ppt/tags/tag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heme/theme1.xml><?xml version="1.0" encoding="utf-8"?>
<a:theme xmlns:a="http://schemas.openxmlformats.org/drawingml/2006/main" name="comptia_ov">
  <a:themeElements>
    <a:clrScheme name="comptia">
      <a:dk1>
        <a:srgbClr val="253644"/>
      </a:dk1>
      <a:lt1>
        <a:srgbClr val="FFFFFF"/>
      </a:lt1>
      <a:dk2>
        <a:srgbClr val="45545F"/>
      </a:dk2>
      <a:lt2>
        <a:srgbClr val="F4F4F4"/>
      </a:lt2>
      <a:accent1>
        <a:srgbClr val="00688E"/>
      </a:accent1>
      <a:accent2>
        <a:srgbClr val="0198A7"/>
      </a:accent2>
      <a:accent3>
        <a:srgbClr val="028EBD"/>
      </a:accent3>
      <a:accent4>
        <a:srgbClr val="778691"/>
      </a:accent4>
      <a:accent5>
        <a:srgbClr val="CF0B2B"/>
      </a:accent5>
      <a:accent6>
        <a:srgbClr val="ED6D00"/>
      </a:accent6>
      <a:hlink>
        <a:srgbClr val="B24FC3"/>
      </a:hlink>
      <a:folHlink>
        <a:srgbClr val="732281"/>
      </a:folHlink>
    </a:clrScheme>
    <a:fontScheme name="Open Sans">
      <a:majorFont>
        <a:latin typeface="Open Sans Semibold"/>
        <a:ea typeface=""/>
        <a:cs typeface=""/>
      </a:majorFont>
      <a:minorFont>
        <a:latin typeface="Open Sans"/>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noFill/>
        <a:ln w="28575" cap="flat" cmpd="sng" algn="ctr">
          <a:solidFill>
            <a:srgbClr val="FF0000"/>
          </a:solidFill>
          <a:prstDash val="solid"/>
        </a:ln>
        <a:effectLst/>
      </a:spPr>
      <a:bodyPr rtlCol="0" anchor="ctr"/>
      <a:lstStyle>
        <a:defPPr algn="ctr" defTabSz="914400">
          <a:defRPr sz="1100" b="1" kern="0" dirty="0" err="1" smtClean="0">
            <a:solidFill>
              <a:srgbClr val="FF0000"/>
            </a:solidFill>
            <a:latin typeface="Arial"/>
          </a:defRPr>
        </a:defPPr>
      </a:lstStyle>
    </a:spDef>
    <a:lnDef>
      <a:spPr>
        <a:ln w="19050">
          <a:solidFill>
            <a:schemeClr val="tx1"/>
          </a:solidFill>
        </a:ln>
        <a:effectLst/>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comptia_ova" id="{478531A2-6CBB-47DF-8787-97F322309993}" vid="{27DBB225-2D25-419A-A575-CF909A3C9BB4}"/>
    </a:ext>
  </a:extLst>
</a:theme>
</file>

<file path=ppt/theme/theme2.xml><?xml version="1.0" encoding="utf-8"?>
<a:theme xmlns:a="http://schemas.openxmlformats.org/drawingml/2006/main" name="Office Theme">
  <a:themeElements>
    <a:clrScheme name="comptia">
      <a:dk1>
        <a:srgbClr val="253644"/>
      </a:dk1>
      <a:lt1>
        <a:srgbClr val="FFFFFF"/>
      </a:lt1>
      <a:dk2>
        <a:srgbClr val="778691"/>
      </a:dk2>
      <a:lt2>
        <a:srgbClr val="F4F4F4"/>
      </a:lt2>
      <a:accent1>
        <a:srgbClr val="00688E"/>
      </a:accent1>
      <a:accent2>
        <a:srgbClr val="0198A7"/>
      </a:accent2>
      <a:accent3>
        <a:srgbClr val="028EBD"/>
      </a:accent3>
      <a:accent4>
        <a:srgbClr val="DADFE1"/>
      </a:accent4>
      <a:accent5>
        <a:srgbClr val="CF0B2B"/>
      </a:accent5>
      <a:accent6>
        <a:srgbClr val="ED6D00"/>
      </a:accent6>
      <a:hlink>
        <a:srgbClr val="B24FC3"/>
      </a:hlink>
      <a:folHlink>
        <a:srgbClr val="732281"/>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Office Theme">
  <a:themeElements>
    <a:clrScheme name="comptia">
      <a:dk1>
        <a:srgbClr val="253644"/>
      </a:dk1>
      <a:lt1>
        <a:srgbClr val="FFFFFF"/>
      </a:lt1>
      <a:dk2>
        <a:srgbClr val="778691"/>
      </a:dk2>
      <a:lt2>
        <a:srgbClr val="F4F4F4"/>
      </a:lt2>
      <a:accent1>
        <a:srgbClr val="00688E"/>
      </a:accent1>
      <a:accent2>
        <a:srgbClr val="0198A7"/>
      </a:accent2>
      <a:accent3>
        <a:srgbClr val="028EBD"/>
      </a:accent3>
      <a:accent4>
        <a:srgbClr val="DADFE1"/>
      </a:accent4>
      <a:accent5>
        <a:srgbClr val="CF0B2B"/>
      </a:accent5>
      <a:accent6>
        <a:srgbClr val="ED6D00"/>
      </a:accent6>
      <a:hlink>
        <a:srgbClr val="B24FC3"/>
      </a:hlink>
      <a:folHlink>
        <a:srgbClr val="732281"/>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F8AB8BE3257A504EB15FA3D006F5CE14" ma:contentTypeVersion="22" ma:contentTypeDescription="Create a new document." ma:contentTypeScope="" ma:versionID="ff8c8c30a2863312a87f708ebf1733ea">
  <xsd:schema xmlns:xsd="http://www.w3.org/2001/XMLSchema" xmlns:xs="http://www.w3.org/2001/XMLSchema" xmlns:p="http://schemas.microsoft.com/office/2006/metadata/properties" xmlns:ns1="http://schemas.microsoft.com/sharepoint/v3" xmlns:ns2="95a46270-66ec-4bdf-aabc-d78887d51418" xmlns:ns3="315eb565-7267-4a95-9087-2f433ded3c8b" targetNamespace="http://schemas.microsoft.com/office/2006/metadata/properties" ma:root="true" ma:fieldsID="196b0126f59aa052fd2c13f8292a2f5e" ns1:_="" ns2:_="" ns3:_="">
    <xsd:import namespace="http://schemas.microsoft.com/sharepoint/v3"/>
    <xsd:import namespace="95a46270-66ec-4bdf-aabc-d78887d51418"/>
    <xsd:import namespace="315eb565-7267-4a95-9087-2f433ded3c8b"/>
    <xsd:element name="properties">
      <xsd:complexType>
        <xsd:sequence>
          <xsd:element name="documentManagement">
            <xsd:complexType>
              <xsd:all>
                <xsd:element ref="ns2:MediaServiceMetadata" minOccurs="0"/>
                <xsd:element ref="ns2:MediaServiceFastMetadata" minOccurs="0"/>
                <xsd:element ref="ns2:MediaServiceDateTaken" minOccurs="0"/>
                <xsd:element ref="ns3:SharedWithUsers" minOccurs="0"/>
                <xsd:element ref="ns3:SharedWithDetails" minOccurs="0"/>
                <xsd:element ref="ns2:MediaServiceAutoTags" minOccurs="0"/>
                <xsd:element ref="ns2:MediaServiceOCR" minOccurs="0"/>
                <xsd:element ref="ns2:MediaServiceEventHashCode" minOccurs="0"/>
                <xsd:element ref="ns2:MediaServiceGenerationTime" minOccurs="0"/>
                <xsd:element ref="ns2:MediaServiceLocation" minOccurs="0"/>
                <xsd:element ref="ns2:MediaServiceAutoKeyPoints" minOccurs="0"/>
                <xsd:element ref="ns2:MediaServiceKeyPoints" minOccurs="0"/>
                <xsd:element ref="ns2:MediaLengthInSeconds" minOccurs="0"/>
                <xsd:element ref="ns2:lcf76f155ced4ddcb4097134ff3c332f" minOccurs="0"/>
                <xsd:element ref="ns3:TaxCatchAll" minOccurs="0"/>
                <xsd:element ref="ns1:_ip_UnifiedCompliancePolicyProperties" minOccurs="0"/>
                <xsd:element ref="ns1:_ip_UnifiedCompliancePolicyUIAction" minOccurs="0"/>
                <xsd:element ref="ns2:MediaServiceObjectDetectorVersions" minOccurs="0"/>
                <xsd:element ref="ns2:MediaServiceSearchProperties" minOccurs="0"/>
                <xsd:element ref="ns2:HerettoFileName"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4" nillable="true" ma:displayName="Unified Compliance Policy Properties" ma:hidden="true" ma:internalName="_ip_UnifiedCompliancePolicyProperties">
      <xsd:simpleType>
        <xsd:restriction base="dms:Note"/>
      </xsd:simpleType>
    </xsd:element>
    <xsd:element name="_ip_UnifiedCompliancePolicyUIAction" ma:index="25" nillable="true" ma:displayName="Unified Compliance Policy UI Action" ma:hidden="true" ma:internalName="_ip_UnifiedCompliancePolicyUIAction">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95a46270-66ec-4bdf-aabc-d78887d51418"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DateTaken" ma:index="10" nillable="true" ma:displayName="MediaServiceDateTaken" ma:hidden="true" ma:internalName="MediaServiceDateTaken" ma:readOnly="true">
      <xsd:simpleType>
        <xsd:restriction base="dms:Text"/>
      </xsd:simpleType>
    </xsd:element>
    <xsd:element name="MediaServiceAutoTags" ma:index="13" nillable="true" ma:displayName="MediaServiceAutoTags" ma:internalName="MediaServiceAutoTags" ma:readOnly="true">
      <xsd:simpleType>
        <xsd:restriction base="dms:Text"/>
      </xsd:simpleType>
    </xsd:element>
    <xsd:element name="MediaServiceOCR" ma:index="14" nillable="true" ma:displayName="MediaServiceOCR" ma:internalName="MediaServiceOCR" ma:readOnly="true">
      <xsd:simpleType>
        <xsd:restriction base="dms:Note">
          <xsd:maxLength value="255"/>
        </xsd:restriction>
      </xsd:simpleType>
    </xsd:element>
    <xsd:element name="MediaServiceEventHashCode" ma:index="15" nillable="true" ma:displayName="MediaServiceEventHashCode" ma:hidden="true" ma:internalName="MediaServiceEventHashCode" ma:readOnly="true">
      <xsd:simpleType>
        <xsd:restriction base="dms:Text"/>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Location" ma:index="17" nillable="true" ma:displayName="Location" ma:internalName="MediaServiceLocation" ma:readOnly="true">
      <xsd:simpleType>
        <xsd:restriction base="dms:Text"/>
      </xsd:simpleType>
    </xsd:element>
    <xsd:element name="MediaServiceAutoKeyPoints" ma:index="18" nillable="true" ma:displayName="MediaServiceAutoKeyPoints" ma:hidden="true" ma:internalName="MediaServiceAutoKeyPoints" ma:readOnly="true">
      <xsd:simpleType>
        <xsd:restriction base="dms:Note"/>
      </xsd:simpleType>
    </xsd:element>
    <xsd:element name="MediaServiceKeyPoints" ma:index="19" nillable="true" ma:displayName="KeyPoints" ma:internalName="MediaServiceKeyPoints" ma:readOnly="true">
      <xsd:simpleType>
        <xsd:restriction base="dms:Note">
          <xsd:maxLength value="255"/>
        </xsd:restriction>
      </xsd:simpleType>
    </xsd:element>
    <xsd:element name="MediaLengthInSeconds" ma:index="20" nillable="true" ma:displayName="Length (seconds)" ma:internalName="MediaLengthInSeconds" ma:readOnly="true">
      <xsd:simpleType>
        <xsd:restriction base="dms:Unknown"/>
      </xsd:simpleType>
    </xsd:element>
    <xsd:element name="lcf76f155ced4ddcb4097134ff3c332f" ma:index="22" nillable="true" ma:taxonomy="true" ma:internalName="lcf76f155ced4ddcb4097134ff3c332f" ma:taxonomyFieldName="MediaServiceImageTags" ma:displayName="Image Tags" ma:readOnly="false" ma:fieldId="{5cf76f15-5ced-4ddc-b409-7134ff3c332f}" ma:taxonomyMulti="true" ma:sspId="27b08e0c-9838-438a-a46d-e871ec00c003" ma:termSetId="09814cd3-568e-fe90-9814-8d621ff8fb84" ma:anchorId="fba54fb3-c3e1-fe81-a776-ca4b69148c4d" ma:open="true" ma:isKeyword="false">
      <xsd:complexType>
        <xsd:sequence>
          <xsd:element ref="pc:Terms" minOccurs="0" maxOccurs="1"/>
        </xsd:sequence>
      </xsd:complexType>
    </xsd:element>
    <xsd:element name="MediaServiceObjectDetectorVersions" ma:index="26" nillable="true" ma:displayName="MediaServiceObjectDetectorVersions" ma:description="" ma:hidden="true" ma:indexed="true" ma:internalName="MediaServiceObjectDetectorVersions" ma:readOnly="true">
      <xsd:simpleType>
        <xsd:restriction base="dms:Text"/>
      </xsd:simpleType>
    </xsd:element>
    <xsd:element name="MediaServiceSearchProperties" ma:index="27" nillable="true" ma:displayName="MediaServiceSearchProperties" ma:hidden="true" ma:internalName="MediaServiceSearchProperties" ma:readOnly="true">
      <xsd:simpleType>
        <xsd:restriction base="dms:Note"/>
      </xsd:simpleType>
    </xsd:element>
    <xsd:element name="HerettoFileName" ma:index="28" nillable="true" ma:displayName="Heretto File Name" ma:format="Dropdown" ma:internalName="HerettoFileName">
      <xsd:simpleType>
        <xsd:restriction base="dms:Text">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315eb565-7267-4a95-9087-2f433ded3c8b" elementFormDefault="qualified">
    <xsd:import namespace="http://schemas.microsoft.com/office/2006/documentManagement/types"/>
    <xsd:import namespace="http://schemas.microsoft.com/office/infopath/2007/PartnerControls"/>
    <xsd:element name="SharedWithUsers" ma:index="11"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2" nillable="true" ma:displayName="Shared With Details" ma:internalName="SharedWithDetails" ma:readOnly="true">
      <xsd:simpleType>
        <xsd:restriction base="dms:Note">
          <xsd:maxLength value="255"/>
        </xsd:restriction>
      </xsd:simpleType>
    </xsd:element>
    <xsd:element name="TaxCatchAll" ma:index="23" nillable="true" ma:displayName="Taxonomy Catch All Column" ma:hidden="true" ma:list="{c32a667b-0d96-4d3d-ae00-1e23d06ed90f}" ma:internalName="TaxCatchAll" ma:showField="CatchAllData" ma:web="315eb565-7267-4a95-9087-2f433ded3c8b">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TaxCatchAll xmlns="315eb565-7267-4a95-9087-2f433ded3c8b" xsi:nil="true"/>
    <_ip_UnifiedCompliancePolicyProperties xmlns="http://schemas.microsoft.com/sharepoint/v3" xsi:nil="true"/>
    <lcf76f155ced4ddcb4097134ff3c332f xmlns="95a46270-66ec-4bdf-aabc-d78887d51418">
      <Terms xmlns="http://schemas.microsoft.com/office/infopath/2007/PartnerControls"/>
    </lcf76f155ced4ddcb4097134ff3c332f>
    <HerettoFileName xmlns="95a46270-66ec-4bdf-aabc-d78887d51418" xsi:nil="true"/>
  </documentManagement>
</p:properties>
</file>

<file path=customXml/itemProps1.xml><?xml version="1.0" encoding="utf-8"?>
<ds:datastoreItem xmlns:ds="http://schemas.openxmlformats.org/officeDocument/2006/customXml" ds:itemID="{DE6E7CC4-000E-4496-AAD6-FFAD1020B72B}">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95a46270-66ec-4bdf-aabc-d78887d51418"/>
    <ds:schemaRef ds:uri="315eb565-7267-4a95-9087-2f433ded3c8b"/>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EA2CFB8D-1019-43EC-BFD1-51DA40016399}">
  <ds:schemaRefs>
    <ds:schemaRef ds:uri="http://schemas.microsoft.com/sharepoint/v3/contenttype/forms"/>
  </ds:schemaRefs>
</ds:datastoreItem>
</file>

<file path=customXml/itemProps3.xml><?xml version="1.0" encoding="utf-8"?>
<ds:datastoreItem xmlns:ds="http://schemas.openxmlformats.org/officeDocument/2006/customXml" ds:itemID="{79804A4A-BEBA-46F7-8D91-096B77966F98}">
  <ds:schemaRefs>
    <ds:schemaRef ds:uri="http://www.w3.org/XML/1998/namespace"/>
    <ds:schemaRef ds:uri="315eb565-7267-4a95-9087-2f433ded3c8b"/>
    <ds:schemaRef ds:uri="http://schemas.microsoft.com/office/2006/documentManagement/types"/>
    <ds:schemaRef ds:uri="http://purl.org/dc/terms/"/>
    <ds:schemaRef ds:uri="http://purl.org/dc/elements/1.1/"/>
    <ds:schemaRef ds:uri="http://schemas.microsoft.com/office/infopath/2007/PartnerControls"/>
    <ds:schemaRef ds:uri="http://schemas.microsoft.com/office/2006/metadata/properties"/>
    <ds:schemaRef ds:uri="http://schemas.openxmlformats.org/package/2006/metadata/core-properties"/>
    <ds:schemaRef ds:uri="95a46270-66ec-4bdf-aabc-d78887d51418"/>
    <ds:schemaRef ds:uri="http://schemas.microsoft.com/sharepoint/v3"/>
    <ds:schemaRef ds:uri="http://purl.org/dc/dcmitype/"/>
  </ds:schemaRefs>
</ds:datastoreItem>
</file>

<file path=docProps/app.xml><?xml version="1.0" encoding="utf-8"?>
<Properties xmlns="http://schemas.openxmlformats.org/officeDocument/2006/extended-properties" xmlns:vt="http://schemas.openxmlformats.org/officeDocument/2006/docPropsVTypes">
  <Template>comptia_ova</Template>
  <TotalTime>2825</TotalTime>
  <Words>2143</Words>
  <Application>Microsoft Office PowerPoint</Application>
  <PresentationFormat>On-screen Show (16:9)</PresentationFormat>
  <Paragraphs>364</Paragraphs>
  <Slides>47</Slides>
  <Notes>41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47</vt:i4>
      </vt:variant>
    </vt:vector>
  </HeadingPairs>
  <TitlesOfParts>
    <vt:vector size="50" baseType="lpstr">
      <vt:lpstr>Arial</vt:lpstr>
      <vt:lpstr>Calibri</vt:lpstr>
      <vt:lpstr>comptia_ov</vt:lpstr>
      <vt:lpstr>Exam 220-1202</vt:lpstr>
      <vt:lpstr>Securing Windows</vt:lpstr>
      <vt:lpstr>Learning Outcomes</vt:lpstr>
      <vt:lpstr>Logical Security Concepts</vt:lpstr>
      <vt:lpstr>Logical Security Controls</vt:lpstr>
      <vt:lpstr>Information Security</vt:lpstr>
      <vt:lpstr>Hashing and Encryption Concepts</vt:lpstr>
      <vt:lpstr>Digital Signatures and Key Exchange</vt:lpstr>
      <vt:lpstr>User and Group Accounts (Slide 1 of 2)</vt:lpstr>
      <vt:lpstr>User and Group Accounts (Slide 2 of 2)</vt:lpstr>
      <vt:lpstr>User Account Control (Slide 1 of 3)</vt:lpstr>
      <vt:lpstr>User Account Control (Slide 2 of 3)</vt:lpstr>
      <vt:lpstr>User Account Control (Slide 3 of 3)</vt:lpstr>
      <vt:lpstr>Authentication Methods</vt:lpstr>
      <vt:lpstr>PowerPoint Presentation</vt:lpstr>
      <vt:lpstr>Logical Security Concepts</vt:lpstr>
      <vt:lpstr>Windows Security Settings</vt:lpstr>
      <vt:lpstr>Windows Login Options (Slide 1 of 2)</vt:lpstr>
      <vt:lpstr>Windows Login Options (Slide 2 of 2)</vt:lpstr>
      <vt:lpstr>Windows Domains and Active Directory (Slide 1 of 2)</vt:lpstr>
      <vt:lpstr>Windows Domains and Active Directory (Slide 2 of 2)</vt:lpstr>
      <vt:lpstr>Group Policy and Login Scripts (Slide 1 of 2)</vt:lpstr>
      <vt:lpstr>Group Policy and Login Scripts (Slide 2 of 2)</vt:lpstr>
      <vt:lpstr>PowerPoint Presentation</vt:lpstr>
      <vt:lpstr>Windows Security Settings</vt:lpstr>
      <vt:lpstr>Windows Shares</vt:lpstr>
      <vt:lpstr>Workgroup Setup (Slide 1 of 2)</vt:lpstr>
      <vt:lpstr>Workgroup Setup (Slide 2 of 2)</vt:lpstr>
      <vt:lpstr>File Share Configuration (Slide 1 of 2)</vt:lpstr>
      <vt:lpstr>File Share Configuration (Slide 2 of 2)</vt:lpstr>
      <vt:lpstr>Network Browsing and Mapping Drives (Slide 1 of 3)</vt:lpstr>
      <vt:lpstr>Network Browsing and Mapping Drives (Slide 2 of 3)</vt:lpstr>
      <vt:lpstr>Network Browsing and Mapping Drives (Slide 3 of 3)</vt:lpstr>
      <vt:lpstr>Printer Sharing</vt:lpstr>
      <vt:lpstr>NTFS versus Share Permissions (Slide 1 of 2)</vt:lpstr>
      <vt:lpstr>NTFS versus Share Permissions (Slide 2 of 2)</vt:lpstr>
      <vt:lpstr>Permissions Inheritance</vt:lpstr>
      <vt:lpstr>Domain Setup (Slide 1 of 3)</vt:lpstr>
      <vt:lpstr>Domain Setup (Slide 2 of 3)</vt:lpstr>
      <vt:lpstr>Domain Setup (Slide 3 of 3)</vt:lpstr>
      <vt:lpstr>Home Folders (Slide 1 of 3)</vt:lpstr>
      <vt:lpstr>Home Folders (Slide 2 of 3)</vt:lpstr>
      <vt:lpstr>Home Folders (Slide 3 of 3)</vt:lpstr>
      <vt:lpstr>Roaming Profiles and Folder Redirection (Slide 1 of 2)</vt:lpstr>
      <vt:lpstr>Roaming Profiles and Folder Redirection (Slide 2 of 2)</vt:lpstr>
      <vt:lpstr>PowerPoint Presentation</vt:lpstr>
      <vt:lpstr>Windows Shares</vt:lpstr>
    </vt:vector>
  </TitlesOfParts>
  <Company>CompTIA, Inc</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subject>Slide deck to accompany a CompTIA OCC study guide</dc:subject>
  <dc:creator>James Pengelly</dc:creator>
  <dc:description>Copyright © 2022 CompTIA, Inc. All Rights Reserved.  |  CompTIA.org</dc:description>
  <cp:lastModifiedBy>Amy Glidewell</cp:lastModifiedBy>
  <cp:revision>484</cp:revision>
  <dcterms:created xsi:type="dcterms:W3CDTF">2021-09-20T08:36:44Z</dcterms:created>
  <dcterms:modified xsi:type="dcterms:W3CDTF">2025-06-16T23:30:48Z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0x010100F8AB8BE3257A504EB15FA3D006F5CE14</vt:lpwstr>
  </property>
  <property fmtid="{D5CDD505-2E9C-101B-9397-08002B2CF9AE}" pid="3" name="MediaServiceImageTags">
    <vt:lpwstr/>
  </property>
  <property fmtid="{D5CDD505-2E9C-101B-9397-08002B2CF9AE}" pid="4" name="ArticulateGUID">
    <vt:lpwstr>567649D6-F736-4A37-87B2-390358C7F3B1</vt:lpwstr>
  </property>
  <property fmtid="{D5CDD505-2E9C-101B-9397-08002B2CF9AE}" pid="5" name="ArticulatePath">
    <vt:lpwstr>https://comptia365.sharepoint.com/sites/content-team/Shared Documents/Learning Solutions Team/Training and Instruction/Learning Product PowerPoints/_PPT Redesign/comptia_PPT_template</vt:lpwstr>
  </property>
</Properties>
</file>